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529" r:id="rId2"/>
    <p:sldId id="530" r:id="rId3"/>
    <p:sldId id="517" r:id="rId4"/>
    <p:sldId id="518" r:id="rId5"/>
    <p:sldId id="486" r:id="rId6"/>
    <p:sldId id="526" r:id="rId7"/>
    <p:sldId id="521" r:id="rId8"/>
    <p:sldId id="488" r:id="rId9"/>
    <p:sldId id="485" r:id="rId10"/>
    <p:sldId id="550" r:id="rId11"/>
    <p:sldId id="532" r:id="rId12"/>
    <p:sldId id="483" r:id="rId13"/>
    <p:sldId id="489" r:id="rId14"/>
    <p:sldId id="491" r:id="rId15"/>
    <p:sldId id="490" r:id="rId16"/>
    <p:sldId id="257" r:id="rId17"/>
    <p:sldId id="324" r:id="rId18"/>
    <p:sldId id="325" r:id="rId19"/>
    <p:sldId id="307" r:id="rId20"/>
    <p:sldId id="315" r:id="rId21"/>
    <p:sldId id="317" r:id="rId22"/>
    <p:sldId id="258" r:id="rId23"/>
    <p:sldId id="288" r:id="rId24"/>
    <p:sldId id="308" r:id="rId25"/>
    <p:sldId id="289" r:id="rId26"/>
    <p:sldId id="290" r:id="rId27"/>
    <p:sldId id="309" r:id="rId28"/>
    <p:sldId id="261" r:id="rId29"/>
    <p:sldId id="260" r:id="rId30"/>
    <p:sldId id="311" r:id="rId31"/>
    <p:sldId id="291" r:id="rId32"/>
    <p:sldId id="293" r:id="rId33"/>
    <p:sldId id="320" r:id="rId34"/>
    <p:sldId id="316" r:id="rId35"/>
    <p:sldId id="312" r:id="rId36"/>
    <p:sldId id="295" r:id="rId37"/>
    <p:sldId id="298" r:id="rId38"/>
    <p:sldId id="556" r:id="rId39"/>
    <p:sldId id="300" r:id="rId40"/>
    <p:sldId id="296" r:id="rId41"/>
    <p:sldId id="301" r:id="rId42"/>
    <p:sldId id="304" r:id="rId43"/>
    <p:sldId id="337" r:id="rId44"/>
    <p:sldId id="328" r:id="rId45"/>
    <p:sldId id="329" r:id="rId46"/>
    <p:sldId id="330" r:id="rId47"/>
    <p:sldId id="533" r:id="rId48"/>
    <p:sldId id="534" r:id="rId49"/>
    <p:sldId id="535" r:id="rId50"/>
    <p:sldId id="557" r:id="rId51"/>
    <p:sldId id="561" r:id="rId52"/>
    <p:sldId id="562" r:id="rId53"/>
    <p:sldId id="447" r:id="rId54"/>
    <p:sldId id="448" r:id="rId55"/>
    <p:sldId id="558" r:id="rId56"/>
    <p:sldId id="449" r:id="rId57"/>
    <p:sldId id="560" r:id="rId58"/>
    <p:sldId id="331" r:id="rId59"/>
    <p:sldId id="446" r:id="rId6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3366FF"/>
    <a:srgbClr val="D4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787" autoAdjust="0"/>
    <p:restoredTop sz="86632" autoAdjust="0"/>
  </p:normalViewPr>
  <p:slideViewPr>
    <p:cSldViewPr>
      <p:cViewPr varScale="1">
        <p:scale>
          <a:sx n="116" d="100"/>
          <a:sy n="116" d="100"/>
        </p:scale>
        <p:origin x="120" y="258"/>
      </p:cViewPr>
      <p:guideLst>
        <p:guide orient="horz" pos="350"/>
        <p:guide pos="2880"/>
      </p:guideLst>
    </p:cSldViewPr>
  </p:slideViewPr>
  <p:outlineViewPr>
    <p:cViewPr>
      <p:scale>
        <a:sx n="33" d="100"/>
        <a:sy n="33" d="100"/>
      </p:scale>
      <p:origin x="0" y="10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31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12" Type="http://schemas.openxmlformats.org/officeDocument/2006/relationships/image" Target="../media/image30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11" Type="http://schemas.openxmlformats.org/officeDocument/2006/relationships/image" Target="../media/image29.wmf"/><Relationship Id="rId5" Type="http://schemas.openxmlformats.org/officeDocument/2006/relationships/image" Target="../media/image23.wmf"/><Relationship Id="rId10" Type="http://schemas.openxmlformats.org/officeDocument/2006/relationships/image" Target="../media/image28.wmf"/><Relationship Id="rId4" Type="http://schemas.openxmlformats.org/officeDocument/2006/relationships/image" Target="../media/image22.wmf"/><Relationship Id="rId9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41.wmf"/><Relationship Id="rId7" Type="http://schemas.openxmlformats.org/officeDocument/2006/relationships/image" Target="../media/image45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10" Type="http://schemas.openxmlformats.org/officeDocument/2006/relationships/image" Target="../media/image48.wmf"/><Relationship Id="rId4" Type="http://schemas.openxmlformats.org/officeDocument/2006/relationships/image" Target="../media/image42.wmf"/><Relationship Id="rId9" Type="http://schemas.openxmlformats.org/officeDocument/2006/relationships/image" Target="../media/image47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image" Target="../media/image56.wmf"/><Relationship Id="rId3" Type="http://schemas.openxmlformats.org/officeDocument/2006/relationships/image" Target="../media/image43.wmf"/><Relationship Id="rId7" Type="http://schemas.openxmlformats.org/officeDocument/2006/relationships/image" Target="../media/image50.wmf"/><Relationship Id="rId12" Type="http://schemas.openxmlformats.org/officeDocument/2006/relationships/image" Target="../media/image55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9.wmf"/><Relationship Id="rId11" Type="http://schemas.openxmlformats.org/officeDocument/2006/relationships/image" Target="../media/image54.wmf"/><Relationship Id="rId5" Type="http://schemas.openxmlformats.org/officeDocument/2006/relationships/image" Target="../media/image47.wmf"/><Relationship Id="rId10" Type="http://schemas.openxmlformats.org/officeDocument/2006/relationships/image" Target="../media/image53.wmf"/><Relationship Id="rId4" Type="http://schemas.openxmlformats.org/officeDocument/2006/relationships/image" Target="../media/image44.wmf"/><Relationship Id="rId9" Type="http://schemas.openxmlformats.org/officeDocument/2006/relationships/image" Target="../media/image5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image" Target="../media/image67.wmf"/><Relationship Id="rId3" Type="http://schemas.openxmlformats.org/officeDocument/2006/relationships/image" Target="../media/image59.wmf"/><Relationship Id="rId7" Type="http://schemas.openxmlformats.org/officeDocument/2006/relationships/image" Target="../media/image63.wmf"/><Relationship Id="rId12" Type="http://schemas.openxmlformats.org/officeDocument/2006/relationships/image" Target="../media/image66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11" Type="http://schemas.openxmlformats.org/officeDocument/2006/relationships/image" Target="../media/image65.wmf"/><Relationship Id="rId5" Type="http://schemas.openxmlformats.org/officeDocument/2006/relationships/image" Target="../media/image61.wmf"/><Relationship Id="rId15" Type="http://schemas.openxmlformats.org/officeDocument/2006/relationships/image" Target="../media/image48.wmf"/><Relationship Id="rId10" Type="http://schemas.openxmlformats.org/officeDocument/2006/relationships/image" Target="../media/image64.wmf"/><Relationship Id="rId4" Type="http://schemas.openxmlformats.org/officeDocument/2006/relationships/image" Target="../media/image60.wmf"/><Relationship Id="rId9" Type="http://schemas.openxmlformats.org/officeDocument/2006/relationships/image" Target="../media/image43.wmf"/><Relationship Id="rId14" Type="http://schemas.openxmlformats.org/officeDocument/2006/relationships/image" Target="../media/image4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42.wmf"/><Relationship Id="rId7" Type="http://schemas.openxmlformats.org/officeDocument/2006/relationships/image" Target="../media/image72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10" Type="http://schemas.openxmlformats.org/officeDocument/2006/relationships/image" Target="../media/image75.wmf"/><Relationship Id="rId4" Type="http://schemas.openxmlformats.org/officeDocument/2006/relationships/image" Target="../media/image48.wmf"/><Relationship Id="rId9" Type="http://schemas.openxmlformats.org/officeDocument/2006/relationships/image" Target="../media/image7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13" Type="http://schemas.openxmlformats.org/officeDocument/2006/relationships/image" Target="../media/image88.emf"/><Relationship Id="rId18" Type="http://schemas.openxmlformats.org/officeDocument/2006/relationships/image" Target="../media/image93.emf"/><Relationship Id="rId3" Type="http://schemas.openxmlformats.org/officeDocument/2006/relationships/image" Target="../media/image78.emf"/><Relationship Id="rId21" Type="http://schemas.openxmlformats.org/officeDocument/2006/relationships/image" Target="../media/image96.emf"/><Relationship Id="rId7" Type="http://schemas.openxmlformats.org/officeDocument/2006/relationships/image" Target="../media/image82.emf"/><Relationship Id="rId12" Type="http://schemas.openxmlformats.org/officeDocument/2006/relationships/image" Target="../media/image87.wmf"/><Relationship Id="rId17" Type="http://schemas.openxmlformats.org/officeDocument/2006/relationships/image" Target="../media/image92.wmf"/><Relationship Id="rId2" Type="http://schemas.openxmlformats.org/officeDocument/2006/relationships/image" Target="../media/image77.emf"/><Relationship Id="rId16" Type="http://schemas.openxmlformats.org/officeDocument/2006/relationships/image" Target="../media/image91.emf"/><Relationship Id="rId20" Type="http://schemas.openxmlformats.org/officeDocument/2006/relationships/image" Target="../media/image95.emf"/><Relationship Id="rId1" Type="http://schemas.openxmlformats.org/officeDocument/2006/relationships/image" Target="../media/image76.wmf"/><Relationship Id="rId6" Type="http://schemas.openxmlformats.org/officeDocument/2006/relationships/image" Target="../media/image81.emf"/><Relationship Id="rId11" Type="http://schemas.openxmlformats.org/officeDocument/2006/relationships/image" Target="../media/image86.emf"/><Relationship Id="rId5" Type="http://schemas.openxmlformats.org/officeDocument/2006/relationships/image" Target="../media/image80.emf"/><Relationship Id="rId15" Type="http://schemas.openxmlformats.org/officeDocument/2006/relationships/image" Target="../media/image90.emf"/><Relationship Id="rId10" Type="http://schemas.openxmlformats.org/officeDocument/2006/relationships/image" Target="../media/image85.emf"/><Relationship Id="rId19" Type="http://schemas.openxmlformats.org/officeDocument/2006/relationships/image" Target="../media/image94.wmf"/><Relationship Id="rId4" Type="http://schemas.openxmlformats.org/officeDocument/2006/relationships/image" Target="../media/image79.emf"/><Relationship Id="rId9" Type="http://schemas.openxmlformats.org/officeDocument/2006/relationships/image" Target="../media/image84.emf"/><Relationship Id="rId14" Type="http://schemas.openxmlformats.org/officeDocument/2006/relationships/image" Target="../media/image8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image" Target="../media/image109.wmf"/><Relationship Id="rId3" Type="http://schemas.openxmlformats.org/officeDocument/2006/relationships/image" Target="../media/image99.wmf"/><Relationship Id="rId7" Type="http://schemas.openxmlformats.org/officeDocument/2006/relationships/image" Target="../media/image103.wmf"/><Relationship Id="rId12" Type="http://schemas.openxmlformats.org/officeDocument/2006/relationships/image" Target="../media/image108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102.wmf"/><Relationship Id="rId11" Type="http://schemas.openxmlformats.org/officeDocument/2006/relationships/image" Target="../media/image107.wmf"/><Relationship Id="rId5" Type="http://schemas.openxmlformats.org/officeDocument/2006/relationships/image" Target="../media/image101.wmf"/><Relationship Id="rId10" Type="http://schemas.openxmlformats.org/officeDocument/2006/relationships/image" Target="../media/image106.wmf"/><Relationship Id="rId4" Type="http://schemas.openxmlformats.org/officeDocument/2006/relationships/image" Target="../media/image100.wmf"/><Relationship Id="rId9" Type="http://schemas.openxmlformats.org/officeDocument/2006/relationships/image" Target="../media/image105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image" Target="../media/image122.wmf"/><Relationship Id="rId3" Type="http://schemas.openxmlformats.org/officeDocument/2006/relationships/image" Target="../media/image112.wmf"/><Relationship Id="rId7" Type="http://schemas.openxmlformats.org/officeDocument/2006/relationships/image" Target="../media/image116.wmf"/><Relationship Id="rId12" Type="http://schemas.openxmlformats.org/officeDocument/2006/relationships/image" Target="../media/image121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6" Type="http://schemas.openxmlformats.org/officeDocument/2006/relationships/image" Target="../media/image115.wmf"/><Relationship Id="rId11" Type="http://schemas.openxmlformats.org/officeDocument/2006/relationships/image" Target="../media/image120.wmf"/><Relationship Id="rId5" Type="http://schemas.openxmlformats.org/officeDocument/2006/relationships/image" Target="../media/image114.wmf"/><Relationship Id="rId10" Type="http://schemas.openxmlformats.org/officeDocument/2006/relationships/image" Target="../media/image119.wmf"/><Relationship Id="rId4" Type="http://schemas.openxmlformats.org/officeDocument/2006/relationships/image" Target="../media/image113.wmf"/><Relationship Id="rId9" Type="http://schemas.openxmlformats.org/officeDocument/2006/relationships/image" Target="../media/image118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3" Type="http://schemas.openxmlformats.org/officeDocument/2006/relationships/image" Target="../media/image125.wmf"/><Relationship Id="rId7" Type="http://schemas.openxmlformats.org/officeDocument/2006/relationships/image" Target="../media/image118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106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7" Type="http://schemas.openxmlformats.org/officeDocument/2006/relationships/image" Target="../media/image135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6" Type="http://schemas.openxmlformats.org/officeDocument/2006/relationships/image" Target="../media/image134.w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3" Type="http://schemas.openxmlformats.org/officeDocument/2006/relationships/image" Target="../media/image138.wmf"/><Relationship Id="rId7" Type="http://schemas.openxmlformats.org/officeDocument/2006/relationships/image" Target="../media/image142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6" Type="http://schemas.openxmlformats.org/officeDocument/2006/relationships/image" Target="../media/image141.wmf"/><Relationship Id="rId11" Type="http://schemas.openxmlformats.org/officeDocument/2006/relationships/image" Target="../media/image146.wmf"/><Relationship Id="rId5" Type="http://schemas.openxmlformats.org/officeDocument/2006/relationships/image" Target="../media/image140.wmf"/><Relationship Id="rId10" Type="http://schemas.openxmlformats.org/officeDocument/2006/relationships/image" Target="../media/image145.wmf"/><Relationship Id="rId4" Type="http://schemas.openxmlformats.org/officeDocument/2006/relationships/image" Target="../media/image139.wmf"/><Relationship Id="rId9" Type="http://schemas.openxmlformats.org/officeDocument/2006/relationships/image" Target="../media/image14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wmf"/><Relationship Id="rId1" Type="http://schemas.openxmlformats.org/officeDocument/2006/relationships/image" Target="../media/image14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7" Type="http://schemas.openxmlformats.org/officeDocument/2006/relationships/image" Target="../media/image155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6" Type="http://schemas.openxmlformats.org/officeDocument/2006/relationships/image" Target="../media/image154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image" Target="../media/image168.wmf"/><Relationship Id="rId18" Type="http://schemas.openxmlformats.org/officeDocument/2006/relationships/image" Target="../media/image173.wmf"/><Relationship Id="rId26" Type="http://schemas.openxmlformats.org/officeDocument/2006/relationships/image" Target="../media/image181.wmf"/><Relationship Id="rId3" Type="http://schemas.openxmlformats.org/officeDocument/2006/relationships/image" Target="../media/image158.wmf"/><Relationship Id="rId21" Type="http://schemas.openxmlformats.org/officeDocument/2006/relationships/image" Target="../media/image176.wmf"/><Relationship Id="rId7" Type="http://schemas.openxmlformats.org/officeDocument/2006/relationships/image" Target="../media/image162.wmf"/><Relationship Id="rId12" Type="http://schemas.openxmlformats.org/officeDocument/2006/relationships/image" Target="../media/image167.wmf"/><Relationship Id="rId17" Type="http://schemas.openxmlformats.org/officeDocument/2006/relationships/image" Target="../media/image172.wmf"/><Relationship Id="rId25" Type="http://schemas.openxmlformats.org/officeDocument/2006/relationships/image" Target="../media/image180.wmf"/><Relationship Id="rId2" Type="http://schemas.openxmlformats.org/officeDocument/2006/relationships/image" Target="../media/image157.wmf"/><Relationship Id="rId16" Type="http://schemas.openxmlformats.org/officeDocument/2006/relationships/image" Target="../media/image171.wmf"/><Relationship Id="rId20" Type="http://schemas.openxmlformats.org/officeDocument/2006/relationships/image" Target="../media/image175.wmf"/><Relationship Id="rId1" Type="http://schemas.openxmlformats.org/officeDocument/2006/relationships/image" Target="../media/image156.wmf"/><Relationship Id="rId6" Type="http://schemas.openxmlformats.org/officeDocument/2006/relationships/image" Target="../media/image161.wmf"/><Relationship Id="rId11" Type="http://schemas.openxmlformats.org/officeDocument/2006/relationships/image" Target="../media/image166.wmf"/><Relationship Id="rId24" Type="http://schemas.openxmlformats.org/officeDocument/2006/relationships/image" Target="../media/image179.wmf"/><Relationship Id="rId5" Type="http://schemas.openxmlformats.org/officeDocument/2006/relationships/image" Target="../media/image160.wmf"/><Relationship Id="rId15" Type="http://schemas.openxmlformats.org/officeDocument/2006/relationships/image" Target="../media/image170.wmf"/><Relationship Id="rId23" Type="http://schemas.openxmlformats.org/officeDocument/2006/relationships/image" Target="../media/image178.wmf"/><Relationship Id="rId10" Type="http://schemas.openxmlformats.org/officeDocument/2006/relationships/image" Target="../media/image165.wmf"/><Relationship Id="rId19" Type="http://schemas.openxmlformats.org/officeDocument/2006/relationships/image" Target="../media/image174.wmf"/><Relationship Id="rId4" Type="http://schemas.openxmlformats.org/officeDocument/2006/relationships/image" Target="../media/image159.wmf"/><Relationship Id="rId9" Type="http://schemas.openxmlformats.org/officeDocument/2006/relationships/image" Target="../media/image164.wmf"/><Relationship Id="rId14" Type="http://schemas.openxmlformats.org/officeDocument/2006/relationships/image" Target="../media/image169.wmf"/><Relationship Id="rId22" Type="http://schemas.openxmlformats.org/officeDocument/2006/relationships/image" Target="../media/image17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Relationship Id="rId4" Type="http://schemas.openxmlformats.org/officeDocument/2006/relationships/image" Target="../media/image185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image" Target="../media/image197.wmf"/><Relationship Id="rId18" Type="http://schemas.openxmlformats.org/officeDocument/2006/relationships/image" Target="../media/image202.wmf"/><Relationship Id="rId3" Type="http://schemas.openxmlformats.org/officeDocument/2006/relationships/image" Target="../media/image188.wmf"/><Relationship Id="rId7" Type="http://schemas.openxmlformats.org/officeDocument/2006/relationships/image" Target="../media/image191.wmf"/><Relationship Id="rId12" Type="http://schemas.openxmlformats.org/officeDocument/2006/relationships/image" Target="../media/image196.wmf"/><Relationship Id="rId17" Type="http://schemas.openxmlformats.org/officeDocument/2006/relationships/image" Target="../media/image201.wmf"/><Relationship Id="rId2" Type="http://schemas.openxmlformats.org/officeDocument/2006/relationships/image" Target="../media/image187.wmf"/><Relationship Id="rId16" Type="http://schemas.openxmlformats.org/officeDocument/2006/relationships/image" Target="../media/image200.wmf"/><Relationship Id="rId20" Type="http://schemas.openxmlformats.org/officeDocument/2006/relationships/image" Target="../media/image204.wmf"/><Relationship Id="rId1" Type="http://schemas.openxmlformats.org/officeDocument/2006/relationships/image" Target="../media/image186.wmf"/><Relationship Id="rId6" Type="http://schemas.openxmlformats.org/officeDocument/2006/relationships/image" Target="../media/image130.wmf"/><Relationship Id="rId11" Type="http://schemas.openxmlformats.org/officeDocument/2006/relationships/image" Target="../media/image195.wmf"/><Relationship Id="rId5" Type="http://schemas.openxmlformats.org/officeDocument/2006/relationships/image" Target="../media/image190.wmf"/><Relationship Id="rId15" Type="http://schemas.openxmlformats.org/officeDocument/2006/relationships/image" Target="../media/image199.wmf"/><Relationship Id="rId10" Type="http://schemas.openxmlformats.org/officeDocument/2006/relationships/image" Target="../media/image194.wmf"/><Relationship Id="rId19" Type="http://schemas.openxmlformats.org/officeDocument/2006/relationships/image" Target="../media/image203.wmf"/><Relationship Id="rId4" Type="http://schemas.openxmlformats.org/officeDocument/2006/relationships/image" Target="../media/image189.wmf"/><Relationship Id="rId9" Type="http://schemas.openxmlformats.org/officeDocument/2006/relationships/image" Target="../media/image193.wmf"/><Relationship Id="rId14" Type="http://schemas.openxmlformats.org/officeDocument/2006/relationships/image" Target="../media/image198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3" Type="http://schemas.openxmlformats.org/officeDocument/2006/relationships/image" Target="../media/image207.wmf"/><Relationship Id="rId7" Type="http://schemas.openxmlformats.org/officeDocument/2006/relationships/image" Target="../media/image211.wmf"/><Relationship Id="rId12" Type="http://schemas.openxmlformats.org/officeDocument/2006/relationships/image" Target="../media/image216.wmf"/><Relationship Id="rId2" Type="http://schemas.openxmlformats.org/officeDocument/2006/relationships/image" Target="../media/image206.wmf"/><Relationship Id="rId1" Type="http://schemas.openxmlformats.org/officeDocument/2006/relationships/image" Target="../media/image205.wmf"/><Relationship Id="rId6" Type="http://schemas.openxmlformats.org/officeDocument/2006/relationships/image" Target="../media/image210.wmf"/><Relationship Id="rId11" Type="http://schemas.openxmlformats.org/officeDocument/2006/relationships/image" Target="../media/image215.wmf"/><Relationship Id="rId5" Type="http://schemas.openxmlformats.org/officeDocument/2006/relationships/image" Target="../media/image209.wmf"/><Relationship Id="rId10" Type="http://schemas.openxmlformats.org/officeDocument/2006/relationships/image" Target="../media/image214.wmf"/><Relationship Id="rId4" Type="http://schemas.openxmlformats.org/officeDocument/2006/relationships/image" Target="../media/image208.wmf"/><Relationship Id="rId9" Type="http://schemas.openxmlformats.org/officeDocument/2006/relationships/image" Target="../media/image213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13" Type="http://schemas.openxmlformats.org/officeDocument/2006/relationships/image" Target="../media/image229.wmf"/><Relationship Id="rId18" Type="http://schemas.openxmlformats.org/officeDocument/2006/relationships/image" Target="../media/image234.wmf"/><Relationship Id="rId3" Type="http://schemas.openxmlformats.org/officeDocument/2006/relationships/image" Target="../media/image219.wmf"/><Relationship Id="rId7" Type="http://schemas.openxmlformats.org/officeDocument/2006/relationships/image" Target="../media/image223.wmf"/><Relationship Id="rId12" Type="http://schemas.openxmlformats.org/officeDocument/2006/relationships/image" Target="../media/image228.wmf"/><Relationship Id="rId17" Type="http://schemas.openxmlformats.org/officeDocument/2006/relationships/image" Target="../media/image233.wmf"/><Relationship Id="rId2" Type="http://schemas.openxmlformats.org/officeDocument/2006/relationships/image" Target="../media/image218.wmf"/><Relationship Id="rId16" Type="http://schemas.openxmlformats.org/officeDocument/2006/relationships/image" Target="../media/image232.wmf"/><Relationship Id="rId1" Type="http://schemas.openxmlformats.org/officeDocument/2006/relationships/image" Target="../media/image217.wmf"/><Relationship Id="rId6" Type="http://schemas.openxmlformats.org/officeDocument/2006/relationships/image" Target="../media/image222.wmf"/><Relationship Id="rId11" Type="http://schemas.openxmlformats.org/officeDocument/2006/relationships/image" Target="../media/image227.wmf"/><Relationship Id="rId5" Type="http://schemas.openxmlformats.org/officeDocument/2006/relationships/image" Target="../media/image221.wmf"/><Relationship Id="rId15" Type="http://schemas.openxmlformats.org/officeDocument/2006/relationships/image" Target="../media/image231.wmf"/><Relationship Id="rId10" Type="http://schemas.openxmlformats.org/officeDocument/2006/relationships/image" Target="../media/image226.wmf"/><Relationship Id="rId4" Type="http://schemas.openxmlformats.org/officeDocument/2006/relationships/image" Target="../media/image220.wmf"/><Relationship Id="rId9" Type="http://schemas.openxmlformats.org/officeDocument/2006/relationships/image" Target="../media/image225.wmf"/><Relationship Id="rId14" Type="http://schemas.openxmlformats.org/officeDocument/2006/relationships/image" Target="../media/image230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3" Type="http://schemas.openxmlformats.org/officeDocument/2006/relationships/image" Target="../media/image236.wmf"/><Relationship Id="rId7" Type="http://schemas.openxmlformats.org/officeDocument/2006/relationships/image" Target="../media/image240.wmf"/><Relationship Id="rId2" Type="http://schemas.openxmlformats.org/officeDocument/2006/relationships/image" Target="../media/image218.wmf"/><Relationship Id="rId1" Type="http://schemas.openxmlformats.org/officeDocument/2006/relationships/image" Target="../media/image235.wmf"/><Relationship Id="rId6" Type="http://schemas.openxmlformats.org/officeDocument/2006/relationships/image" Target="../media/image239.wmf"/><Relationship Id="rId5" Type="http://schemas.openxmlformats.org/officeDocument/2006/relationships/image" Target="../media/image238.wmf"/><Relationship Id="rId10" Type="http://schemas.openxmlformats.org/officeDocument/2006/relationships/image" Target="../media/image243.wmf"/><Relationship Id="rId4" Type="http://schemas.openxmlformats.org/officeDocument/2006/relationships/image" Target="../media/image237.wmf"/><Relationship Id="rId9" Type="http://schemas.openxmlformats.org/officeDocument/2006/relationships/image" Target="../media/image242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wmf"/><Relationship Id="rId13" Type="http://schemas.openxmlformats.org/officeDocument/2006/relationships/image" Target="../media/image256.wmf"/><Relationship Id="rId18" Type="http://schemas.openxmlformats.org/officeDocument/2006/relationships/image" Target="../media/image261.wmf"/><Relationship Id="rId3" Type="http://schemas.openxmlformats.org/officeDocument/2006/relationships/image" Target="../media/image246.wmf"/><Relationship Id="rId7" Type="http://schemas.openxmlformats.org/officeDocument/2006/relationships/image" Target="../media/image250.wmf"/><Relationship Id="rId12" Type="http://schemas.openxmlformats.org/officeDocument/2006/relationships/image" Target="../media/image255.wmf"/><Relationship Id="rId17" Type="http://schemas.openxmlformats.org/officeDocument/2006/relationships/image" Target="../media/image260.wmf"/><Relationship Id="rId2" Type="http://schemas.openxmlformats.org/officeDocument/2006/relationships/image" Target="../media/image245.wmf"/><Relationship Id="rId16" Type="http://schemas.openxmlformats.org/officeDocument/2006/relationships/image" Target="../media/image259.wmf"/><Relationship Id="rId1" Type="http://schemas.openxmlformats.org/officeDocument/2006/relationships/image" Target="../media/image244.wmf"/><Relationship Id="rId6" Type="http://schemas.openxmlformats.org/officeDocument/2006/relationships/image" Target="../media/image249.wmf"/><Relationship Id="rId11" Type="http://schemas.openxmlformats.org/officeDocument/2006/relationships/image" Target="../media/image254.wmf"/><Relationship Id="rId5" Type="http://schemas.openxmlformats.org/officeDocument/2006/relationships/image" Target="../media/image248.wmf"/><Relationship Id="rId15" Type="http://schemas.openxmlformats.org/officeDocument/2006/relationships/image" Target="../media/image258.wmf"/><Relationship Id="rId10" Type="http://schemas.openxmlformats.org/officeDocument/2006/relationships/image" Target="../media/image253.wmf"/><Relationship Id="rId19" Type="http://schemas.openxmlformats.org/officeDocument/2006/relationships/image" Target="../media/image262.wmf"/><Relationship Id="rId4" Type="http://schemas.openxmlformats.org/officeDocument/2006/relationships/image" Target="../media/image247.wmf"/><Relationship Id="rId9" Type="http://schemas.openxmlformats.org/officeDocument/2006/relationships/image" Target="../media/image252.wmf"/><Relationship Id="rId14" Type="http://schemas.openxmlformats.org/officeDocument/2006/relationships/image" Target="../media/image257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wmf"/><Relationship Id="rId3" Type="http://schemas.openxmlformats.org/officeDocument/2006/relationships/image" Target="../media/image265.wmf"/><Relationship Id="rId7" Type="http://schemas.openxmlformats.org/officeDocument/2006/relationships/image" Target="../media/image269.wmf"/><Relationship Id="rId12" Type="http://schemas.openxmlformats.org/officeDocument/2006/relationships/image" Target="../media/image274.wmf"/><Relationship Id="rId2" Type="http://schemas.openxmlformats.org/officeDocument/2006/relationships/image" Target="../media/image264.wmf"/><Relationship Id="rId1" Type="http://schemas.openxmlformats.org/officeDocument/2006/relationships/image" Target="../media/image263.wmf"/><Relationship Id="rId6" Type="http://schemas.openxmlformats.org/officeDocument/2006/relationships/image" Target="../media/image268.wmf"/><Relationship Id="rId11" Type="http://schemas.openxmlformats.org/officeDocument/2006/relationships/image" Target="../media/image273.wmf"/><Relationship Id="rId5" Type="http://schemas.openxmlformats.org/officeDocument/2006/relationships/image" Target="../media/image267.wmf"/><Relationship Id="rId10" Type="http://schemas.openxmlformats.org/officeDocument/2006/relationships/image" Target="../media/image272.wmf"/><Relationship Id="rId4" Type="http://schemas.openxmlformats.org/officeDocument/2006/relationships/image" Target="../media/image266.wmf"/><Relationship Id="rId9" Type="http://schemas.openxmlformats.org/officeDocument/2006/relationships/image" Target="../media/image271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wmf"/><Relationship Id="rId13" Type="http://schemas.openxmlformats.org/officeDocument/2006/relationships/image" Target="../media/image287.wmf"/><Relationship Id="rId3" Type="http://schemas.openxmlformats.org/officeDocument/2006/relationships/image" Target="../media/image277.wmf"/><Relationship Id="rId7" Type="http://schemas.openxmlformats.org/officeDocument/2006/relationships/image" Target="../media/image281.wmf"/><Relationship Id="rId12" Type="http://schemas.openxmlformats.org/officeDocument/2006/relationships/image" Target="../media/image286.wmf"/><Relationship Id="rId2" Type="http://schemas.openxmlformats.org/officeDocument/2006/relationships/image" Target="../media/image276.wmf"/><Relationship Id="rId1" Type="http://schemas.openxmlformats.org/officeDocument/2006/relationships/image" Target="../media/image275.wmf"/><Relationship Id="rId6" Type="http://schemas.openxmlformats.org/officeDocument/2006/relationships/image" Target="../media/image280.wmf"/><Relationship Id="rId11" Type="http://schemas.openxmlformats.org/officeDocument/2006/relationships/image" Target="../media/image285.wmf"/><Relationship Id="rId5" Type="http://schemas.openxmlformats.org/officeDocument/2006/relationships/image" Target="../media/image279.wmf"/><Relationship Id="rId15" Type="http://schemas.openxmlformats.org/officeDocument/2006/relationships/image" Target="../media/image289.wmf"/><Relationship Id="rId10" Type="http://schemas.openxmlformats.org/officeDocument/2006/relationships/image" Target="../media/image284.wmf"/><Relationship Id="rId4" Type="http://schemas.openxmlformats.org/officeDocument/2006/relationships/image" Target="../media/image278.wmf"/><Relationship Id="rId9" Type="http://schemas.openxmlformats.org/officeDocument/2006/relationships/image" Target="../media/image283.wmf"/><Relationship Id="rId14" Type="http://schemas.openxmlformats.org/officeDocument/2006/relationships/image" Target="../media/image288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wmf"/><Relationship Id="rId3" Type="http://schemas.openxmlformats.org/officeDocument/2006/relationships/image" Target="../media/image292.wmf"/><Relationship Id="rId7" Type="http://schemas.openxmlformats.org/officeDocument/2006/relationships/image" Target="../media/image296.wmf"/><Relationship Id="rId12" Type="http://schemas.openxmlformats.org/officeDocument/2006/relationships/image" Target="../media/image301.wmf"/><Relationship Id="rId2" Type="http://schemas.openxmlformats.org/officeDocument/2006/relationships/image" Target="../media/image291.wmf"/><Relationship Id="rId1" Type="http://schemas.openxmlformats.org/officeDocument/2006/relationships/image" Target="../media/image290.wmf"/><Relationship Id="rId6" Type="http://schemas.openxmlformats.org/officeDocument/2006/relationships/image" Target="../media/image295.wmf"/><Relationship Id="rId11" Type="http://schemas.openxmlformats.org/officeDocument/2006/relationships/image" Target="../media/image300.wmf"/><Relationship Id="rId5" Type="http://schemas.openxmlformats.org/officeDocument/2006/relationships/image" Target="../media/image294.wmf"/><Relationship Id="rId10" Type="http://schemas.openxmlformats.org/officeDocument/2006/relationships/image" Target="../media/image299.wmf"/><Relationship Id="rId4" Type="http://schemas.openxmlformats.org/officeDocument/2006/relationships/image" Target="../media/image293.wmf"/><Relationship Id="rId9" Type="http://schemas.openxmlformats.org/officeDocument/2006/relationships/image" Target="../media/image298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wmf"/><Relationship Id="rId13" Type="http://schemas.openxmlformats.org/officeDocument/2006/relationships/image" Target="../media/image314.wmf"/><Relationship Id="rId3" Type="http://schemas.openxmlformats.org/officeDocument/2006/relationships/image" Target="../media/image304.wmf"/><Relationship Id="rId7" Type="http://schemas.openxmlformats.org/officeDocument/2006/relationships/image" Target="../media/image308.wmf"/><Relationship Id="rId12" Type="http://schemas.openxmlformats.org/officeDocument/2006/relationships/image" Target="../media/image313.wmf"/><Relationship Id="rId2" Type="http://schemas.openxmlformats.org/officeDocument/2006/relationships/image" Target="../media/image303.wmf"/><Relationship Id="rId1" Type="http://schemas.openxmlformats.org/officeDocument/2006/relationships/image" Target="../media/image302.wmf"/><Relationship Id="rId6" Type="http://schemas.openxmlformats.org/officeDocument/2006/relationships/image" Target="../media/image307.wmf"/><Relationship Id="rId11" Type="http://schemas.openxmlformats.org/officeDocument/2006/relationships/image" Target="../media/image312.wmf"/><Relationship Id="rId5" Type="http://schemas.openxmlformats.org/officeDocument/2006/relationships/image" Target="../media/image306.wmf"/><Relationship Id="rId10" Type="http://schemas.openxmlformats.org/officeDocument/2006/relationships/image" Target="../media/image311.wmf"/><Relationship Id="rId4" Type="http://schemas.openxmlformats.org/officeDocument/2006/relationships/image" Target="../media/image305.wmf"/><Relationship Id="rId9" Type="http://schemas.openxmlformats.org/officeDocument/2006/relationships/image" Target="../media/image310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wmf"/><Relationship Id="rId3" Type="http://schemas.openxmlformats.org/officeDocument/2006/relationships/image" Target="../media/image316.wmf"/><Relationship Id="rId7" Type="http://schemas.openxmlformats.org/officeDocument/2006/relationships/image" Target="../media/image320.wmf"/><Relationship Id="rId2" Type="http://schemas.openxmlformats.org/officeDocument/2006/relationships/image" Target="../media/image218.wmf"/><Relationship Id="rId1" Type="http://schemas.openxmlformats.org/officeDocument/2006/relationships/image" Target="../media/image315.wmf"/><Relationship Id="rId6" Type="http://schemas.openxmlformats.org/officeDocument/2006/relationships/image" Target="../media/image319.wmf"/><Relationship Id="rId11" Type="http://schemas.openxmlformats.org/officeDocument/2006/relationships/image" Target="../media/image324.wmf"/><Relationship Id="rId5" Type="http://schemas.openxmlformats.org/officeDocument/2006/relationships/image" Target="../media/image318.wmf"/><Relationship Id="rId10" Type="http://schemas.openxmlformats.org/officeDocument/2006/relationships/image" Target="../media/image323.wmf"/><Relationship Id="rId4" Type="http://schemas.openxmlformats.org/officeDocument/2006/relationships/image" Target="../media/image317.wmf"/><Relationship Id="rId9" Type="http://schemas.openxmlformats.org/officeDocument/2006/relationships/image" Target="../media/image322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wmf"/><Relationship Id="rId13" Type="http://schemas.openxmlformats.org/officeDocument/2006/relationships/image" Target="../media/image337.wmf"/><Relationship Id="rId3" Type="http://schemas.openxmlformats.org/officeDocument/2006/relationships/image" Target="../media/image327.wmf"/><Relationship Id="rId7" Type="http://schemas.openxmlformats.org/officeDocument/2006/relationships/image" Target="../media/image331.wmf"/><Relationship Id="rId12" Type="http://schemas.openxmlformats.org/officeDocument/2006/relationships/image" Target="../media/image336.wmf"/><Relationship Id="rId2" Type="http://schemas.openxmlformats.org/officeDocument/2006/relationships/image" Target="../media/image326.wmf"/><Relationship Id="rId1" Type="http://schemas.openxmlformats.org/officeDocument/2006/relationships/image" Target="../media/image325.wmf"/><Relationship Id="rId6" Type="http://schemas.openxmlformats.org/officeDocument/2006/relationships/image" Target="../media/image330.wmf"/><Relationship Id="rId11" Type="http://schemas.openxmlformats.org/officeDocument/2006/relationships/image" Target="../media/image335.wmf"/><Relationship Id="rId5" Type="http://schemas.openxmlformats.org/officeDocument/2006/relationships/image" Target="../media/image329.wmf"/><Relationship Id="rId10" Type="http://schemas.openxmlformats.org/officeDocument/2006/relationships/image" Target="../media/image334.wmf"/><Relationship Id="rId4" Type="http://schemas.openxmlformats.org/officeDocument/2006/relationships/image" Target="../media/image328.wmf"/><Relationship Id="rId9" Type="http://schemas.openxmlformats.org/officeDocument/2006/relationships/image" Target="../media/image333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wmf"/><Relationship Id="rId13" Type="http://schemas.openxmlformats.org/officeDocument/2006/relationships/image" Target="../media/image349.wmf"/><Relationship Id="rId3" Type="http://schemas.openxmlformats.org/officeDocument/2006/relationships/image" Target="../media/image340.wmf"/><Relationship Id="rId7" Type="http://schemas.openxmlformats.org/officeDocument/2006/relationships/image" Target="../media/image343.wmf"/><Relationship Id="rId12" Type="http://schemas.openxmlformats.org/officeDocument/2006/relationships/image" Target="../media/image348.wmf"/><Relationship Id="rId2" Type="http://schemas.openxmlformats.org/officeDocument/2006/relationships/image" Target="../media/image339.wmf"/><Relationship Id="rId1" Type="http://schemas.openxmlformats.org/officeDocument/2006/relationships/image" Target="../media/image338.wmf"/><Relationship Id="rId6" Type="http://schemas.openxmlformats.org/officeDocument/2006/relationships/image" Target="../media/image342.wmf"/><Relationship Id="rId11" Type="http://schemas.openxmlformats.org/officeDocument/2006/relationships/image" Target="../media/image347.wmf"/><Relationship Id="rId5" Type="http://schemas.openxmlformats.org/officeDocument/2006/relationships/image" Target="../media/image341.wmf"/><Relationship Id="rId15" Type="http://schemas.openxmlformats.org/officeDocument/2006/relationships/image" Target="../media/image351.wmf"/><Relationship Id="rId10" Type="http://schemas.openxmlformats.org/officeDocument/2006/relationships/image" Target="../media/image346.wmf"/><Relationship Id="rId4" Type="http://schemas.openxmlformats.org/officeDocument/2006/relationships/image" Target="../media/image328.wmf"/><Relationship Id="rId9" Type="http://schemas.openxmlformats.org/officeDocument/2006/relationships/image" Target="../media/image345.wmf"/><Relationship Id="rId14" Type="http://schemas.openxmlformats.org/officeDocument/2006/relationships/image" Target="../media/image350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4.wmf"/><Relationship Id="rId13" Type="http://schemas.openxmlformats.org/officeDocument/2006/relationships/image" Target="../media/image358.wmf"/><Relationship Id="rId3" Type="http://schemas.openxmlformats.org/officeDocument/2006/relationships/image" Target="../media/image328.wmf"/><Relationship Id="rId7" Type="http://schemas.openxmlformats.org/officeDocument/2006/relationships/image" Target="../media/image344.wmf"/><Relationship Id="rId12" Type="http://schemas.openxmlformats.org/officeDocument/2006/relationships/image" Target="../media/image357.wmf"/><Relationship Id="rId2" Type="http://schemas.openxmlformats.org/officeDocument/2006/relationships/image" Target="../media/image352.wmf"/><Relationship Id="rId1" Type="http://schemas.openxmlformats.org/officeDocument/2006/relationships/image" Target="../media/image338.wmf"/><Relationship Id="rId6" Type="http://schemas.openxmlformats.org/officeDocument/2006/relationships/image" Target="../media/image343.wmf"/><Relationship Id="rId11" Type="http://schemas.openxmlformats.org/officeDocument/2006/relationships/image" Target="../media/image356.wmf"/><Relationship Id="rId5" Type="http://schemas.openxmlformats.org/officeDocument/2006/relationships/image" Target="../media/image353.wmf"/><Relationship Id="rId10" Type="http://schemas.openxmlformats.org/officeDocument/2006/relationships/image" Target="../media/image355.wmf"/><Relationship Id="rId4" Type="http://schemas.openxmlformats.org/officeDocument/2006/relationships/image" Target="../media/image348.wmf"/><Relationship Id="rId9" Type="http://schemas.openxmlformats.org/officeDocument/2006/relationships/image" Target="../media/image298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wmf"/><Relationship Id="rId3" Type="http://schemas.openxmlformats.org/officeDocument/2006/relationships/image" Target="../media/image360.wmf"/><Relationship Id="rId7" Type="http://schemas.openxmlformats.org/officeDocument/2006/relationships/image" Target="../media/image364.wmf"/><Relationship Id="rId12" Type="http://schemas.openxmlformats.org/officeDocument/2006/relationships/image" Target="../media/image369.wmf"/><Relationship Id="rId2" Type="http://schemas.openxmlformats.org/officeDocument/2006/relationships/image" Target="../media/image305.wmf"/><Relationship Id="rId1" Type="http://schemas.openxmlformats.org/officeDocument/2006/relationships/image" Target="../media/image359.wmf"/><Relationship Id="rId6" Type="http://schemas.openxmlformats.org/officeDocument/2006/relationships/image" Target="../media/image363.wmf"/><Relationship Id="rId11" Type="http://schemas.openxmlformats.org/officeDocument/2006/relationships/image" Target="../media/image368.wmf"/><Relationship Id="rId5" Type="http://schemas.openxmlformats.org/officeDocument/2006/relationships/image" Target="../media/image362.wmf"/><Relationship Id="rId10" Type="http://schemas.openxmlformats.org/officeDocument/2006/relationships/image" Target="../media/image367.wmf"/><Relationship Id="rId4" Type="http://schemas.openxmlformats.org/officeDocument/2006/relationships/image" Target="../media/image361.wmf"/><Relationship Id="rId9" Type="http://schemas.openxmlformats.org/officeDocument/2006/relationships/image" Target="../media/image366.wmf"/></Relationships>
</file>

<file path=ppt/drawings/_rels/vmlDrawing34.vml.rels><?xml version="1.0" encoding="UTF-8" standalone="yes"?>
<Relationships xmlns="http://schemas.openxmlformats.org/package/2006/relationships"><Relationship Id="rId13" Type="http://schemas.openxmlformats.org/officeDocument/2006/relationships/image" Target="../media/image382.wmf"/><Relationship Id="rId18" Type="http://schemas.openxmlformats.org/officeDocument/2006/relationships/image" Target="../media/image387.wmf"/><Relationship Id="rId26" Type="http://schemas.openxmlformats.org/officeDocument/2006/relationships/image" Target="../media/image395.wmf"/><Relationship Id="rId3" Type="http://schemas.openxmlformats.org/officeDocument/2006/relationships/image" Target="../media/image372.wmf"/><Relationship Id="rId21" Type="http://schemas.openxmlformats.org/officeDocument/2006/relationships/image" Target="../media/image390.wmf"/><Relationship Id="rId34" Type="http://schemas.openxmlformats.org/officeDocument/2006/relationships/image" Target="../media/image403.wmf"/><Relationship Id="rId7" Type="http://schemas.openxmlformats.org/officeDocument/2006/relationships/image" Target="../media/image376.wmf"/><Relationship Id="rId12" Type="http://schemas.openxmlformats.org/officeDocument/2006/relationships/image" Target="../media/image381.wmf"/><Relationship Id="rId17" Type="http://schemas.openxmlformats.org/officeDocument/2006/relationships/image" Target="../media/image386.wmf"/><Relationship Id="rId25" Type="http://schemas.openxmlformats.org/officeDocument/2006/relationships/image" Target="../media/image394.wmf"/><Relationship Id="rId33" Type="http://schemas.openxmlformats.org/officeDocument/2006/relationships/image" Target="../media/image402.wmf"/><Relationship Id="rId2" Type="http://schemas.openxmlformats.org/officeDocument/2006/relationships/image" Target="../media/image371.wmf"/><Relationship Id="rId16" Type="http://schemas.openxmlformats.org/officeDocument/2006/relationships/image" Target="../media/image385.wmf"/><Relationship Id="rId20" Type="http://schemas.openxmlformats.org/officeDocument/2006/relationships/image" Target="../media/image389.wmf"/><Relationship Id="rId29" Type="http://schemas.openxmlformats.org/officeDocument/2006/relationships/image" Target="../media/image398.wmf"/><Relationship Id="rId1" Type="http://schemas.openxmlformats.org/officeDocument/2006/relationships/image" Target="../media/image370.wmf"/><Relationship Id="rId6" Type="http://schemas.openxmlformats.org/officeDocument/2006/relationships/image" Target="../media/image375.wmf"/><Relationship Id="rId11" Type="http://schemas.openxmlformats.org/officeDocument/2006/relationships/image" Target="../media/image380.wmf"/><Relationship Id="rId24" Type="http://schemas.openxmlformats.org/officeDocument/2006/relationships/image" Target="../media/image393.wmf"/><Relationship Id="rId32" Type="http://schemas.openxmlformats.org/officeDocument/2006/relationships/image" Target="../media/image401.wmf"/><Relationship Id="rId5" Type="http://schemas.openxmlformats.org/officeDocument/2006/relationships/image" Target="../media/image374.wmf"/><Relationship Id="rId15" Type="http://schemas.openxmlformats.org/officeDocument/2006/relationships/image" Target="../media/image384.wmf"/><Relationship Id="rId23" Type="http://schemas.openxmlformats.org/officeDocument/2006/relationships/image" Target="../media/image392.wmf"/><Relationship Id="rId28" Type="http://schemas.openxmlformats.org/officeDocument/2006/relationships/image" Target="../media/image397.wmf"/><Relationship Id="rId10" Type="http://schemas.openxmlformats.org/officeDocument/2006/relationships/image" Target="../media/image379.wmf"/><Relationship Id="rId19" Type="http://schemas.openxmlformats.org/officeDocument/2006/relationships/image" Target="../media/image388.wmf"/><Relationship Id="rId31" Type="http://schemas.openxmlformats.org/officeDocument/2006/relationships/image" Target="../media/image400.wmf"/><Relationship Id="rId4" Type="http://schemas.openxmlformats.org/officeDocument/2006/relationships/image" Target="../media/image373.wmf"/><Relationship Id="rId9" Type="http://schemas.openxmlformats.org/officeDocument/2006/relationships/image" Target="../media/image378.wmf"/><Relationship Id="rId14" Type="http://schemas.openxmlformats.org/officeDocument/2006/relationships/image" Target="../media/image383.wmf"/><Relationship Id="rId22" Type="http://schemas.openxmlformats.org/officeDocument/2006/relationships/image" Target="../media/image391.wmf"/><Relationship Id="rId27" Type="http://schemas.openxmlformats.org/officeDocument/2006/relationships/image" Target="../media/image396.wmf"/><Relationship Id="rId30" Type="http://schemas.openxmlformats.org/officeDocument/2006/relationships/image" Target="../media/image399.wmf"/><Relationship Id="rId35" Type="http://schemas.openxmlformats.org/officeDocument/2006/relationships/image" Target="../media/image404.wmf"/><Relationship Id="rId8" Type="http://schemas.openxmlformats.org/officeDocument/2006/relationships/image" Target="../media/image377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2.wmf"/><Relationship Id="rId3" Type="http://schemas.openxmlformats.org/officeDocument/2006/relationships/image" Target="../media/image407.wmf"/><Relationship Id="rId7" Type="http://schemas.openxmlformats.org/officeDocument/2006/relationships/image" Target="../media/image411.wmf"/><Relationship Id="rId2" Type="http://schemas.openxmlformats.org/officeDocument/2006/relationships/image" Target="../media/image406.wmf"/><Relationship Id="rId1" Type="http://schemas.openxmlformats.org/officeDocument/2006/relationships/image" Target="../media/image405.wmf"/><Relationship Id="rId6" Type="http://schemas.openxmlformats.org/officeDocument/2006/relationships/image" Target="../media/image410.wmf"/><Relationship Id="rId5" Type="http://schemas.openxmlformats.org/officeDocument/2006/relationships/image" Target="../media/image409.wmf"/><Relationship Id="rId10" Type="http://schemas.openxmlformats.org/officeDocument/2006/relationships/image" Target="../media/image414.wmf"/><Relationship Id="rId4" Type="http://schemas.openxmlformats.org/officeDocument/2006/relationships/image" Target="../media/image408.wmf"/><Relationship Id="rId9" Type="http://schemas.openxmlformats.org/officeDocument/2006/relationships/image" Target="../media/image413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wmf"/><Relationship Id="rId3" Type="http://schemas.openxmlformats.org/officeDocument/2006/relationships/image" Target="../media/image417.wmf"/><Relationship Id="rId7" Type="http://schemas.openxmlformats.org/officeDocument/2006/relationships/image" Target="../media/image421.wmf"/><Relationship Id="rId2" Type="http://schemas.openxmlformats.org/officeDocument/2006/relationships/image" Target="../media/image416.wmf"/><Relationship Id="rId1" Type="http://schemas.openxmlformats.org/officeDocument/2006/relationships/image" Target="../media/image415.wmf"/><Relationship Id="rId6" Type="http://schemas.openxmlformats.org/officeDocument/2006/relationships/image" Target="../media/image420.wmf"/><Relationship Id="rId5" Type="http://schemas.openxmlformats.org/officeDocument/2006/relationships/image" Target="../media/image419.wmf"/><Relationship Id="rId10" Type="http://schemas.openxmlformats.org/officeDocument/2006/relationships/image" Target="../media/image424.wmf"/><Relationship Id="rId4" Type="http://schemas.openxmlformats.org/officeDocument/2006/relationships/image" Target="../media/image418.wmf"/><Relationship Id="rId9" Type="http://schemas.openxmlformats.org/officeDocument/2006/relationships/image" Target="../media/image423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7.wmf"/><Relationship Id="rId7" Type="http://schemas.openxmlformats.org/officeDocument/2006/relationships/image" Target="../media/image184.wmf"/><Relationship Id="rId2" Type="http://schemas.openxmlformats.org/officeDocument/2006/relationships/image" Target="../media/image426.wmf"/><Relationship Id="rId1" Type="http://schemas.openxmlformats.org/officeDocument/2006/relationships/image" Target="../media/image425.wmf"/><Relationship Id="rId6" Type="http://schemas.openxmlformats.org/officeDocument/2006/relationships/image" Target="../media/image429.wmf"/><Relationship Id="rId5" Type="http://schemas.openxmlformats.org/officeDocument/2006/relationships/image" Target="../media/image428.wmf"/><Relationship Id="rId4" Type="http://schemas.openxmlformats.org/officeDocument/2006/relationships/image" Target="../media/image185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5.wmf"/><Relationship Id="rId13" Type="http://schemas.openxmlformats.org/officeDocument/2006/relationships/image" Target="../media/image440.wmf"/><Relationship Id="rId18" Type="http://schemas.openxmlformats.org/officeDocument/2006/relationships/image" Target="../media/image445.wmf"/><Relationship Id="rId3" Type="http://schemas.openxmlformats.org/officeDocument/2006/relationships/image" Target="../media/image360.wmf"/><Relationship Id="rId7" Type="http://schemas.openxmlformats.org/officeDocument/2006/relationships/image" Target="../media/image434.wmf"/><Relationship Id="rId12" Type="http://schemas.openxmlformats.org/officeDocument/2006/relationships/image" Target="../media/image439.wmf"/><Relationship Id="rId17" Type="http://schemas.openxmlformats.org/officeDocument/2006/relationships/image" Target="../media/image444.wmf"/><Relationship Id="rId2" Type="http://schemas.openxmlformats.org/officeDocument/2006/relationships/image" Target="../media/image305.wmf"/><Relationship Id="rId16" Type="http://schemas.openxmlformats.org/officeDocument/2006/relationships/image" Target="../media/image443.wmf"/><Relationship Id="rId1" Type="http://schemas.openxmlformats.org/officeDocument/2006/relationships/image" Target="../media/image430.wmf"/><Relationship Id="rId6" Type="http://schemas.openxmlformats.org/officeDocument/2006/relationships/image" Target="../media/image433.wmf"/><Relationship Id="rId11" Type="http://schemas.openxmlformats.org/officeDocument/2006/relationships/image" Target="../media/image438.wmf"/><Relationship Id="rId5" Type="http://schemas.openxmlformats.org/officeDocument/2006/relationships/image" Target="../media/image432.wmf"/><Relationship Id="rId15" Type="http://schemas.openxmlformats.org/officeDocument/2006/relationships/image" Target="../media/image442.wmf"/><Relationship Id="rId10" Type="http://schemas.openxmlformats.org/officeDocument/2006/relationships/image" Target="../media/image437.wmf"/><Relationship Id="rId19" Type="http://schemas.openxmlformats.org/officeDocument/2006/relationships/image" Target="../media/image446.wmf"/><Relationship Id="rId4" Type="http://schemas.openxmlformats.org/officeDocument/2006/relationships/image" Target="../media/image431.wmf"/><Relationship Id="rId9" Type="http://schemas.openxmlformats.org/officeDocument/2006/relationships/image" Target="../media/image436.wmf"/><Relationship Id="rId14" Type="http://schemas.openxmlformats.org/officeDocument/2006/relationships/image" Target="../media/image441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4.wmf"/><Relationship Id="rId13" Type="http://schemas.openxmlformats.org/officeDocument/2006/relationships/image" Target="../media/image459.wmf"/><Relationship Id="rId3" Type="http://schemas.openxmlformats.org/officeDocument/2006/relationships/image" Target="../media/image449.wmf"/><Relationship Id="rId7" Type="http://schemas.openxmlformats.org/officeDocument/2006/relationships/image" Target="../media/image453.wmf"/><Relationship Id="rId12" Type="http://schemas.openxmlformats.org/officeDocument/2006/relationships/image" Target="../media/image458.wmf"/><Relationship Id="rId2" Type="http://schemas.openxmlformats.org/officeDocument/2006/relationships/image" Target="../media/image448.wmf"/><Relationship Id="rId1" Type="http://schemas.openxmlformats.org/officeDocument/2006/relationships/image" Target="../media/image447.wmf"/><Relationship Id="rId6" Type="http://schemas.openxmlformats.org/officeDocument/2006/relationships/image" Target="../media/image452.wmf"/><Relationship Id="rId11" Type="http://schemas.openxmlformats.org/officeDocument/2006/relationships/image" Target="../media/image457.wmf"/><Relationship Id="rId5" Type="http://schemas.openxmlformats.org/officeDocument/2006/relationships/image" Target="../media/image451.wmf"/><Relationship Id="rId15" Type="http://schemas.openxmlformats.org/officeDocument/2006/relationships/image" Target="../media/image461.wmf"/><Relationship Id="rId10" Type="http://schemas.openxmlformats.org/officeDocument/2006/relationships/image" Target="../media/image456.wmf"/><Relationship Id="rId4" Type="http://schemas.openxmlformats.org/officeDocument/2006/relationships/image" Target="../media/image450.wmf"/><Relationship Id="rId9" Type="http://schemas.openxmlformats.org/officeDocument/2006/relationships/image" Target="../media/image455.wmf"/><Relationship Id="rId14" Type="http://schemas.openxmlformats.org/officeDocument/2006/relationships/image" Target="../media/image460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4.wmf"/><Relationship Id="rId13" Type="http://schemas.openxmlformats.org/officeDocument/2006/relationships/image" Target="../media/image469.wmf"/><Relationship Id="rId3" Type="http://schemas.openxmlformats.org/officeDocument/2006/relationships/image" Target="../media/image452.wmf"/><Relationship Id="rId7" Type="http://schemas.openxmlformats.org/officeDocument/2006/relationships/image" Target="../media/image463.wmf"/><Relationship Id="rId12" Type="http://schemas.openxmlformats.org/officeDocument/2006/relationships/image" Target="../media/image468.wmf"/><Relationship Id="rId2" Type="http://schemas.openxmlformats.org/officeDocument/2006/relationships/image" Target="../media/image462.wmf"/><Relationship Id="rId1" Type="http://schemas.openxmlformats.org/officeDocument/2006/relationships/image" Target="../media/image450.wmf"/><Relationship Id="rId6" Type="http://schemas.openxmlformats.org/officeDocument/2006/relationships/image" Target="../media/image455.wmf"/><Relationship Id="rId11" Type="http://schemas.openxmlformats.org/officeDocument/2006/relationships/image" Target="../media/image467.wmf"/><Relationship Id="rId5" Type="http://schemas.openxmlformats.org/officeDocument/2006/relationships/image" Target="../media/image454.wmf"/><Relationship Id="rId10" Type="http://schemas.openxmlformats.org/officeDocument/2006/relationships/image" Target="../media/image466.wmf"/><Relationship Id="rId4" Type="http://schemas.openxmlformats.org/officeDocument/2006/relationships/image" Target="../media/image453.wmf"/><Relationship Id="rId9" Type="http://schemas.openxmlformats.org/officeDocument/2006/relationships/image" Target="../media/image465.wmf"/><Relationship Id="rId14" Type="http://schemas.openxmlformats.org/officeDocument/2006/relationships/image" Target="../media/image470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8.wmf"/><Relationship Id="rId3" Type="http://schemas.openxmlformats.org/officeDocument/2006/relationships/image" Target="../media/image473.wmf"/><Relationship Id="rId7" Type="http://schemas.openxmlformats.org/officeDocument/2006/relationships/image" Target="../media/image477.wmf"/><Relationship Id="rId12" Type="http://schemas.openxmlformats.org/officeDocument/2006/relationships/image" Target="../media/image482.wmf"/><Relationship Id="rId2" Type="http://schemas.openxmlformats.org/officeDocument/2006/relationships/image" Target="../media/image472.wmf"/><Relationship Id="rId1" Type="http://schemas.openxmlformats.org/officeDocument/2006/relationships/image" Target="../media/image471.wmf"/><Relationship Id="rId6" Type="http://schemas.openxmlformats.org/officeDocument/2006/relationships/image" Target="../media/image476.wmf"/><Relationship Id="rId11" Type="http://schemas.openxmlformats.org/officeDocument/2006/relationships/image" Target="../media/image481.wmf"/><Relationship Id="rId5" Type="http://schemas.openxmlformats.org/officeDocument/2006/relationships/image" Target="../media/image475.wmf"/><Relationship Id="rId10" Type="http://schemas.openxmlformats.org/officeDocument/2006/relationships/image" Target="../media/image480.wmf"/><Relationship Id="rId4" Type="http://schemas.openxmlformats.org/officeDocument/2006/relationships/image" Target="../media/image474.wmf"/><Relationship Id="rId9" Type="http://schemas.openxmlformats.org/officeDocument/2006/relationships/image" Target="../media/image479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wmf"/><Relationship Id="rId3" Type="http://schemas.openxmlformats.org/officeDocument/2006/relationships/image" Target="../media/image485.wmf"/><Relationship Id="rId7" Type="http://schemas.openxmlformats.org/officeDocument/2006/relationships/image" Target="../media/image489.wmf"/><Relationship Id="rId2" Type="http://schemas.openxmlformats.org/officeDocument/2006/relationships/image" Target="../media/image484.wmf"/><Relationship Id="rId1" Type="http://schemas.openxmlformats.org/officeDocument/2006/relationships/image" Target="../media/image483.wmf"/><Relationship Id="rId6" Type="http://schemas.openxmlformats.org/officeDocument/2006/relationships/image" Target="../media/image488.wmf"/><Relationship Id="rId5" Type="http://schemas.openxmlformats.org/officeDocument/2006/relationships/image" Target="../media/image487.wmf"/><Relationship Id="rId4" Type="http://schemas.openxmlformats.org/officeDocument/2006/relationships/image" Target="../media/image486.wmf"/><Relationship Id="rId9" Type="http://schemas.openxmlformats.org/officeDocument/2006/relationships/image" Target="../media/image491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9.wmf"/><Relationship Id="rId3" Type="http://schemas.openxmlformats.org/officeDocument/2006/relationships/image" Target="../media/image494.wmf"/><Relationship Id="rId7" Type="http://schemas.openxmlformats.org/officeDocument/2006/relationships/image" Target="../media/image498.wmf"/><Relationship Id="rId2" Type="http://schemas.openxmlformats.org/officeDocument/2006/relationships/image" Target="../media/image493.wmf"/><Relationship Id="rId1" Type="http://schemas.openxmlformats.org/officeDocument/2006/relationships/image" Target="../media/image492.wmf"/><Relationship Id="rId6" Type="http://schemas.openxmlformats.org/officeDocument/2006/relationships/image" Target="../media/image497.wmf"/><Relationship Id="rId5" Type="http://schemas.openxmlformats.org/officeDocument/2006/relationships/image" Target="../media/image496.wmf"/><Relationship Id="rId4" Type="http://schemas.openxmlformats.org/officeDocument/2006/relationships/image" Target="../media/image495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2.wmf"/><Relationship Id="rId7" Type="http://schemas.openxmlformats.org/officeDocument/2006/relationships/image" Target="../media/image506.wmf"/><Relationship Id="rId2" Type="http://schemas.openxmlformats.org/officeDocument/2006/relationships/image" Target="../media/image501.wmf"/><Relationship Id="rId1" Type="http://schemas.openxmlformats.org/officeDocument/2006/relationships/image" Target="../media/image500.wmf"/><Relationship Id="rId6" Type="http://schemas.openxmlformats.org/officeDocument/2006/relationships/image" Target="../media/image505.wmf"/><Relationship Id="rId5" Type="http://schemas.openxmlformats.org/officeDocument/2006/relationships/image" Target="../media/image504.wmf"/><Relationship Id="rId4" Type="http://schemas.openxmlformats.org/officeDocument/2006/relationships/image" Target="../media/image503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2.wmf"/><Relationship Id="rId3" Type="http://schemas.openxmlformats.org/officeDocument/2006/relationships/image" Target="../media/image508.wmf"/><Relationship Id="rId7" Type="http://schemas.openxmlformats.org/officeDocument/2006/relationships/image" Target="../media/image505.wmf"/><Relationship Id="rId2" Type="http://schemas.openxmlformats.org/officeDocument/2006/relationships/image" Target="../media/image507.wmf"/><Relationship Id="rId1" Type="http://schemas.openxmlformats.org/officeDocument/2006/relationships/image" Target="../media/image503.wmf"/><Relationship Id="rId6" Type="http://schemas.openxmlformats.org/officeDocument/2006/relationships/image" Target="../media/image511.wmf"/><Relationship Id="rId5" Type="http://schemas.openxmlformats.org/officeDocument/2006/relationships/image" Target="../media/image510.wmf"/><Relationship Id="rId4" Type="http://schemas.openxmlformats.org/officeDocument/2006/relationships/image" Target="../media/image509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8.wmf"/><Relationship Id="rId2" Type="http://schemas.openxmlformats.org/officeDocument/2006/relationships/image" Target="../media/image514.wmf"/><Relationship Id="rId1" Type="http://schemas.openxmlformats.org/officeDocument/2006/relationships/image" Target="../media/image513.wmf"/><Relationship Id="rId6" Type="http://schemas.openxmlformats.org/officeDocument/2006/relationships/image" Target="../media/image504.wmf"/><Relationship Id="rId5" Type="http://schemas.openxmlformats.org/officeDocument/2006/relationships/image" Target="../media/image516.wmf"/><Relationship Id="rId4" Type="http://schemas.openxmlformats.org/officeDocument/2006/relationships/image" Target="../media/image515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9.wmf"/><Relationship Id="rId2" Type="http://schemas.openxmlformats.org/officeDocument/2006/relationships/image" Target="../media/image518.wmf"/><Relationship Id="rId1" Type="http://schemas.openxmlformats.org/officeDocument/2006/relationships/image" Target="../media/image517.wmf"/><Relationship Id="rId4" Type="http://schemas.openxmlformats.org/officeDocument/2006/relationships/image" Target="../media/image520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8.wmf"/><Relationship Id="rId3" Type="http://schemas.openxmlformats.org/officeDocument/2006/relationships/image" Target="../media/image523.wmf"/><Relationship Id="rId7" Type="http://schemas.openxmlformats.org/officeDocument/2006/relationships/image" Target="../media/image527.wmf"/><Relationship Id="rId2" Type="http://schemas.openxmlformats.org/officeDocument/2006/relationships/image" Target="../media/image522.wmf"/><Relationship Id="rId1" Type="http://schemas.openxmlformats.org/officeDocument/2006/relationships/image" Target="../media/image521.wmf"/><Relationship Id="rId6" Type="http://schemas.openxmlformats.org/officeDocument/2006/relationships/image" Target="../media/image526.wmf"/><Relationship Id="rId5" Type="http://schemas.openxmlformats.org/officeDocument/2006/relationships/image" Target="../media/image525.wmf"/><Relationship Id="rId4" Type="http://schemas.openxmlformats.org/officeDocument/2006/relationships/image" Target="../media/image524.w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7.wmf"/><Relationship Id="rId1" Type="http://schemas.openxmlformats.org/officeDocument/2006/relationships/image" Target="../media/image529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2.wmf"/><Relationship Id="rId2" Type="http://schemas.openxmlformats.org/officeDocument/2006/relationships/image" Target="../media/image531.wmf"/><Relationship Id="rId1" Type="http://schemas.openxmlformats.org/officeDocument/2006/relationships/image" Target="../media/image530.wmf"/><Relationship Id="rId5" Type="http://schemas.openxmlformats.org/officeDocument/2006/relationships/image" Target="../media/image534.wmf"/><Relationship Id="rId4" Type="http://schemas.openxmlformats.org/officeDocument/2006/relationships/image" Target="../media/image533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7.wmf"/><Relationship Id="rId2" Type="http://schemas.openxmlformats.org/officeDocument/2006/relationships/image" Target="../media/image536.wmf"/><Relationship Id="rId1" Type="http://schemas.openxmlformats.org/officeDocument/2006/relationships/image" Target="../media/image535.wmf"/><Relationship Id="rId6" Type="http://schemas.openxmlformats.org/officeDocument/2006/relationships/image" Target="../media/image540.wmf"/><Relationship Id="rId5" Type="http://schemas.openxmlformats.org/officeDocument/2006/relationships/image" Target="../media/image539.wmf"/><Relationship Id="rId4" Type="http://schemas.openxmlformats.org/officeDocument/2006/relationships/image" Target="../media/image538.w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7.wmf"/><Relationship Id="rId3" Type="http://schemas.openxmlformats.org/officeDocument/2006/relationships/image" Target="../media/image530.wmf"/><Relationship Id="rId7" Type="http://schemas.openxmlformats.org/officeDocument/2006/relationships/image" Target="../media/image546.wmf"/><Relationship Id="rId2" Type="http://schemas.openxmlformats.org/officeDocument/2006/relationships/image" Target="../media/image542.wmf"/><Relationship Id="rId1" Type="http://schemas.openxmlformats.org/officeDocument/2006/relationships/image" Target="../media/image541.wmf"/><Relationship Id="rId6" Type="http://schemas.openxmlformats.org/officeDocument/2006/relationships/image" Target="../media/image545.wmf"/><Relationship Id="rId5" Type="http://schemas.openxmlformats.org/officeDocument/2006/relationships/image" Target="../media/image544.wmf"/><Relationship Id="rId4" Type="http://schemas.openxmlformats.org/officeDocument/2006/relationships/image" Target="../media/image543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wmf"/><Relationship Id="rId2" Type="http://schemas.openxmlformats.org/officeDocument/2006/relationships/image" Target="../media/image549.wmf"/><Relationship Id="rId1" Type="http://schemas.openxmlformats.org/officeDocument/2006/relationships/image" Target="../media/image548.wmf"/><Relationship Id="rId4" Type="http://schemas.openxmlformats.org/officeDocument/2006/relationships/image" Target="../media/image55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E8F89-29AA-4207-80CE-A0FD27CD4EDB}" type="datetimeFigureOut">
              <a:rPr lang="zh-CN" altLang="en-US" smtClean="0"/>
              <a:pPr/>
              <a:t>2023/10/12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A5FD3-C07C-45FB-B711-A2361F26882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541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421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506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86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003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667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21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098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85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559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794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079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A0D6F8-E71B-4485-A0D8-8715CFC4409D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A0D6F8-E71B-4485-A0D8-8715CFC4409D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42D57E-9747-45C1-A8E1-D76F1D0171A2}"/>
              </a:ext>
            </a:extLst>
          </p:cNvPr>
          <p:cNvSpPr txBox="1"/>
          <p:nvPr userDrawn="1"/>
        </p:nvSpPr>
        <p:spPr>
          <a:xfrm>
            <a:off x="4788024" y="-10423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20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Relationship Id="rId5" Type="http://schemas.openxmlformats.org/officeDocument/2006/relationships/slide" Target="slide3.xml"/><Relationship Id="rId4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7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2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wmf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1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8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3.wmf"/><Relationship Id="rId18" Type="http://schemas.openxmlformats.org/officeDocument/2006/relationships/oleObject" Target="../embeddings/oleObject26.bin"/><Relationship Id="rId26" Type="http://schemas.openxmlformats.org/officeDocument/2006/relationships/oleObject" Target="../embeddings/oleObject30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27.wmf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25.wmf"/><Relationship Id="rId25" Type="http://schemas.openxmlformats.org/officeDocument/2006/relationships/image" Target="../media/image29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5.bin"/><Relationship Id="rId20" Type="http://schemas.openxmlformats.org/officeDocument/2006/relationships/oleObject" Target="../embeddings/oleObject27.bin"/><Relationship Id="rId29" Type="http://schemas.openxmlformats.org/officeDocument/2006/relationships/image" Target="../media/image31.w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2.wmf"/><Relationship Id="rId24" Type="http://schemas.openxmlformats.org/officeDocument/2006/relationships/oleObject" Target="../embeddings/oleObject29.bin"/><Relationship Id="rId5" Type="http://schemas.openxmlformats.org/officeDocument/2006/relationships/image" Target="../media/image19.wmf"/><Relationship Id="rId15" Type="http://schemas.openxmlformats.org/officeDocument/2006/relationships/image" Target="../media/image24.wmf"/><Relationship Id="rId23" Type="http://schemas.openxmlformats.org/officeDocument/2006/relationships/image" Target="../media/image28.wmf"/><Relationship Id="rId28" Type="http://schemas.openxmlformats.org/officeDocument/2006/relationships/oleObject" Target="../embeddings/oleObject31.bin"/><Relationship Id="rId10" Type="http://schemas.openxmlformats.org/officeDocument/2006/relationships/oleObject" Target="../embeddings/oleObject22.bin"/><Relationship Id="rId19" Type="http://schemas.openxmlformats.org/officeDocument/2006/relationships/image" Target="../media/image26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24.bin"/><Relationship Id="rId22" Type="http://schemas.openxmlformats.org/officeDocument/2006/relationships/oleObject" Target="../embeddings/oleObject28.bin"/><Relationship Id="rId27" Type="http://schemas.openxmlformats.org/officeDocument/2006/relationships/image" Target="../media/image3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36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6.bin"/><Relationship Id="rId17" Type="http://schemas.openxmlformats.org/officeDocument/2006/relationships/image" Target="../media/image38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38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3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3.wmf"/><Relationship Id="rId18" Type="http://schemas.openxmlformats.org/officeDocument/2006/relationships/oleObject" Target="../embeddings/oleObject46.bin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47.wmf"/><Relationship Id="rId7" Type="http://schemas.openxmlformats.org/officeDocument/2006/relationships/image" Target="../media/image40.wmf"/><Relationship Id="rId12" Type="http://schemas.openxmlformats.org/officeDocument/2006/relationships/oleObject" Target="../embeddings/oleObject43.bin"/><Relationship Id="rId17" Type="http://schemas.openxmlformats.org/officeDocument/2006/relationships/image" Target="../media/image45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45.bin"/><Relationship Id="rId20" Type="http://schemas.openxmlformats.org/officeDocument/2006/relationships/oleObject" Target="../embeddings/oleObject47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2.wmf"/><Relationship Id="rId5" Type="http://schemas.openxmlformats.org/officeDocument/2006/relationships/image" Target="../media/image39.wmf"/><Relationship Id="rId15" Type="http://schemas.openxmlformats.org/officeDocument/2006/relationships/image" Target="../media/image44.wmf"/><Relationship Id="rId23" Type="http://schemas.openxmlformats.org/officeDocument/2006/relationships/image" Target="../media/image48.wmf"/><Relationship Id="rId10" Type="http://schemas.openxmlformats.org/officeDocument/2006/relationships/oleObject" Target="../embeddings/oleObject42.bin"/><Relationship Id="rId19" Type="http://schemas.openxmlformats.org/officeDocument/2006/relationships/image" Target="../media/image46.w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1.wmf"/><Relationship Id="rId14" Type="http://schemas.openxmlformats.org/officeDocument/2006/relationships/oleObject" Target="../embeddings/oleObject44.bin"/><Relationship Id="rId22" Type="http://schemas.openxmlformats.org/officeDocument/2006/relationships/oleObject" Target="../embeddings/oleObject4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47.wmf"/><Relationship Id="rId18" Type="http://schemas.openxmlformats.org/officeDocument/2006/relationships/oleObject" Target="../embeddings/oleObject56.bin"/><Relationship Id="rId26" Type="http://schemas.openxmlformats.org/officeDocument/2006/relationships/oleObject" Target="../embeddings/oleObject60.bin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52.wmf"/><Relationship Id="rId7" Type="http://schemas.openxmlformats.org/officeDocument/2006/relationships/image" Target="../media/image40.wmf"/><Relationship Id="rId12" Type="http://schemas.openxmlformats.org/officeDocument/2006/relationships/oleObject" Target="../embeddings/oleObject53.bin"/><Relationship Id="rId17" Type="http://schemas.openxmlformats.org/officeDocument/2006/relationships/image" Target="../media/image50.wmf"/><Relationship Id="rId25" Type="http://schemas.openxmlformats.org/officeDocument/2006/relationships/image" Target="../media/image54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55.bin"/><Relationship Id="rId20" Type="http://schemas.openxmlformats.org/officeDocument/2006/relationships/oleObject" Target="../embeddings/oleObject57.bin"/><Relationship Id="rId29" Type="http://schemas.openxmlformats.org/officeDocument/2006/relationships/image" Target="../media/image56.w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44.wmf"/><Relationship Id="rId24" Type="http://schemas.openxmlformats.org/officeDocument/2006/relationships/oleObject" Target="../embeddings/oleObject59.bin"/><Relationship Id="rId5" Type="http://schemas.openxmlformats.org/officeDocument/2006/relationships/image" Target="../media/image39.wmf"/><Relationship Id="rId15" Type="http://schemas.openxmlformats.org/officeDocument/2006/relationships/image" Target="../media/image49.wmf"/><Relationship Id="rId23" Type="http://schemas.openxmlformats.org/officeDocument/2006/relationships/image" Target="../media/image53.wmf"/><Relationship Id="rId28" Type="http://schemas.openxmlformats.org/officeDocument/2006/relationships/oleObject" Target="../embeddings/oleObject61.bin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51.w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54.bin"/><Relationship Id="rId22" Type="http://schemas.openxmlformats.org/officeDocument/2006/relationships/oleObject" Target="../embeddings/oleObject58.bin"/><Relationship Id="rId27" Type="http://schemas.openxmlformats.org/officeDocument/2006/relationships/image" Target="../media/image5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44.wmf"/><Relationship Id="rId26" Type="http://schemas.openxmlformats.org/officeDocument/2006/relationships/image" Target="../media/image66.wmf"/><Relationship Id="rId3" Type="http://schemas.openxmlformats.org/officeDocument/2006/relationships/oleObject" Target="../embeddings/oleObject62.bin"/><Relationship Id="rId21" Type="http://schemas.openxmlformats.org/officeDocument/2006/relationships/oleObject" Target="../embeddings/oleObject71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69.bin"/><Relationship Id="rId25" Type="http://schemas.openxmlformats.org/officeDocument/2006/relationships/oleObject" Target="../embeddings/oleObject73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63.wmf"/><Relationship Id="rId20" Type="http://schemas.openxmlformats.org/officeDocument/2006/relationships/image" Target="../media/image43.wmf"/><Relationship Id="rId29" Type="http://schemas.openxmlformats.org/officeDocument/2006/relationships/oleObject" Target="../embeddings/oleObject75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66.bin"/><Relationship Id="rId24" Type="http://schemas.openxmlformats.org/officeDocument/2006/relationships/image" Target="../media/image65.wmf"/><Relationship Id="rId32" Type="http://schemas.openxmlformats.org/officeDocument/2006/relationships/image" Target="../media/image48.wmf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23" Type="http://schemas.openxmlformats.org/officeDocument/2006/relationships/oleObject" Target="../embeddings/oleObject72.bin"/><Relationship Id="rId28" Type="http://schemas.openxmlformats.org/officeDocument/2006/relationships/image" Target="../media/image67.wmf"/><Relationship Id="rId10" Type="http://schemas.openxmlformats.org/officeDocument/2006/relationships/image" Target="../media/image60.wmf"/><Relationship Id="rId19" Type="http://schemas.openxmlformats.org/officeDocument/2006/relationships/oleObject" Target="../embeddings/oleObject70.bin"/><Relationship Id="rId31" Type="http://schemas.openxmlformats.org/officeDocument/2006/relationships/oleObject" Target="../embeddings/oleObject76.bin"/><Relationship Id="rId4" Type="http://schemas.openxmlformats.org/officeDocument/2006/relationships/image" Target="../media/image57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2.wmf"/><Relationship Id="rId22" Type="http://schemas.openxmlformats.org/officeDocument/2006/relationships/image" Target="../media/image64.wmf"/><Relationship Id="rId27" Type="http://schemas.openxmlformats.org/officeDocument/2006/relationships/oleObject" Target="../embeddings/oleObject74.bin"/><Relationship Id="rId30" Type="http://schemas.openxmlformats.org/officeDocument/2006/relationships/image" Target="../media/image4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80.bin"/><Relationship Id="rId18" Type="http://schemas.openxmlformats.org/officeDocument/2006/relationships/image" Target="../media/image73.wmf"/><Relationship Id="rId3" Type="http://schemas.openxmlformats.org/officeDocument/2006/relationships/oleObject" Target="../embeddings/oleObject77.bin"/><Relationship Id="rId21" Type="http://schemas.openxmlformats.org/officeDocument/2006/relationships/oleObject" Target="../embeddings/oleObject84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8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72.wmf"/><Relationship Id="rId20" Type="http://schemas.openxmlformats.org/officeDocument/2006/relationships/image" Target="../media/image74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8.bin"/><Relationship Id="rId15" Type="http://schemas.openxmlformats.org/officeDocument/2006/relationships/oleObject" Target="../embeddings/oleObject81.bin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83.bin"/><Relationship Id="rId4" Type="http://schemas.openxmlformats.org/officeDocument/2006/relationships/image" Target="../media/image68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71.wmf"/><Relationship Id="rId22" Type="http://schemas.openxmlformats.org/officeDocument/2006/relationships/image" Target="../media/image75.w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0.emf"/><Relationship Id="rId18" Type="http://schemas.openxmlformats.org/officeDocument/2006/relationships/oleObject" Target="../embeddings/oleObject92.bin"/><Relationship Id="rId26" Type="http://schemas.openxmlformats.org/officeDocument/2006/relationships/oleObject" Target="../embeddings/oleObject96.bin"/><Relationship Id="rId39" Type="http://schemas.openxmlformats.org/officeDocument/2006/relationships/image" Target="../media/image93.emf"/><Relationship Id="rId21" Type="http://schemas.openxmlformats.org/officeDocument/2006/relationships/image" Target="../media/image84.emf"/><Relationship Id="rId34" Type="http://schemas.openxmlformats.org/officeDocument/2006/relationships/oleObject" Target="../embeddings/oleObject100.bin"/><Relationship Id="rId42" Type="http://schemas.openxmlformats.org/officeDocument/2006/relationships/oleObject" Target="../embeddings/oleObject104.bin"/><Relationship Id="rId7" Type="http://schemas.openxmlformats.org/officeDocument/2006/relationships/image" Target="../media/image77.e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91.bin"/><Relationship Id="rId29" Type="http://schemas.openxmlformats.org/officeDocument/2006/relationships/image" Target="../media/image88.e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79.emf"/><Relationship Id="rId24" Type="http://schemas.openxmlformats.org/officeDocument/2006/relationships/oleObject" Target="../embeddings/oleObject95.bin"/><Relationship Id="rId32" Type="http://schemas.openxmlformats.org/officeDocument/2006/relationships/oleObject" Target="../embeddings/oleObject99.bin"/><Relationship Id="rId37" Type="http://schemas.openxmlformats.org/officeDocument/2006/relationships/image" Target="../media/image92.wmf"/><Relationship Id="rId40" Type="http://schemas.openxmlformats.org/officeDocument/2006/relationships/oleObject" Target="../embeddings/oleObject103.bin"/><Relationship Id="rId45" Type="http://schemas.openxmlformats.org/officeDocument/2006/relationships/image" Target="../media/image96.emf"/><Relationship Id="rId5" Type="http://schemas.openxmlformats.org/officeDocument/2006/relationships/image" Target="../media/image76.wmf"/><Relationship Id="rId15" Type="http://schemas.openxmlformats.org/officeDocument/2006/relationships/image" Target="../media/image81.emf"/><Relationship Id="rId23" Type="http://schemas.openxmlformats.org/officeDocument/2006/relationships/image" Target="../media/image85.emf"/><Relationship Id="rId28" Type="http://schemas.openxmlformats.org/officeDocument/2006/relationships/oleObject" Target="../embeddings/oleObject97.bin"/><Relationship Id="rId36" Type="http://schemas.openxmlformats.org/officeDocument/2006/relationships/oleObject" Target="../embeddings/oleObject101.bin"/><Relationship Id="rId10" Type="http://schemas.openxmlformats.org/officeDocument/2006/relationships/oleObject" Target="../embeddings/oleObject88.bin"/><Relationship Id="rId19" Type="http://schemas.openxmlformats.org/officeDocument/2006/relationships/image" Target="../media/image83.emf"/><Relationship Id="rId31" Type="http://schemas.openxmlformats.org/officeDocument/2006/relationships/image" Target="../media/image89.wmf"/><Relationship Id="rId44" Type="http://schemas.openxmlformats.org/officeDocument/2006/relationships/oleObject" Target="../embeddings/oleObject105.bin"/><Relationship Id="rId4" Type="http://schemas.openxmlformats.org/officeDocument/2006/relationships/oleObject" Target="../embeddings/oleObject85.bin"/><Relationship Id="rId9" Type="http://schemas.openxmlformats.org/officeDocument/2006/relationships/image" Target="../media/image78.emf"/><Relationship Id="rId14" Type="http://schemas.openxmlformats.org/officeDocument/2006/relationships/oleObject" Target="../embeddings/oleObject90.bin"/><Relationship Id="rId22" Type="http://schemas.openxmlformats.org/officeDocument/2006/relationships/oleObject" Target="../embeddings/oleObject94.bin"/><Relationship Id="rId27" Type="http://schemas.openxmlformats.org/officeDocument/2006/relationships/image" Target="../media/image87.wmf"/><Relationship Id="rId30" Type="http://schemas.openxmlformats.org/officeDocument/2006/relationships/oleObject" Target="../embeddings/oleObject98.bin"/><Relationship Id="rId35" Type="http://schemas.openxmlformats.org/officeDocument/2006/relationships/image" Target="../media/image91.emf"/><Relationship Id="rId43" Type="http://schemas.openxmlformats.org/officeDocument/2006/relationships/image" Target="../media/image95.emf"/><Relationship Id="rId8" Type="http://schemas.openxmlformats.org/officeDocument/2006/relationships/oleObject" Target="../embeddings/oleObject87.bin"/><Relationship Id="rId3" Type="http://schemas.openxmlformats.org/officeDocument/2006/relationships/notesSlide" Target="../notesSlides/notesSlide8.xml"/><Relationship Id="rId12" Type="http://schemas.openxmlformats.org/officeDocument/2006/relationships/oleObject" Target="../embeddings/oleObject89.bin"/><Relationship Id="rId17" Type="http://schemas.openxmlformats.org/officeDocument/2006/relationships/image" Target="../media/image82.emf"/><Relationship Id="rId25" Type="http://schemas.openxmlformats.org/officeDocument/2006/relationships/image" Target="../media/image86.emf"/><Relationship Id="rId33" Type="http://schemas.openxmlformats.org/officeDocument/2006/relationships/image" Target="../media/image90.emf"/><Relationship Id="rId38" Type="http://schemas.openxmlformats.org/officeDocument/2006/relationships/oleObject" Target="../embeddings/oleObject102.bin"/><Relationship Id="rId20" Type="http://schemas.openxmlformats.org/officeDocument/2006/relationships/oleObject" Target="../embeddings/oleObject93.bin"/><Relationship Id="rId41" Type="http://schemas.openxmlformats.org/officeDocument/2006/relationships/image" Target="../media/image9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01.wmf"/><Relationship Id="rId18" Type="http://schemas.openxmlformats.org/officeDocument/2006/relationships/oleObject" Target="../embeddings/oleObject113.bin"/><Relationship Id="rId26" Type="http://schemas.openxmlformats.org/officeDocument/2006/relationships/oleObject" Target="../embeddings/oleObject117.bin"/><Relationship Id="rId3" Type="http://schemas.openxmlformats.org/officeDocument/2006/relationships/notesSlide" Target="../notesSlides/notesSlide9.xml"/><Relationship Id="rId21" Type="http://schemas.openxmlformats.org/officeDocument/2006/relationships/image" Target="../media/image105.wmf"/><Relationship Id="rId7" Type="http://schemas.openxmlformats.org/officeDocument/2006/relationships/image" Target="../media/image98.wmf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103.wmf"/><Relationship Id="rId25" Type="http://schemas.openxmlformats.org/officeDocument/2006/relationships/image" Target="../media/image107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12.bin"/><Relationship Id="rId20" Type="http://schemas.openxmlformats.org/officeDocument/2006/relationships/oleObject" Target="../embeddings/oleObject114.bin"/><Relationship Id="rId29" Type="http://schemas.openxmlformats.org/officeDocument/2006/relationships/image" Target="../media/image109.wmf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00.wmf"/><Relationship Id="rId24" Type="http://schemas.openxmlformats.org/officeDocument/2006/relationships/oleObject" Target="../embeddings/oleObject116.bin"/><Relationship Id="rId5" Type="http://schemas.openxmlformats.org/officeDocument/2006/relationships/image" Target="../media/image97.wmf"/><Relationship Id="rId15" Type="http://schemas.openxmlformats.org/officeDocument/2006/relationships/image" Target="../media/image102.wmf"/><Relationship Id="rId23" Type="http://schemas.openxmlformats.org/officeDocument/2006/relationships/image" Target="../media/image106.wmf"/><Relationship Id="rId28" Type="http://schemas.openxmlformats.org/officeDocument/2006/relationships/oleObject" Target="../embeddings/oleObject118.bin"/><Relationship Id="rId10" Type="http://schemas.openxmlformats.org/officeDocument/2006/relationships/oleObject" Target="../embeddings/oleObject109.bin"/><Relationship Id="rId19" Type="http://schemas.openxmlformats.org/officeDocument/2006/relationships/image" Target="../media/image104.wmf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99.wmf"/><Relationship Id="rId14" Type="http://schemas.openxmlformats.org/officeDocument/2006/relationships/oleObject" Target="../embeddings/oleObject111.bin"/><Relationship Id="rId22" Type="http://schemas.openxmlformats.org/officeDocument/2006/relationships/oleObject" Target="../embeddings/oleObject115.bin"/><Relationship Id="rId27" Type="http://schemas.openxmlformats.org/officeDocument/2006/relationships/image" Target="../media/image10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13" Type="http://schemas.openxmlformats.org/officeDocument/2006/relationships/image" Target="../media/image114.wmf"/><Relationship Id="rId18" Type="http://schemas.openxmlformats.org/officeDocument/2006/relationships/oleObject" Target="../embeddings/oleObject126.bin"/><Relationship Id="rId26" Type="http://schemas.openxmlformats.org/officeDocument/2006/relationships/oleObject" Target="../embeddings/oleObject130.bin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118.wmf"/><Relationship Id="rId7" Type="http://schemas.openxmlformats.org/officeDocument/2006/relationships/image" Target="../media/image111.wmf"/><Relationship Id="rId12" Type="http://schemas.openxmlformats.org/officeDocument/2006/relationships/oleObject" Target="../embeddings/oleObject123.bin"/><Relationship Id="rId17" Type="http://schemas.openxmlformats.org/officeDocument/2006/relationships/image" Target="../media/image116.wmf"/><Relationship Id="rId25" Type="http://schemas.openxmlformats.org/officeDocument/2006/relationships/image" Target="../media/image12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25.bin"/><Relationship Id="rId20" Type="http://schemas.openxmlformats.org/officeDocument/2006/relationships/oleObject" Target="../embeddings/oleObject127.bin"/><Relationship Id="rId29" Type="http://schemas.openxmlformats.org/officeDocument/2006/relationships/image" Target="../media/image122.w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113.wmf"/><Relationship Id="rId24" Type="http://schemas.openxmlformats.org/officeDocument/2006/relationships/oleObject" Target="../embeddings/oleObject129.bin"/><Relationship Id="rId5" Type="http://schemas.openxmlformats.org/officeDocument/2006/relationships/image" Target="../media/image110.wmf"/><Relationship Id="rId15" Type="http://schemas.openxmlformats.org/officeDocument/2006/relationships/image" Target="../media/image115.wmf"/><Relationship Id="rId23" Type="http://schemas.openxmlformats.org/officeDocument/2006/relationships/image" Target="../media/image119.wmf"/><Relationship Id="rId28" Type="http://schemas.openxmlformats.org/officeDocument/2006/relationships/oleObject" Target="../embeddings/oleObject131.bin"/><Relationship Id="rId10" Type="http://schemas.openxmlformats.org/officeDocument/2006/relationships/oleObject" Target="../embeddings/oleObject122.bin"/><Relationship Id="rId19" Type="http://schemas.openxmlformats.org/officeDocument/2006/relationships/image" Target="../media/image117.wmf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112.wmf"/><Relationship Id="rId14" Type="http://schemas.openxmlformats.org/officeDocument/2006/relationships/oleObject" Target="../embeddings/oleObject124.bin"/><Relationship Id="rId22" Type="http://schemas.openxmlformats.org/officeDocument/2006/relationships/oleObject" Target="../embeddings/oleObject128.bin"/><Relationship Id="rId27" Type="http://schemas.openxmlformats.org/officeDocument/2006/relationships/image" Target="../media/image12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13" Type="http://schemas.openxmlformats.org/officeDocument/2006/relationships/image" Target="../media/image127.wmf"/><Relationship Id="rId18" Type="http://schemas.openxmlformats.org/officeDocument/2006/relationships/oleObject" Target="../embeddings/oleObject139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136.bin"/><Relationship Id="rId17" Type="http://schemas.openxmlformats.org/officeDocument/2006/relationships/image" Target="../media/image118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38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33.bin"/><Relationship Id="rId11" Type="http://schemas.openxmlformats.org/officeDocument/2006/relationships/image" Target="../media/image126.wmf"/><Relationship Id="rId5" Type="http://schemas.openxmlformats.org/officeDocument/2006/relationships/image" Target="../media/image123.wmf"/><Relationship Id="rId15" Type="http://schemas.openxmlformats.org/officeDocument/2006/relationships/image" Target="../media/image106.wmf"/><Relationship Id="rId10" Type="http://schemas.openxmlformats.org/officeDocument/2006/relationships/oleObject" Target="../embeddings/oleObject135.bin"/><Relationship Id="rId19" Type="http://schemas.openxmlformats.org/officeDocument/2006/relationships/image" Target="../media/image128.wmf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125.wmf"/><Relationship Id="rId14" Type="http://schemas.openxmlformats.org/officeDocument/2006/relationships/oleObject" Target="../embeddings/oleObject13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oleObject" Target="../embeddings/oleObject145.bin"/><Relationship Id="rId3" Type="http://schemas.openxmlformats.org/officeDocument/2006/relationships/oleObject" Target="../embeddings/oleObject140.bin"/><Relationship Id="rId7" Type="http://schemas.openxmlformats.org/officeDocument/2006/relationships/oleObject" Target="../embeddings/oleObject142.bin"/><Relationship Id="rId12" Type="http://schemas.openxmlformats.org/officeDocument/2006/relationships/image" Target="../media/image133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35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44.bin"/><Relationship Id="rId5" Type="http://schemas.openxmlformats.org/officeDocument/2006/relationships/oleObject" Target="../embeddings/oleObject141.bin"/><Relationship Id="rId15" Type="http://schemas.openxmlformats.org/officeDocument/2006/relationships/oleObject" Target="../embeddings/oleObject146.bin"/><Relationship Id="rId10" Type="http://schemas.openxmlformats.org/officeDocument/2006/relationships/image" Target="../media/image132.wmf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43.bin"/><Relationship Id="rId14" Type="http://schemas.openxmlformats.org/officeDocument/2006/relationships/image" Target="../media/image13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oleObject" Target="../embeddings/oleObject152.bin"/><Relationship Id="rId18" Type="http://schemas.openxmlformats.org/officeDocument/2006/relationships/image" Target="../media/image143.wmf"/><Relationship Id="rId3" Type="http://schemas.openxmlformats.org/officeDocument/2006/relationships/oleObject" Target="../embeddings/oleObject147.bin"/><Relationship Id="rId21" Type="http://schemas.openxmlformats.org/officeDocument/2006/relationships/oleObject" Target="../embeddings/oleObject156.bin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140.wmf"/><Relationship Id="rId17" Type="http://schemas.openxmlformats.org/officeDocument/2006/relationships/oleObject" Target="../embeddings/oleObject154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42.wmf"/><Relationship Id="rId20" Type="http://schemas.openxmlformats.org/officeDocument/2006/relationships/image" Target="../media/image144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51.bin"/><Relationship Id="rId24" Type="http://schemas.openxmlformats.org/officeDocument/2006/relationships/image" Target="../media/image146.wmf"/><Relationship Id="rId5" Type="http://schemas.openxmlformats.org/officeDocument/2006/relationships/oleObject" Target="../embeddings/oleObject148.bin"/><Relationship Id="rId15" Type="http://schemas.openxmlformats.org/officeDocument/2006/relationships/oleObject" Target="../embeddings/oleObject153.bin"/><Relationship Id="rId23" Type="http://schemas.openxmlformats.org/officeDocument/2006/relationships/oleObject" Target="../embeddings/oleObject157.bin"/><Relationship Id="rId10" Type="http://schemas.openxmlformats.org/officeDocument/2006/relationships/image" Target="../media/image139.wmf"/><Relationship Id="rId19" Type="http://schemas.openxmlformats.org/officeDocument/2006/relationships/oleObject" Target="../embeddings/oleObject155.bin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50.bin"/><Relationship Id="rId14" Type="http://schemas.openxmlformats.org/officeDocument/2006/relationships/image" Target="../media/image141.wmf"/><Relationship Id="rId22" Type="http://schemas.openxmlformats.org/officeDocument/2006/relationships/image" Target="../media/image14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59.bin"/><Relationship Id="rId4" Type="http://schemas.openxmlformats.org/officeDocument/2006/relationships/image" Target="../media/image14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13" Type="http://schemas.openxmlformats.org/officeDocument/2006/relationships/oleObject" Target="../embeddings/oleObject165.bin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53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55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50.wmf"/><Relationship Id="rId11" Type="http://schemas.openxmlformats.org/officeDocument/2006/relationships/oleObject" Target="../embeddings/oleObject164.bin"/><Relationship Id="rId5" Type="http://schemas.openxmlformats.org/officeDocument/2006/relationships/oleObject" Target="../embeddings/oleObject161.bin"/><Relationship Id="rId15" Type="http://schemas.openxmlformats.org/officeDocument/2006/relationships/oleObject" Target="../embeddings/oleObject166.bin"/><Relationship Id="rId10" Type="http://schemas.openxmlformats.org/officeDocument/2006/relationships/image" Target="../media/image152.wmf"/><Relationship Id="rId4" Type="http://schemas.openxmlformats.org/officeDocument/2006/relationships/image" Target="../media/image149.wmf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154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2.bin"/><Relationship Id="rId18" Type="http://schemas.openxmlformats.org/officeDocument/2006/relationships/image" Target="../media/image163.wmf"/><Relationship Id="rId26" Type="http://schemas.openxmlformats.org/officeDocument/2006/relationships/image" Target="../media/image167.wmf"/><Relationship Id="rId39" Type="http://schemas.openxmlformats.org/officeDocument/2006/relationships/oleObject" Target="../embeddings/oleObject185.bin"/><Relationship Id="rId21" Type="http://schemas.openxmlformats.org/officeDocument/2006/relationships/oleObject" Target="../embeddings/oleObject176.bin"/><Relationship Id="rId34" Type="http://schemas.openxmlformats.org/officeDocument/2006/relationships/image" Target="../media/image171.wmf"/><Relationship Id="rId42" Type="http://schemas.openxmlformats.org/officeDocument/2006/relationships/image" Target="../media/image175.wmf"/><Relationship Id="rId47" Type="http://schemas.openxmlformats.org/officeDocument/2006/relationships/oleObject" Target="../embeddings/oleObject189.bin"/><Relationship Id="rId50" Type="http://schemas.openxmlformats.org/officeDocument/2006/relationships/image" Target="../media/image179.wmf"/><Relationship Id="rId7" Type="http://schemas.openxmlformats.org/officeDocument/2006/relationships/oleObject" Target="../embeddings/oleObject16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62.wmf"/><Relationship Id="rId29" Type="http://schemas.openxmlformats.org/officeDocument/2006/relationships/oleObject" Target="../embeddings/oleObject180.bin"/><Relationship Id="rId11" Type="http://schemas.openxmlformats.org/officeDocument/2006/relationships/oleObject" Target="../embeddings/oleObject171.bin"/><Relationship Id="rId24" Type="http://schemas.openxmlformats.org/officeDocument/2006/relationships/image" Target="../media/image166.wmf"/><Relationship Id="rId32" Type="http://schemas.openxmlformats.org/officeDocument/2006/relationships/image" Target="../media/image170.wmf"/><Relationship Id="rId37" Type="http://schemas.openxmlformats.org/officeDocument/2006/relationships/oleObject" Target="../embeddings/oleObject184.bin"/><Relationship Id="rId40" Type="http://schemas.openxmlformats.org/officeDocument/2006/relationships/image" Target="../media/image174.wmf"/><Relationship Id="rId45" Type="http://schemas.openxmlformats.org/officeDocument/2006/relationships/oleObject" Target="../embeddings/oleObject188.bin"/><Relationship Id="rId53" Type="http://schemas.openxmlformats.org/officeDocument/2006/relationships/oleObject" Target="../embeddings/oleObject192.bin"/><Relationship Id="rId5" Type="http://schemas.openxmlformats.org/officeDocument/2006/relationships/oleObject" Target="../embeddings/oleObject168.bin"/><Relationship Id="rId10" Type="http://schemas.openxmlformats.org/officeDocument/2006/relationships/image" Target="../media/image159.wmf"/><Relationship Id="rId19" Type="http://schemas.openxmlformats.org/officeDocument/2006/relationships/oleObject" Target="../embeddings/oleObject175.bin"/><Relationship Id="rId31" Type="http://schemas.openxmlformats.org/officeDocument/2006/relationships/oleObject" Target="../embeddings/oleObject181.bin"/><Relationship Id="rId44" Type="http://schemas.openxmlformats.org/officeDocument/2006/relationships/image" Target="../media/image176.wmf"/><Relationship Id="rId52" Type="http://schemas.openxmlformats.org/officeDocument/2006/relationships/image" Target="../media/image180.wmf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70.bin"/><Relationship Id="rId14" Type="http://schemas.openxmlformats.org/officeDocument/2006/relationships/image" Target="../media/image161.wmf"/><Relationship Id="rId22" Type="http://schemas.openxmlformats.org/officeDocument/2006/relationships/image" Target="../media/image165.wmf"/><Relationship Id="rId27" Type="http://schemas.openxmlformats.org/officeDocument/2006/relationships/oleObject" Target="../embeddings/oleObject179.bin"/><Relationship Id="rId30" Type="http://schemas.openxmlformats.org/officeDocument/2006/relationships/image" Target="../media/image169.wmf"/><Relationship Id="rId35" Type="http://schemas.openxmlformats.org/officeDocument/2006/relationships/oleObject" Target="../embeddings/oleObject183.bin"/><Relationship Id="rId43" Type="http://schemas.openxmlformats.org/officeDocument/2006/relationships/oleObject" Target="../embeddings/oleObject187.bin"/><Relationship Id="rId48" Type="http://schemas.openxmlformats.org/officeDocument/2006/relationships/image" Target="../media/image178.wmf"/><Relationship Id="rId8" Type="http://schemas.openxmlformats.org/officeDocument/2006/relationships/image" Target="../media/image158.wmf"/><Relationship Id="rId51" Type="http://schemas.openxmlformats.org/officeDocument/2006/relationships/oleObject" Target="../embeddings/oleObject191.bin"/><Relationship Id="rId3" Type="http://schemas.openxmlformats.org/officeDocument/2006/relationships/oleObject" Target="../embeddings/oleObject167.bin"/><Relationship Id="rId12" Type="http://schemas.openxmlformats.org/officeDocument/2006/relationships/image" Target="../media/image160.wmf"/><Relationship Id="rId17" Type="http://schemas.openxmlformats.org/officeDocument/2006/relationships/oleObject" Target="../embeddings/oleObject174.bin"/><Relationship Id="rId25" Type="http://schemas.openxmlformats.org/officeDocument/2006/relationships/oleObject" Target="../embeddings/oleObject178.bin"/><Relationship Id="rId33" Type="http://schemas.openxmlformats.org/officeDocument/2006/relationships/oleObject" Target="../embeddings/oleObject182.bin"/><Relationship Id="rId38" Type="http://schemas.openxmlformats.org/officeDocument/2006/relationships/image" Target="../media/image173.wmf"/><Relationship Id="rId46" Type="http://schemas.openxmlformats.org/officeDocument/2006/relationships/image" Target="../media/image177.wmf"/><Relationship Id="rId20" Type="http://schemas.openxmlformats.org/officeDocument/2006/relationships/image" Target="../media/image164.wmf"/><Relationship Id="rId41" Type="http://schemas.openxmlformats.org/officeDocument/2006/relationships/oleObject" Target="../embeddings/oleObject186.bin"/><Relationship Id="rId54" Type="http://schemas.openxmlformats.org/officeDocument/2006/relationships/image" Target="../media/image181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57.wmf"/><Relationship Id="rId15" Type="http://schemas.openxmlformats.org/officeDocument/2006/relationships/oleObject" Target="../embeddings/oleObject173.bin"/><Relationship Id="rId23" Type="http://schemas.openxmlformats.org/officeDocument/2006/relationships/oleObject" Target="../embeddings/oleObject177.bin"/><Relationship Id="rId28" Type="http://schemas.openxmlformats.org/officeDocument/2006/relationships/image" Target="../media/image168.wmf"/><Relationship Id="rId36" Type="http://schemas.openxmlformats.org/officeDocument/2006/relationships/image" Target="../media/image172.wmf"/><Relationship Id="rId49" Type="http://schemas.openxmlformats.org/officeDocument/2006/relationships/oleObject" Target="../embeddings/oleObject19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3" Type="http://schemas.openxmlformats.org/officeDocument/2006/relationships/oleObject" Target="../embeddings/oleObject193.bin"/><Relationship Id="rId7" Type="http://schemas.openxmlformats.org/officeDocument/2006/relationships/oleObject" Target="../embeddings/oleObject19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83.wmf"/><Relationship Id="rId5" Type="http://schemas.openxmlformats.org/officeDocument/2006/relationships/oleObject" Target="../embeddings/oleObject194.bin"/><Relationship Id="rId10" Type="http://schemas.openxmlformats.org/officeDocument/2006/relationships/image" Target="../media/image185.wmf"/><Relationship Id="rId4" Type="http://schemas.openxmlformats.org/officeDocument/2006/relationships/image" Target="../media/image182.wmf"/><Relationship Id="rId9" Type="http://schemas.openxmlformats.org/officeDocument/2006/relationships/oleObject" Target="../embeddings/oleObject196.bin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2.bin"/><Relationship Id="rId18" Type="http://schemas.openxmlformats.org/officeDocument/2006/relationships/image" Target="../media/image192.wmf"/><Relationship Id="rId26" Type="http://schemas.openxmlformats.org/officeDocument/2006/relationships/image" Target="../media/image196.wmf"/><Relationship Id="rId39" Type="http://schemas.openxmlformats.org/officeDocument/2006/relationships/oleObject" Target="../embeddings/oleObject215.bin"/><Relationship Id="rId21" Type="http://schemas.openxmlformats.org/officeDocument/2006/relationships/oleObject" Target="../embeddings/oleObject206.bin"/><Relationship Id="rId34" Type="http://schemas.openxmlformats.org/officeDocument/2006/relationships/image" Target="../media/image200.wmf"/><Relationship Id="rId42" Type="http://schemas.openxmlformats.org/officeDocument/2006/relationships/image" Target="../media/image204.wmf"/><Relationship Id="rId7" Type="http://schemas.openxmlformats.org/officeDocument/2006/relationships/oleObject" Target="../embeddings/oleObject19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91.wmf"/><Relationship Id="rId20" Type="http://schemas.openxmlformats.org/officeDocument/2006/relationships/image" Target="../media/image193.wmf"/><Relationship Id="rId29" Type="http://schemas.openxmlformats.org/officeDocument/2006/relationships/oleObject" Target="../embeddings/oleObject210.bin"/><Relationship Id="rId41" Type="http://schemas.openxmlformats.org/officeDocument/2006/relationships/oleObject" Target="../embeddings/oleObject216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87.wmf"/><Relationship Id="rId11" Type="http://schemas.openxmlformats.org/officeDocument/2006/relationships/oleObject" Target="../embeddings/oleObject201.bin"/><Relationship Id="rId24" Type="http://schemas.openxmlformats.org/officeDocument/2006/relationships/image" Target="../media/image195.wmf"/><Relationship Id="rId32" Type="http://schemas.openxmlformats.org/officeDocument/2006/relationships/image" Target="../media/image199.wmf"/><Relationship Id="rId37" Type="http://schemas.openxmlformats.org/officeDocument/2006/relationships/oleObject" Target="../embeddings/oleObject214.bin"/><Relationship Id="rId40" Type="http://schemas.openxmlformats.org/officeDocument/2006/relationships/image" Target="../media/image203.wmf"/><Relationship Id="rId5" Type="http://schemas.openxmlformats.org/officeDocument/2006/relationships/oleObject" Target="../embeddings/oleObject198.bin"/><Relationship Id="rId15" Type="http://schemas.openxmlformats.org/officeDocument/2006/relationships/oleObject" Target="../embeddings/oleObject203.bin"/><Relationship Id="rId23" Type="http://schemas.openxmlformats.org/officeDocument/2006/relationships/oleObject" Target="../embeddings/oleObject207.bin"/><Relationship Id="rId28" Type="http://schemas.openxmlformats.org/officeDocument/2006/relationships/image" Target="../media/image197.wmf"/><Relationship Id="rId36" Type="http://schemas.openxmlformats.org/officeDocument/2006/relationships/image" Target="../media/image201.wmf"/><Relationship Id="rId10" Type="http://schemas.openxmlformats.org/officeDocument/2006/relationships/image" Target="../media/image189.wmf"/><Relationship Id="rId19" Type="http://schemas.openxmlformats.org/officeDocument/2006/relationships/oleObject" Target="../embeddings/oleObject205.bin"/><Relationship Id="rId31" Type="http://schemas.openxmlformats.org/officeDocument/2006/relationships/oleObject" Target="../embeddings/oleObject211.bin"/><Relationship Id="rId4" Type="http://schemas.openxmlformats.org/officeDocument/2006/relationships/image" Target="../media/image186.wmf"/><Relationship Id="rId9" Type="http://schemas.openxmlformats.org/officeDocument/2006/relationships/oleObject" Target="../embeddings/oleObject200.bin"/><Relationship Id="rId14" Type="http://schemas.openxmlformats.org/officeDocument/2006/relationships/image" Target="../media/image130.wmf"/><Relationship Id="rId22" Type="http://schemas.openxmlformats.org/officeDocument/2006/relationships/image" Target="../media/image194.wmf"/><Relationship Id="rId27" Type="http://schemas.openxmlformats.org/officeDocument/2006/relationships/oleObject" Target="../embeddings/oleObject209.bin"/><Relationship Id="rId30" Type="http://schemas.openxmlformats.org/officeDocument/2006/relationships/image" Target="../media/image198.wmf"/><Relationship Id="rId35" Type="http://schemas.openxmlformats.org/officeDocument/2006/relationships/oleObject" Target="../embeddings/oleObject213.bin"/><Relationship Id="rId8" Type="http://schemas.openxmlformats.org/officeDocument/2006/relationships/image" Target="../media/image188.wmf"/><Relationship Id="rId3" Type="http://schemas.openxmlformats.org/officeDocument/2006/relationships/oleObject" Target="../embeddings/oleObject197.bin"/><Relationship Id="rId12" Type="http://schemas.openxmlformats.org/officeDocument/2006/relationships/image" Target="../media/image190.wmf"/><Relationship Id="rId17" Type="http://schemas.openxmlformats.org/officeDocument/2006/relationships/oleObject" Target="../embeddings/oleObject204.bin"/><Relationship Id="rId25" Type="http://schemas.openxmlformats.org/officeDocument/2006/relationships/oleObject" Target="../embeddings/oleObject208.bin"/><Relationship Id="rId33" Type="http://schemas.openxmlformats.org/officeDocument/2006/relationships/oleObject" Target="../embeddings/oleObject212.bin"/><Relationship Id="rId38" Type="http://schemas.openxmlformats.org/officeDocument/2006/relationships/image" Target="../media/image202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13" Type="http://schemas.openxmlformats.org/officeDocument/2006/relationships/oleObject" Target="../embeddings/oleObject222.bin"/><Relationship Id="rId18" Type="http://schemas.openxmlformats.org/officeDocument/2006/relationships/image" Target="../media/image212.wmf"/><Relationship Id="rId26" Type="http://schemas.openxmlformats.org/officeDocument/2006/relationships/image" Target="../media/image216.wmf"/><Relationship Id="rId3" Type="http://schemas.openxmlformats.org/officeDocument/2006/relationships/oleObject" Target="../embeddings/oleObject217.bin"/><Relationship Id="rId21" Type="http://schemas.openxmlformats.org/officeDocument/2006/relationships/oleObject" Target="../embeddings/oleObject226.bin"/><Relationship Id="rId7" Type="http://schemas.openxmlformats.org/officeDocument/2006/relationships/oleObject" Target="../embeddings/oleObject219.bin"/><Relationship Id="rId12" Type="http://schemas.openxmlformats.org/officeDocument/2006/relationships/image" Target="../media/image209.wmf"/><Relationship Id="rId17" Type="http://schemas.openxmlformats.org/officeDocument/2006/relationships/oleObject" Target="../embeddings/oleObject224.bin"/><Relationship Id="rId25" Type="http://schemas.openxmlformats.org/officeDocument/2006/relationships/oleObject" Target="../embeddings/oleObject22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11.wmf"/><Relationship Id="rId20" Type="http://schemas.openxmlformats.org/officeDocument/2006/relationships/image" Target="../media/image213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06.wmf"/><Relationship Id="rId11" Type="http://schemas.openxmlformats.org/officeDocument/2006/relationships/oleObject" Target="../embeddings/oleObject221.bin"/><Relationship Id="rId24" Type="http://schemas.openxmlformats.org/officeDocument/2006/relationships/image" Target="../media/image215.wmf"/><Relationship Id="rId5" Type="http://schemas.openxmlformats.org/officeDocument/2006/relationships/oleObject" Target="../embeddings/oleObject218.bin"/><Relationship Id="rId15" Type="http://schemas.openxmlformats.org/officeDocument/2006/relationships/oleObject" Target="../embeddings/oleObject223.bin"/><Relationship Id="rId23" Type="http://schemas.openxmlformats.org/officeDocument/2006/relationships/oleObject" Target="../embeddings/oleObject227.bin"/><Relationship Id="rId10" Type="http://schemas.openxmlformats.org/officeDocument/2006/relationships/image" Target="../media/image208.wmf"/><Relationship Id="rId19" Type="http://schemas.openxmlformats.org/officeDocument/2006/relationships/oleObject" Target="../embeddings/oleObject225.bin"/><Relationship Id="rId4" Type="http://schemas.openxmlformats.org/officeDocument/2006/relationships/image" Target="../media/image205.wmf"/><Relationship Id="rId9" Type="http://schemas.openxmlformats.org/officeDocument/2006/relationships/oleObject" Target="../embeddings/oleObject220.bin"/><Relationship Id="rId14" Type="http://schemas.openxmlformats.org/officeDocument/2006/relationships/image" Target="../media/image210.wmf"/><Relationship Id="rId22" Type="http://schemas.openxmlformats.org/officeDocument/2006/relationships/image" Target="../media/image214.wmf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4.bin"/><Relationship Id="rId18" Type="http://schemas.openxmlformats.org/officeDocument/2006/relationships/image" Target="../media/image224.wmf"/><Relationship Id="rId26" Type="http://schemas.openxmlformats.org/officeDocument/2006/relationships/image" Target="../media/image228.wmf"/><Relationship Id="rId21" Type="http://schemas.openxmlformats.org/officeDocument/2006/relationships/oleObject" Target="../embeddings/oleObject238.bin"/><Relationship Id="rId34" Type="http://schemas.openxmlformats.org/officeDocument/2006/relationships/image" Target="../media/image232.wmf"/><Relationship Id="rId7" Type="http://schemas.openxmlformats.org/officeDocument/2006/relationships/oleObject" Target="../embeddings/oleObject231.bin"/><Relationship Id="rId12" Type="http://schemas.openxmlformats.org/officeDocument/2006/relationships/image" Target="../media/image221.wmf"/><Relationship Id="rId17" Type="http://schemas.openxmlformats.org/officeDocument/2006/relationships/oleObject" Target="../embeddings/oleObject236.bin"/><Relationship Id="rId25" Type="http://schemas.openxmlformats.org/officeDocument/2006/relationships/oleObject" Target="../embeddings/oleObject240.bin"/><Relationship Id="rId33" Type="http://schemas.openxmlformats.org/officeDocument/2006/relationships/oleObject" Target="../embeddings/oleObject244.bin"/><Relationship Id="rId38" Type="http://schemas.openxmlformats.org/officeDocument/2006/relationships/image" Target="../media/image234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23.wmf"/><Relationship Id="rId20" Type="http://schemas.openxmlformats.org/officeDocument/2006/relationships/image" Target="../media/image225.wmf"/><Relationship Id="rId29" Type="http://schemas.openxmlformats.org/officeDocument/2006/relationships/oleObject" Target="../embeddings/oleObject242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18.wmf"/><Relationship Id="rId11" Type="http://schemas.openxmlformats.org/officeDocument/2006/relationships/oleObject" Target="../embeddings/oleObject233.bin"/><Relationship Id="rId24" Type="http://schemas.openxmlformats.org/officeDocument/2006/relationships/image" Target="../media/image227.wmf"/><Relationship Id="rId32" Type="http://schemas.openxmlformats.org/officeDocument/2006/relationships/image" Target="../media/image231.wmf"/><Relationship Id="rId37" Type="http://schemas.openxmlformats.org/officeDocument/2006/relationships/oleObject" Target="../embeddings/oleObject246.bin"/><Relationship Id="rId5" Type="http://schemas.openxmlformats.org/officeDocument/2006/relationships/oleObject" Target="../embeddings/oleObject230.bin"/><Relationship Id="rId15" Type="http://schemas.openxmlformats.org/officeDocument/2006/relationships/oleObject" Target="../embeddings/oleObject235.bin"/><Relationship Id="rId23" Type="http://schemas.openxmlformats.org/officeDocument/2006/relationships/oleObject" Target="../embeddings/oleObject239.bin"/><Relationship Id="rId28" Type="http://schemas.openxmlformats.org/officeDocument/2006/relationships/image" Target="../media/image229.wmf"/><Relationship Id="rId36" Type="http://schemas.openxmlformats.org/officeDocument/2006/relationships/image" Target="../media/image233.wmf"/><Relationship Id="rId10" Type="http://schemas.openxmlformats.org/officeDocument/2006/relationships/image" Target="../media/image220.wmf"/><Relationship Id="rId19" Type="http://schemas.openxmlformats.org/officeDocument/2006/relationships/oleObject" Target="../embeddings/oleObject237.bin"/><Relationship Id="rId31" Type="http://schemas.openxmlformats.org/officeDocument/2006/relationships/oleObject" Target="../embeddings/oleObject243.bin"/><Relationship Id="rId4" Type="http://schemas.openxmlformats.org/officeDocument/2006/relationships/image" Target="../media/image217.wmf"/><Relationship Id="rId9" Type="http://schemas.openxmlformats.org/officeDocument/2006/relationships/oleObject" Target="../embeddings/oleObject232.bin"/><Relationship Id="rId14" Type="http://schemas.openxmlformats.org/officeDocument/2006/relationships/image" Target="../media/image222.wmf"/><Relationship Id="rId22" Type="http://schemas.openxmlformats.org/officeDocument/2006/relationships/image" Target="../media/image226.wmf"/><Relationship Id="rId27" Type="http://schemas.openxmlformats.org/officeDocument/2006/relationships/oleObject" Target="../embeddings/oleObject241.bin"/><Relationship Id="rId30" Type="http://schemas.openxmlformats.org/officeDocument/2006/relationships/image" Target="../media/image230.wmf"/><Relationship Id="rId35" Type="http://schemas.openxmlformats.org/officeDocument/2006/relationships/oleObject" Target="../embeddings/oleObject245.bin"/><Relationship Id="rId8" Type="http://schemas.openxmlformats.org/officeDocument/2006/relationships/image" Target="../media/image219.wmf"/><Relationship Id="rId3" Type="http://schemas.openxmlformats.org/officeDocument/2006/relationships/oleObject" Target="../embeddings/oleObject229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13" Type="http://schemas.openxmlformats.org/officeDocument/2006/relationships/oleObject" Target="../embeddings/oleObject252.bin"/><Relationship Id="rId18" Type="http://schemas.openxmlformats.org/officeDocument/2006/relationships/image" Target="../media/image241.wmf"/><Relationship Id="rId3" Type="http://schemas.openxmlformats.org/officeDocument/2006/relationships/oleObject" Target="../embeddings/oleObject247.bin"/><Relationship Id="rId21" Type="http://schemas.openxmlformats.org/officeDocument/2006/relationships/oleObject" Target="../embeddings/oleObject256.bin"/><Relationship Id="rId7" Type="http://schemas.openxmlformats.org/officeDocument/2006/relationships/oleObject" Target="../embeddings/oleObject249.bin"/><Relationship Id="rId12" Type="http://schemas.openxmlformats.org/officeDocument/2006/relationships/image" Target="../media/image238.wmf"/><Relationship Id="rId17" Type="http://schemas.openxmlformats.org/officeDocument/2006/relationships/oleObject" Target="../embeddings/oleObject254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40.wmf"/><Relationship Id="rId20" Type="http://schemas.openxmlformats.org/officeDocument/2006/relationships/image" Target="../media/image242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18.wmf"/><Relationship Id="rId11" Type="http://schemas.openxmlformats.org/officeDocument/2006/relationships/oleObject" Target="../embeddings/oleObject251.bin"/><Relationship Id="rId5" Type="http://schemas.openxmlformats.org/officeDocument/2006/relationships/oleObject" Target="../embeddings/oleObject248.bin"/><Relationship Id="rId15" Type="http://schemas.openxmlformats.org/officeDocument/2006/relationships/oleObject" Target="../embeddings/oleObject253.bin"/><Relationship Id="rId10" Type="http://schemas.openxmlformats.org/officeDocument/2006/relationships/image" Target="../media/image237.wmf"/><Relationship Id="rId19" Type="http://schemas.openxmlformats.org/officeDocument/2006/relationships/oleObject" Target="../embeddings/oleObject255.bin"/><Relationship Id="rId4" Type="http://schemas.openxmlformats.org/officeDocument/2006/relationships/image" Target="../media/image235.wmf"/><Relationship Id="rId9" Type="http://schemas.openxmlformats.org/officeDocument/2006/relationships/oleObject" Target="../embeddings/oleObject250.bin"/><Relationship Id="rId14" Type="http://schemas.openxmlformats.org/officeDocument/2006/relationships/image" Target="../media/image239.wmf"/><Relationship Id="rId22" Type="http://schemas.openxmlformats.org/officeDocument/2006/relationships/image" Target="../media/image243.wmf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62.bin"/><Relationship Id="rId18" Type="http://schemas.openxmlformats.org/officeDocument/2006/relationships/image" Target="../media/image251.wmf"/><Relationship Id="rId26" Type="http://schemas.openxmlformats.org/officeDocument/2006/relationships/image" Target="../media/image255.wmf"/><Relationship Id="rId39" Type="http://schemas.openxmlformats.org/officeDocument/2006/relationships/oleObject" Target="../embeddings/oleObject275.bin"/><Relationship Id="rId21" Type="http://schemas.openxmlformats.org/officeDocument/2006/relationships/oleObject" Target="../embeddings/oleObject266.bin"/><Relationship Id="rId34" Type="http://schemas.openxmlformats.org/officeDocument/2006/relationships/image" Target="../media/image259.wmf"/><Relationship Id="rId7" Type="http://schemas.openxmlformats.org/officeDocument/2006/relationships/oleObject" Target="../embeddings/oleObject259.bin"/><Relationship Id="rId12" Type="http://schemas.openxmlformats.org/officeDocument/2006/relationships/image" Target="../media/image248.wmf"/><Relationship Id="rId17" Type="http://schemas.openxmlformats.org/officeDocument/2006/relationships/oleObject" Target="../embeddings/oleObject264.bin"/><Relationship Id="rId25" Type="http://schemas.openxmlformats.org/officeDocument/2006/relationships/oleObject" Target="../embeddings/oleObject268.bin"/><Relationship Id="rId33" Type="http://schemas.openxmlformats.org/officeDocument/2006/relationships/oleObject" Target="../embeddings/oleObject272.bin"/><Relationship Id="rId38" Type="http://schemas.openxmlformats.org/officeDocument/2006/relationships/image" Target="../media/image261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50.wmf"/><Relationship Id="rId20" Type="http://schemas.openxmlformats.org/officeDocument/2006/relationships/image" Target="../media/image252.wmf"/><Relationship Id="rId29" Type="http://schemas.openxmlformats.org/officeDocument/2006/relationships/oleObject" Target="../embeddings/oleObject270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45.wmf"/><Relationship Id="rId11" Type="http://schemas.openxmlformats.org/officeDocument/2006/relationships/oleObject" Target="../embeddings/oleObject261.bin"/><Relationship Id="rId24" Type="http://schemas.openxmlformats.org/officeDocument/2006/relationships/image" Target="../media/image254.wmf"/><Relationship Id="rId32" Type="http://schemas.openxmlformats.org/officeDocument/2006/relationships/image" Target="../media/image258.wmf"/><Relationship Id="rId37" Type="http://schemas.openxmlformats.org/officeDocument/2006/relationships/oleObject" Target="../embeddings/oleObject274.bin"/><Relationship Id="rId40" Type="http://schemas.openxmlformats.org/officeDocument/2006/relationships/image" Target="../media/image262.wmf"/><Relationship Id="rId5" Type="http://schemas.openxmlformats.org/officeDocument/2006/relationships/oleObject" Target="../embeddings/oleObject258.bin"/><Relationship Id="rId15" Type="http://schemas.openxmlformats.org/officeDocument/2006/relationships/oleObject" Target="../embeddings/oleObject263.bin"/><Relationship Id="rId23" Type="http://schemas.openxmlformats.org/officeDocument/2006/relationships/oleObject" Target="../embeddings/oleObject267.bin"/><Relationship Id="rId28" Type="http://schemas.openxmlformats.org/officeDocument/2006/relationships/image" Target="../media/image256.wmf"/><Relationship Id="rId36" Type="http://schemas.openxmlformats.org/officeDocument/2006/relationships/image" Target="../media/image260.wmf"/><Relationship Id="rId10" Type="http://schemas.openxmlformats.org/officeDocument/2006/relationships/image" Target="../media/image247.wmf"/><Relationship Id="rId19" Type="http://schemas.openxmlformats.org/officeDocument/2006/relationships/oleObject" Target="../embeddings/oleObject265.bin"/><Relationship Id="rId31" Type="http://schemas.openxmlformats.org/officeDocument/2006/relationships/oleObject" Target="../embeddings/oleObject271.bin"/><Relationship Id="rId4" Type="http://schemas.openxmlformats.org/officeDocument/2006/relationships/image" Target="../media/image244.wmf"/><Relationship Id="rId9" Type="http://schemas.openxmlformats.org/officeDocument/2006/relationships/oleObject" Target="../embeddings/oleObject260.bin"/><Relationship Id="rId14" Type="http://schemas.openxmlformats.org/officeDocument/2006/relationships/image" Target="../media/image249.wmf"/><Relationship Id="rId22" Type="http://schemas.openxmlformats.org/officeDocument/2006/relationships/image" Target="../media/image253.wmf"/><Relationship Id="rId27" Type="http://schemas.openxmlformats.org/officeDocument/2006/relationships/oleObject" Target="../embeddings/oleObject269.bin"/><Relationship Id="rId30" Type="http://schemas.openxmlformats.org/officeDocument/2006/relationships/image" Target="../media/image257.wmf"/><Relationship Id="rId35" Type="http://schemas.openxmlformats.org/officeDocument/2006/relationships/oleObject" Target="../embeddings/oleObject273.bin"/><Relationship Id="rId8" Type="http://schemas.openxmlformats.org/officeDocument/2006/relationships/image" Target="../media/image246.wmf"/><Relationship Id="rId3" Type="http://schemas.openxmlformats.org/officeDocument/2006/relationships/oleObject" Target="../embeddings/oleObject257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wmf"/><Relationship Id="rId13" Type="http://schemas.openxmlformats.org/officeDocument/2006/relationships/oleObject" Target="../embeddings/oleObject281.bin"/><Relationship Id="rId18" Type="http://schemas.openxmlformats.org/officeDocument/2006/relationships/image" Target="../media/image270.wmf"/><Relationship Id="rId26" Type="http://schemas.openxmlformats.org/officeDocument/2006/relationships/image" Target="../media/image274.wmf"/><Relationship Id="rId3" Type="http://schemas.openxmlformats.org/officeDocument/2006/relationships/oleObject" Target="../embeddings/oleObject276.bin"/><Relationship Id="rId21" Type="http://schemas.openxmlformats.org/officeDocument/2006/relationships/oleObject" Target="../embeddings/oleObject285.bin"/><Relationship Id="rId7" Type="http://schemas.openxmlformats.org/officeDocument/2006/relationships/oleObject" Target="../embeddings/oleObject278.bin"/><Relationship Id="rId12" Type="http://schemas.openxmlformats.org/officeDocument/2006/relationships/image" Target="../media/image267.wmf"/><Relationship Id="rId17" Type="http://schemas.openxmlformats.org/officeDocument/2006/relationships/oleObject" Target="../embeddings/oleObject283.bin"/><Relationship Id="rId25" Type="http://schemas.openxmlformats.org/officeDocument/2006/relationships/oleObject" Target="../embeddings/oleObject28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69.wmf"/><Relationship Id="rId20" Type="http://schemas.openxmlformats.org/officeDocument/2006/relationships/image" Target="../media/image271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64.wmf"/><Relationship Id="rId11" Type="http://schemas.openxmlformats.org/officeDocument/2006/relationships/oleObject" Target="../embeddings/oleObject280.bin"/><Relationship Id="rId24" Type="http://schemas.openxmlformats.org/officeDocument/2006/relationships/image" Target="../media/image273.wmf"/><Relationship Id="rId5" Type="http://schemas.openxmlformats.org/officeDocument/2006/relationships/oleObject" Target="../embeddings/oleObject277.bin"/><Relationship Id="rId15" Type="http://schemas.openxmlformats.org/officeDocument/2006/relationships/oleObject" Target="../embeddings/oleObject282.bin"/><Relationship Id="rId23" Type="http://schemas.openxmlformats.org/officeDocument/2006/relationships/oleObject" Target="../embeddings/oleObject286.bin"/><Relationship Id="rId10" Type="http://schemas.openxmlformats.org/officeDocument/2006/relationships/image" Target="../media/image266.wmf"/><Relationship Id="rId19" Type="http://schemas.openxmlformats.org/officeDocument/2006/relationships/oleObject" Target="../embeddings/oleObject284.bin"/><Relationship Id="rId4" Type="http://schemas.openxmlformats.org/officeDocument/2006/relationships/image" Target="../media/image263.wmf"/><Relationship Id="rId9" Type="http://schemas.openxmlformats.org/officeDocument/2006/relationships/oleObject" Target="../embeddings/oleObject279.bin"/><Relationship Id="rId14" Type="http://schemas.openxmlformats.org/officeDocument/2006/relationships/image" Target="../media/image268.wmf"/><Relationship Id="rId22" Type="http://schemas.openxmlformats.org/officeDocument/2006/relationships/image" Target="../media/image272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wmf"/><Relationship Id="rId13" Type="http://schemas.openxmlformats.org/officeDocument/2006/relationships/oleObject" Target="../embeddings/oleObject293.bin"/><Relationship Id="rId18" Type="http://schemas.openxmlformats.org/officeDocument/2006/relationships/image" Target="../media/image282.wmf"/><Relationship Id="rId26" Type="http://schemas.openxmlformats.org/officeDocument/2006/relationships/image" Target="../media/image286.wmf"/><Relationship Id="rId3" Type="http://schemas.openxmlformats.org/officeDocument/2006/relationships/oleObject" Target="../embeddings/oleObject288.bin"/><Relationship Id="rId21" Type="http://schemas.openxmlformats.org/officeDocument/2006/relationships/oleObject" Target="../embeddings/oleObject297.bin"/><Relationship Id="rId7" Type="http://schemas.openxmlformats.org/officeDocument/2006/relationships/oleObject" Target="../embeddings/oleObject290.bin"/><Relationship Id="rId12" Type="http://schemas.openxmlformats.org/officeDocument/2006/relationships/image" Target="../media/image279.wmf"/><Relationship Id="rId17" Type="http://schemas.openxmlformats.org/officeDocument/2006/relationships/oleObject" Target="../embeddings/oleObject295.bin"/><Relationship Id="rId25" Type="http://schemas.openxmlformats.org/officeDocument/2006/relationships/oleObject" Target="../embeddings/oleObject29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81.wmf"/><Relationship Id="rId20" Type="http://schemas.openxmlformats.org/officeDocument/2006/relationships/image" Target="../media/image283.wmf"/><Relationship Id="rId29" Type="http://schemas.openxmlformats.org/officeDocument/2006/relationships/oleObject" Target="../embeddings/oleObject301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76.wmf"/><Relationship Id="rId11" Type="http://schemas.openxmlformats.org/officeDocument/2006/relationships/oleObject" Target="../embeddings/oleObject292.bin"/><Relationship Id="rId24" Type="http://schemas.openxmlformats.org/officeDocument/2006/relationships/image" Target="../media/image285.wmf"/><Relationship Id="rId32" Type="http://schemas.openxmlformats.org/officeDocument/2006/relationships/image" Target="../media/image289.wmf"/><Relationship Id="rId5" Type="http://schemas.openxmlformats.org/officeDocument/2006/relationships/oleObject" Target="../embeddings/oleObject289.bin"/><Relationship Id="rId15" Type="http://schemas.openxmlformats.org/officeDocument/2006/relationships/oleObject" Target="../embeddings/oleObject294.bin"/><Relationship Id="rId23" Type="http://schemas.openxmlformats.org/officeDocument/2006/relationships/oleObject" Target="../embeddings/oleObject298.bin"/><Relationship Id="rId28" Type="http://schemas.openxmlformats.org/officeDocument/2006/relationships/image" Target="../media/image287.wmf"/><Relationship Id="rId10" Type="http://schemas.openxmlformats.org/officeDocument/2006/relationships/image" Target="../media/image278.wmf"/><Relationship Id="rId19" Type="http://schemas.openxmlformats.org/officeDocument/2006/relationships/oleObject" Target="../embeddings/oleObject296.bin"/><Relationship Id="rId31" Type="http://schemas.openxmlformats.org/officeDocument/2006/relationships/oleObject" Target="../embeddings/oleObject302.bin"/><Relationship Id="rId4" Type="http://schemas.openxmlformats.org/officeDocument/2006/relationships/image" Target="../media/image275.wmf"/><Relationship Id="rId9" Type="http://schemas.openxmlformats.org/officeDocument/2006/relationships/oleObject" Target="../embeddings/oleObject291.bin"/><Relationship Id="rId14" Type="http://schemas.openxmlformats.org/officeDocument/2006/relationships/image" Target="../media/image280.wmf"/><Relationship Id="rId22" Type="http://schemas.openxmlformats.org/officeDocument/2006/relationships/image" Target="../media/image284.wmf"/><Relationship Id="rId27" Type="http://schemas.openxmlformats.org/officeDocument/2006/relationships/oleObject" Target="../embeddings/oleObject300.bin"/><Relationship Id="rId30" Type="http://schemas.openxmlformats.org/officeDocument/2006/relationships/image" Target="../media/image28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5.bin"/><Relationship Id="rId13" Type="http://schemas.openxmlformats.org/officeDocument/2006/relationships/image" Target="../media/image294.wmf"/><Relationship Id="rId18" Type="http://schemas.openxmlformats.org/officeDocument/2006/relationships/oleObject" Target="../embeddings/oleObject310.bin"/><Relationship Id="rId26" Type="http://schemas.openxmlformats.org/officeDocument/2006/relationships/oleObject" Target="../embeddings/oleObject314.bin"/><Relationship Id="rId3" Type="http://schemas.openxmlformats.org/officeDocument/2006/relationships/notesSlide" Target="../notesSlides/notesSlide12.xml"/><Relationship Id="rId21" Type="http://schemas.openxmlformats.org/officeDocument/2006/relationships/image" Target="../media/image298.wmf"/><Relationship Id="rId7" Type="http://schemas.openxmlformats.org/officeDocument/2006/relationships/image" Target="../media/image291.wmf"/><Relationship Id="rId12" Type="http://schemas.openxmlformats.org/officeDocument/2006/relationships/oleObject" Target="../embeddings/oleObject307.bin"/><Relationship Id="rId17" Type="http://schemas.openxmlformats.org/officeDocument/2006/relationships/image" Target="../media/image296.wmf"/><Relationship Id="rId25" Type="http://schemas.openxmlformats.org/officeDocument/2006/relationships/image" Target="../media/image30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309.bin"/><Relationship Id="rId20" Type="http://schemas.openxmlformats.org/officeDocument/2006/relationships/oleObject" Target="../embeddings/oleObject311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304.bin"/><Relationship Id="rId11" Type="http://schemas.openxmlformats.org/officeDocument/2006/relationships/image" Target="../media/image293.wmf"/><Relationship Id="rId24" Type="http://schemas.openxmlformats.org/officeDocument/2006/relationships/oleObject" Target="../embeddings/oleObject313.bin"/><Relationship Id="rId5" Type="http://schemas.openxmlformats.org/officeDocument/2006/relationships/image" Target="../media/image290.wmf"/><Relationship Id="rId15" Type="http://schemas.openxmlformats.org/officeDocument/2006/relationships/image" Target="../media/image295.wmf"/><Relationship Id="rId23" Type="http://schemas.openxmlformats.org/officeDocument/2006/relationships/image" Target="../media/image299.wmf"/><Relationship Id="rId10" Type="http://schemas.openxmlformats.org/officeDocument/2006/relationships/oleObject" Target="../embeddings/oleObject306.bin"/><Relationship Id="rId19" Type="http://schemas.openxmlformats.org/officeDocument/2006/relationships/image" Target="../media/image297.wmf"/><Relationship Id="rId4" Type="http://schemas.openxmlformats.org/officeDocument/2006/relationships/oleObject" Target="../embeddings/oleObject303.bin"/><Relationship Id="rId9" Type="http://schemas.openxmlformats.org/officeDocument/2006/relationships/image" Target="../media/image292.wmf"/><Relationship Id="rId14" Type="http://schemas.openxmlformats.org/officeDocument/2006/relationships/oleObject" Target="../embeddings/oleObject308.bin"/><Relationship Id="rId22" Type="http://schemas.openxmlformats.org/officeDocument/2006/relationships/oleObject" Target="../embeddings/oleObject312.bin"/><Relationship Id="rId27" Type="http://schemas.openxmlformats.org/officeDocument/2006/relationships/image" Target="../media/image301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wmf"/><Relationship Id="rId13" Type="http://schemas.openxmlformats.org/officeDocument/2006/relationships/oleObject" Target="../embeddings/oleObject320.bin"/><Relationship Id="rId18" Type="http://schemas.openxmlformats.org/officeDocument/2006/relationships/image" Target="../media/image309.wmf"/><Relationship Id="rId26" Type="http://schemas.openxmlformats.org/officeDocument/2006/relationships/oleObject" Target="../embeddings/oleObject327.bin"/><Relationship Id="rId3" Type="http://schemas.openxmlformats.org/officeDocument/2006/relationships/oleObject" Target="../embeddings/oleObject315.bin"/><Relationship Id="rId21" Type="http://schemas.openxmlformats.org/officeDocument/2006/relationships/image" Target="../media/image310.wmf"/><Relationship Id="rId7" Type="http://schemas.openxmlformats.org/officeDocument/2006/relationships/oleObject" Target="../embeddings/oleObject317.bin"/><Relationship Id="rId12" Type="http://schemas.openxmlformats.org/officeDocument/2006/relationships/image" Target="../media/image306.wmf"/><Relationship Id="rId17" Type="http://schemas.openxmlformats.org/officeDocument/2006/relationships/oleObject" Target="../embeddings/oleObject322.bin"/><Relationship Id="rId25" Type="http://schemas.openxmlformats.org/officeDocument/2006/relationships/image" Target="../media/image312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08.wmf"/><Relationship Id="rId20" Type="http://schemas.openxmlformats.org/officeDocument/2006/relationships/oleObject" Target="../embeddings/oleObject324.bin"/><Relationship Id="rId29" Type="http://schemas.openxmlformats.org/officeDocument/2006/relationships/image" Target="../media/image314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303.wmf"/><Relationship Id="rId11" Type="http://schemas.openxmlformats.org/officeDocument/2006/relationships/oleObject" Target="../embeddings/oleObject319.bin"/><Relationship Id="rId24" Type="http://schemas.openxmlformats.org/officeDocument/2006/relationships/oleObject" Target="../embeddings/oleObject326.bin"/><Relationship Id="rId5" Type="http://schemas.openxmlformats.org/officeDocument/2006/relationships/oleObject" Target="../embeddings/oleObject316.bin"/><Relationship Id="rId15" Type="http://schemas.openxmlformats.org/officeDocument/2006/relationships/oleObject" Target="../embeddings/oleObject321.bin"/><Relationship Id="rId23" Type="http://schemas.openxmlformats.org/officeDocument/2006/relationships/image" Target="../media/image311.wmf"/><Relationship Id="rId28" Type="http://schemas.openxmlformats.org/officeDocument/2006/relationships/oleObject" Target="../embeddings/oleObject328.bin"/><Relationship Id="rId10" Type="http://schemas.openxmlformats.org/officeDocument/2006/relationships/image" Target="../media/image305.wmf"/><Relationship Id="rId19" Type="http://schemas.openxmlformats.org/officeDocument/2006/relationships/oleObject" Target="../embeddings/oleObject323.bin"/><Relationship Id="rId4" Type="http://schemas.openxmlformats.org/officeDocument/2006/relationships/image" Target="../media/image302.wmf"/><Relationship Id="rId9" Type="http://schemas.openxmlformats.org/officeDocument/2006/relationships/oleObject" Target="../embeddings/oleObject318.bin"/><Relationship Id="rId14" Type="http://schemas.openxmlformats.org/officeDocument/2006/relationships/image" Target="../media/image307.wmf"/><Relationship Id="rId22" Type="http://schemas.openxmlformats.org/officeDocument/2006/relationships/oleObject" Target="../embeddings/oleObject325.bin"/><Relationship Id="rId27" Type="http://schemas.openxmlformats.org/officeDocument/2006/relationships/image" Target="../media/image31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wmf"/><Relationship Id="rId13" Type="http://schemas.openxmlformats.org/officeDocument/2006/relationships/oleObject" Target="../embeddings/oleObject334.bin"/><Relationship Id="rId18" Type="http://schemas.openxmlformats.org/officeDocument/2006/relationships/image" Target="../media/image321.wmf"/><Relationship Id="rId3" Type="http://schemas.openxmlformats.org/officeDocument/2006/relationships/oleObject" Target="../embeddings/oleObject329.bin"/><Relationship Id="rId21" Type="http://schemas.openxmlformats.org/officeDocument/2006/relationships/oleObject" Target="../embeddings/oleObject338.bin"/><Relationship Id="rId7" Type="http://schemas.openxmlformats.org/officeDocument/2006/relationships/oleObject" Target="../embeddings/oleObject331.bin"/><Relationship Id="rId12" Type="http://schemas.openxmlformats.org/officeDocument/2006/relationships/image" Target="../media/image318.wmf"/><Relationship Id="rId17" Type="http://schemas.openxmlformats.org/officeDocument/2006/relationships/oleObject" Target="../embeddings/oleObject336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20.wmf"/><Relationship Id="rId20" Type="http://schemas.openxmlformats.org/officeDocument/2006/relationships/image" Target="../media/image322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18.wmf"/><Relationship Id="rId11" Type="http://schemas.openxmlformats.org/officeDocument/2006/relationships/oleObject" Target="../embeddings/oleObject333.bin"/><Relationship Id="rId24" Type="http://schemas.openxmlformats.org/officeDocument/2006/relationships/image" Target="../media/image324.wmf"/><Relationship Id="rId5" Type="http://schemas.openxmlformats.org/officeDocument/2006/relationships/oleObject" Target="../embeddings/oleObject330.bin"/><Relationship Id="rId15" Type="http://schemas.openxmlformats.org/officeDocument/2006/relationships/oleObject" Target="../embeddings/oleObject335.bin"/><Relationship Id="rId23" Type="http://schemas.openxmlformats.org/officeDocument/2006/relationships/oleObject" Target="../embeddings/oleObject339.bin"/><Relationship Id="rId10" Type="http://schemas.openxmlformats.org/officeDocument/2006/relationships/image" Target="../media/image317.wmf"/><Relationship Id="rId19" Type="http://schemas.openxmlformats.org/officeDocument/2006/relationships/oleObject" Target="../embeddings/oleObject337.bin"/><Relationship Id="rId4" Type="http://schemas.openxmlformats.org/officeDocument/2006/relationships/image" Target="../media/image315.wmf"/><Relationship Id="rId9" Type="http://schemas.openxmlformats.org/officeDocument/2006/relationships/oleObject" Target="../embeddings/oleObject332.bin"/><Relationship Id="rId14" Type="http://schemas.openxmlformats.org/officeDocument/2006/relationships/image" Target="../media/image319.wmf"/><Relationship Id="rId22" Type="http://schemas.openxmlformats.org/officeDocument/2006/relationships/image" Target="../media/image323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wmf"/><Relationship Id="rId13" Type="http://schemas.openxmlformats.org/officeDocument/2006/relationships/oleObject" Target="../embeddings/oleObject345.bin"/><Relationship Id="rId18" Type="http://schemas.openxmlformats.org/officeDocument/2006/relationships/image" Target="../media/image332.wmf"/><Relationship Id="rId26" Type="http://schemas.openxmlformats.org/officeDocument/2006/relationships/image" Target="../media/image336.wmf"/><Relationship Id="rId3" Type="http://schemas.openxmlformats.org/officeDocument/2006/relationships/oleObject" Target="../embeddings/oleObject340.bin"/><Relationship Id="rId21" Type="http://schemas.openxmlformats.org/officeDocument/2006/relationships/oleObject" Target="../embeddings/oleObject349.bin"/><Relationship Id="rId7" Type="http://schemas.openxmlformats.org/officeDocument/2006/relationships/oleObject" Target="../embeddings/oleObject342.bin"/><Relationship Id="rId12" Type="http://schemas.openxmlformats.org/officeDocument/2006/relationships/image" Target="../media/image329.wmf"/><Relationship Id="rId17" Type="http://schemas.openxmlformats.org/officeDocument/2006/relationships/oleObject" Target="../embeddings/oleObject347.bin"/><Relationship Id="rId25" Type="http://schemas.openxmlformats.org/officeDocument/2006/relationships/oleObject" Target="../embeddings/oleObject35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31.wmf"/><Relationship Id="rId20" Type="http://schemas.openxmlformats.org/officeDocument/2006/relationships/image" Target="../media/image333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326.wmf"/><Relationship Id="rId11" Type="http://schemas.openxmlformats.org/officeDocument/2006/relationships/oleObject" Target="../embeddings/oleObject344.bin"/><Relationship Id="rId24" Type="http://schemas.openxmlformats.org/officeDocument/2006/relationships/image" Target="../media/image335.wmf"/><Relationship Id="rId5" Type="http://schemas.openxmlformats.org/officeDocument/2006/relationships/oleObject" Target="../embeddings/oleObject341.bin"/><Relationship Id="rId15" Type="http://schemas.openxmlformats.org/officeDocument/2006/relationships/oleObject" Target="../embeddings/oleObject346.bin"/><Relationship Id="rId23" Type="http://schemas.openxmlformats.org/officeDocument/2006/relationships/oleObject" Target="../embeddings/oleObject350.bin"/><Relationship Id="rId28" Type="http://schemas.openxmlformats.org/officeDocument/2006/relationships/image" Target="../media/image337.wmf"/><Relationship Id="rId10" Type="http://schemas.openxmlformats.org/officeDocument/2006/relationships/image" Target="../media/image328.wmf"/><Relationship Id="rId19" Type="http://schemas.openxmlformats.org/officeDocument/2006/relationships/oleObject" Target="../embeddings/oleObject348.bin"/><Relationship Id="rId4" Type="http://schemas.openxmlformats.org/officeDocument/2006/relationships/image" Target="../media/image325.wmf"/><Relationship Id="rId9" Type="http://schemas.openxmlformats.org/officeDocument/2006/relationships/oleObject" Target="../embeddings/oleObject343.bin"/><Relationship Id="rId14" Type="http://schemas.openxmlformats.org/officeDocument/2006/relationships/image" Target="../media/image330.wmf"/><Relationship Id="rId22" Type="http://schemas.openxmlformats.org/officeDocument/2006/relationships/image" Target="../media/image334.wmf"/><Relationship Id="rId27" Type="http://schemas.openxmlformats.org/officeDocument/2006/relationships/oleObject" Target="../embeddings/oleObject352.bin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58.bin"/><Relationship Id="rId18" Type="http://schemas.openxmlformats.org/officeDocument/2006/relationships/image" Target="../media/image344.wmf"/><Relationship Id="rId26" Type="http://schemas.openxmlformats.org/officeDocument/2006/relationships/oleObject" Target="../embeddings/oleObject365.bin"/><Relationship Id="rId3" Type="http://schemas.openxmlformats.org/officeDocument/2006/relationships/oleObject" Target="../embeddings/oleObject353.bin"/><Relationship Id="rId21" Type="http://schemas.openxmlformats.org/officeDocument/2006/relationships/oleObject" Target="../embeddings/oleObject362.bin"/><Relationship Id="rId34" Type="http://schemas.openxmlformats.org/officeDocument/2006/relationships/oleObject" Target="../embeddings/oleObject370.bin"/><Relationship Id="rId7" Type="http://schemas.openxmlformats.org/officeDocument/2006/relationships/oleObject" Target="../embeddings/oleObject355.bin"/><Relationship Id="rId12" Type="http://schemas.openxmlformats.org/officeDocument/2006/relationships/image" Target="../media/image341.wmf"/><Relationship Id="rId17" Type="http://schemas.openxmlformats.org/officeDocument/2006/relationships/oleObject" Target="../embeddings/oleObject360.bin"/><Relationship Id="rId25" Type="http://schemas.openxmlformats.org/officeDocument/2006/relationships/oleObject" Target="../embeddings/oleObject364.bin"/><Relationship Id="rId33" Type="http://schemas.openxmlformats.org/officeDocument/2006/relationships/oleObject" Target="../embeddings/oleObject36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43.wmf"/><Relationship Id="rId20" Type="http://schemas.openxmlformats.org/officeDocument/2006/relationships/image" Target="../media/image345.wmf"/><Relationship Id="rId29" Type="http://schemas.openxmlformats.org/officeDocument/2006/relationships/image" Target="../media/image349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339.wmf"/><Relationship Id="rId11" Type="http://schemas.openxmlformats.org/officeDocument/2006/relationships/oleObject" Target="../embeddings/oleObject357.bin"/><Relationship Id="rId24" Type="http://schemas.openxmlformats.org/officeDocument/2006/relationships/image" Target="../media/image347.wmf"/><Relationship Id="rId32" Type="http://schemas.openxmlformats.org/officeDocument/2006/relationships/oleObject" Target="../embeddings/oleObject368.bin"/><Relationship Id="rId5" Type="http://schemas.openxmlformats.org/officeDocument/2006/relationships/oleObject" Target="../embeddings/oleObject354.bin"/><Relationship Id="rId15" Type="http://schemas.openxmlformats.org/officeDocument/2006/relationships/oleObject" Target="../embeddings/oleObject359.bin"/><Relationship Id="rId23" Type="http://schemas.openxmlformats.org/officeDocument/2006/relationships/oleObject" Target="../embeddings/oleObject363.bin"/><Relationship Id="rId28" Type="http://schemas.openxmlformats.org/officeDocument/2006/relationships/oleObject" Target="../embeddings/oleObject366.bin"/><Relationship Id="rId10" Type="http://schemas.openxmlformats.org/officeDocument/2006/relationships/image" Target="../media/image328.wmf"/><Relationship Id="rId19" Type="http://schemas.openxmlformats.org/officeDocument/2006/relationships/oleObject" Target="../embeddings/oleObject361.bin"/><Relationship Id="rId31" Type="http://schemas.openxmlformats.org/officeDocument/2006/relationships/image" Target="../media/image350.wmf"/><Relationship Id="rId4" Type="http://schemas.openxmlformats.org/officeDocument/2006/relationships/image" Target="../media/image338.wmf"/><Relationship Id="rId9" Type="http://schemas.openxmlformats.org/officeDocument/2006/relationships/oleObject" Target="../embeddings/oleObject356.bin"/><Relationship Id="rId14" Type="http://schemas.openxmlformats.org/officeDocument/2006/relationships/image" Target="../media/image342.wmf"/><Relationship Id="rId22" Type="http://schemas.openxmlformats.org/officeDocument/2006/relationships/image" Target="../media/image346.wmf"/><Relationship Id="rId27" Type="http://schemas.openxmlformats.org/officeDocument/2006/relationships/image" Target="../media/image348.wmf"/><Relationship Id="rId30" Type="http://schemas.openxmlformats.org/officeDocument/2006/relationships/oleObject" Target="../embeddings/oleObject367.bin"/><Relationship Id="rId35" Type="http://schemas.openxmlformats.org/officeDocument/2006/relationships/image" Target="../media/image351.wmf"/><Relationship Id="rId8" Type="http://schemas.openxmlformats.org/officeDocument/2006/relationships/image" Target="../media/image340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wmf"/><Relationship Id="rId13" Type="http://schemas.openxmlformats.org/officeDocument/2006/relationships/oleObject" Target="../embeddings/oleObject376.bin"/><Relationship Id="rId18" Type="http://schemas.openxmlformats.org/officeDocument/2006/relationships/image" Target="../media/image354.wmf"/><Relationship Id="rId26" Type="http://schemas.openxmlformats.org/officeDocument/2006/relationships/image" Target="../media/image357.wmf"/><Relationship Id="rId3" Type="http://schemas.openxmlformats.org/officeDocument/2006/relationships/oleObject" Target="../embeddings/oleObject371.bin"/><Relationship Id="rId21" Type="http://schemas.openxmlformats.org/officeDocument/2006/relationships/oleObject" Target="../embeddings/oleObject380.bin"/><Relationship Id="rId7" Type="http://schemas.openxmlformats.org/officeDocument/2006/relationships/oleObject" Target="../embeddings/oleObject373.bin"/><Relationship Id="rId12" Type="http://schemas.openxmlformats.org/officeDocument/2006/relationships/image" Target="../media/image353.wmf"/><Relationship Id="rId17" Type="http://schemas.openxmlformats.org/officeDocument/2006/relationships/oleObject" Target="../embeddings/oleObject378.bin"/><Relationship Id="rId25" Type="http://schemas.openxmlformats.org/officeDocument/2006/relationships/oleObject" Target="../embeddings/oleObject38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44.wmf"/><Relationship Id="rId20" Type="http://schemas.openxmlformats.org/officeDocument/2006/relationships/image" Target="../media/image298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52.wmf"/><Relationship Id="rId11" Type="http://schemas.openxmlformats.org/officeDocument/2006/relationships/oleObject" Target="../embeddings/oleObject375.bin"/><Relationship Id="rId24" Type="http://schemas.openxmlformats.org/officeDocument/2006/relationships/image" Target="../media/image356.wmf"/><Relationship Id="rId5" Type="http://schemas.openxmlformats.org/officeDocument/2006/relationships/oleObject" Target="../embeddings/oleObject372.bin"/><Relationship Id="rId15" Type="http://schemas.openxmlformats.org/officeDocument/2006/relationships/oleObject" Target="../embeddings/oleObject377.bin"/><Relationship Id="rId23" Type="http://schemas.openxmlformats.org/officeDocument/2006/relationships/oleObject" Target="../embeddings/oleObject381.bin"/><Relationship Id="rId28" Type="http://schemas.openxmlformats.org/officeDocument/2006/relationships/image" Target="../media/image358.wmf"/><Relationship Id="rId10" Type="http://schemas.openxmlformats.org/officeDocument/2006/relationships/image" Target="../media/image348.wmf"/><Relationship Id="rId19" Type="http://schemas.openxmlformats.org/officeDocument/2006/relationships/oleObject" Target="../embeddings/oleObject379.bin"/><Relationship Id="rId4" Type="http://schemas.openxmlformats.org/officeDocument/2006/relationships/image" Target="../media/image338.wmf"/><Relationship Id="rId9" Type="http://schemas.openxmlformats.org/officeDocument/2006/relationships/oleObject" Target="../embeddings/oleObject374.bin"/><Relationship Id="rId14" Type="http://schemas.openxmlformats.org/officeDocument/2006/relationships/image" Target="../media/image343.wmf"/><Relationship Id="rId22" Type="http://schemas.openxmlformats.org/officeDocument/2006/relationships/image" Target="../media/image355.wmf"/><Relationship Id="rId27" Type="http://schemas.openxmlformats.org/officeDocument/2006/relationships/oleObject" Target="../embeddings/oleObject383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wmf"/><Relationship Id="rId13" Type="http://schemas.openxmlformats.org/officeDocument/2006/relationships/oleObject" Target="../embeddings/oleObject389.bin"/><Relationship Id="rId18" Type="http://schemas.openxmlformats.org/officeDocument/2006/relationships/image" Target="../media/image365.wmf"/><Relationship Id="rId26" Type="http://schemas.openxmlformats.org/officeDocument/2006/relationships/image" Target="../media/image369.wmf"/><Relationship Id="rId3" Type="http://schemas.openxmlformats.org/officeDocument/2006/relationships/oleObject" Target="../embeddings/oleObject384.bin"/><Relationship Id="rId21" Type="http://schemas.openxmlformats.org/officeDocument/2006/relationships/oleObject" Target="../embeddings/oleObject393.bin"/><Relationship Id="rId7" Type="http://schemas.openxmlformats.org/officeDocument/2006/relationships/oleObject" Target="../embeddings/oleObject386.bin"/><Relationship Id="rId12" Type="http://schemas.openxmlformats.org/officeDocument/2006/relationships/image" Target="../media/image362.wmf"/><Relationship Id="rId17" Type="http://schemas.openxmlformats.org/officeDocument/2006/relationships/oleObject" Target="../embeddings/oleObject391.bin"/><Relationship Id="rId25" Type="http://schemas.openxmlformats.org/officeDocument/2006/relationships/oleObject" Target="../embeddings/oleObject39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64.wmf"/><Relationship Id="rId20" Type="http://schemas.openxmlformats.org/officeDocument/2006/relationships/image" Target="../media/image366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05.wmf"/><Relationship Id="rId11" Type="http://schemas.openxmlformats.org/officeDocument/2006/relationships/oleObject" Target="../embeddings/oleObject388.bin"/><Relationship Id="rId24" Type="http://schemas.openxmlformats.org/officeDocument/2006/relationships/image" Target="../media/image368.wmf"/><Relationship Id="rId5" Type="http://schemas.openxmlformats.org/officeDocument/2006/relationships/oleObject" Target="../embeddings/oleObject385.bin"/><Relationship Id="rId15" Type="http://schemas.openxmlformats.org/officeDocument/2006/relationships/oleObject" Target="../embeddings/oleObject390.bin"/><Relationship Id="rId23" Type="http://schemas.openxmlformats.org/officeDocument/2006/relationships/oleObject" Target="../embeddings/oleObject394.bin"/><Relationship Id="rId10" Type="http://schemas.openxmlformats.org/officeDocument/2006/relationships/image" Target="../media/image361.wmf"/><Relationship Id="rId19" Type="http://schemas.openxmlformats.org/officeDocument/2006/relationships/oleObject" Target="../embeddings/oleObject392.bin"/><Relationship Id="rId4" Type="http://schemas.openxmlformats.org/officeDocument/2006/relationships/image" Target="../media/image359.wmf"/><Relationship Id="rId9" Type="http://schemas.openxmlformats.org/officeDocument/2006/relationships/oleObject" Target="../embeddings/oleObject387.bin"/><Relationship Id="rId14" Type="http://schemas.openxmlformats.org/officeDocument/2006/relationships/image" Target="../media/image363.wmf"/><Relationship Id="rId22" Type="http://schemas.openxmlformats.org/officeDocument/2006/relationships/image" Target="../media/image367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81.wmf"/><Relationship Id="rId21" Type="http://schemas.openxmlformats.org/officeDocument/2006/relationships/oleObject" Target="../embeddings/oleObject405.bin"/><Relationship Id="rId42" Type="http://schemas.openxmlformats.org/officeDocument/2006/relationships/image" Target="../media/image389.wmf"/><Relationship Id="rId47" Type="http://schemas.openxmlformats.org/officeDocument/2006/relationships/oleObject" Target="../embeddings/oleObject418.bin"/><Relationship Id="rId63" Type="http://schemas.openxmlformats.org/officeDocument/2006/relationships/oleObject" Target="../embeddings/oleObject426.bin"/><Relationship Id="rId68" Type="http://schemas.openxmlformats.org/officeDocument/2006/relationships/image" Target="../media/image402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76.wmf"/><Relationship Id="rId29" Type="http://schemas.openxmlformats.org/officeDocument/2006/relationships/oleObject" Target="../embeddings/oleObject409.bin"/><Relationship Id="rId11" Type="http://schemas.openxmlformats.org/officeDocument/2006/relationships/oleObject" Target="../embeddings/oleObject400.bin"/><Relationship Id="rId24" Type="http://schemas.openxmlformats.org/officeDocument/2006/relationships/image" Target="../media/image380.wmf"/><Relationship Id="rId32" Type="http://schemas.openxmlformats.org/officeDocument/2006/relationships/image" Target="../media/image384.wmf"/><Relationship Id="rId37" Type="http://schemas.openxmlformats.org/officeDocument/2006/relationships/oleObject" Target="../embeddings/oleObject413.bin"/><Relationship Id="rId40" Type="http://schemas.openxmlformats.org/officeDocument/2006/relationships/image" Target="../media/image388.wmf"/><Relationship Id="rId45" Type="http://schemas.openxmlformats.org/officeDocument/2006/relationships/oleObject" Target="../embeddings/oleObject417.bin"/><Relationship Id="rId53" Type="http://schemas.openxmlformats.org/officeDocument/2006/relationships/oleObject" Target="../embeddings/oleObject421.bin"/><Relationship Id="rId58" Type="http://schemas.openxmlformats.org/officeDocument/2006/relationships/image" Target="../media/image397.wmf"/><Relationship Id="rId66" Type="http://schemas.openxmlformats.org/officeDocument/2006/relationships/image" Target="../media/image401.wmf"/><Relationship Id="rId5" Type="http://schemas.openxmlformats.org/officeDocument/2006/relationships/oleObject" Target="../embeddings/oleObject397.bin"/><Relationship Id="rId61" Type="http://schemas.openxmlformats.org/officeDocument/2006/relationships/oleObject" Target="../embeddings/oleObject425.bin"/><Relationship Id="rId19" Type="http://schemas.openxmlformats.org/officeDocument/2006/relationships/oleObject" Target="../embeddings/oleObject404.bin"/><Relationship Id="rId14" Type="http://schemas.openxmlformats.org/officeDocument/2006/relationships/image" Target="../media/image375.wmf"/><Relationship Id="rId22" Type="http://schemas.openxmlformats.org/officeDocument/2006/relationships/image" Target="../media/image379.wmf"/><Relationship Id="rId27" Type="http://schemas.openxmlformats.org/officeDocument/2006/relationships/oleObject" Target="../embeddings/oleObject408.bin"/><Relationship Id="rId30" Type="http://schemas.openxmlformats.org/officeDocument/2006/relationships/image" Target="../media/image383.wmf"/><Relationship Id="rId35" Type="http://schemas.openxmlformats.org/officeDocument/2006/relationships/oleObject" Target="../embeddings/oleObject412.bin"/><Relationship Id="rId43" Type="http://schemas.openxmlformats.org/officeDocument/2006/relationships/oleObject" Target="../embeddings/oleObject416.bin"/><Relationship Id="rId48" Type="http://schemas.openxmlformats.org/officeDocument/2006/relationships/image" Target="../media/image392.wmf"/><Relationship Id="rId56" Type="http://schemas.openxmlformats.org/officeDocument/2006/relationships/image" Target="../media/image396.wmf"/><Relationship Id="rId64" Type="http://schemas.openxmlformats.org/officeDocument/2006/relationships/image" Target="../media/image400.wmf"/><Relationship Id="rId69" Type="http://schemas.openxmlformats.org/officeDocument/2006/relationships/oleObject" Target="../embeddings/oleObject429.bin"/><Relationship Id="rId8" Type="http://schemas.openxmlformats.org/officeDocument/2006/relationships/image" Target="../media/image372.wmf"/><Relationship Id="rId51" Type="http://schemas.openxmlformats.org/officeDocument/2006/relationships/oleObject" Target="../embeddings/oleObject420.bin"/><Relationship Id="rId72" Type="http://schemas.openxmlformats.org/officeDocument/2006/relationships/image" Target="../media/image404.wmf"/><Relationship Id="rId3" Type="http://schemas.openxmlformats.org/officeDocument/2006/relationships/oleObject" Target="../embeddings/oleObject396.bin"/><Relationship Id="rId12" Type="http://schemas.openxmlformats.org/officeDocument/2006/relationships/image" Target="../media/image374.wmf"/><Relationship Id="rId17" Type="http://schemas.openxmlformats.org/officeDocument/2006/relationships/oleObject" Target="../embeddings/oleObject403.bin"/><Relationship Id="rId25" Type="http://schemas.openxmlformats.org/officeDocument/2006/relationships/oleObject" Target="../embeddings/oleObject407.bin"/><Relationship Id="rId33" Type="http://schemas.openxmlformats.org/officeDocument/2006/relationships/oleObject" Target="../embeddings/oleObject411.bin"/><Relationship Id="rId38" Type="http://schemas.openxmlformats.org/officeDocument/2006/relationships/image" Target="../media/image387.wmf"/><Relationship Id="rId46" Type="http://schemas.openxmlformats.org/officeDocument/2006/relationships/image" Target="../media/image391.wmf"/><Relationship Id="rId59" Type="http://schemas.openxmlformats.org/officeDocument/2006/relationships/oleObject" Target="../embeddings/oleObject424.bin"/><Relationship Id="rId67" Type="http://schemas.openxmlformats.org/officeDocument/2006/relationships/oleObject" Target="../embeddings/oleObject428.bin"/><Relationship Id="rId20" Type="http://schemas.openxmlformats.org/officeDocument/2006/relationships/image" Target="../media/image378.wmf"/><Relationship Id="rId41" Type="http://schemas.openxmlformats.org/officeDocument/2006/relationships/oleObject" Target="../embeddings/oleObject415.bin"/><Relationship Id="rId54" Type="http://schemas.openxmlformats.org/officeDocument/2006/relationships/image" Target="../media/image395.wmf"/><Relationship Id="rId62" Type="http://schemas.openxmlformats.org/officeDocument/2006/relationships/image" Target="../media/image399.wmf"/><Relationship Id="rId70" Type="http://schemas.openxmlformats.org/officeDocument/2006/relationships/image" Target="../media/image403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71.wmf"/><Relationship Id="rId15" Type="http://schemas.openxmlformats.org/officeDocument/2006/relationships/oleObject" Target="../embeddings/oleObject402.bin"/><Relationship Id="rId23" Type="http://schemas.openxmlformats.org/officeDocument/2006/relationships/oleObject" Target="../embeddings/oleObject406.bin"/><Relationship Id="rId28" Type="http://schemas.openxmlformats.org/officeDocument/2006/relationships/image" Target="../media/image382.wmf"/><Relationship Id="rId36" Type="http://schemas.openxmlformats.org/officeDocument/2006/relationships/image" Target="../media/image386.wmf"/><Relationship Id="rId49" Type="http://schemas.openxmlformats.org/officeDocument/2006/relationships/oleObject" Target="../embeddings/oleObject419.bin"/><Relationship Id="rId57" Type="http://schemas.openxmlformats.org/officeDocument/2006/relationships/oleObject" Target="../embeddings/oleObject423.bin"/><Relationship Id="rId10" Type="http://schemas.openxmlformats.org/officeDocument/2006/relationships/image" Target="../media/image373.wmf"/><Relationship Id="rId31" Type="http://schemas.openxmlformats.org/officeDocument/2006/relationships/oleObject" Target="../embeddings/oleObject410.bin"/><Relationship Id="rId44" Type="http://schemas.openxmlformats.org/officeDocument/2006/relationships/image" Target="../media/image390.wmf"/><Relationship Id="rId52" Type="http://schemas.openxmlformats.org/officeDocument/2006/relationships/image" Target="../media/image394.wmf"/><Relationship Id="rId60" Type="http://schemas.openxmlformats.org/officeDocument/2006/relationships/image" Target="../media/image398.wmf"/><Relationship Id="rId65" Type="http://schemas.openxmlformats.org/officeDocument/2006/relationships/oleObject" Target="../embeddings/oleObject427.bin"/><Relationship Id="rId73" Type="http://schemas.openxmlformats.org/officeDocument/2006/relationships/oleObject" Target="../embeddings/oleObject431.bin"/><Relationship Id="rId4" Type="http://schemas.openxmlformats.org/officeDocument/2006/relationships/image" Target="../media/image370.wmf"/><Relationship Id="rId9" Type="http://schemas.openxmlformats.org/officeDocument/2006/relationships/oleObject" Target="../embeddings/oleObject399.bin"/><Relationship Id="rId13" Type="http://schemas.openxmlformats.org/officeDocument/2006/relationships/oleObject" Target="../embeddings/oleObject401.bin"/><Relationship Id="rId18" Type="http://schemas.openxmlformats.org/officeDocument/2006/relationships/image" Target="../media/image377.wmf"/><Relationship Id="rId39" Type="http://schemas.openxmlformats.org/officeDocument/2006/relationships/oleObject" Target="../embeddings/oleObject414.bin"/><Relationship Id="rId34" Type="http://schemas.openxmlformats.org/officeDocument/2006/relationships/image" Target="../media/image385.wmf"/><Relationship Id="rId50" Type="http://schemas.openxmlformats.org/officeDocument/2006/relationships/image" Target="../media/image393.wmf"/><Relationship Id="rId55" Type="http://schemas.openxmlformats.org/officeDocument/2006/relationships/oleObject" Target="../embeddings/oleObject422.bin"/><Relationship Id="rId7" Type="http://schemas.openxmlformats.org/officeDocument/2006/relationships/oleObject" Target="../embeddings/oleObject398.bin"/><Relationship Id="rId71" Type="http://schemas.openxmlformats.org/officeDocument/2006/relationships/oleObject" Target="../embeddings/oleObject430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7.wmf"/><Relationship Id="rId13" Type="http://schemas.openxmlformats.org/officeDocument/2006/relationships/oleObject" Target="../embeddings/oleObject437.bin"/><Relationship Id="rId18" Type="http://schemas.openxmlformats.org/officeDocument/2006/relationships/image" Target="../media/image412.wmf"/><Relationship Id="rId3" Type="http://schemas.openxmlformats.org/officeDocument/2006/relationships/oleObject" Target="../embeddings/oleObject432.bin"/><Relationship Id="rId21" Type="http://schemas.openxmlformats.org/officeDocument/2006/relationships/oleObject" Target="../embeddings/oleObject441.bin"/><Relationship Id="rId7" Type="http://schemas.openxmlformats.org/officeDocument/2006/relationships/oleObject" Target="../embeddings/oleObject434.bin"/><Relationship Id="rId12" Type="http://schemas.openxmlformats.org/officeDocument/2006/relationships/image" Target="../media/image409.wmf"/><Relationship Id="rId17" Type="http://schemas.openxmlformats.org/officeDocument/2006/relationships/oleObject" Target="../embeddings/oleObject43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11.wmf"/><Relationship Id="rId20" Type="http://schemas.openxmlformats.org/officeDocument/2006/relationships/image" Target="../media/image413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406.wmf"/><Relationship Id="rId11" Type="http://schemas.openxmlformats.org/officeDocument/2006/relationships/oleObject" Target="../embeddings/oleObject436.bin"/><Relationship Id="rId5" Type="http://schemas.openxmlformats.org/officeDocument/2006/relationships/oleObject" Target="../embeddings/oleObject433.bin"/><Relationship Id="rId15" Type="http://schemas.openxmlformats.org/officeDocument/2006/relationships/oleObject" Target="../embeddings/oleObject438.bin"/><Relationship Id="rId10" Type="http://schemas.openxmlformats.org/officeDocument/2006/relationships/image" Target="../media/image408.wmf"/><Relationship Id="rId19" Type="http://schemas.openxmlformats.org/officeDocument/2006/relationships/oleObject" Target="../embeddings/oleObject440.bin"/><Relationship Id="rId4" Type="http://schemas.openxmlformats.org/officeDocument/2006/relationships/image" Target="../media/image405.wmf"/><Relationship Id="rId9" Type="http://schemas.openxmlformats.org/officeDocument/2006/relationships/oleObject" Target="../embeddings/oleObject435.bin"/><Relationship Id="rId14" Type="http://schemas.openxmlformats.org/officeDocument/2006/relationships/image" Target="../media/image410.wmf"/><Relationship Id="rId22" Type="http://schemas.openxmlformats.org/officeDocument/2006/relationships/image" Target="../media/image414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7.wmf"/><Relationship Id="rId13" Type="http://schemas.openxmlformats.org/officeDocument/2006/relationships/oleObject" Target="../embeddings/oleObject447.bin"/><Relationship Id="rId18" Type="http://schemas.openxmlformats.org/officeDocument/2006/relationships/image" Target="../media/image422.wmf"/><Relationship Id="rId3" Type="http://schemas.openxmlformats.org/officeDocument/2006/relationships/oleObject" Target="../embeddings/oleObject442.bin"/><Relationship Id="rId21" Type="http://schemas.openxmlformats.org/officeDocument/2006/relationships/oleObject" Target="../embeddings/oleObject451.bin"/><Relationship Id="rId7" Type="http://schemas.openxmlformats.org/officeDocument/2006/relationships/oleObject" Target="../embeddings/oleObject444.bin"/><Relationship Id="rId12" Type="http://schemas.openxmlformats.org/officeDocument/2006/relationships/image" Target="../media/image419.wmf"/><Relationship Id="rId17" Type="http://schemas.openxmlformats.org/officeDocument/2006/relationships/oleObject" Target="../embeddings/oleObject44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21.wmf"/><Relationship Id="rId20" Type="http://schemas.openxmlformats.org/officeDocument/2006/relationships/image" Target="../media/image423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416.wmf"/><Relationship Id="rId11" Type="http://schemas.openxmlformats.org/officeDocument/2006/relationships/oleObject" Target="../embeddings/oleObject446.bin"/><Relationship Id="rId5" Type="http://schemas.openxmlformats.org/officeDocument/2006/relationships/oleObject" Target="../embeddings/oleObject443.bin"/><Relationship Id="rId15" Type="http://schemas.openxmlformats.org/officeDocument/2006/relationships/oleObject" Target="../embeddings/oleObject448.bin"/><Relationship Id="rId10" Type="http://schemas.openxmlformats.org/officeDocument/2006/relationships/image" Target="../media/image418.wmf"/><Relationship Id="rId19" Type="http://schemas.openxmlformats.org/officeDocument/2006/relationships/oleObject" Target="../embeddings/oleObject450.bin"/><Relationship Id="rId4" Type="http://schemas.openxmlformats.org/officeDocument/2006/relationships/image" Target="../media/image415.wmf"/><Relationship Id="rId9" Type="http://schemas.openxmlformats.org/officeDocument/2006/relationships/oleObject" Target="../embeddings/oleObject445.bin"/><Relationship Id="rId14" Type="http://schemas.openxmlformats.org/officeDocument/2006/relationships/image" Target="../media/image420.wmf"/><Relationship Id="rId22" Type="http://schemas.openxmlformats.org/officeDocument/2006/relationships/image" Target="../media/image424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7.wmf"/><Relationship Id="rId13" Type="http://schemas.openxmlformats.org/officeDocument/2006/relationships/oleObject" Target="../embeddings/oleObject457.bin"/><Relationship Id="rId3" Type="http://schemas.openxmlformats.org/officeDocument/2006/relationships/oleObject" Target="../embeddings/oleObject452.bin"/><Relationship Id="rId7" Type="http://schemas.openxmlformats.org/officeDocument/2006/relationships/oleObject" Target="../embeddings/oleObject454.bin"/><Relationship Id="rId12" Type="http://schemas.openxmlformats.org/officeDocument/2006/relationships/image" Target="../media/image428.wmf"/><Relationship Id="rId17" Type="http://schemas.openxmlformats.org/officeDocument/2006/relationships/oleObject" Target="../embeddings/oleObject45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84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426.wmf"/><Relationship Id="rId11" Type="http://schemas.openxmlformats.org/officeDocument/2006/relationships/oleObject" Target="../embeddings/oleObject456.bin"/><Relationship Id="rId5" Type="http://schemas.openxmlformats.org/officeDocument/2006/relationships/oleObject" Target="../embeddings/oleObject453.bin"/><Relationship Id="rId15" Type="http://schemas.openxmlformats.org/officeDocument/2006/relationships/oleObject" Target="../embeddings/oleObject458.bin"/><Relationship Id="rId10" Type="http://schemas.openxmlformats.org/officeDocument/2006/relationships/image" Target="../media/image185.wmf"/><Relationship Id="rId4" Type="http://schemas.openxmlformats.org/officeDocument/2006/relationships/image" Target="../media/image425.wmf"/><Relationship Id="rId9" Type="http://schemas.openxmlformats.org/officeDocument/2006/relationships/oleObject" Target="../embeddings/oleObject455.bin"/><Relationship Id="rId14" Type="http://schemas.openxmlformats.org/officeDocument/2006/relationships/image" Target="../media/image429.wmf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65.bin"/><Relationship Id="rId18" Type="http://schemas.openxmlformats.org/officeDocument/2006/relationships/image" Target="../media/image435.wmf"/><Relationship Id="rId26" Type="http://schemas.openxmlformats.org/officeDocument/2006/relationships/image" Target="../media/image439.wmf"/><Relationship Id="rId39" Type="http://schemas.openxmlformats.org/officeDocument/2006/relationships/oleObject" Target="../embeddings/oleObject478.bin"/><Relationship Id="rId21" Type="http://schemas.openxmlformats.org/officeDocument/2006/relationships/oleObject" Target="../embeddings/oleObject469.bin"/><Relationship Id="rId34" Type="http://schemas.openxmlformats.org/officeDocument/2006/relationships/image" Target="../media/image443.wmf"/><Relationship Id="rId7" Type="http://schemas.openxmlformats.org/officeDocument/2006/relationships/oleObject" Target="../embeddings/oleObject462.bin"/><Relationship Id="rId12" Type="http://schemas.openxmlformats.org/officeDocument/2006/relationships/image" Target="../media/image432.wmf"/><Relationship Id="rId17" Type="http://schemas.openxmlformats.org/officeDocument/2006/relationships/oleObject" Target="../embeddings/oleObject467.bin"/><Relationship Id="rId25" Type="http://schemas.openxmlformats.org/officeDocument/2006/relationships/oleObject" Target="../embeddings/oleObject471.bin"/><Relationship Id="rId33" Type="http://schemas.openxmlformats.org/officeDocument/2006/relationships/oleObject" Target="../embeddings/oleObject475.bin"/><Relationship Id="rId38" Type="http://schemas.openxmlformats.org/officeDocument/2006/relationships/image" Target="../media/image445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34.wmf"/><Relationship Id="rId20" Type="http://schemas.openxmlformats.org/officeDocument/2006/relationships/image" Target="../media/image436.wmf"/><Relationship Id="rId29" Type="http://schemas.openxmlformats.org/officeDocument/2006/relationships/oleObject" Target="../embeddings/oleObject473.bin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05.wmf"/><Relationship Id="rId11" Type="http://schemas.openxmlformats.org/officeDocument/2006/relationships/oleObject" Target="../embeddings/oleObject464.bin"/><Relationship Id="rId24" Type="http://schemas.openxmlformats.org/officeDocument/2006/relationships/image" Target="../media/image438.wmf"/><Relationship Id="rId32" Type="http://schemas.openxmlformats.org/officeDocument/2006/relationships/image" Target="../media/image442.wmf"/><Relationship Id="rId37" Type="http://schemas.openxmlformats.org/officeDocument/2006/relationships/oleObject" Target="../embeddings/oleObject477.bin"/><Relationship Id="rId40" Type="http://schemas.openxmlformats.org/officeDocument/2006/relationships/image" Target="../media/image446.wmf"/><Relationship Id="rId5" Type="http://schemas.openxmlformats.org/officeDocument/2006/relationships/oleObject" Target="../embeddings/oleObject461.bin"/><Relationship Id="rId15" Type="http://schemas.openxmlformats.org/officeDocument/2006/relationships/oleObject" Target="../embeddings/oleObject466.bin"/><Relationship Id="rId23" Type="http://schemas.openxmlformats.org/officeDocument/2006/relationships/oleObject" Target="../embeddings/oleObject470.bin"/><Relationship Id="rId28" Type="http://schemas.openxmlformats.org/officeDocument/2006/relationships/image" Target="../media/image440.wmf"/><Relationship Id="rId36" Type="http://schemas.openxmlformats.org/officeDocument/2006/relationships/image" Target="../media/image444.wmf"/><Relationship Id="rId10" Type="http://schemas.openxmlformats.org/officeDocument/2006/relationships/image" Target="../media/image431.wmf"/><Relationship Id="rId19" Type="http://schemas.openxmlformats.org/officeDocument/2006/relationships/oleObject" Target="../embeddings/oleObject468.bin"/><Relationship Id="rId31" Type="http://schemas.openxmlformats.org/officeDocument/2006/relationships/oleObject" Target="../embeddings/oleObject474.bin"/><Relationship Id="rId4" Type="http://schemas.openxmlformats.org/officeDocument/2006/relationships/image" Target="../media/image430.wmf"/><Relationship Id="rId9" Type="http://schemas.openxmlformats.org/officeDocument/2006/relationships/oleObject" Target="../embeddings/oleObject463.bin"/><Relationship Id="rId14" Type="http://schemas.openxmlformats.org/officeDocument/2006/relationships/image" Target="../media/image433.wmf"/><Relationship Id="rId22" Type="http://schemas.openxmlformats.org/officeDocument/2006/relationships/image" Target="../media/image437.wmf"/><Relationship Id="rId27" Type="http://schemas.openxmlformats.org/officeDocument/2006/relationships/oleObject" Target="../embeddings/oleObject472.bin"/><Relationship Id="rId30" Type="http://schemas.openxmlformats.org/officeDocument/2006/relationships/image" Target="../media/image441.wmf"/><Relationship Id="rId35" Type="http://schemas.openxmlformats.org/officeDocument/2006/relationships/oleObject" Target="../embeddings/oleObject476.bin"/><Relationship Id="rId8" Type="http://schemas.openxmlformats.org/officeDocument/2006/relationships/image" Target="../media/image360.wmf"/><Relationship Id="rId3" Type="http://schemas.openxmlformats.org/officeDocument/2006/relationships/oleObject" Target="../embeddings/oleObject460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9.wmf"/><Relationship Id="rId13" Type="http://schemas.openxmlformats.org/officeDocument/2006/relationships/oleObject" Target="../embeddings/oleObject484.bin"/><Relationship Id="rId18" Type="http://schemas.openxmlformats.org/officeDocument/2006/relationships/image" Target="../media/image454.wmf"/><Relationship Id="rId26" Type="http://schemas.openxmlformats.org/officeDocument/2006/relationships/image" Target="../media/image458.wmf"/><Relationship Id="rId3" Type="http://schemas.openxmlformats.org/officeDocument/2006/relationships/oleObject" Target="../embeddings/oleObject479.bin"/><Relationship Id="rId21" Type="http://schemas.openxmlformats.org/officeDocument/2006/relationships/oleObject" Target="../embeddings/oleObject488.bin"/><Relationship Id="rId7" Type="http://schemas.openxmlformats.org/officeDocument/2006/relationships/oleObject" Target="../embeddings/oleObject481.bin"/><Relationship Id="rId12" Type="http://schemas.openxmlformats.org/officeDocument/2006/relationships/image" Target="../media/image451.wmf"/><Relationship Id="rId17" Type="http://schemas.openxmlformats.org/officeDocument/2006/relationships/oleObject" Target="../embeddings/oleObject486.bin"/><Relationship Id="rId25" Type="http://schemas.openxmlformats.org/officeDocument/2006/relationships/oleObject" Target="../embeddings/oleObject490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53.wmf"/><Relationship Id="rId20" Type="http://schemas.openxmlformats.org/officeDocument/2006/relationships/image" Target="../media/image455.wmf"/><Relationship Id="rId29" Type="http://schemas.openxmlformats.org/officeDocument/2006/relationships/oleObject" Target="../embeddings/oleObject492.bin"/><Relationship Id="rId1" Type="http://schemas.openxmlformats.org/officeDocument/2006/relationships/vmlDrawing" Target="../drawings/vmlDrawing39.vml"/><Relationship Id="rId6" Type="http://schemas.openxmlformats.org/officeDocument/2006/relationships/image" Target="../media/image448.wmf"/><Relationship Id="rId11" Type="http://schemas.openxmlformats.org/officeDocument/2006/relationships/oleObject" Target="../embeddings/oleObject483.bin"/><Relationship Id="rId24" Type="http://schemas.openxmlformats.org/officeDocument/2006/relationships/image" Target="../media/image457.wmf"/><Relationship Id="rId32" Type="http://schemas.openxmlformats.org/officeDocument/2006/relationships/image" Target="../media/image461.wmf"/><Relationship Id="rId5" Type="http://schemas.openxmlformats.org/officeDocument/2006/relationships/oleObject" Target="../embeddings/oleObject480.bin"/><Relationship Id="rId15" Type="http://schemas.openxmlformats.org/officeDocument/2006/relationships/oleObject" Target="../embeddings/oleObject485.bin"/><Relationship Id="rId23" Type="http://schemas.openxmlformats.org/officeDocument/2006/relationships/oleObject" Target="../embeddings/oleObject489.bin"/><Relationship Id="rId28" Type="http://schemas.openxmlformats.org/officeDocument/2006/relationships/image" Target="../media/image459.wmf"/><Relationship Id="rId10" Type="http://schemas.openxmlformats.org/officeDocument/2006/relationships/image" Target="../media/image450.wmf"/><Relationship Id="rId19" Type="http://schemas.openxmlformats.org/officeDocument/2006/relationships/oleObject" Target="../embeddings/oleObject487.bin"/><Relationship Id="rId31" Type="http://schemas.openxmlformats.org/officeDocument/2006/relationships/oleObject" Target="../embeddings/oleObject493.bin"/><Relationship Id="rId4" Type="http://schemas.openxmlformats.org/officeDocument/2006/relationships/image" Target="../media/image447.wmf"/><Relationship Id="rId9" Type="http://schemas.openxmlformats.org/officeDocument/2006/relationships/oleObject" Target="../embeddings/oleObject482.bin"/><Relationship Id="rId14" Type="http://schemas.openxmlformats.org/officeDocument/2006/relationships/image" Target="../media/image452.wmf"/><Relationship Id="rId22" Type="http://schemas.openxmlformats.org/officeDocument/2006/relationships/image" Target="../media/image456.wmf"/><Relationship Id="rId27" Type="http://schemas.openxmlformats.org/officeDocument/2006/relationships/oleObject" Target="../embeddings/oleObject491.bin"/><Relationship Id="rId30" Type="http://schemas.openxmlformats.org/officeDocument/2006/relationships/image" Target="../media/image460.wmf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99.bin"/><Relationship Id="rId18" Type="http://schemas.openxmlformats.org/officeDocument/2006/relationships/oleObject" Target="../embeddings/oleObject502.bin"/><Relationship Id="rId26" Type="http://schemas.openxmlformats.org/officeDocument/2006/relationships/image" Target="../media/image466.wmf"/><Relationship Id="rId3" Type="http://schemas.openxmlformats.org/officeDocument/2006/relationships/oleObject" Target="../embeddings/oleObject494.bin"/><Relationship Id="rId21" Type="http://schemas.openxmlformats.org/officeDocument/2006/relationships/oleObject" Target="../embeddings/oleObject504.bin"/><Relationship Id="rId34" Type="http://schemas.openxmlformats.org/officeDocument/2006/relationships/image" Target="../media/image469.wmf"/><Relationship Id="rId7" Type="http://schemas.openxmlformats.org/officeDocument/2006/relationships/oleObject" Target="../embeddings/oleObject496.bin"/><Relationship Id="rId12" Type="http://schemas.openxmlformats.org/officeDocument/2006/relationships/image" Target="../media/image454.wmf"/><Relationship Id="rId17" Type="http://schemas.openxmlformats.org/officeDocument/2006/relationships/oleObject" Target="../embeddings/oleObject501.bin"/><Relationship Id="rId25" Type="http://schemas.openxmlformats.org/officeDocument/2006/relationships/oleObject" Target="../embeddings/oleObject507.bin"/><Relationship Id="rId33" Type="http://schemas.openxmlformats.org/officeDocument/2006/relationships/oleObject" Target="../embeddings/oleObject51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63.wmf"/><Relationship Id="rId20" Type="http://schemas.openxmlformats.org/officeDocument/2006/relationships/oleObject" Target="../embeddings/oleObject503.bin"/><Relationship Id="rId29" Type="http://schemas.openxmlformats.org/officeDocument/2006/relationships/oleObject" Target="../embeddings/oleObject510.bin"/><Relationship Id="rId1" Type="http://schemas.openxmlformats.org/officeDocument/2006/relationships/vmlDrawing" Target="../drawings/vmlDrawing40.vml"/><Relationship Id="rId6" Type="http://schemas.openxmlformats.org/officeDocument/2006/relationships/image" Target="../media/image462.wmf"/><Relationship Id="rId11" Type="http://schemas.openxmlformats.org/officeDocument/2006/relationships/oleObject" Target="../embeddings/oleObject498.bin"/><Relationship Id="rId24" Type="http://schemas.openxmlformats.org/officeDocument/2006/relationships/oleObject" Target="../embeddings/oleObject506.bin"/><Relationship Id="rId32" Type="http://schemas.openxmlformats.org/officeDocument/2006/relationships/image" Target="../media/image468.wmf"/><Relationship Id="rId5" Type="http://schemas.openxmlformats.org/officeDocument/2006/relationships/oleObject" Target="../embeddings/oleObject495.bin"/><Relationship Id="rId15" Type="http://schemas.openxmlformats.org/officeDocument/2006/relationships/oleObject" Target="../embeddings/oleObject500.bin"/><Relationship Id="rId23" Type="http://schemas.openxmlformats.org/officeDocument/2006/relationships/image" Target="../media/image465.wmf"/><Relationship Id="rId28" Type="http://schemas.openxmlformats.org/officeDocument/2006/relationships/oleObject" Target="../embeddings/oleObject509.bin"/><Relationship Id="rId36" Type="http://schemas.openxmlformats.org/officeDocument/2006/relationships/image" Target="../media/image470.wmf"/><Relationship Id="rId10" Type="http://schemas.openxmlformats.org/officeDocument/2006/relationships/image" Target="../media/image453.wmf"/><Relationship Id="rId19" Type="http://schemas.openxmlformats.org/officeDocument/2006/relationships/image" Target="../media/image464.wmf"/><Relationship Id="rId31" Type="http://schemas.openxmlformats.org/officeDocument/2006/relationships/oleObject" Target="../embeddings/oleObject511.bin"/><Relationship Id="rId4" Type="http://schemas.openxmlformats.org/officeDocument/2006/relationships/image" Target="../media/image450.wmf"/><Relationship Id="rId9" Type="http://schemas.openxmlformats.org/officeDocument/2006/relationships/oleObject" Target="../embeddings/oleObject497.bin"/><Relationship Id="rId14" Type="http://schemas.openxmlformats.org/officeDocument/2006/relationships/image" Target="../media/image455.wmf"/><Relationship Id="rId22" Type="http://schemas.openxmlformats.org/officeDocument/2006/relationships/oleObject" Target="../embeddings/oleObject505.bin"/><Relationship Id="rId27" Type="http://schemas.openxmlformats.org/officeDocument/2006/relationships/oleObject" Target="../embeddings/oleObject508.bin"/><Relationship Id="rId30" Type="http://schemas.openxmlformats.org/officeDocument/2006/relationships/image" Target="../media/image467.wmf"/><Relationship Id="rId35" Type="http://schemas.openxmlformats.org/officeDocument/2006/relationships/oleObject" Target="../embeddings/oleObject513.bin"/><Relationship Id="rId8" Type="http://schemas.openxmlformats.org/officeDocument/2006/relationships/image" Target="../media/image452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3.wmf"/><Relationship Id="rId13" Type="http://schemas.openxmlformats.org/officeDocument/2006/relationships/oleObject" Target="../embeddings/oleObject519.bin"/><Relationship Id="rId18" Type="http://schemas.openxmlformats.org/officeDocument/2006/relationships/image" Target="../media/image478.wmf"/><Relationship Id="rId26" Type="http://schemas.openxmlformats.org/officeDocument/2006/relationships/image" Target="../media/image482.wmf"/><Relationship Id="rId3" Type="http://schemas.openxmlformats.org/officeDocument/2006/relationships/oleObject" Target="../embeddings/oleObject514.bin"/><Relationship Id="rId21" Type="http://schemas.openxmlformats.org/officeDocument/2006/relationships/oleObject" Target="../embeddings/oleObject523.bin"/><Relationship Id="rId7" Type="http://schemas.openxmlformats.org/officeDocument/2006/relationships/oleObject" Target="../embeddings/oleObject516.bin"/><Relationship Id="rId12" Type="http://schemas.openxmlformats.org/officeDocument/2006/relationships/image" Target="../media/image475.wmf"/><Relationship Id="rId17" Type="http://schemas.openxmlformats.org/officeDocument/2006/relationships/oleObject" Target="../embeddings/oleObject521.bin"/><Relationship Id="rId25" Type="http://schemas.openxmlformats.org/officeDocument/2006/relationships/oleObject" Target="../embeddings/oleObject52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77.wmf"/><Relationship Id="rId20" Type="http://schemas.openxmlformats.org/officeDocument/2006/relationships/image" Target="../media/image479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472.wmf"/><Relationship Id="rId11" Type="http://schemas.openxmlformats.org/officeDocument/2006/relationships/oleObject" Target="../embeddings/oleObject518.bin"/><Relationship Id="rId24" Type="http://schemas.openxmlformats.org/officeDocument/2006/relationships/image" Target="../media/image481.wmf"/><Relationship Id="rId5" Type="http://schemas.openxmlformats.org/officeDocument/2006/relationships/oleObject" Target="../embeddings/oleObject515.bin"/><Relationship Id="rId15" Type="http://schemas.openxmlformats.org/officeDocument/2006/relationships/oleObject" Target="../embeddings/oleObject520.bin"/><Relationship Id="rId23" Type="http://schemas.openxmlformats.org/officeDocument/2006/relationships/oleObject" Target="../embeddings/oleObject524.bin"/><Relationship Id="rId10" Type="http://schemas.openxmlformats.org/officeDocument/2006/relationships/image" Target="../media/image474.wmf"/><Relationship Id="rId19" Type="http://schemas.openxmlformats.org/officeDocument/2006/relationships/oleObject" Target="../embeddings/oleObject522.bin"/><Relationship Id="rId4" Type="http://schemas.openxmlformats.org/officeDocument/2006/relationships/image" Target="../media/image471.wmf"/><Relationship Id="rId9" Type="http://schemas.openxmlformats.org/officeDocument/2006/relationships/oleObject" Target="../embeddings/oleObject517.bin"/><Relationship Id="rId14" Type="http://schemas.openxmlformats.org/officeDocument/2006/relationships/image" Target="../media/image476.wmf"/><Relationship Id="rId22" Type="http://schemas.openxmlformats.org/officeDocument/2006/relationships/image" Target="../media/image480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5.wmf"/><Relationship Id="rId13" Type="http://schemas.openxmlformats.org/officeDocument/2006/relationships/oleObject" Target="../embeddings/oleObject531.bin"/><Relationship Id="rId18" Type="http://schemas.openxmlformats.org/officeDocument/2006/relationships/image" Target="../media/image490.wmf"/><Relationship Id="rId3" Type="http://schemas.openxmlformats.org/officeDocument/2006/relationships/oleObject" Target="../embeddings/oleObject526.bin"/><Relationship Id="rId7" Type="http://schemas.openxmlformats.org/officeDocument/2006/relationships/oleObject" Target="../embeddings/oleObject528.bin"/><Relationship Id="rId12" Type="http://schemas.openxmlformats.org/officeDocument/2006/relationships/image" Target="../media/image487.wmf"/><Relationship Id="rId17" Type="http://schemas.openxmlformats.org/officeDocument/2006/relationships/oleObject" Target="../embeddings/oleObject533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89.wmf"/><Relationship Id="rId20" Type="http://schemas.openxmlformats.org/officeDocument/2006/relationships/image" Target="../media/image491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484.wmf"/><Relationship Id="rId11" Type="http://schemas.openxmlformats.org/officeDocument/2006/relationships/oleObject" Target="../embeddings/oleObject530.bin"/><Relationship Id="rId5" Type="http://schemas.openxmlformats.org/officeDocument/2006/relationships/oleObject" Target="../embeddings/oleObject527.bin"/><Relationship Id="rId15" Type="http://schemas.openxmlformats.org/officeDocument/2006/relationships/oleObject" Target="../embeddings/oleObject532.bin"/><Relationship Id="rId10" Type="http://schemas.openxmlformats.org/officeDocument/2006/relationships/image" Target="../media/image486.wmf"/><Relationship Id="rId19" Type="http://schemas.openxmlformats.org/officeDocument/2006/relationships/oleObject" Target="../embeddings/oleObject534.bin"/><Relationship Id="rId4" Type="http://schemas.openxmlformats.org/officeDocument/2006/relationships/image" Target="../media/image483.wmf"/><Relationship Id="rId9" Type="http://schemas.openxmlformats.org/officeDocument/2006/relationships/oleObject" Target="../embeddings/oleObject529.bin"/><Relationship Id="rId14" Type="http://schemas.openxmlformats.org/officeDocument/2006/relationships/image" Target="../media/image488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4.wmf"/><Relationship Id="rId13" Type="http://schemas.openxmlformats.org/officeDocument/2006/relationships/oleObject" Target="../embeddings/oleObject540.bin"/><Relationship Id="rId18" Type="http://schemas.openxmlformats.org/officeDocument/2006/relationships/image" Target="../media/image499.wmf"/><Relationship Id="rId3" Type="http://schemas.openxmlformats.org/officeDocument/2006/relationships/oleObject" Target="../embeddings/oleObject535.bin"/><Relationship Id="rId7" Type="http://schemas.openxmlformats.org/officeDocument/2006/relationships/oleObject" Target="../embeddings/oleObject537.bin"/><Relationship Id="rId12" Type="http://schemas.openxmlformats.org/officeDocument/2006/relationships/image" Target="../media/image496.wmf"/><Relationship Id="rId17" Type="http://schemas.openxmlformats.org/officeDocument/2006/relationships/oleObject" Target="../embeddings/oleObject54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98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493.wmf"/><Relationship Id="rId11" Type="http://schemas.openxmlformats.org/officeDocument/2006/relationships/oleObject" Target="../embeddings/oleObject539.bin"/><Relationship Id="rId5" Type="http://schemas.openxmlformats.org/officeDocument/2006/relationships/oleObject" Target="../embeddings/oleObject536.bin"/><Relationship Id="rId15" Type="http://schemas.openxmlformats.org/officeDocument/2006/relationships/oleObject" Target="../embeddings/oleObject541.bin"/><Relationship Id="rId10" Type="http://schemas.openxmlformats.org/officeDocument/2006/relationships/image" Target="../media/image495.wmf"/><Relationship Id="rId4" Type="http://schemas.openxmlformats.org/officeDocument/2006/relationships/image" Target="../media/image492.wmf"/><Relationship Id="rId9" Type="http://schemas.openxmlformats.org/officeDocument/2006/relationships/oleObject" Target="../embeddings/oleObject538.bin"/><Relationship Id="rId14" Type="http://schemas.openxmlformats.org/officeDocument/2006/relationships/image" Target="../media/image497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2.wmf"/><Relationship Id="rId13" Type="http://schemas.openxmlformats.org/officeDocument/2006/relationships/oleObject" Target="../embeddings/oleObject548.bin"/><Relationship Id="rId3" Type="http://schemas.openxmlformats.org/officeDocument/2006/relationships/oleObject" Target="../embeddings/oleObject543.bin"/><Relationship Id="rId7" Type="http://schemas.openxmlformats.org/officeDocument/2006/relationships/oleObject" Target="../embeddings/oleObject545.bin"/><Relationship Id="rId12" Type="http://schemas.openxmlformats.org/officeDocument/2006/relationships/image" Target="../media/image504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506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501.wmf"/><Relationship Id="rId11" Type="http://schemas.openxmlformats.org/officeDocument/2006/relationships/oleObject" Target="../embeddings/oleObject547.bin"/><Relationship Id="rId5" Type="http://schemas.openxmlformats.org/officeDocument/2006/relationships/oleObject" Target="../embeddings/oleObject544.bin"/><Relationship Id="rId15" Type="http://schemas.openxmlformats.org/officeDocument/2006/relationships/oleObject" Target="../embeddings/oleObject549.bin"/><Relationship Id="rId10" Type="http://schemas.openxmlformats.org/officeDocument/2006/relationships/image" Target="../media/image503.wmf"/><Relationship Id="rId4" Type="http://schemas.openxmlformats.org/officeDocument/2006/relationships/image" Target="../media/image500.wmf"/><Relationship Id="rId9" Type="http://schemas.openxmlformats.org/officeDocument/2006/relationships/oleObject" Target="../embeddings/oleObject546.bin"/><Relationship Id="rId14" Type="http://schemas.openxmlformats.org/officeDocument/2006/relationships/image" Target="../media/image505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3.bin"/><Relationship Id="rId13" Type="http://schemas.openxmlformats.org/officeDocument/2006/relationships/image" Target="../media/image510.wmf"/><Relationship Id="rId18" Type="http://schemas.openxmlformats.org/officeDocument/2006/relationships/oleObject" Target="../embeddings/oleObject558.bin"/><Relationship Id="rId3" Type="http://schemas.openxmlformats.org/officeDocument/2006/relationships/oleObject" Target="../embeddings/oleObject550.bin"/><Relationship Id="rId7" Type="http://schemas.openxmlformats.org/officeDocument/2006/relationships/image" Target="../media/image507.wmf"/><Relationship Id="rId12" Type="http://schemas.openxmlformats.org/officeDocument/2006/relationships/oleObject" Target="../embeddings/oleObject555.bin"/><Relationship Id="rId17" Type="http://schemas.openxmlformats.org/officeDocument/2006/relationships/image" Target="../media/image505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557.bin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552.bin"/><Relationship Id="rId11" Type="http://schemas.openxmlformats.org/officeDocument/2006/relationships/image" Target="../media/image509.wmf"/><Relationship Id="rId5" Type="http://schemas.openxmlformats.org/officeDocument/2006/relationships/oleObject" Target="../embeddings/oleObject551.bin"/><Relationship Id="rId15" Type="http://schemas.openxmlformats.org/officeDocument/2006/relationships/image" Target="../media/image511.wmf"/><Relationship Id="rId10" Type="http://schemas.openxmlformats.org/officeDocument/2006/relationships/oleObject" Target="../embeddings/oleObject554.bin"/><Relationship Id="rId19" Type="http://schemas.openxmlformats.org/officeDocument/2006/relationships/image" Target="../media/image512.wmf"/><Relationship Id="rId4" Type="http://schemas.openxmlformats.org/officeDocument/2006/relationships/image" Target="../media/image503.wmf"/><Relationship Id="rId9" Type="http://schemas.openxmlformats.org/officeDocument/2006/relationships/image" Target="../media/image508.wmf"/><Relationship Id="rId14" Type="http://schemas.openxmlformats.org/officeDocument/2006/relationships/oleObject" Target="../embeddings/oleObject556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8.wmf"/><Relationship Id="rId13" Type="http://schemas.openxmlformats.org/officeDocument/2006/relationships/oleObject" Target="../embeddings/oleObject564.bin"/><Relationship Id="rId3" Type="http://schemas.openxmlformats.org/officeDocument/2006/relationships/oleObject" Target="../embeddings/oleObject559.bin"/><Relationship Id="rId7" Type="http://schemas.openxmlformats.org/officeDocument/2006/relationships/oleObject" Target="../embeddings/oleObject561.bin"/><Relationship Id="rId12" Type="http://schemas.openxmlformats.org/officeDocument/2006/relationships/image" Target="../media/image51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514.wmf"/><Relationship Id="rId11" Type="http://schemas.openxmlformats.org/officeDocument/2006/relationships/oleObject" Target="../embeddings/oleObject563.bin"/><Relationship Id="rId5" Type="http://schemas.openxmlformats.org/officeDocument/2006/relationships/oleObject" Target="../embeddings/oleObject560.bin"/><Relationship Id="rId10" Type="http://schemas.openxmlformats.org/officeDocument/2006/relationships/image" Target="../media/image515.wmf"/><Relationship Id="rId4" Type="http://schemas.openxmlformats.org/officeDocument/2006/relationships/image" Target="../media/image513.wmf"/><Relationship Id="rId9" Type="http://schemas.openxmlformats.org/officeDocument/2006/relationships/oleObject" Target="../embeddings/oleObject562.bin"/><Relationship Id="rId14" Type="http://schemas.openxmlformats.org/officeDocument/2006/relationships/image" Target="../media/image504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9.wmf"/><Relationship Id="rId3" Type="http://schemas.openxmlformats.org/officeDocument/2006/relationships/oleObject" Target="../embeddings/oleObject565.bin"/><Relationship Id="rId7" Type="http://schemas.openxmlformats.org/officeDocument/2006/relationships/oleObject" Target="../embeddings/oleObject56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518.wmf"/><Relationship Id="rId5" Type="http://schemas.openxmlformats.org/officeDocument/2006/relationships/oleObject" Target="../embeddings/oleObject566.bin"/><Relationship Id="rId10" Type="http://schemas.openxmlformats.org/officeDocument/2006/relationships/image" Target="../media/image520.wmf"/><Relationship Id="rId4" Type="http://schemas.openxmlformats.org/officeDocument/2006/relationships/image" Target="../media/image517.wmf"/><Relationship Id="rId9" Type="http://schemas.openxmlformats.org/officeDocument/2006/relationships/oleObject" Target="../embeddings/oleObject568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3.wmf"/><Relationship Id="rId13" Type="http://schemas.openxmlformats.org/officeDocument/2006/relationships/oleObject" Target="../embeddings/oleObject574.bin"/><Relationship Id="rId18" Type="http://schemas.openxmlformats.org/officeDocument/2006/relationships/image" Target="../media/image528.wmf"/><Relationship Id="rId3" Type="http://schemas.openxmlformats.org/officeDocument/2006/relationships/oleObject" Target="../embeddings/oleObject569.bin"/><Relationship Id="rId7" Type="http://schemas.openxmlformats.org/officeDocument/2006/relationships/oleObject" Target="../embeddings/oleObject571.bin"/><Relationship Id="rId12" Type="http://schemas.openxmlformats.org/officeDocument/2006/relationships/image" Target="../media/image525.wmf"/><Relationship Id="rId17" Type="http://schemas.openxmlformats.org/officeDocument/2006/relationships/oleObject" Target="../embeddings/oleObject576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527.w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522.wmf"/><Relationship Id="rId11" Type="http://schemas.openxmlformats.org/officeDocument/2006/relationships/oleObject" Target="../embeddings/oleObject573.bin"/><Relationship Id="rId5" Type="http://schemas.openxmlformats.org/officeDocument/2006/relationships/oleObject" Target="../embeddings/oleObject570.bin"/><Relationship Id="rId15" Type="http://schemas.openxmlformats.org/officeDocument/2006/relationships/oleObject" Target="../embeddings/oleObject575.bin"/><Relationship Id="rId10" Type="http://schemas.openxmlformats.org/officeDocument/2006/relationships/image" Target="../media/image524.wmf"/><Relationship Id="rId4" Type="http://schemas.openxmlformats.org/officeDocument/2006/relationships/image" Target="../media/image521.wmf"/><Relationship Id="rId9" Type="http://schemas.openxmlformats.org/officeDocument/2006/relationships/oleObject" Target="../embeddings/oleObject572.bin"/><Relationship Id="rId14" Type="http://schemas.openxmlformats.org/officeDocument/2006/relationships/image" Target="../media/image526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527.wmf"/><Relationship Id="rId5" Type="http://schemas.openxmlformats.org/officeDocument/2006/relationships/oleObject" Target="../embeddings/oleObject578.bin"/><Relationship Id="rId4" Type="http://schemas.openxmlformats.org/officeDocument/2006/relationships/image" Target="../media/image529.w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2.wmf"/><Relationship Id="rId3" Type="http://schemas.openxmlformats.org/officeDocument/2006/relationships/oleObject" Target="../embeddings/oleObject579.bin"/><Relationship Id="rId7" Type="http://schemas.openxmlformats.org/officeDocument/2006/relationships/oleObject" Target="../embeddings/oleObject581.bin"/><Relationship Id="rId12" Type="http://schemas.openxmlformats.org/officeDocument/2006/relationships/image" Target="../media/image53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531.wmf"/><Relationship Id="rId11" Type="http://schemas.openxmlformats.org/officeDocument/2006/relationships/oleObject" Target="../embeddings/oleObject583.bin"/><Relationship Id="rId5" Type="http://schemas.openxmlformats.org/officeDocument/2006/relationships/oleObject" Target="../embeddings/oleObject580.bin"/><Relationship Id="rId10" Type="http://schemas.openxmlformats.org/officeDocument/2006/relationships/image" Target="../media/image533.wmf"/><Relationship Id="rId4" Type="http://schemas.openxmlformats.org/officeDocument/2006/relationships/image" Target="../media/image530.wmf"/><Relationship Id="rId9" Type="http://schemas.openxmlformats.org/officeDocument/2006/relationships/oleObject" Target="../embeddings/oleObject582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7.wmf"/><Relationship Id="rId13" Type="http://schemas.openxmlformats.org/officeDocument/2006/relationships/oleObject" Target="../embeddings/oleObject589.bin"/><Relationship Id="rId3" Type="http://schemas.openxmlformats.org/officeDocument/2006/relationships/oleObject" Target="../embeddings/oleObject584.bin"/><Relationship Id="rId7" Type="http://schemas.openxmlformats.org/officeDocument/2006/relationships/oleObject" Target="../embeddings/oleObject586.bin"/><Relationship Id="rId12" Type="http://schemas.openxmlformats.org/officeDocument/2006/relationships/image" Target="../media/image539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536.wmf"/><Relationship Id="rId11" Type="http://schemas.openxmlformats.org/officeDocument/2006/relationships/oleObject" Target="../embeddings/oleObject588.bin"/><Relationship Id="rId5" Type="http://schemas.openxmlformats.org/officeDocument/2006/relationships/oleObject" Target="../embeddings/oleObject585.bin"/><Relationship Id="rId10" Type="http://schemas.openxmlformats.org/officeDocument/2006/relationships/image" Target="../media/image538.wmf"/><Relationship Id="rId4" Type="http://schemas.openxmlformats.org/officeDocument/2006/relationships/image" Target="../media/image535.wmf"/><Relationship Id="rId9" Type="http://schemas.openxmlformats.org/officeDocument/2006/relationships/oleObject" Target="../embeddings/oleObject587.bin"/><Relationship Id="rId14" Type="http://schemas.openxmlformats.org/officeDocument/2006/relationships/image" Target="../media/image540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wmf"/><Relationship Id="rId13" Type="http://schemas.openxmlformats.org/officeDocument/2006/relationships/oleObject" Target="../embeddings/oleObject594.bin"/><Relationship Id="rId18" Type="http://schemas.openxmlformats.org/officeDocument/2006/relationships/image" Target="../media/image547.wmf"/><Relationship Id="rId3" Type="http://schemas.openxmlformats.org/officeDocument/2006/relationships/oleObject" Target="../embeddings/oleObject590.bin"/><Relationship Id="rId7" Type="http://schemas.openxmlformats.org/officeDocument/2006/relationships/oleObject" Target="../embeddings/oleObject579.bin"/><Relationship Id="rId12" Type="http://schemas.openxmlformats.org/officeDocument/2006/relationships/image" Target="../media/image544.wmf"/><Relationship Id="rId17" Type="http://schemas.openxmlformats.org/officeDocument/2006/relationships/oleObject" Target="../embeddings/oleObject596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546.wmf"/><Relationship Id="rId1" Type="http://schemas.openxmlformats.org/officeDocument/2006/relationships/vmlDrawing" Target="../drawings/vmlDrawing52.vml"/><Relationship Id="rId6" Type="http://schemas.openxmlformats.org/officeDocument/2006/relationships/image" Target="../media/image542.wmf"/><Relationship Id="rId11" Type="http://schemas.openxmlformats.org/officeDocument/2006/relationships/oleObject" Target="../embeddings/oleObject593.bin"/><Relationship Id="rId5" Type="http://schemas.openxmlformats.org/officeDocument/2006/relationships/oleObject" Target="../embeddings/oleObject591.bin"/><Relationship Id="rId15" Type="http://schemas.openxmlformats.org/officeDocument/2006/relationships/oleObject" Target="../embeddings/oleObject595.bin"/><Relationship Id="rId10" Type="http://schemas.openxmlformats.org/officeDocument/2006/relationships/image" Target="../media/image543.wmf"/><Relationship Id="rId4" Type="http://schemas.openxmlformats.org/officeDocument/2006/relationships/image" Target="../media/image541.wmf"/><Relationship Id="rId9" Type="http://schemas.openxmlformats.org/officeDocument/2006/relationships/oleObject" Target="../embeddings/oleObject592.bin"/><Relationship Id="rId14" Type="http://schemas.openxmlformats.org/officeDocument/2006/relationships/image" Target="../media/image545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wmf"/><Relationship Id="rId3" Type="http://schemas.openxmlformats.org/officeDocument/2006/relationships/oleObject" Target="../embeddings/oleObject597.bin"/><Relationship Id="rId7" Type="http://schemas.openxmlformats.org/officeDocument/2006/relationships/oleObject" Target="../embeddings/oleObject59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549.wmf"/><Relationship Id="rId5" Type="http://schemas.openxmlformats.org/officeDocument/2006/relationships/oleObject" Target="../embeddings/oleObject598.bin"/><Relationship Id="rId10" Type="http://schemas.openxmlformats.org/officeDocument/2006/relationships/image" Target="../media/image551.wmf"/><Relationship Id="rId4" Type="http://schemas.openxmlformats.org/officeDocument/2006/relationships/image" Target="../media/image548.wmf"/><Relationship Id="rId9" Type="http://schemas.openxmlformats.org/officeDocument/2006/relationships/oleObject" Target="../embeddings/oleObject600.bin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BACBFC7A-79F9-4EE1-8CBA-A2B225896A71}"/>
              </a:ext>
            </a:extLst>
          </p:cNvPr>
          <p:cNvSpPr txBox="1">
            <a:spLocks/>
          </p:cNvSpPr>
          <p:nvPr/>
        </p:nvSpPr>
        <p:spPr>
          <a:xfrm>
            <a:off x="685800" y="987574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  导数与微分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DE5121F4-2161-4922-B956-84ABAAA7C269}"/>
              </a:ext>
            </a:extLst>
          </p:cNvPr>
          <p:cNvSpPr txBox="1">
            <a:spLocks/>
          </p:cNvSpPr>
          <p:nvPr/>
        </p:nvSpPr>
        <p:spPr>
          <a:xfrm>
            <a:off x="1475656" y="2355726"/>
            <a:ext cx="640080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函数的求导法则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642F2544-0229-44DC-AA20-3DE26BF43E02}"/>
              </a:ext>
            </a:extLst>
          </p:cNvPr>
          <p:cNvSpPr txBox="1">
            <a:spLocks/>
          </p:cNvSpPr>
          <p:nvPr/>
        </p:nvSpPr>
        <p:spPr>
          <a:xfrm>
            <a:off x="1371600" y="3291830"/>
            <a:ext cx="640080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数学与统计学院   郭晓峰</a:t>
            </a:r>
          </a:p>
        </p:txBody>
      </p:sp>
    </p:spTree>
    <p:extLst>
      <p:ext uri="{BB962C8B-B14F-4D97-AF65-F5344CB8AC3E}">
        <p14:creationId xmlns:p14="http://schemas.microsoft.com/office/powerpoint/2010/main" val="3674357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8">
            <a:hlinkClick r:id="rId2" action="ppaction://hlinksldjump"/>
            <a:extLst>
              <a:ext uri="{FF2B5EF4-FFF2-40B4-BE49-F238E27FC236}">
                <a16:creationId xmlns:a16="http://schemas.microsoft.com/office/drawing/2014/main" id="{A687A473-94EE-4114-A9DB-91923552F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9687" y="1769765"/>
            <a:ext cx="3744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j-ea"/>
                <a:ea typeface="+mj-ea"/>
              </a:rPr>
              <a:t>二、反函数的求导法则   </a:t>
            </a:r>
          </a:p>
        </p:txBody>
      </p:sp>
      <p:sp>
        <p:nvSpPr>
          <p:cNvPr id="4" name="Text Box 39">
            <a:hlinkClick r:id="rId3" action="ppaction://hlinksldjump"/>
            <a:extLst>
              <a:ext uri="{FF2B5EF4-FFF2-40B4-BE49-F238E27FC236}">
                <a16:creationId xmlns:a16="http://schemas.microsoft.com/office/drawing/2014/main" id="{E1BB8020-1CA6-45E5-B25E-000C573BA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9687" y="2455565"/>
            <a:ext cx="35894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j-ea"/>
                <a:ea typeface="+mj-ea"/>
              </a:rPr>
              <a:t>三、复合函数求导法则  </a:t>
            </a:r>
          </a:p>
        </p:txBody>
      </p:sp>
      <p:sp>
        <p:nvSpPr>
          <p:cNvPr id="5" name="Text Box 40">
            <a:hlinkClick r:id="rId4" action="ppaction://hlinksldjump"/>
            <a:extLst>
              <a:ext uri="{FF2B5EF4-FFF2-40B4-BE49-F238E27FC236}">
                <a16:creationId xmlns:a16="http://schemas.microsoft.com/office/drawing/2014/main" id="{08D1444E-FFB3-4642-8EAE-C872A3318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9687" y="3150890"/>
            <a:ext cx="38988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j-ea"/>
                <a:ea typeface="+mj-ea"/>
              </a:rPr>
              <a:t>四、初等函数的求导问题  </a:t>
            </a:r>
          </a:p>
        </p:txBody>
      </p:sp>
      <p:sp>
        <p:nvSpPr>
          <p:cNvPr id="6" name="Text Box 42">
            <a:extLst>
              <a:ext uri="{FF2B5EF4-FFF2-40B4-BE49-F238E27FC236}">
                <a16:creationId xmlns:a16="http://schemas.microsoft.com/office/drawing/2014/main" id="{FFC0E6A9-955A-45C5-B593-28E3E2E36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9687" y="1083965"/>
            <a:ext cx="37417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j-ea"/>
                <a:ea typeface="+mj-ea"/>
              </a:rPr>
              <a:t>一、四则运算求导法则   </a:t>
            </a:r>
          </a:p>
        </p:txBody>
      </p:sp>
      <p:sp>
        <p:nvSpPr>
          <p:cNvPr id="7" name="AutoShape 4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D82DC5C-D240-43DF-AE3F-EFF93B4DC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131590"/>
            <a:ext cx="3962400" cy="5334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52884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>
            <a:extLst>
              <a:ext uri="{FF2B5EF4-FFF2-40B4-BE49-F238E27FC236}">
                <a16:creationId xmlns:a16="http://schemas.microsoft.com/office/drawing/2014/main" id="{A64F7F2A-CABE-49EA-9AF2-98FA5F0FF5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88651" y="282606"/>
            <a:ext cx="6375638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 函数的和、差、积、商的求导法则</a:t>
            </a:r>
          </a:p>
        </p:txBody>
      </p:sp>
      <p:sp>
        <p:nvSpPr>
          <p:cNvPr id="67" name="Rectangle 3">
            <a:extLst>
              <a:ext uri="{FF2B5EF4-FFF2-40B4-BE49-F238E27FC236}">
                <a16:creationId xmlns:a16="http://schemas.microsoft.com/office/drawing/2014/main" id="{DBBAF03E-2699-4BF9-8643-38E3004F1958}"/>
              </a:ext>
            </a:extLst>
          </p:cNvPr>
          <p:cNvSpPr txBox="1">
            <a:spLocks noChangeArrowheads="1"/>
          </p:cNvSpPr>
          <p:nvPr/>
        </p:nvSpPr>
        <p:spPr>
          <a:xfrm>
            <a:off x="807474" y="901996"/>
            <a:ext cx="812198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定理</a:t>
            </a:r>
          </a:p>
        </p:txBody>
      </p:sp>
      <p:sp>
        <p:nvSpPr>
          <p:cNvPr id="72" name="Rectangle 3">
            <a:extLst>
              <a:ext uri="{FF2B5EF4-FFF2-40B4-BE49-F238E27FC236}">
                <a16:creationId xmlns:a16="http://schemas.microsoft.com/office/drawing/2014/main" id="{1976CF86-89E1-41D0-A972-0AA90CAF24DE}"/>
              </a:ext>
            </a:extLst>
          </p:cNvPr>
          <p:cNvSpPr txBox="1">
            <a:spLocks noChangeArrowheads="1"/>
          </p:cNvSpPr>
          <p:nvPr/>
        </p:nvSpPr>
        <p:spPr>
          <a:xfrm>
            <a:off x="6589876" y="876880"/>
            <a:ext cx="2232248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那么它们的和、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7E5D8EC-0F11-4422-BF9A-4F518550CB19}"/>
              </a:ext>
            </a:extLst>
          </p:cNvPr>
          <p:cNvGrpSpPr/>
          <p:nvPr/>
        </p:nvGrpSpPr>
        <p:grpSpPr>
          <a:xfrm>
            <a:off x="1619672" y="876880"/>
            <a:ext cx="5153549" cy="482316"/>
            <a:chOff x="841912" y="2318034"/>
            <a:chExt cx="5153549" cy="482316"/>
          </a:xfrm>
        </p:grpSpPr>
        <p:sp>
          <p:nvSpPr>
            <p:cNvPr id="68" name="Rectangle 3">
              <a:extLst>
                <a:ext uri="{FF2B5EF4-FFF2-40B4-BE49-F238E27FC236}">
                  <a16:creationId xmlns:a16="http://schemas.microsoft.com/office/drawing/2014/main" id="{192453FC-8F91-4F69-9E5D-280E615942A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41912" y="2343150"/>
              <a:ext cx="1656184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如果函数</a:t>
              </a:r>
            </a:p>
          </p:txBody>
        </p:sp>
        <p:sp>
          <p:nvSpPr>
            <p:cNvPr id="69" name="Rectangle 3">
              <a:extLst>
                <a:ext uri="{FF2B5EF4-FFF2-40B4-BE49-F238E27FC236}">
                  <a16:creationId xmlns:a16="http://schemas.microsoft.com/office/drawing/2014/main" id="{8EA6F675-FF60-47A5-A2C8-937958EEA43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748306" y="2343150"/>
              <a:ext cx="576064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及</a:t>
              </a:r>
            </a:p>
          </p:txBody>
        </p:sp>
        <p:sp>
          <p:nvSpPr>
            <p:cNvPr id="70" name="Rectangle 3">
              <a:extLst>
                <a:ext uri="{FF2B5EF4-FFF2-40B4-BE49-F238E27FC236}">
                  <a16:creationId xmlns:a16="http://schemas.microsoft.com/office/drawing/2014/main" id="{4A655F6E-EAA4-452C-9FE6-365E173EB99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689902" y="2318034"/>
              <a:ext cx="115212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都在点</a:t>
              </a:r>
            </a:p>
          </p:txBody>
        </p:sp>
        <p:sp>
          <p:nvSpPr>
            <p:cNvPr id="71" name="Rectangle 3">
              <a:extLst>
                <a:ext uri="{FF2B5EF4-FFF2-40B4-BE49-F238E27FC236}">
                  <a16:creationId xmlns:a16="http://schemas.microsoft.com/office/drawing/2014/main" id="{A9C7B2D2-451A-43D8-BD78-5217E1D5463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951345" y="2318034"/>
              <a:ext cx="1044116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可导，</a:t>
              </a:r>
            </a:p>
          </p:txBody>
        </p:sp>
        <p:graphicFrame>
          <p:nvGraphicFramePr>
            <p:cNvPr id="73" name="Object 11">
              <a:extLst>
                <a:ext uri="{FF2B5EF4-FFF2-40B4-BE49-F238E27FC236}">
                  <a16:creationId xmlns:a16="http://schemas.microsoft.com/office/drawing/2014/main" id="{A84691D3-F917-442B-8EF8-31312FD69AC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86946" y="243233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350" name="Equation" r:id="rId4" imgW="622080" imgH="342720" progId="Equation.DSMT4">
                    <p:embed/>
                  </p:oleObj>
                </mc:Choice>
                <mc:Fallback>
                  <p:oleObj name="Equation" r:id="rId4" imgW="622080" imgH="342720" progId="Equation.DSMT4">
                    <p:embed/>
                    <p:pic>
                      <p:nvPicPr>
                        <p:cNvPr id="0" name="Picture 10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6946" y="2432334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1">
              <a:extLst>
                <a:ext uri="{FF2B5EF4-FFF2-40B4-BE49-F238E27FC236}">
                  <a16:creationId xmlns:a16="http://schemas.microsoft.com/office/drawing/2014/main" id="{34704A66-2E93-4B26-9C75-8831C820300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162639" y="2400300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351" name="Equation" r:id="rId6" imgW="596880" imgH="342720" progId="Equation.DSMT4">
                    <p:embed/>
                  </p:oleObj>
                </mc:Choice>
                <mc:Fallback>
                  <p:oleObj name="Equation" r:id="rId6" imgW="596880" imgH="342720" progId="Equation.DSMT4">
                    <p:embed/>
                    <p:pic>
                      <p:nvPicPr>
                        <p:cNvPr id="0" name="Picture 10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2639" y="2400300"/>
                          <a:ext cx="596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1">
              <a:extLst>
                <a:ext uri="{FF2B5EF4-FFF2-40B4-BE49-F238E27FC236}">
                  <a16:creationId xmlns:a16="http://schemas.microsoft.com/office/drawing/2014/main" id="{7EF4947B-E0A8-4238-9336-238EF298C84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746780" y="247015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352" name="Equation" r:id="rId8" imgW="190440" imgH="203040" progId="Equation.DSMT4">
                    <p:embed/>
                  </p:oleObj>
                </mc:Choice>
                <mc:Fallback>
                  <p:oleObj name="Equation" r:id="rId8" imgW="190440" imgH="203040" progId="Equation.DSMT4">
                    <p:embed/>
                    <p:pic>
                      <p:nvPicPr>
                        <p:cNvPr id="0" name="Picture 10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6780" y="247015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96909A87-E013-4C29-B04F-A2129DF6DFEE}"/>
              </a:ext>
            </a:extLst>
          </p:cNvPr>
          <p:cNvGrpSpPr/>
          <p:nvPr/>
        </p:nvGrpSpPr>
        <p:grpSpPr>
          <a:xfrm>
            <a:off x="179513" y="1406052"/>
            <a:ext cx="6410362" cy="457200"/>
            <a:chOff x="403197" y="2330450"/>
            <a:chExt cx="3674930" cy="457200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2D07D166-233B-498F-979C-8C052CF4A8A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03197" y="2330450"/>
              <a:ext cx="2908539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400" b="1" dirty="0">
                  <a:latin typeface="+mn-ea"/>
                  <a:ea typeface="+mn-ea"/>
                </a:rPr>
                <a:t> </a:t>
              </a:r>
              <a:r>
                <a:rPr lang="zh-CN" altLang="en-US" sz="2400" b="1" dirty="0">
                  <a:latin typeface="+mn-ea"/>
                  <a:ea typeface="+mn-ea"/>
                </a:rPr>
                <a:t>差、积、商</a:t>
              </a:r>
              <a:r>
                <a:rPr lang="en-US" altLang="zh-CN" sz="2400" b="1" dirty="0">
                  <a:latin typeface="+mn-ea"/>
                  <a:ea typeface="+mn-ea"/>
                </a:rPr>
                <a:t>(</a:t>
              </a:r>
              <a:r>
                <a:rPr lang="zh-CN" altLang="en-US" sz="2400" b="1" dirty="0">
                  <a:latin typeface="+mn-ea"/>
                  <a:ea typeface="+mn-ea"/>
                </a:rPr>
                <a:t>分母不为零）都在点</a:t>
              </a:r>
            </a:p>
          </p:txBody>
        </p:sp>
        <p:graphicFrame>
          <p:nvGraphicFramePr>
            <p:cNvPr id="14" name="Object 11">
              <a:extLst>
                <a:ext uri="{FF2B5EF4-FFF2-40B4-BE49-F238E27FC236}">
                  <a16:creationId xmlns:a16="http://schemas.microsoft.com/office/drawing/2014/main" id="{D4A21134-10EF-45C2-80A9-FCEE588C19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5416181"/>
                </p:ext>
              </p:extLst>
            </p:nvPr>
          </p:nvGraphicFramePr>
          <p:xfrm>
            <a:off x="3082576" y="2503772"/>
            <a:ext cx="109175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353" name="Equation" r:id="rId10" imgW="190440" imgH="203040" progId="Equation.DSMT4">
                    <p:embed/>
                  </p:oleObj>
                </mc:Choice>
                <mc:Fallback>
                  <p:oleObj name="Equation" r:id="rId10" imgW="190440" imgH="203040" progId="Equation.DSMT4">
                    <p:embed/>
                    <p:pic>
                      <p:nvPicPr>
                        <p:cNvPr id="0" name="Picture 10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2576" y="2503772"/>
                          <a:ext cx="109175" cy="203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8188AFF8-8267-414A-AB47-B7205193D42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169004" y="2330450"/>
              <a:ext cx="909123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可导，且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0925973C-F512-4D60-90A5-36D4B83FC94B}"/>
              </a:ext>
            </a:extLst>
          </p:cNvPr>
          <p:cNvGrpSpPr/>
          <p:nvPr/>
        </p:nvGrpSpPr>
        <p:grpSpPr>
          <a:xfrm>
            <a:off x="660267" y="2112004"/>
            <a:ext cx="4497521" cy="457200"/>
            <a:chOff x="693527" y="2797175"/>
            <a:chExt cx="4497521" cy="457200"/>
          </a:xfrm>
        </p:grpSpPr>
        <p:graphicFrame>
          <p:nvGraphicFramePr>
            <p:cNvPr id="18" name="Object 11">
              <a:extLst>
                <a:ext uri="{FF2B5EF4-FFF2-40B4-BE49-F238E27FC236}">
                  <a16:creationId xmlns:a16="http://schemas.microsoft.com/office/drawing/2014/main" id="{B6BC2CF6-9FD4-4005-86F2-1A98F30B0B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7422929"/>
                </p:ext>
              </p:extLst>
            </p:nvPr>
          </p:nvGraphicFramePr>
          <p:xfrm>
            <a:off x="1558848" y="2852109"/>
            <a:ext cx="3632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354" name="Equation" r:id="rId12" imgW="3632040" imgH="355320" progId="Equation.DSMT4">
                    <p:embed/>
                  </p:oleObj>
                </mc:Choice>
                <mc:Fallback>
                  <p:oleObj name="Equation" r:id="rId12" imgW="3632040" imgH="355320" progId="Equation.DSMT4">
                    <p:embed/>
                    <p:pic>
                      <p:nvPicPr>
                        <p:cNvPr id="0" name="Picture 10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8848" y="2852109"/>
                          <a:ext cx="36322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D7CA7AE8-8EE8-4B40-8462-A7EFBE17B58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93527" y="2797175"/>
              <a:ext cx="81219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ea typeface="等线 Light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2400" b="1" dirty="0">
                  <a:latin typeface="Times New Roman" panose="02020603050405020304" pitchFamily="18" charset="0"/>
                  <a:ea typeface="等线 Light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2400" b="1" dirty="0">
                  <a:latin typeface="Times New Roman" panose="02020603050405020304" pitchFamily="18" charset="0"/>
                  <a:ea typeface="等线 Light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1AEE648-7150-432F-9E7B-7DF272AA261F}"/>
              </a:ext>
            </a:extLst>
          </p:cNvPr>
          <p:cNvGrpSpPr/>
          <p:nvPr/>
        </p:nvGrpSpPr>
        <p:grpSpPr>
          <a:xfrm>
            <a:off x="660267" y="2680972"/>
            <a:ext cx="5540508" cy="457200"/>
            <a:chOff x="660267" y="3053200"/>
            <a:chExt cx="5540508" cy="457200"/>
          </a:xfrm>
        </p:grpSpPr>
        <p:graphicFrame>
          <p:nvGraphicFramePr>
            <p:cNvPr id="20" name="Object 11">
              <a:extLst>
                <a:ext uri="{FF2B5EF4-FFF2-40B4-BE49-F238E27FC236}">
                  <a16:creationId xmlns:a16="http://schemas.microsoft.com/office/drawing/2014/main" id="{8DF06074-1958-4897-81DC-65530398E4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8766646"/>
                </p:ext>
              </p:extLst>
            </p:nvPr>
          </p:nvGraphicFramePr>
          <p:xfrm>
            <a:off x="1527175" y="3110666"/>
            <a:ext cx="4673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355" name="Equation" r:id="rId14" imgW="4673520" imgH="355320" progId="Equation.DSMT4">
                    <p:embed/>
                  </p:oleObj>
                </mc:Choice>
                <mc:Fallback>
                  <p:oleObj name="Equation" r:id="rId14" imgW="4673520" imgH="355320" progId="Equation.DSMT4">
                    <p:embed/>
                    <p:pic>
                      <p:nvPicPr>
                        <p:cNvPr id="0" name="Picture 10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7175" y="3110666"/>
                          <a:ext cx="46736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11E3446B-67A2-4A7E-9012-01D2F100C5E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60267" y="3053200"/>
              <a:ext cx="81219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ea typeface="等线 Light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2400" b="1" dirty="0">
                  <a:latin typeface="Times New Roman" panose="02020603050405020304" pitchFamily="18" charset="0"/>
                  <a:ea typeface="等线 Light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2400" b="1" dirty="0">
                  <a:latin typeface="Times New Roman" panose="02020603050405020304" pitchFamily="18" charset="0"/>
                  <a:ea typeface="等线 Light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868B52F-A738-4854-BE7E-F9AF74EB93E0}"/>
              </a:ext>
            </a:extLst>
          </p:cNvPr>
          <p:cNvGrpSpPr/>
          <p:nvPr/>
        </p:nvGrpSpPr>
        <p:grpSpPr>
          <a:xfrm>
            <a:off x="660267" y="3255963"/>
            <a:ext cx="6378708" cy="1003300"/>
            <a:chOff x="660267" y="3255963"/>
            <a:chExt cx="6378708" cy="1003300"/>
          </a:xfrm>
        </p:grpSpPr>
        <p:graphicFrame>
          <p:nvGraphicFramePr>
            <p:cNvPr id="23" name="Object 11">
              <a:extLst>
                <a:ext uri="{FF2B5EF4-FFF2-40B4-BE49-F238E27FC236}">
                  <a16:creationId xmlns:a16="http://schemas.microsoft.com/office/drawing/2014/main" id="{257D68E3-BD25-46C9-8847-353DDA62DB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384692"/>
                </p:ext>
              </p:extLst>
            </p:nvPr>
          </p:nvGraphicFramePr>
          <p:xfrm>
            <a:off x="1438275" y="3255963"/>
            <a:ext cx="5600700" cy="1003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356" name="Equation" r:id="rId16" imgW="5600520" imgH="1002960" progId="Equation.DSMT4">
                    <p:embed/>
                  </p:oleObj>
                </mc:Choice>
                <mc:Fallback>
                  <p:oleObj name="Equation" r:id="rId16" imgW="5600520" imgH="1002960" progId="Equation.DSMT4">
                    <p:embed/>
                    <p:pic>
                      <p:nvPicPr>
                        <p:cNvPr id="0" name="Picture 10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8275" y="3255963"/>
                          <a:ext cx="5600700" cy="1003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8A1DF1B1-8960-48D3-BD4A-2F10AB30DE9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60267" y="3552461"/>
              <a:ext cx="81219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ea typeface="等线 Light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2400" b="1" dirty="0">
                  <a:latin typeface="Times New Roman" panose="02020603050405020304" pitchFamily="18" charset="0"/>
                  <a:ea typeface="等线 Light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en-US" sz="2400" b="1" dirty="0">
                  <a:latin typeface="Times New Roman" panose="02020603050405020304" pitchFamily="18" charset="0"/>
                  <a:ea typeface="等线 Light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977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3">
            <a:extLst>
              <a:ext uri="{FF2B5EF4-FFF2-40B4-BE49-F238E27FC236}">
                <a16:creationId xmlns:a16="http://schemas.microsoft.com/office/drawing/2014/main" id="{DBBAF03E-2699-4BF9-8643-38E3004F1958}"/>
              </a:ext>
            </a:extLst>
          </p:cNvPr>
          <p:cNvSpPr txBox="1">
            <a:spLocks noChangeArrowheads="1"/>
          </p:cNvSpPr>
          <p:nvPr/>
        </p:nvSpPr>
        <p:spPr>
          <a:xfrm>
            <a:off x="665535" y="453391"/>
            <a:ext cx="93610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注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1.</a:t>
            </a:r>
            <a:endParaRPr lang="zh-CN" altLang="en-US" sz="2400" b="1" dirty="0">
              <a:solidFill>
                <a:srgbClr val="0066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11">
            <a:extLst>
              <a:ext uri="{FF2B5EF4-FFF2-40B4-BE49-F238E27FC236}">
                <a16:creationId xmlns:a16="http://schemas.microsoft.com/office/drawing/2014/main" id="{B6BC2CF6-9FD4-4005-86F2-1A98F30B0B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706520"/>
              </p:ext>
            </p:extLst>
          </p:nvPr>
        </p:nvGraphicFramePr>
        <p:xfrm>
          <a:off x="1622931" y="1154789"/>
          <a:ext cx="5118100" cy="341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336" name="Equation" r:id="rId4" imgW="5117760" imgH="355320" progId="Equation.DSMT4">
                  <p:embed/>
                </p:oleObj>
              </mc:Choice>
              <mc:Fallback>
                <p:oleObj name="Equation" r:id="rId4" imgW="5117760" imgH="355320" progId="Equation.DSMT4">
                  <p:embed/>
                  <p:pic>
                    <p:nvPicPr>
                      <p:cNvPr id="0" name="Picture 8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931" y="1154789"/>
                        <a:ext cx="5118100" cy="3418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1">
            <a:extLst>
              <a:ext uri="{FF2B5EF4-FFF2-40B4-BE49-F238E27FC236}">
                <a16:creationId xmlns:a16="http://schemas.microsoft.com/office/drawing/2014/main" id="{8DF06074-1958-4897-81DC-65530398E4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483700"/>
              </p:ext>
            </p:extLst>
          </p:nvPr>
        </p:nvGraphicFramePr>
        <p:xfrm>
          <a:off x="381063" y="1736416"/>
          <a:ext cx="8369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337" name="Equation" r:id="rId6" imgW="8369280" imgH="355320" progId="Equation.DSMT4">
                  <p:embed/>
                </p:oleObj>
              </mc:Choice>
              <mc:Fallback>
                <p:oleObj name="Equation" r:id="rId6" imgW="8369280" imgH="355320" progId="Equation.DSMT4">
                  <p:embed/>
                  <p:pic>
                    <p:nvPicPr>
                      <p:cNvPr id="0" name="Picture 8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63" y="1736416"/>
                        <a:ext cx="83693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1">
            <a:extLst>
              <a:ext uri="{FF2B5EF4-FFF2-40B4-BE49-F238E27FC236}">
                <a16:creationId xmlns:a16="http://schemas.microsoft.com/office/drawing/2014/main" id="{257D68E3-BD25-46C9-8847-353DDA62D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113303"/>
              </p:ext>
            </p:extLst>
          </p:nvPr>
        </p:nvGraphicFramePr>
        <p:xfrm>
          <a:off x="2562063" y="3590013"/>
          <a:ext cx="37084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338" name="Equation" r:id="rId8" imgW="3708360" imgH="1002960" progId="Equation.DSMT4">
                  <p:embed/>
                </p:oleObj>
              </mc:Choice>
              <mc:Fallback>
                <p:oleObj name="Equation" r:id="rId8" imgW="3708360" imgH="1002960" progId="Equation.DSMT4">
                  <p:embed/>
                  <p:pic>
                    <p:nvPicPr>
                      <p:cNvPr id="0" name="Picture 8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063" y="3590013"/>
                        <a:ext cx="3708400" cy="10033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2E565FC-DB18-4752-A151-43949B2A4F77}"/>
              </a:ext>
            </a:extLst>
          </p:cNvPr>
          <p:cNvSpPr txBox="1"/>
          <p:nvPr/>
        </p:nvSpPr>
        <p:spPr>
          <a:xfrm>
            <a:off x="1511153" y="439866"/>
            <a:ext cx="7632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公式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可以推广到有限个可导函数的情形，如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F8E5F0AC-337F-4DD8-B189-18D7F261CD27}"/>
              </a:ext>
            </a:extLst>
          </p:cNvPr>
          <p:cNvSpPr txBox="1">
            <a:spLocks noChangeArrowheads="1"/>
          </p:cNvSpPr>
          <p:nvPr/>
        </p:nvSpPr>
        <p:spPr>
          <a:xfrm>
            <a:off x="889027" y="2378276"/>
            <a:ext cx="812198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endParaRPr lang="zh-CN" altLang="en-US" sz="2400" b="1" dirty="0">
              <a:solidFill>
                <a:srgbClr val="0066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335596B-1D2D-4252-89A6-E781668190E2}"/>
              </a:ext>
            </a:extLst>
          </p:cNvPr>
          <p:cNvGrpSpPr/>
          <p:nvPr/>
        </p:nvGrpSpPr>
        <p:grpSpPr>
          <a:xfrm>
            <a:off x="1629218" y="2391931"/>
            <a:ext cx="2990741" cy="461665"/>
            <a:chOff x="1622931" y="2600137"/>
            <a:chExt cx="2990741" cy="461665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E1D33B4-D860-429F-93A8-7DAD80798AC9}"/>
                </a:ext>
              </a:extLst>
            </p:cNvPr>
            <p:cNvSpPr txBox="1"/>
            <p:nvPr/>
          </p:nvSpPr>
          <p:spPr>
            <a:xfrm>
              <a:off x="1622931" y="2600137"/>
              <a:ext cx="17969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公式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中取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1B28329B-646A-4460-9D21-CA27C53DC2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3620"/>
                </p:ext>
              </p:extLst>
            </p:nvPr>
          </p:nvGraphicFramePr>
          <p:xfrm>
            <a:off x="3419872" y="2639152"/>
            <a:ext cx="1193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339" name="Equation" r:id="rId10" imgW="1193760" imgH="342720" progId="Equation.DSMT4">
                    <p:embed/>
                  </p:oleObj>
                </mc:Choice>
                <mc:Fallback>
                  <p:oleObj name="Equation" r:id="rId10" imgW="1193760" imgH="342720" progId="Equation.DSMT4">
                    <p:embed/>
                    <p:pic>
                      <p:nvPicPr>
                        <p:cNvPr id="0" name="Picture 8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872" y="2639152"/>
                          <a:ext cx="11938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AC4925-6EF0-4128-8CEC-71AA50FEE67C}"/>
              </a:ext>
            </a:extLst>
          </p:cNvPr>
          <p:cNvGrpSpPr/>
          <p:nvPr/>
        </p:nvGrpSpPr>
        <p:grpSpPr>
          <a:xfrm>
            <a:off x="4572000" y="2322425"/>
            <a:ext cx="3396925" cy="461665"/>
            <a:chOff x="5034850" y="2572391"/>
            <a:chExt cx="3396925" cy="461665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A9C6791-4624-46B3-AE89-14A3289FCD37}"/>
                </a:ext>
              </a:extLst>
            </p:cNvPr>
            <p:cNvSpPr txBox="1"/>
            <p:nvPr/>
          </p:nvSpPr>
          <p:spPr>
            <a:xfrm>
              <a:off x="5034850" y="2572391"/>
              <a:ext cx="8121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可得</a:t>
              </a:r>
            </a:p>
          </p:txBody>
        </p: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45992ED5-410D-4EE3-A529-196A110265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8296420"/>
                </p:ext>
              </p:extLst>
            </p:nvPr>
          </p:nvGraphicFramePr>
          <p:xfrm>
            <a:off x="5891775" y="2670992"/>
            <a:ext cx="2540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340" name="Equation" r:id="rId12" imgW="2539800" imgH="355320" progId="Equation.DSMT4">
                    <p:embed/>
                  </p:oleObj>
                </mc:Choice>
                <mc:Fallback>
                  <p:oleObj name="Equation" r:id="rId12" imgW="2539800" imgH="355320" progId="Equation.DSMT4">
                    <p:embed/>
                    <p:pic>
                      <p:nvPicPr>
                        <p:cNvPr id="0" name="Picture 8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1775" y="2670992"/>
                          <a:ext cx="25400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Rectangle 3">
            <a:extLst>
              <a:ext uri="{FF2B5EF4-FFF2-40B4-BE49-F238E27FC236}">
                <a16:creationId xmlns:a16="http://schemas.microsoft.com/office/drawing/2014/main" id="{5BEBAB1F-32FA-4DC4-BFA6-4B63D296F84C}"/>
              </a:ext>
            </a:extLst>
          </p:cNvPr>
          <p:cNvSpPr txBox="1">
            <a:spLocks noChangeArrowheads="1"/>
          </p:cNvSpPr>
          <p:nvPr/>
        </p:nvSpPr>
        <p:spPr>
          <a:xfrm>
            <a:off x="867735" y="2979309"/>
            <a:ext cx="812198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</a:t>
            </a:r>
            <a:endParaRPr lang="zh-CN" altLang="en-US" sz="2400" b="1" dirty="0">
              <a:solidFill>
                <a:srgbClr val="0066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E705191-D677-4441-8557-127B4C7B5D2E}"/>
              </a:ext>
            </a:extLst>
          </p:cNvPr>
          <p:cNvGrpSpPr/>
          <p:nvPr/>
        </p:nvGrpSpPr>
        <p:grpSpPr>
          <a:xfrm>
            <a:off x="1607926" y="2992964"/>
            <a:ext cx="2848032" cy="461665"/>
            <a:chOff x="1622931" y="3315060"/>
            <a:chExt cx="2848032" cy="461665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3F65093-C88B-4E98-B7C9-C9BA66D57E12}"/>
                </a:ext>
              </a:extLst>
            </p:cNvPr>
            <p:cNvSpPr txBox="1"/>
            <p:nvPr/>
          </p:nvSpPr>
          <p:spPr>
            <a:xfrm>
              <a:off x="1622931" y="3315060"/>
              <a:ext cx="22841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公式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中取</a:t>
              </a:r>
            </a:p>
          </p:txBody>
        </p: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BA582C90-A695-4223-B0A9-0AF0C8D397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9212215"/>
                </p:ext>
              </p:extLst>
            </p:nvPr>
          </p:nvGraphicFramePr>
          <p:xfrm>
            <a:off x="3378763" y="3390527"/>
            <a:ext cx="109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341" name="Equation" r:id="rId14" imgW="1091880" imgH="342720" progId="Equation.DSMT4">
                    <p:embed/>
                  </p:oleObj>
                </mc:Choice>
                <mc:Fallback>
                  <p:oleObj name="Equation" r:id="rId14" imgW="1091880" imgH="342720" progId="Equation.DSMT4">
                    <p:embed/>
                    <p:pic>
                      <p:nvPicPr>
                        <p:cNvPr id="0" name="Picture 8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8763" y="3390527"/>
                          <a:ext cx="10922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79B6CC2A-A162-46F6-B332-56B52D08CF95}"/>
              </a:ext>
            </a:extLst>
          </p:cNvPr>
          <p:cNvSpPr txBox="1"/>
          <p:nvPr/>
        </p:nvSpPr>
        <p:spPr>
          <a:xfrm>
            <a:off x="4455958" y="2963830"/>
            <a:ext cx="812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可得</a:t>
            </a:r>
          </a:p>
        </p:txBody>
      </p:sp>
    </p:spTree>
    <p:extLst>
      <p:ext uri="{BB962C8B-B14F-4D97-AF65-F5344CB8AC3E}">
        <p14:creationId xmlns:p14="http://schemas.microsoft.com/office/powerpoint/2010/main" val="217461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" grpId="0"/>
      <p:bldP spid="27" grpId="0"/>
      <p:bldP spid="32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EFA427-586F-4F17-A9BF-5A1C69461951}"/>
              </a:ext>
            </a:extLst>
          </p:cNvPr>
          <p:cNvSpPr txBox="1">
            <a:spLocks noChangeArrowheads="1"/>
          </p:cNvSpPr>
          <p:nvPr/>
        </p:nvSpPr>
        <p:spPr>
          <a:xfrm>
            <a:off x="971600" y="195486"/>
            <a:ext cx="812198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证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0B3E09A-A958-4FE4-A4A6-33C7BD7FF3D7}"/>
              </a:ext>
            </a:extLst>
          </p:cNvPr>
          <p:cNvSpPr txBox="1">
            <a:spLocks noChangeArrowheads="1"/>
          </p:cNvSpPr>
          <p:nvPr/>
        </p:nvSpPr>
        <p:spPr>
          <a:xfrm>
            <a:off x="1907704" y="195486"/>
            <a:ext cx="496855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仅对乘积形式的求导公式给出证明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D77DAB5A-029A-4D82-A8BA-769669CA57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212110"/>
              </p:ext>
            </p:extLst>
          </p:nvPr>
        </p:nvGraphicFramePr>
        <p:xfrm>
          <a:off x="1018175" y="1047444"/>
          <a:ext cx="1574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65" name="Equation" r:id="rId4" imgW="1574640" imgH="355320" progId="Equation.DSMT4">
                  <p:embed/>
                </p:oleObj>
              </mc:Choice>
              <mc:Fallback>
                <p:oleObj name="Equation" r:id="rId4" imgW="1574640" imgH="355320" progId="Equation.DSMT4">
                  <p:embed/>
                  <p:pic>
                    <p:nvPicPr>
                      <p:cNvPr id="0" name="Picture 7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8175" y="1047444"/>
                        <a:ext cx="15748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053F048-5DE8-4371-B03B-B946CC48B3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836217"/>
              </p:ext>
            </p:extLst>
          </p:nvPr>
        </p:nvGraphicFramePr>
        <p:xfrm>
          <a:off x="2666231" y="856646"/>
          <a:ext cx="4597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66" name="Equation" r:id="rId6" imgW="4597200" imgH="736560" progId="Equation.DSMT4">
                  <p:embed/>
                </p:oleObj>
              </mc:Choice>
              <mc:Fallback>
                <p:oleObj name="Equation" r:id="rId6" imgW="4597200" imgH="736560" progId="Equation.DSMT4">
                  <p:embed/>
                  <p:pic>
                    <p:nvPicPr>
                      <p:cNvPr id="0" name="Picture 7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6231" y="856646"/>
                        <a:ext cx="4597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FB3FDC2-E686-4AC0-9284-27EF63F02A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64305"/>
              </p:ext>
            </p:extLst>
          </p:nvPr>
        </p:nvGraphicFramePr>
        <p:xfrm>
          <a:off x="522742" y="1881332"/>
          <a:ext cx="74930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67" name="Equation" r:id="rId8" imgW="7492680" imgH="1193760" progId="Equation.DSMT4">
                  <p:embed/>
                </p:oleObj>
              </mc:Choice>
              <mc:Fallback>
                <p:oleObj name="Equation" r:id="rId8" imgW="7492680" imgH="1193760" progId="Equation.DSMT4">
                  <p:embed/>
                  <p:pic>
                    <p:nvPicPr>
                      <p:cNvPr id="0" name="Picture 7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742" y="1881332"/>
                        <a:ext cx="7493000" cy="1193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76AC21A-DDEF-4631-A334-784C79E81B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884939"/>
              </p:ext>
            </p:extLst>
          </p:nvPr>
        </p:nvGraphicFramePr>
        <p:xfrm>
          <a:off x="469900" y="2963548"/>
          <a:ext cx="82042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68" name="Equation" r:id="rId10" imgW="8204040" imgH="1117440" progId="Equation.DSMT4">
                  <p:embed/>
                </p:oleObj>
              </mc:Choice>
              <mc:Fallback>
                <p:oleObj name="Equation" r:id="rId10" imgW="8204040" imgH="1117440" progId="Equation.DSMT4">
                  <p:embed/>
                  <p:pic>
                    <p:nvPicPr>
                      <p:cNvPr id="0" name="Picture 7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" y="2963548"/>
                        <a:ext cx="8204200" cy="111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86560552-E352-44F8-88A6-C4D64A2015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837521"/>
              </p:ext>
            </p:extLst>
          </p:nvPr>
        </p:nvGraphicFramePr>
        <p:xfrm>
          <a:off x="481013" y="4069664"/>
          <a:ext cx="3048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69" name="Equation" r:id="rId12" imgW="3047760" imgH="355320" progId="Equation.DSMT4">
                  <p:embed/>
                </p:oleObj>
              </mc:Choice>
              <mc:Fallback>
                <p:oleObj name="Equation" r:id="rId12" imgW="3047760" imgH="355320" progId="Equation.DSMT4">
                  <p:embed/>
                  <p:pic>
                    <p:nvPicPr>
                      <p:cNvPr id="0" name="Picture 7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3" y="4069664"/>
                        <a:ext cx="3048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3">
            <a:extLst>
              <a:ext uri="{FF2B5EF4-FFF2-40B4-BE49-F238E27FC236}">
                <a16:creationId xmlns:a16="http://schemas.microsoft.com/office/drawing/2014/main" id="{8DBBEFC5-552E-49E7-8BEE-B61E0737EC9A}"/>
              </a:ext>
            </a:extLst>
          </p:cNvPr>
          <p:cNvSpPr txBox="1">
            <a:spLocks noChangeArrowheads="1"/>
          </p:cNvSpPr>
          <p:nvPr/>
        </p:nvSpPr>
        <p:spPr>
          <a:xfrm>
            <a:off x="3627852" y="4015692"/>
            <a:ext cx="1888295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故公式成立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3779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BE062E09-2BC4-4066-8948-749DAF0A57E6}"/>
              </a:ext>
            </a:extLst>
          </p:cNvPr>
          <p:cNvGrpSpPr/>
          <p:nvPr/>
        </p:nvGrpSpPr>
        <p:grpSpPr>
          <a:xfrm>
            <a:off x="5007119" y="963609"/>
            <a:ext cx="1591898" cy="942055"/>
            <a:chOff x="5085592" y="1209544"/>
            <a:chExt cx="1591898" cy="942055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71DC67EF-B0F8-4EBE-9950-0272C4A8F138}"/>
                </a:ext>
              </a:extLst>
            </p:cNvPr>
            <p:cNvSpPr/>
            <p:nvPr/>
          </p:nvSpPr>
          <p:spPr>
            <a:xfrm>
              <a:off x="5085592" y="1694398"/>
              <a:ext cx="719298" cy="457201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9EEE667A-A0A6-461E-8D9B-CE863A2ED74C}"/>
                </a:ext>
              </a:extLst>
            </p:cNvPr>
            <p:cNvSpPr/>
            <p:nvPr/>
          </p:nvSpPr>
          <p:spPr>
            <a:xfrm>
              <a:off x="5958192" y="1209544"/>
              <a:ext cx="719298" cy="457201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E08AD07-74FA-420B-AA08-6B828CD8AF81}"/>
              </a:ext>
            </a:extLst>
          </p:cNvPr>
          <p:cNvSpPr/>
          <p:nvPr/>
        </p:nvSpPr>
        <p:spPr>
          <a:xfrm>
            <a:off x="5060991" y="326039"/>
            <a:ext cx="2733023" cy="513841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4D48B5D8-9532-473A-AE0D-26A90415262D}"/>
              </a:ext>
            </a:extLst>
          </p:cNvPr>
          <p:cNvSpPr txBox="1">
            <a:spLocks noChangeArrowheads="1"/>
          </p:cNvSpPr>
          <p:nvPr/>
        </p:nvSpPr>
        <p:spPr>
          <a:xfrm>
            <a:off x="852789" y="335845"/>
            <a:ext cx="1112448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315E177-16C6-4B31-8572-FDDA8AB49EF9}"/>
              </a:ext>
            </a:extLst>
          </p:cNvPr>
          <p:cNvGrpSpPr/>
          <p:nvPr/>
        </p:nvGrpSpPr>
        <p:grpSpPr>
          <a:xfrm>
            <a:off x="7794014" y="335845"/>
            <a:ext cx="1150461" cy="457200"/>
            <a:chOff x="1080956" y="3551546"/>
            <a:chExt cx="1150461" cy="457200"/>
          </a:xfrm>
        </p:grpSpPr>
        <p:sp>
          <p:nvSpPr>
            <p:cNvPr id="76" name="Rectangle 3">
              <a:extLst>
                <a:ext uri="{FF2B5EF4-FFF2-40B4-BE49-F238E27FC236}">
                  <a16:creationId xmlns:a16="http://schemas.microsoft.com/office/drawing/2014/main" id="{0700E421-033C-43AD-832C-B03C9B4A1F1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80956" y="3551546"/>
              <a:ext cx="43232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求</a:t>
              </a:r>
            </a:p>
          </p:txBody>
        </p:sp>
        <p:graphicFrame>
          <p:nvGraphicFramePr>
            <p:cNvPr id="77" name="Object 11">
              <a:extLst>
                <a:ext uri="{FF2B5EF4-FFF2-40B4-BE49-F238E27FC236}">
                  <a16:creationId xmlns:a16="http://schemas.microsoft.com/office/drawing/2014/main" id="{7460B3B7-B2BB-4366-B1D4-9E9809B346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8020244"/>
                </p:ext>
              </p:extLst>
            </p:nvPr>
          </p:nvGraphicFramePr>
          <p:xfrm>
            <a:off x="1482117" y="3637370"/>
            <a:ext cx="749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380" name="Equation" r:id="rId4" imgW="749160" imgH="355320" progId="Equation.DSMT4">
                    <p:embed/>
                  </p:oleObj>
                </mc:Choice>
                <mc:Fallback>
                  <p:oleObj name="Equation" r:id="rId4" imgW="749160" imgH="355320" progId="Equation.DSMT4">
                    <p:embed/>
                    <p:pic>
                      <p:nvPicPr>
                        <p:cNvPr id="0" name="Picture 2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2117" y="3637370"/>
                          <a:ext cx="7493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9" name="Text Box 6">
            <a:extLst>
              <a:ext uri="{FF2B5EF4-FFF2-40B4-BE49-F238E27FC236}">
                <a16:creationId xmlns:a16="http://schemas.microsoft.com/office/drawing/2014/main" id="{EFF48956-B47F-4D38-84BE-0C6B318D3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738" y="915678"/>
            <a:ext cx="99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 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5D20D95-B4D0-45F2-B66A-1655093D17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765472"/>
              </p:ext>
            </p:extLst>
          </p:nvPr>
        </p:nvGraphicFramePr>
        <p:xfrm>
          <a:off x="1979712" y="411510"/>
          <a:ext cx="236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381" name="Equation" r:id="rId6" imgW="2361960" imgH="342720" progId="Equation.DSMT4">
                  <p:embed/>
                </p:oleObj>
              </mc:Choice>
              <mc:Fallback>
                <p:oleObj name="Equation" r:id="rId6" imgW="2361960" imgH="342720" progId="Equation.DSMT4">
                  <p:embed/>
                  <p:pic>
                    <p:nvPicPr>
                      <p:cNvPr id="0" name="Picture 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411510"/>
                        <a:ext cx="2362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23">
            <a:extLst>
              <a:ext uri="{FF2B5EF4-FFF2-40B4-BE49-F238E27FC236}">
                <a16:creationId xmlns:a16="http://schemas.microsoft.com/office/drawing/2014/main" id="{80ECD794-2B33-4E86-9EE0-88DA61DBAB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270333"/>
              </p:ext>
            </p:extLst>
          </p:nvPr>
        </p:nvGraphicFramePr>
        <p:xfrm>
          <a:off x="2395151" y="1005101"/>
          <a:ext cx="412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382" name="Equation" r:id="rId8" imgW="4127400" imgH="355320" progId="Equation.DSMT4">
                  <p:embed/>
                </p:oleObj>
              </mc:Choice>
              <mc:Fallback>
                <p:oleObj name="Equation" r:id="rId8" imgW="4127400" imgH="355320" progId="Equation.DSMT4">
                  <p:embed/>
                  <p:pic>
                    <p:nvPicPr>
                      <p:cNvPr id="0" name="Picture 2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151" y="1005101"/>
                        <a:ext cx="41275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3">
            <a:extLst>
              <a:ext uri="{FF2B5EF4-FFF2-40B4-BE49-F238E27FC236}">
                <a16:creationId xmlns:a16="http://schemas.microsoft.com/office/drawing/2014/main" id="{F5BF40EC-4723-460A-BF65-A1E990F89DDE}"/>
              </a:ext>
            </a:extLst>
          </p:cNvPr>
          <p:cNvSpPr txBox="1">
            <a:spLocks noChangeArrowheads="1"/>
          </p:cNvSpPr>
          <p:nvPr/>
        </p:nvSpPr>
        <p:spPr>
          <a:xfrm>
            <a:off x="1535324" y="917339"/>
            <a:ext cx="859827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由于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15F2FC0-7C28-41D9-A751-1F03ED6353F3}"/>
              </a:ext>
            </a:extLst>
          </p:cNvPr>
          <p:cNvGrpSpPr/>
          <p:nvPr/>
        </p:nvGrpSpPr>
        <p:grpSpPr>
          <a:xfrm>
            <a:off x="4341912" y="317062"/>
            <a:ext cx="3797962" cy="475983"/>
            <a:chOff x="3227928" y="1213588"/>
            <a:chExt cx="3797962" cy="475983"/>
          </a:xfrm>
        </p:grpSpPr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E7AC5760-A4E0-485E-A026-6A573986FDA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227928" y="1232371"/>
              <a:ext cx="81864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其中</a:t>
              </a: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0404FA25-491A-4E29-9C30-1E90DA66C8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5583003"/>
                </p:ext>
              </p:extLst>
            </p:nvPr>
          </p:nvGraphicFramePr>
          <p:xfrm>
            <a:off x="3993746" y="1300807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383" name="Equation" r:id="rId10" imgW="596880" imgH="342720" progId="Equation.DSMT4">
                    <p:embed/>
                  </p:oleObj>
                </mc:Choice>
                <mc:Fallback>
                  <p:oleObj name="Equation" r:id="rId10" imgW="596880" imgH="342720" progId="Equation.DSMT4">
                    <p:embed/>
                    <p:pic>
                      <p:nvPicPr>
                        <p:cNvPr id="0" name="Picture 2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3746" y="1300807"/>
                          <a:ext cx="596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E4E5B0B9-6E55-4B8B-852E-2DA2B644DD9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55470" y="1213588"/>
              <a:ext cx="81864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C7E6F7DC-B368-4D5F-8F27-3C92417C09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4116704"/>
                </p:ext>
              </p:extLst>
            </p:nvPr>
          </p:nvGraphicFramePr>
          <p:xfrm>
            <a:off x="5012255" y="1379381"/>
            <a:ext cx="6604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384" name="Equation" r:id="rId12" imgW="660240" imgH="203040" progId="Equation.DSMT4">
                    <p:embed/>
                  </p:oleObj>
                </mc:Choice>
                <mc:Fallback>
                  <p:oleObj name="Equation" r:id="rId12" imgW="660240" imgH="203040" progId="Equation.DSMT4">
                    <p:embed/>
                    <p:pic>
                      <p:nvPicPr>
                        <p:cNvPr id="0" name="Picture 2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2255" y="1379381"/>
                          <a:ext cx="6604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Rectangle 3">
              <a:extLst>
                <a:ext uri="{FF2B5EF4-FFF2-40B4-BE49-F238E27FC236}">
                  <a16:creationId xmlns:a16="http://schemas.microsoft.com/office/drawing/2014/main" id="{93F90006-FDBF-4BFE-9913-2F2AD4887C4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603489" y="1232371"/>
              <a:ext cx="1422401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点连续，</a:t>
              </a:r>
            </a:p>
          </p:txBody>
        </p:sp>
      </p:grpSp>
      <p:sp>
        <p:nvSpPr>
          <p:cNvPr id="32" name="Rectangle 3">
            <a:extLst>
              <a:ext uri="{FF2B5EF4-FFF2-40B4-BE49-F238E27FC236}">
                <a16:creationId xmlns:a16="http://schemas.microsoft.com/office/drawing/2014/main" id="{FCCBA66C-D172-4447-BCF3-6138B890C8E4}"/>
              </a:ext>
            </a:extLst>
          </p:cNvPr>
          <p:cNvSpPr txBox="1">
            <a:spLocks noChangeArrowheads="1"/>
          </p:cNvSpPr>
          <p:nvPr/>
        </p:nvSpPr>
        <p:spPr>
          <a:xfrm>
            <a:off x="1637885" y="1868615"/>
            <a:ext cx="530906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故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5CCCF3E-EC5A-4490-B155-6B125522DF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365175"/>
              </p:ext>
            </p:extLst>
          </p:nvPr>
        </p:nvGraphicFramePr>
        <p:xfrm>
          <a:off x="3129454" y="1501947"/>
          <a:ext cx="2540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385" name="Equation" r:id="rId14" imgW="2539800" imgH="355320" progId="Equation.DSMT4">
                  <p:embed/>
                </p:oleObj>
              </mc:Choice>
              <mc:Fallback>
                <p:oleObj name="Equation" r:id="rId14" imgW="2539800" imgH="355320" progId="Equation.DSMT4">
                  <p:embed/>
                  <p:pic>
                    <p:nvPicPr>
                      <p:cNvPr id="0" name="Picture 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9454" y="1501947"/>
                        <a:ext cx="2540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1">
            <a:extLst>
              <a:ext uri="{FF2B5EF4-FFF2-40B4-BE49-F238E27FC236}">
                <a16:creationId xmlns:a16="http://schemas.microsoft.com/office/drawing/2014/main" id="{C1364F80-7F3A-44ED-930C-FFDFC39F2A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971393"/>
              </p:ext>
            </p:extLst>
          </p:nvPr>
        </p:nvGraphicFramePr>
        <p:xfrm>
          <a:off x="2160588" y="1963738"/>
          <a:ext cx="1625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386" name="Equation" r:id="rId16" imgW="1625400" imgH="355320" progId="Equation.DSMT4">
                  <p:embed/>
                </p:oleObj>
              </mc:Choice>
              <mc:Fallback>
                <p:oleObj name="Equation" r:id="rId16" imgW="1625400" imgH="355320" progId="Equation.DSMT4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1963738"/>
                        <a:ext cx="16256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3">
            <a:extLst>
              <a:ext uri="{FF2B5EF4-FFF2-40B4-BE49-F238E27FC236}">
                <a16:creationId xmlns:a16="http://schemas.microsoft.com/office/drawing/2014/main" id="{FEFBC429-C525-4ABB-B776-28CA4A101B4F}"/>
              </a:ext>
            </a:extLst>
          </p:cNvPr>
          <p:cNvSpPr txBox="1">
            <a:spLocks noChangeArrowheads="1"/>
          </p:cNvSpPr>
          <p:nvPr/>
        </p:nvSpPr>
        <p:spPr>
          <a:xfrm>
            <a:off x="6352132" y="1579536"/>
            <a:ext cx="1076541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错！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720E8FA-CDE2-431A-A0CE-33D12AA51C9D}"/>
              </a:ext>
            </a:extLst>
          </p:cNvPr>
          <p:cNvCxnSpPr/>
          <p:nvPr/>
        </p:nvCxnSpPr>
        <p:spPr>
          <a:xfrm>
            <a:off x="62427" y="3162224"/>
            <a:ext cx="881591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6">
            <a:extLst>
              <a:ext uri="{FF2B5EF4-FFF2-40B4-BE49-F238E27FC236}">
                <a16:creationId xmlns:a16="http://schemas.microsoft.com/office/drawing/2014/main" id="{0B8DB6F6-4623-444D-B18A-A77546886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910" y="3511224"/>
            <a:ext cx="99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 </a:t>
            </a:r>
          </a:p>
        </p:txBody>
      </p:sp>
      <p:graphicFrame>
        <p:nvGraphicFramePr>
          <p:cNvPr id="37" name="Object 11">
            <a:extLst>
              <a:ext uri="{FF2B5EF4-FFF2-40B4-BE49-F238E27FC236}">
                <a16:creationId xmlns:a16="http://schemas.microsoft.com/office/drawing/2014/main" id="{0EC83843-AD51-4BD7-8E0C-1F22EDD98E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905961"/>
              </p:ext>
            </p:extLst>
          </p:nvPr>
        </p:nvGraphicFramePr>
        <p:xfrm>
          <a:off x="1507237" y="3443291"/>
          <a:ext cx="2933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387" name="Equation" r:id="rId18" imgW="2933640" imgH="736560" progId="Equation.DSMT4">
                  <p:embed/>
                </p:oleObj>
              </mc:Choice>
              <mc:Fallback>
                <p:oleObj name="Equation" r:id="rId18" imgW="2933640" imgH="736560" progId="Equation.DSMT4">
                  <p:embed/>
                  <p:pic>
                    <p:nvPicPr>
                      <p:cNvPr id="0" name="Picture 2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237" y="3443291"/>
                        <a:ext cx="2933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1914249-7AD5-4AEA-A975-4EB1296A1F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433920"/>
              </p:ext>
            </p:extLst>
          </p:nvPr>
        </p:nvGraphicFramePr>
        <p:xfrm>
          <a:off x="4503593" y="3450579"/>
          <a:ext cx="2120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388" name="Equation" r:id="rId20" imgW="2120760" imgH="736560" progId="Equation.DSMT4">
                  <p:embed/>
                </p:oleObj>
              </mc:Choice>
              <mc:Fallback>
                <p:oleObj name="Equation" r:id="rId20" imgW="2120760" imgH="736560" progId="Equation.DSMT4">
                  <p:embed/>
                  <p:pic>
                    <p:nvPicPr>
                      <p:cNvPr id="0" name="Picture 2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593" y="3450579"/>
                        <a:ext cx="2120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2F41668-5DBA-4866-AB76-151EA83387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169841"/>
              </p:ext>
            </p:extLst>
          </p:nvPr>
        </p:nvGraphicFramePr>
        <p:xfrm>
          <a:off x="2275920" y="4397387"/>
          <a:ext cx="1282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389" name="Equation" r:id="rId22" imgW="1282680" imgH="482400" progId="Equation.DSMT4">
                  <p:embed/>
                </p:oleObj>
              </mc:Choice>
              <mc:Fallback>
                <p:oleObj name="Equation" r:id="rId22" imgW="1282680" imgH="482400" progId="Equation.DSMT4">
                  <p:embed/>
                  <p:pic>
                    <p:nvPicPr>
                      <p:cNvPr id="0" name="Picture 2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5920" y="4397387"/>
                        <a:ext cx="12827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2F85062-5DC0-48E9-87B0-7EFB35BE82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168718"/>
              </p:ext>
            </p:extLst>
          </p:nvPr>
        </p:nvGraphicFramePr>
        <p:xfrm>
          <a:off x="3570288" y="4418013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390" name="Equation" r:id="rId24" imgW="901440" imgH="342720" progId="Equation.DSMT4">
                  <p:embed/>
                </p:oleObj>
              </mc:Choice>
              <mc:Fallback>
                <p:oleObj name="Equation" r:id="rId24" imgW="901440" imgH="342720" progId="Equation.DSMT4">
                  <p:embed/>
                  <p:pic>
                    <p:nvPicPr>
                      <p:cNvPr id="0" name="Picture 2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288" y="4418013"/>
                        <a:ext cx="901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>
            <a:extLst>
              <a:ext uri="{FF2B5EF4-FFF2-40B4-BE49-F238E27FC236}">
                <a16:creationId xmlns:a16="http://schemas.microsoft.com/office/drawing/2014/main" id="{01506C9A-9C5D-4582-BABE-93D1F7C66ECE}"/>
              </a:ext>
            </a:extLst>
          </p:cNvPr>
          <p:cNvGrpSpPr/>
          <p:nvPr/>
        </p:nvGrpSpPr>
        <p:grpSpPr>
          <a:xfrm>
            <a:off x="912738" y="2470936"/>
            <a:ext cx="6485586" cy="461665"/>
            <a:chOff x="648630" y="2883875"/>
            <a:chExt cx="6485586" cy="461665"/>
          </a:xfrm>
        </p:grpSpPr>
        <p:sp>
          <p:nvSpPr>
            <p:cNvPr id="41" name="文本框 15">
              <a:extLst>
                <a:ext uri="{FF2B5EF4-FFF2-40B4-BE49-F238E27FC236}">
                  <a16:creationId xmlns:a16="http://schemas.microsoft.com/office/drawing/2014/main" id="{8B793659-4DB9-4EE6-BE0D-F48C08D7F25D}"/>
                </a:ext>
              </a:extLst>
            </p:cNvPr>
            <p:cNvSpPr txBox="1"/>
            <p:nvPr/>
          </p:nvSpPr>
          <p:spPr>
            <a:xfrm>
              <a:off x="648630" y="2883875"/>
              <a:ext cx="64855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错误原因    </a:t>
              </a:r>
              <a:r>
                <a:rPr lang="zh-CN" altLang="en-US" sz="2400" b="1" dirty="0">
                  <a:latin typeface="+mn-ea"/>
                </a:rPr>
                <a:t>在     处仅仅连续，不能求导！</a:t>
              </a:r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cs typeface="Times New Roman" panose="02020603050405020304" pitchFamily="18" charset="0"/>
                </a:rPr>
                <a:t>  </a:t>
              </a:r>
              <a:r>
                <a:rPr lang="en-US" altLang="zh-CN" sz="2400" b="1" dirty="0">
                  <a:solidFill>
                    <a:srgbClr val="FF0000"/>
                  </a:solidFill>
                  <a:latin typeface="+mn-ea"/>
                </a:rPr>
                <a:t>            </a:t>
              </a:r>
              <a:endParaRPr lang="en-US" altLang="zh-CN" sz="20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45913A0C-F25C-4327-87E7-F8F9C9A6E78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009784" y="2977992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391" name="Equation" r:id="rId26" imgW="596880" imgH="342720" progId="Equation.DSMT4">
                    <p:embed/>
                  </p:oleObj>
                </mc:Choice>
                <mc:Fallback>
                  <p:oleObj name="Equation" r:id="rId26" imgW="596880" imgH="34272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4735B7C3-E17C-453D-950B-66ED2E267B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2009784" y="2977992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8">
              <a:extLst>
                <a:ext uri="{FF2B5EF4-FFF2-40B4-BE49-F238E27FC236}">
                  <a16:creationId xmlns:a16="http://schemas.microsoft.com/office/drawing/2014/main" id="{D37B5462-D86F-49C8-A911-DA1F5FEDABA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887700" y="3047842"/>
            <a:ext cx="6604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392" name="Equation" r:id="rId28" imgW="660240" imgH="203040" progId="Equation.DSMT4">
                    <p:embed/>
                  </p:oleObj>
                </mc:Choice>
                <mc:Fallback>
                  <p:oleObj name="Equation" r:id="rId28" imgW="660240" imgH="203040" progId="Equation.DSMT4">
                    <p:embed/>
                    <p:pic>
                      <p:nvPicPr>
                        <p:cNvPr id="28" name="Object 8">
                          <a:extLst>
                            <a:ext uri="{FF2B5EF4-FFF2-40B4-BE49-F238E27FC236}">
                              <a16:creationId xmlns:a16="http://schemas.microsoft.com/office/drawing/2014/main" id="{E69F32F0-8D9F-401C-A3B4-8973357EBB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7700" y="3047842"/>
                          <a:ext cx="6604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文本框 15">
            <a:extLst>
              <a:ext uri="{FF2B5EF4-FFF2-40B4-BE49-F238E27FC236}">
                <a16:creationId xmlns:a16="http://schemas.microsoft.com/office/drawing/2014/main" id="{5A116001-D07C-418F-84B0-7CD7D40858E9}"/>
              </a:ext>
            </a:extLst>
          </p:cNvPr>
          <p:cNvSpPr txBox="1"/>
          <p:nvPr/>
        </p:nvSpPr>
        <p:spPr>
          <a:xfrm>
            <a:off x="4539159" y="4397387"/>
            <a:ext cx="224748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连续的作用在这里！</a:t>
            </a:r>
            <a:endParaRPr lang="en-US" altLang="zh-CN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E7E648-C379-4B31-8DDE-4CA2498A057E}"/>
              </a:ext>
            </a:extLst>
          </p:cNvPr>
          <p:cNvSpPr/>
          <p:nvPr/>
        </p:nvSpPr>
        <p:spPr>
          <a:xfrm>
            <a:off x="2395151" y="4299942"/>
            <a:ext cx="2045786" cy="58004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25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79" grpId="0"/>
      <p:bldP spid="25" grpId="0"/>
      <p:bldP spid="32" grpId="0"/>
      <p:bldP spid="35" grpId="0"/>
      <p:bldP spid="36" grpId="0"/>
      <p:bldP spid="4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3">
            <a:extLst>
              <a:ext uri="{FF2B5EF4-FFF2-40B4-BE49-F238E27FC236}">
                <a16:creationId xmlns:a16="http://schemas.microsoft.com/office/drawing/2014/main" id="{DBBAF03E-2699-4BF9-8643-38E3004F1958}"/>
              </a:ext>
            </a:extLst>
          </p:cNvPr>
          <p:cNvSpPr txBox="1">
            <a:spLocks noChangeArrowheads="1"/>
          </p:cNvSpPr>
          <p:nvPr/>
        </p:nvSpPr>
        <p:spPr>
          <a:xfrm>
            <a:off x="863751" y="454050"/>
            <a:ext cx="121131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2 </a:t>
            </a:r>
            <a:r>
              <a:rPr lang="zh-CN" altLang="en-US" sz="2400" b="1" dirty="0">
                <a:latin typeface="+mn-ea"/>
                <a:ea typeface="+mn-ea"/>
              </a:rPr>
              <a:t>设</a:t>
            </a:r>
            <a:r>
              <a:rPr lang="en-US" altLang="zh-CN" sz="2400" b="1" dirty="0">
                <a:latin typeface="+mn-ea"/>
                <a:ea typeface="+mn-ea"/>
              </a:rPr>
              <a:t>  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284A2EAB-1667-4991-AB60-2EDE0F4A6C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123734"/>
              </p:ext>
            </p:extLst>
          </p:nvPr>
        </p:nvGraphicFramePr>
        <p:xfrm>
          <a:off x="1835696" y="555526"/>
          <a:ext cx="340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70" name="Equation" r:id="rId4" imgW="3403440" imgH="342720" progId="Equation.DSMT4">
                  <p:embed/>
                </p:oleObj>
              </mc:Choice>
              <mc:Fallback>
                <p:oleObj name="Equation" r:id="rId4" imgW="3403440" imgH="342720" progId="Equation.DSMT4">
                  <p:embed/>
                  <p:pic>
                    <p:nvPicPr>
                      <p:cNvPr id="4" name="Object 11">
                        <a:extLst>
                          <a:ext uri="{FF2B5EF4-FFF2-40B4-BE49-F238E27FC236}">
                            <a16:creationId xmlns:a16="http://schemas.microsoft.com/office/drawing/2014/main" id="{284A2EAB-1667-4991-AB60-2EDE0F4A6C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555526"/>
                        <a:ext cx="3403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E89DB7AE-C8E6-4CC5-B226-049738AC7DE9}"/>
              </a:ext>
            </a:extLst>
          </p:cNvPr>
          <p:cNvGrpSpPr/>
          <p:nvPr/>
        </p:nvGrpSpPr>
        <p:grpSpPr>
          <a:xfrm>
            <a:off x="5239296" y="456455"/>
            <a:ext cx="1198562" cy="464196"/>
            <a:chOff x="1080956" y="3551546"/>
            <a:chExt cx="1198562" cy="464196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FEF46E09-8F37-4D2F-AD86-DD7D9F0CB4E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80956" y="3551546"/>
              <a:ext cx="43232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求</a:t>
              </a:r>
            </a:p>
          </p:txBody>
        </p:sp>
        <p:graphicFrame>
          <p:nvGraphicFramePr>
            <p:cNvPr id="6" name="Object 11">
              <a:extLst>
                <a:ext uri="{FF2B5EF4-FFF2-40B4-BE49-F238E27FC236}">
                  <a16:creationId xmlns:a16="http://schemas.microsoft.com/office/drawing/2014/main" id="{F2E7A5F7-4BAD-426D-B5A1-59E199A8420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530218" y="3660142"/>
            <a:ext cx="749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71" name="Equation" r:id="rId6" imgW="749160" imgH="355320" progId="Equation.DSMT4">
                    <p:embed/>
                  </p:oleObj>
                </mc:Choice>
                <mc:Fallback>
                  <p:oleObj name="Equation" r:id="rId6" imgW="749160" imgH="355320" progId="Equation.DSMT4">
                    <p:embed/>
                    <p:pic>
                      <p:nvPicPr>
                        <p:cNvPr id="6" name="Object 11">
                          <a:extLst>
                            <a:ext uri="{FF2B5EF4-FFF2-40B4-BE49-F238E27FC236}">
                              <a16:creationId xmlns:a16="http://schemas.microsoft.com/office/drawing/2014/main" id="{F2E7A5F7-4BAD-426D-B5A1-59E199A842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0218" y="3660142"/>
                          <a:ext cx="7493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08741D80-F054-4205-9F88-763E95EE2AD5}"/>
              </a:ext>
            </a:extLst>
          </p:cNvPr>
          <p:cNvSpPr txBox="1">
            <a:spLocks noChangeArrowheads="1"/>
          </p:cNvSpPr>
          <p:nvPr/>
        </p:nvSpPr>
        <p:spPr>
          <a:xfrm>
            <a:off x="863751" y="1102469"/>
            <a:ext cx="8707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2788E019-0A8B-4D2E-9B43-1EDEDAFFFE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527582"/>
              </p:ext>
            </p:extLst>
          </p:nvPr>
        </p:nvGraphicFramePr>
        <p:xfrm>
          <a:off x="1679104" y="1186657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72" name="Equation" r:id="rId8" imgW="685800" imgH="355320" progId="Equation.DSMT4">
                  <p:embed/>
                </p:oleObj>
              </mc:Choice>
              <mc:Fallback>
                <p:oleObj name="Equation" r:id="rId8" imgW="685800" imgH="35532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2788E019-0A8B-4D2E-9B43-1EDEDAFFFE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104" y="1186657"/>
                        <a:ext cx="6858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DC33388-8349-4BC6-A8F4-26BC6A0606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341271"/>
              </p:ext>
            </p:extLst>
          </p:nvPr>
        </p:nvGraphicFramePr>
        <p:xfrm>
          <a:off x="2378620" y="1195363"/>
          <a:ext cx="5676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73" name="Equation" r:id="rId10" imgW="5676840" imgH="355320" progId="Equation.DSMT4">
                  <p:embed/>
                </p:oleObj>
              </mc:Choice>
              <mc:Fallback>
                <p:oleObj name="Equation" r:id="rId10" imgW="5676840" imgH="355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DC33388-8349-4BC6-A8F4-26BC6A060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620" y="1195363"/>
                        <a:ext cx="56769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A8DCB19-2AFB-4481-B6EF-DFBCCFE7E9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131457"/>
              </p:ext>
            </p:extLst>
          </p:nvPr>
        </p:nvGraphicFramePr>
        <p:xfrm>
          <a:off x="2368247" y="1724745"/>
          <a:ext cx="562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74" name="Equation" r:id="rId12" imgW="5626080" imgH="736560" progId="Equation.DSMT4">
                  <p:embed/>
                </p:oleObj>
              </mc:Choice>
              <mc:Fallback>
                <p:oleObj name="Equation" r:id="rId12" imgW="5626080" imgH="7365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BA8DCB19-2AFB-4481-B6EF-DFBCCFE7E9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247" y="1724745"/>
                        <a:ext cx="5626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2B96791-91DB-4F0E-BA85-5C9FCAC501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746215"/>
              </p:ext>
            </p:extLst>
          </p:nvPr>
        </p:nvGraphicFramePr>
        <p:xfrm>
          <a:off x="2378620" y="3305076"/>
          <a:ext cx="5105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75" name="Equation" r:id="rId14" imgW="5105160" imgH="736560" progId="Equation.DSMT4">
                  <p:embed/>
                </p:oleObj>
              </mc:Choice>
              <mc:Fallback>
                <p:oleObj name="Equation" r:id="rId14" imgW="5105160" imgH="7365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32B96791-91DB-4F0E-BA85-5C9FCAC501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620" y="3305076"/>
                        <a:ext cx="5105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134B2BE-5940-4D0A-BEDF-B128305624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041397"/>
              </p:ext>
            </p:extLst>
          </p:nvPr>
        </p:nvGraphicFramePr>
        <p:xfrm>
          <a:off x="2378976" y="2461345"/>
          <a:ext cx="5359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76" name="Equation" r:id="rId16" imgW="5359320" imgH="736560" progId="Equation.DSMT4">
                  <p:embed/>
                </p:oleObj>
              </mc:Choice>
              <mc:Fallback>
                <p:oleObj name="Equation" r:id="rId16" imgW="5359320" imgH="7365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C134B2BE-5940-4D0A-BEDF-B128305624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976" y="2461345"/>
                        <a:ext cx="5359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358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>
            <a:extLst>
              <a:ext uri="{FF2B5EF4-FFF2-40B4-BE49-F238E27FC236}">
                <a16:creationId xmlns:a16="http://schemas.microsoft.com/office/drawing/2014/main" id="{A64F7F2A-CABE-49EA-9AF2-98FA5F0FF5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42010" y="462433"/>
            <a:ext cx="4133088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二、反函数的求导法则</a:t>
            </a: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EC024F04-C9DF-49D3-BB5D-BBA65652FCB1}"/>
              </a:ext>
            </a:extLst>
          </p:cNvPr>
          <p:cNvSpPr txBox="1">
            <a:spLocks noChangeArrowheads="1"/>
          </p:cNvSpPr>
          <p:nvPr/>
        </p:nvSpPr>
        <p:spPr>
          <a:xfrm>
            <a:off x="895005" y="1202876"/>
            <a:ext cx="812198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定理</a:t>
            </a:r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5756C052-BD22-4CD6-83D0-0A80BE51B420}"/>
              </a:ext>
            </a:extLst>
          </p:cNvPr>
          <p:cNvSpPr txBox="1">
            <a:spLocks noChangeArrowheads="1"/>
          </p:cNvSpPr>
          <p:nvPr/>
        </p:nvSpPr>
        <p:spPr>
          <a:xfrm>
            <a:off x="3775707" y="3312914"/>
            <a:ext cx="47572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或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1261908-1F64-48DF-9872-1FD0632B6602}"/>
              </a:ext>
            </a:extLst>
          </p:cNvPr>
          <p:cNvGrpSpPr/>
          <p:nvPr/>
        </p:nvGrpSpPr>
        <p:grpSpPr>
          <a:xfrm>
            <a:off x="1619672" y="1203598"/>
            <a:ext cx="2468143" cy="457200"/>
            <a:chOff x="1619672" y="1203598"/>
            <a:chExt cx="2468143" cy="457200"/>
          </a:xfrm>
        </p:grpSpPr>
        <p:sp>
          <p:nvSpPr>
            <p:cNvPr id="48" name="Rectangle 3">
              <a:extLst>
                <a:ext uri="{FF2B5EF4-FFF2-40B4-BE49-F238E27FC236}">
                  <a16:creationId xmlns:a16="http://schemas.microsoft.com/office/drawing/2014/main" id="{3F082620-7674-45C0-8724-7AE391B2437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19672" y="1203598"/>
              <a:ext cx="1656184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如果函数</a:t>
              </a:r>
            </a:p>
          </p:txBody>
        </p:sp>
        <p:graphicFrame>
          <p:nvGraphicFramePr>
            <p:cNvPr id="52" name="Object 11">
              <a:extLst>
                <a:ext uri="{FF2B5EF4-FFF2-40B4-BE49-F238E27FC236}">
                  <a16:creationId xmlns:a16="http://schemas.microsoft.com/office/drawing/2014/main" id="{15935112-F108-4377-872D-1F94D3C1B1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2521239"/>
                </p:ext>
              </p:extLst>
            </p:nvPr>
          </p:nvGraphicFramePr>
          <p:xfrm>
            <a:off x="3008315" y="1295170"/>
            <a:ext cx="107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320" name="Equation" r:id="rId4" imgW="1079280" imgH="342720" progId="Equation.DSMT4">
                    <p:embed/>
                  </p:oleObj>
                </mc:Choice>
                <mc:Fallback>
                  <p:oleObj name="Equation" r:id="rId4" imgW="1079280" imgH="342720" progId="Equation.DSMT4">
                    <p:embed/>
                    <p:pic>
                      <p:nvPicPr>
                        <p:cNvPr id="0" name="Picture 14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8315" y="1295170"/>
                          <a:ext cx="1079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6A485B4-A5FA-4DFB-A6D0-EBB35FB89AB0}"/>
              </a:ext>
            </a:extLst>
          </p:cNvPr>
          <p:cNvGrpSpPr/>
          <p:nvPr/>
        </p:nvGrpSpPr>
        <p:grpSpPr>
          <a:xfrm>
            <a:off x="4057397" y="1202876"/>
            <a:ext cx="4515182" cy="493095"/>
            <a:chOff x="971938" y="2114550"/>
            <a:chExt cx="4515182" cy="493095"/>
          </a:xfrm>
        </p:grpSpPr>
        <p:sp>
          <p:nvSpPr>
            <p:cNvPr id="49" name="Rectangle 3">
              <a:extLst>
                <a:ext uri="{FF2B5EF4-FFF2-40B4-BE49-F238E27FC236}">
                  <a16:creationId xmlns:a16="http://schemas.microsoft.com/office/drawing/2014/main" id="{E9054827-3BC2-4F68-A0CA-1A76F7D3653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1938" y="2114550"/>
              <a:ext cx="112362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在区间</a:t>
              </a:r>
            </a:p>
          </p:txBody>
        </p:sp>
        <p:sp>
          <p:nvSpPr>
            <p:cNvPr id="50" name="Rectangle 3">
              <a:extLst>
                <a:ext uri="{FF2B5EF4-FFF2-40B4-BE49-F238E27FC236}">
                  <a16:creationId xmlns:a16="http://schemas.microsoft.com/office/drawing/2014/main" id="{B80F0ECA-8CC5-4E2C-BB2F-3708B84C05F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312682" y="2114550"/>
              <a:ext cx="2126187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内单调可导且</a:t>
              </a:r>
            </a:p>
          </p:txBody>
        </p:sp>
        <p:graphicFrame>
          <p:nvGraphicFramePr>
            <p:cNvPr id="53" name="Object 11">
              <a:extLst>
                <a:ext uri="{FF2B5EF4-FFF2-40B4-BE49-F238E27FC236}">
                  <a16:creationId xmlns:a16="http://schemas.microsoft.com/office/drawing/2014/main" id="{7812AD35-EC82-40CF-8DE8-71795A51AA4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051720" y="2188545"/>
            <a:ext cx="2794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321" name="Equation" r:id="rId6" imgW="279360" imgH="419040" progId="Equation.DSMT4">
                    <p:embed/>
                  </p:oleObj>
                </mc:Choice>
                <mc:Fallback>
                  <p:oleObj name="Equation" r:id="rId6" imgW="279360" imgH="419040" progId="Equation.DSMT4">
                    <p:embed/>
                    <p:pic>
                      <p:nvPicPr>
                        <p:cNvPr id="0" name="Picture 14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720" y="2188545"/>
                          <a:ext cx="279400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11">
              <a:extLst>
                <a:ext uri="{FF2B5EF4-FFF2-40B4-BE49-F238E27FC236}">
                  <a16:creationId xmlns:a16="http://schemas.microsoft.com/office/drawing/2014/main" id="{D32D426E-1CA2-4097-8223-7375CF58E91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267920" y="2171700"/>
            <a:ext cx="1219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322" name="Equation" r:id="rId8" imgW="1218960" imgH="342720" progId="Equation.DSMT4">
                    <p:embed/>
                  </p:oleObj>
                </mc:Choice>
                <mc:Fallback>
                  <p:oleObj name="Equation" r:id="rId8" imgW="1218960" imgH="342720" progId="Equation.DSMT4">
                    <p:embed/>
                    <p:pic>
                      <p:nvPicPr>
                        <p:cNvPr id="0" name="Picture 14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7920" y="2171700"/>
                          <a:ext cx="12192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2" name="Object 11">
            <a:extLst>
              <a:ext uri="{FF2B5EF4-FFF2-40B4-BE49-F238E27FC236}">
                <a16:creationId xmlns:a16="http://schemas.microsoft.com/office/drawing/2014/main" id="{7189A2B3-0D52-48AB-8B71-BDAB3A093EE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89100" y="3148013"/>
          <a:ext cx="1689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323" name="Equation" r:id="rId10" imgW="1688760" imgH="787320" progId="Equation.DSMT4">
                  <p:embed/>
                </p:oleObj>
              </mc:Choice>
              <mc:Fallback>
                <p:oleObj name="Equation" r:id="rId10" imgW="1688760" imgH="787320" progId="Equation.DSMT4">
                  <p:embed/>
                  <p:pic>
                    <p:nvPicPr>
                      <p:cNvPr id="0" name="Picture 14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3148013"/>
                        <a:ext cx="16891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E811AD73-BF13-48AC-A33C-802971F192EC}"/>
              </a:ext>
            </a:extLst>
          </p:cNvPr>
          <p:cNvGrpSpPr/>
          <p:nvPr/>
        </p:nvGrpSpPr>
        <p:grpSpPr>
          <a:xfrm>
            <a:off x="527571" y="1856456"/>
            <a:ext cx="4210473" cy="457201"/>
            <a:chOff x="255024" y="1922275"/>
            <a:chExt cx="4210473" cy="457201"/>
          </a:xfrm>
        </p:grpSpPr>
        <p:graphicFrame>
          <p:nvGraphicFramePr>
            <p:cNvPr id="64" name="Object 11">
              <a:extLst>
                <a:ext uri="{FF2B5EF4-FFF2-40B4-BE49-F238E27FC236}">
                  <a16:creationId xmlns:a16="http://schemas.microsoft.com/office/drawing/2014/main" id="{78C5758C-CF3E-45D2-AA57-AC39FD6D60B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55024" y="2008732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324" name="Equation" r:id="rId12" imgW="1104840" imgH="342720" progId="Equation.DSMT4">
                    <p:embed/>
                  </p:oleObj>
                </mc:Choice>
                <mc:Fallback>
                  <p:oleObj name="Equation" r:id="rId12" imgW="1104840" imgH="342720" progId="Equation.DSMT4">
                    <p:embed/>
                    <p:pic>
                      <p:nvPicPr>
                        <p:cNvPr id="0" name="Picture 14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024" y="2008732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ct 11">
              <a:extLst>
                <a:ext uri="{FF2B5EF4-FFF2-40B4-BE49-F238E27FC236}">
                  <a16:creationId xmlns:a16="http://schemas.microsoft.com/office/drawing/2014/main" id="{689487A7-F86C-484E-988F-C6C03FEE49F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898397" y="1984546"/>
            <a:ext cx="107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325" name="Equation" r:id="rId14" imgW="1079280" imgH="342720" progId="Equation.DSMT4">
                    <p:embed/>
                  </p:oleObj>
                </mc:Choice>
                <mc:Fallback>
                  <p:oleObj name="Equation" r:id="rId14" imgW="1079280" imgH="342720" progId="Equation.DSMT4">
                    <p:embed/>
                    <p:pic>
                      <p:nvPicPr>
                        <p:cNvPr id="0" name="Picture 14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8397" y="1984546"/>
                          <a:ext cx="1079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" name="Rectangle 3">
              <a:extLst>
                <a:ext uri="{FF2B5EF4-FFF2-40B4-BE49-F238E27FC236}">
                  <a16:creationId xmlns:a16="http://schemas.microsoft.com/office/drawing/2014/main" id="{7304FC0B-0335-4FBF-8A71-E8F475ABF60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59924" y="1922276"/>
              <a:ext cx="510594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为</a:t>
              </a:r>
            </a:p>
          </p:txBody>
        </p:sp>
        <p:sp>
          <p:nvSpPr>
            <p:cNvPr id="68" name="Rectangle 3">
              <a:extLst>
                <a:ext uri="{FF2B5EF4-FFF2-40B4-BE49-F238E27FC236}">
                  <a16:creationId xmlns:a16="http://schemas.microsoft.com/office/drawing/2014/main" id="{77CC905B-6543-4038-BE75-5FD5A9C5E79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975418" y="1922275"/>
              <a:ext cx="1490079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的反函数，</a:t>
              </a:r>
            </a:p>
          </p:txBody>
        </p:sp>
      </p:grpSp>
      <p:graphicFrame>
        <p:nvGraphicFramePr>
          <p:cNvPr id="69" name="Object 11">
            <a:extLst>
              <a:ext uri="{FF2B5EF4-FFF2-40B4-BE49-F238E27FC236}">
                <a16:creationId xmlns:a16="http://schemas.microsoft.com/office/drawing/2014/main" id="{6A3DB4EA-93B7-4EA1-B965-A7697FD23C2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838700" y="1936750"/>
          <a:ext cx="3111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326" name="Equation" r:id="rId16" imgW="3111480" imgH="419040" progId="Equation.DSMT4">
                  <p:embed/>
                </p:oleObj>
              </mc:Choice>
              <mc:Fallback>
                <p:oleObj name="Equation" r:id="rId16" imgW="3111480" imgH="419040" progId="Equation.DSMT4">
                  <p:embed/>
                  <p:pic>
                    <p:nvPicPr>
                      <p:cNvPr id="0" name="Picture 14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0" y="1936750"/>
                        <a:ext cx="31115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Rectangle 3">
            <a:extLst>
              <a:ext uri="{FF2B5EF4-FFF2-40B4-BE49-F238E27FC236}">
                <a16:creationId xmlns:a16="http://schemas.microsoft.com/office/drawing/2014/main" id="{0BA4D493-150A-466A-BDB0-95088B13B5A3}"/>
              </a:ext>
            </a:extLst>
          </p:cNvPr>
          <p:cNvSpPr txBox="1">
            <a:spLocks noChangeArrowheads="1"/>
          </p:cNvSpPr>
          <p:nvPr/>
        </p:nvSpPr>
        <p:spPr>
          <a:xfrm>
            <a:off x="8047006" y="1898526"/>
            <a:ext cx="51995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则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DEB6FBB-B231-472D-AF4F-8A73ADBF0E1E}"/>
              </a:ext>
            </a:extLst>
          </p:cNvPr>
          <p:cNvGrpSpPr/>
          <p:nvPr/>
        </p:nvGrpSpPr>
        <p:grpSpPr>
          <a:xfrm>
            <a:off x="467149" y="2428053"/>
            <a:ext cx="4680915" cy="489208"/>
            <a:chOff x="467149" y="2428053"/>
            <a:chExt cx="4680915" cy="489208"/>
          </a:xfrm>
        </p:grpSpPr>
        <p:sp>
          <p:nvSpPr>
            <p:cNvPr id="71" name="Rectangle 3">
              <a:extLst>
                <a:ext uri="{FF2B5EF4-FFF2-40B4-BE49-F238E27FC236}">
                  <a16:creationId xmlns:a16="http://schemas.microsoft.com/office/drawing/2014/main" id="{896000A1-F9CA-4D63-AA6C-A7F77543402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67149" y="2460061"/>
              <a:ext cx="85571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函数</a:t>
              </a:r>
            </a:p>
          </p:txBody>
        </p:sp>
        <p:graphicFrame>
          <p:nvGraphicFramePr>
            <p:cNvPr id="72" name="Object 11">
              <a:extLst>
                <a:ext uri="{FF2B5EF4-FFF2-40B4-BE49-F238E27FC236}">
                  <a16:creationId xmlns:a16="http://schemas.microsoft.com/office/drawing/2014/main" id="{2246FF40-BB19-4AF8-BFEE-0EAECF7291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0926273"/>
                </p:ext>
              </p:extLst>
            </p:nvPr>
          </p:nvGraphicFramePr>
          <p:xfrm>
            <a:off x="1228913" y="2542353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327" name="Equation" r:id="rId18" imgW="1104840" imgH="342720" progId="Equation.DSMT4">
                    <p:embed/>
                  </p:oleObj>
                </mc:Choice>
                <mc:Fallback>
                  <p:oleObj name="Equation" r:id="rId18" imgW="1104840" imgH="342720" progId="Equation.DSMT4">
                    <p:embed/>
                    <p:pic>
                      <p:nvPicPr>
                        <p:cNvPr id="0" name="Picture 14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8913" y="2542353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FA8DF2AF-E8ED-4439-8F91-FA5E54AD6427}"/>
                </a:ext>
              </a:extLst>
            </p:cNvPr>
            <p:cNvGrpSpPr/>
            <p:nvPr/>
          </p:nvGrpSpPr>
          <p:grpSpPr>
            <a:xfrm>
              <a:off x="2329205" y="2428053"/>
              <a:ext cx="2818859" cy="474028"/>
              <a:chOff x="971938" y="2114550"/>
              <a:chExt cx="2818859" cy="474028"/>
            </a:xfrm>
          </p:grpSpPr>
          <p:sp>
            <p:nvSpPr>
              <p:cNvPr id="74" name="Rectangle 3">
                <a:extLst>
                  <a:ext uri="{FF2B5EF4-FFF2-40B4-BE49-F238E27FC236}">
                    <a16:creationId xmlns:a16="http://schemas.microsoft.com/office/drawing/2014/main" id="{9F0F3980-223D-492B-946B-4AAC4669933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71938" y="2114550"/>
                <a:ext cx="1123622" cy="457200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0033CC"/>
                    </a:solidFill>
                  </a14:hiddenFill>
                </a:ext>
                <a:ext uri="{91240B29-F687-4F45-9708-019B960494DF}">
                  <a14:hiddenLine xmlns:a14="http://schemas.microsoft.com/office/drawing/2010/main" w="76200" cmpd="tri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zh-CN" altLang="en-US" sz="2400" b="1" dirty="0">
                    <a:latin typeface="+mn-ea"/>
                    <a:ea typeface="+mn-ea"/>
                  </a:rPr>
                  <a:t>在区间</a:t>
                </a:r>
              </a:p>
            </p:txBody>
          </p:sp>
          <p:sp>
            <p:nvSpPr>
              <p:cNvPr id="75" name="Rectangle 3">
                <a:extLst>
                  <a:ext uri="{FF2B5EF4-FFF2-40B4-BE49-F238E27FC236}">
                    <a16:creationId xmlns:a16="http://schemas.microsoft.com/office/drawing/2014/main" id="{66A707F8-88B8-42F1-A58D-7FE895567174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312682" y="2114550"/>
                <a:ext cx="1478115" cy="457200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0033CC"/>
                    </a:solidFill>
                  </a14:hiddenFill>
                </a:ext>
                <a:ext uri="{91240B29-F687-4F45-9708-019B960494DF}">
                  <a14:hiddenLine xmlns:a14="http://schemas.microsoft.com/office/drawing/2010/main" w="76200" cmpd="tri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zh-CN" altLang="en-US" sz="2400" b="1" dirty="0">
                    <a:latin typeface="+mn-ea"/>
                    <a:ea typeface="+mn-ea"/>
                  </a:rPr>
                  <a:t>内可导且</a:t>
                </a:r>
              </a:p>
            </p:txBody>
          </p:sp>
          <p:graphicFrame>
            <p:nvGraphicFramePr>
              <p:cNvPr id="76" name="Object 11">
                <a:extLst>
                  <a:ext uri="{FF2B5EF4-FFF2-40B4-BE49-F238E27FC236}">
                    <a16:creationId xmlns:a16="http://schemas.microsoft.com/office/drawing/2014/main" id="{E7A33A4A-4C20-4D04-9F00-93880461A0A9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057448" y="2207578"/>
              <a:ext cx="2667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2328" name="Equation" r:id="rId20" imgW="266400" imgH="380880" progId="Equation.DSMT4">
                      <p:embed/>
                    </p:oleObj>
                  </mc:Choice>
                  <mc:Fallback>
                    <p:oleObj name="Equation" r:id="rId20" imgW="266400" imgH="380880" progId="Equation.DSMT4">
                      <p:embed/>
                      <p:pic>
                        <p:nvPicPr>
                          <p:cNvPr id="0" name="Picture 147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57448" y="2207578"/>
                            <a:ext cx="266700" cy="381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78" name="Object 11">
            <a:extLst>
              <a:ext uri="{FF2B5EF4-FFF2-40B4-BE49-F238E27FC236}">
                <a16:creationId xmlns:a16="http://schemas.microsoft.com/office/drawing/2014/main" id="{11659100-8BD2-4B68-B387-5EA386E6CB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783667"/>
              </p:ext>
            </p:extLst>
          </p:nvPr>
        </p:nvGraphicFramePr>
        <p:xfrm>
          <a:off x="4533900" y="3148013"/>
          <a:ext cx="11557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329" name="Equation" r:id="rId22" imgW="1155600" imgH="1168200" progId="Equation.DSMT4">
                  <p:embed/>
                </p:oleObj>
              </mc:Choice>
              <mc:Fallback>
                <p:oleObj name="Equation" r:id="rId22" imgW="1155600" imgH="1168200" progId="Equation.DSMT4">
                  <p:embed/>
                  <p:pic>
                    <p:nvPicPr>
                      <p:cNvPr id="0" name="Picture 14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3148013"/>
                        <a:ext cx="1155700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060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1" grpId="0"/>
      <p:bldP spid="7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3">
            <a:extLst>
              <a:ext uri="{FF2B5EF4-FFF2-40B4-BE49-F238E27FC236}">
                <a16:creationId xmlns:a16="http://schemas.microsoft.com/office/drawing/2014/main" id="{DBBAF03E-2699-4BF9-8643-38E3004F1958}"/>
              </a:ext>
            </a:extLst>
          </p:cNvPr>
          <p:cNvSpPr txBox="1">
            <a:spLocks noChangeArrowheads="1"/>
          </p:cNvSpPr>
          <p:nvPr/>
        </p:nvSpPr>
        <p:spPr>
          <a:xfrm>
            <a:off x="971600" y="339502"/>
            <a:ext cx="812198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证明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92AA8A0A-9084-4A30-9F57-E6A4F4FD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901435"/>
            <a:ext cx="36724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根据反函数存在定理可知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20F86B0-8922-4502-BD7F-93A8B5C6EEB6}"/>
              </a:ext>
            </a:extLst>
          </p:cNvPr>
          <p:cNvGrpSpPr/>
          <p:nvPr/>
        </p:nvGrpSpPr>
        <p:grpSpPr>
          <a:xfrm>
            <a:off x="1979712" y="339502"/>
            <a:ext cx="6429420" cy="493095"/>
            <a:chOff x="1357290" y="1600202"/>
            <a:chExt cx="6429420" cy="493095"/>
          </a:xfrm>
        </p:grpSpPr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0F34C6EB-9917-4571-A6A5-4B8AE4832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7290" y="1600202"/>
              <a:ext cx="81219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由于</a:t>
              </a:r>
            </a:p>
          </p:txBody>
        </p:sp>
        <p:graphicFrame>
          <p:nvGraphicFramePr>
            <p:cNvPr id="5" name="Object 11">
              <a:extLst>
                <a:ext uri="{FF2B5EF4-FFF2-40B4-BE49-F238E27FC236}">
                  <a16:creationId xmlns:a16="http://schemas.microsoft.com/office/drawing/2014/main" id="{495A2B9F-65D6-4078-B9E4-EE45718F4A3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086956" y="1695971"/>
            <a:ext cx="107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72" name="Equation" r:id="rId4" imgW="1079280" imgH="342720" progId="Equation.DSMT4">
                    <p:embed/>
                  </p:oleObj>
                </mc:Choice>
                <mc:Fallback>
                  <p:oleObj name="Equation" r:id="rId4" imgW="1079280" imgH="342720" progId="Equation.DSMT4">
                    <p:embed/>
                    <p:pic>
                      <p:nvPicPr>
                        <p:cNvPr id="0" name="Picture 20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6956" y="1695971"/>
                          <a:ext cx="1079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10F09F98-A34D-43E4-B29B-9C5589C2EAD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166456" y="1600202"/>
              <a:ext cx="112362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在区间</a:t>
              </a:r>
            </a:p>
          </p:txBody>
        </p:sp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7E60795F-B57F-443F-9A12-4BF4F990955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07200" y="1600202"/>
              <a:ext cx="3279510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内单调可导</a:t>
              </a:r>
              <a:r>
                <a:rPr lang="en-US" altLang="zh-CN" sz="2400" b="1" dirty="0">
                  <a:latin typeface="+mn-ea"/>
                  <a:ea typeface="+mn-ea"/>
                </a:rPr>
                <a:t>(</a:t>
              </a:r>
              <a:r>
                <a:rPr lang="zh-CN" altLang="en-US" sz="2400" b="1" dirty="0">
                  <a:latin typeface="+mn-ea"/>
                  <a:ea typeface="+mn-ea"/>
                </a:rPr>
                <a:t>从而连续</a:t>
              </a:r>
              <a:r>
                <a:rPr lang="en-US" altLang="zh-CN" sz="2400" b="1" dirty="0">
                  <a:latin typeface="+mn-ea"/>
                  <a:ea typeface="+mn-ea"/>
                </a:rPr>
                <a:t>)</a:t>
              </a:r>
              <a:r>
                <a:rPr lang="zh-CN" altLang="en-US" sz="2400" b="1" dirty="0">
                  <a:latin typeface="+mn-ea"/>
                  <a:ea typeface="+mn-ea"/>
                </a:rPr>
                <a:t>，</a:t>
              </a:r>
            </a:p>
          </p:txBody>
        </p:sp>
        <p:graphicFrame>
          <p:nvGraphicFramePr>
            <p:cNvPr id="11" name="Object 11">
              <a:extLst>
                <a:ext uri="{FF2B5EF4-FFF2-40B4-BE49-F238E27FC236}">
                  <a16:creationId xmlns:a16="http://schemas.microsoft.com/office/drawing/2014/main" id="{9BDCC84D-B057-4272-A511-3F64B22F916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246238" y="1674197"/>
            <a:ext cx="2794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73" name="Equation" r:id="rId6" imgW="279360" imgH="419040" progId="Equation.DSMT4">
                    <p:embed/>
                  </p:oleObj>
                </mc:Choice>
                <mc:Fallback>
                  <p:oleObj name="Equation" r:id="rId6" imgW="279360" imgH="419040" progId="Equation.DSMT4">
                    <p:embed/>
                    <p:pic>
                      <p:nvPicPr>
                        <p:cNvPr id="0" name="Picture 20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6238" y="1674197"/>
                          <a:ext cx="279400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7C71D88-7AFB-416E-96EB-3F0C74222D90}"/>
              </a:ext>
            </a:extLst>
          </p:cNvPr>
          <p:cNvGrpSpPr/>
          <p:nvPr/>
        </p:nvGrpSpPr>
        <p:grpSpPr>
          <a:xfrm>
            <a:off x="1046707" y="1378899"/>
            <a:ext cx="4533406" cy="477265"/>
            <a:chOff x="1049806" y="1594923"/>
            <a:chExt cx="4533406" cy="477265"/>
          </a:xfrm>
        </p:grpSpPr>
        <p:graphicFrame>
          <p:nvGraphicFramePr>
            <p:cNvPr id="16" name="Object 11">
              <a:extLst>
                <a:ext uri="{FF2B5EF4-FFF2-40B4-BE49-F238E27FC236}">
                  <a16:creationId xmlns:a16="http://schemas.microsoft.com/office/drawing/2014/main" id="{F80D9FEB-2953-4402-B6DD-7C60D4EB80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2709572"/>
                </p:ext>
              </p:extLst>
            </p:nvPr>
          </p:nvGraphicFramePr>
          <p:xfrm>
            <a:off x="3476050" y="1708532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74" name="Equation" r:id="rId8" imgW="1104840" imgH="342720" progId="Equation.DSMT4">
                    <p:embed/>
                  </p:oleObj>
                </mc:Choice>
                <mc:Fallback>
                  <p:oleObj name="Equation" r:id="rId8" imgW="1104840" imgH="342720" progId="Equation.DSMT4">
                    <p:embed/>
                    <p:pic>
                      <p:nvPicPr>
                        <p:cNvPr id="0" name="Picture 20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6050" y="1708532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1">
              <a:extLst>
                <a:ext uri="{FF2B5EF4-FFF2-40B4-BE49-F238E27FC236}">
                  <a16:creationId xmlns:a16="http://schemas.microsoft.com/office/drawing/2014/main" id="{13BBCCE1-3CED-4392-A67D-8BE128CFCF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2069488"/>
                </p:ext>
              </p:extLst>
            </p:nvPr>
          </p:nvGraphicFramePr>
          <p:xfrm>
            <a:off x="1049806" y="1677259"/>
            <a:ext cx="107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75" name="Equation" r:id="rId10" imgW="1079280" imgH="342720" progId="Equation.DSMT4">
                    <p:embed/>
                  </p:oleObj>
                </mc:Choice>
                <mc:Fallback>
                  <p:oleObj name="Equation" r:id="rId10" imgW="1079280" imgH="342720" progId="Equation.DSMT4">
                    <p:embed/>
                    <p:pic>
                      <p:nvPicPr>
                        <p:cNvPr id="0" name="Picture 20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9806" y="1677259"/>
                          <a:ext cx="1079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6CF8675E-1D4D-4775-911D-5BFF70A2A4C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80346" y="1594923"/>
              <a:ext cx="1002866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存在，</a:t>
              </a:r>
            </a:p>
          </p:txBody>
        </p:sp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608EA06B-779B-45E7-82B9-826EBD2F2A3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126827" y="1614988"/>
              <a:ext cx="1490079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的反函数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7C15EAA-D03D-483E-B051-E060AD056F53}"/>
              </a:ext>
            </a:extLst>
          </p:cNvPr>
          <p:cNvGrpSpPr/>
          <p:nvPr/>
        </p:nvGrpSpPr>
        <p:grpSpPr>
          <a:xfrm>
            <a:off x="5421000" y="1347614"/>
            <a:ext cx="3396373" cy="483178"/>
            <a:chOff x="743391" y="2088572"/>
            <a:chExt cx="2848825" cy="483178"/>
          </a:xfrm>
        </p:grpSpPr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C4B85875-0BBE-4027-9D93-D0665D8A2AC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43391" y="2114550"/>
              <a:ext cx="1352169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且在区间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89EE0171-59E9-4E42-87C4-A3BC05F94B0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114101" y="2088572"/>
              <a:ext cx="147811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内单调连续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23" name="Object 11">
              <a:extLst>
                <a:ext uri="{FF2B5EF4-FFF2-40B4-BE49-F238E27FC236}">
                  <a16:creationId xmlns:a16="http://schemas.microsoft.com/office/drawing/2014/main" id="{31B5065F-4739-4889-AA8A-E6C9F849EA8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894293" y="2178947"/>
            <a:ext cx="266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76" name="Equation" r:id="rId12" imgW="266400" imgH="380880" progId="Equation.DSMT4">
                    <p:embed/>
                  </p:oleObj>
                </mc:Choice>
                <mc:Fallback>
                  <p:oleObj name="Equation" r:id="rId12" imgW="266400" imgH="380880" progId="Equation.DSMT4">
                    <p:embed/>
                    <p:pic>
                      <p:nvPicPr>
                        <p:cNvPr id="0" name="Picture 20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4293" y="2178947"/>
                          <a:ext cx="2667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8D2B88A-CCAF-4028-827F-62E7B7E122F8}"/>
              </a:ext>
            </a:extLst>
          </p:cNvPr>
          <p:cNvGrpSpPr/>
          <p:nvPr/>
        </p:nvGrpSpPr>
        <p:grpSpPr>
          <a:xfrm>
            <a:off x="392437" y="1981737"/>
            <a:ext cx="3099192" cy="463671"/>
            <a:chOff x="444251" y="3243167"/>
            <a:chExt cx="3099192" cy="463671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2FF0572D-1070-43FF-885F-2AFDA21F1D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44251" y="3249638"/>
              <a:ext cx="455341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  <p:graphicFrame>
          <p:nvGraphicFramePr>
            <p:cNvPr id="29" name="Object 11">
              <a:extLst>
                <a:ext uri="{FF2B5EF4-FFF2-40B4-BE49-F238E27FC236}">
                  <a16:creationId xmlns:a16="http://schemas.microsoft.com/office/drawing/2014/main" id="{34F6C473-7C95-4F33-BC72-E1ED0F4669D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99592" y="3399919"/>
            <a:ext cx="227012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77" name="Equation" r:id="rId14" imgW="190440" imgH="203040" progId="Equation.DSMT4">
                    <p:embed/>
                  </p:oleObj>
                </mc:Choice>
                <mc:Fallback>
                  <p:oleObj name="Equation" r:id="rId14" imgW="190440" imgH="203040" progId="Equation.DSMT4">
                    <p:embed/>
                    <p:pic>
                      <p:nvPicPr>
                        <p:cNvPr id="0" name="Picture 20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592" y="3399919"/>
                          <a:ext cx="227012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Rectangle 3">
              <a:extLst>
                <a:ext uri="{FF2B5EF4-FFF2-40B4-BE49-F238E27FC236}">
                  <a16:creationId xmlns:a16="http://schemas.microsoft.com/office/drawing/2014/main" id="{CA5F26CD-1624-4301-BC01-AAB702F339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86747" y="3243167"/>
              <a:ext cx="161205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处给增量</a:t>
              </a:r>
            </a:p>
          </p:txBody>
        </p:sp>
        <p:graphicFrame>
          <p:nvGraphicFramePr>
            <p:cNvPr id="31" name="Object 11">
              <a:extLst>
                <a:ext uri="{FF2B5EF4-FFF2-40B4-BE49-F238E27FC236}">
                  <a16:creationId xmlns:a16="http://schemas.microsoft.com/office/drawing/2014/main" id="{CFE813F9-6B96-406C-9208-A7FEC33844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3670839"/>
                </p:ext>
              </p:extLst>
            </p:nvPr>
          </p:nvGraphicFramePr>
          <p:xfrm>
            <a:off x="2463943" y="3313864"/>
            <a:ext cx="1079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78" name="Equation" r:id="rId16" imgW="901440" imgH="330120" progId="Equation.DSMT4">
                    <p:embed/>
                  </p:oleObj>
                </mc:Choice>
                <mc:Fallback>
                  <p:oleObj name="Equation" r:id="rId16" imgW="901440" imgH="330120" progId="Equation.DSMT4">
                    <p:embed/>
                    <p:pic>
                      <p:nvPicPr>
                        <p:cNvPr id="0" name="Picture 20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3943" y="3313864"/>
                          <a:ext cx="10795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Rectangle 3">
            <a:extLst>
              <a:ext uri="{FF2B5EF4-FFF2-40B4-BE49-F238E27FC236}">
                <a16:creationId xmlns:a16="http://schemas.microsoft.com/office/drawing/2014/main" id="{D025328C-3764-4F25-AAB7-DFE3E6E0CED6}"/>
              </a:ext>
            </a:extLst>
          </p:cNvPr>
          <p:cNvSpPr txBox="1">
            <a:spLocks noChangeArrowheads="1"/>
          </p:cNvSpPr>
          <p:nvPr/>
        </p:nvSpPr>
        <p:spPr>
          <a:xfrm>
            <a:off x="3691419" y="1958174"/>
            <a:ext cx="504055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则</a:t>
            </a:r>
          </a:p>
        </p:txBody>
      </p:sp>
      <p:graphicFrame>
        <p:nvGraphicFramePr>
          <p:cNvPr id="33" name="Object 11">
            <a:extLst>
              <a:ext uri="{FF2B5EF4-FFF2-40B4-BE49-F238E27FC236}">
                <a16:creationId xmlns:a16="http://schemas.microsoft.com/office/drawing/2014/main" id="{7EC21816-FEA7-4DFF-9E69-8F00C1299C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42194"/>
              </p:ext>
            </p:extLst>
          </p:nvPr>
        </p:nvGraphicFramePr>
        <p:xfrm>
          <a:off x="1203401" y="2639889"/>
          <a:ext cx="377983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779" name="Equation" r:id="rId18" imgW="3174840" imgH="342720" progId="Equation.DSMT4">
                  <p:embed/>
                </p:oleObj>
              </mc:Choice>
              <mc:Fallback>
                <p:oleObj name="Equation" r:id="rId18" imgW="3174840" imgH="342720" progId="Equation.DSMT4">
                  <p:embed/>
                  <p:pic>
                    <p:nvPicPr>
                      <p:cNvPr id="0" name="Picture 2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401" y="2639889"/>
                        <a:ext cx="3779838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3">
            <a:extLst>
              <a:ext uri="{FF2B5EF4-FFF2-40B4-BE49-F238E27FC236}">
                <a16:creationId xmlns:a16="http://schemas.microsoft.com/office/drawing/2014/main" id="{AC28A13B-573E-47FE-B389-FE551FE65821}"/>
              </a:ext>
            </a:extLst>
          </p:cNvPr>
          <p:cNvSpPr txBox="1">
            <a:spLocks noChangeArrowheads="1"/>
          </p:cNvSpPr>
          <p:nvPr/>
        </p:nvSpPr>
        <p:spPr>
          <a:xfrm>
            <a:off x="4968567" y="2526326"/>
            <a:ext cx="501433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且</a:t>
            </a:r>
          </a:p>
        </p:txBody>
      </p:sp>
      <p:graphicFrame>
        <p:nvGraphicFramePr>
          <p:cNvPr id="36" name="Object 11">
            <a:extLst>
              <a:ext uri="{FF2B5EF4-FFF2-40B4-BE49-F238E27FC236}">
                <a16:creationId xmlns:a16="http://schemas.microsoft.com/office/drawing/2014/main" id="{709D5F1F-CFE4-4C37-92A4-66163B0FA5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409739"/>
              </p:ext>
            </p:extLst>
          </p:nvPr>
        </p:nvGraphicFramePr>
        <p:xfrm>
          <a:off x="5526164" y="2577976"/>
          <a:ext cx="16621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780" name="Equation" r:id="rId20" imgW="1396800" imgH="482400" progId="Equation.DSMT4">
                  <p:embed/>
                </p:oleObj>
              </mc:Choice>
              <mc:Fallback>
                <p:oleObj name="Equation" r:id="rId20" imgW="1396800" imgH="482400" progId="Equation.DSMT4">
                  <p:embed/>
                  <p:pic>
                    <p:nvPicPr>
                      <p:cNvPr id="0" name="Picture 2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6164" y="2577976"/>
                        <a:ext cx="1662112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1">
            <a:extLst>
              <a:ext uri="{FF2B5EF4-FFF2-40B4-BE49-F238E27FC236}">
                <a16:creationId xmlns:a16="http://schemas.microsoft.com/office/drawing/2014/main" id="{2D45924B-8E93-462B-9C9F-FF2680741E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919514"/>
              </p:ext>
            </p:extLst>
          </p:nvPr>
        </p:nvGraphicFramePr>
        <p:xfrm>
          <a:off x="1769578" y="3651870"/>
          <a:ext cx="1879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781" name="Equation" r:id="rId22" imgW="1879560" imgH="736560" progId="Equation.DSMT4">
                  <p:embed/>
                </p:oleObj>
              </mc:Choice>
              <mc:Fallback>
                <p:oleObj name="Equation" r:id="rId22" imgW="1879560" imgH="736560" progId="Equation.DSMT4">
                  <p:embed/>
                  <p:pic>
                    <p:nvPicPr>
                      <p:cNvPr id="0" name="Picture 2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9578" y="3651870"/>
                        <a:ext cx="1879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3">
            <a:extLst>
              <a:ext uri="{FF2B5EF4-FFF2-40B4-BE49-F238E27FC236}">
                <a16:creationId xmlns:a16="http://schemas.microsoft.com/office/drawing/2014/main" id="{BAACE08B-D5E5-4BFB-B1AD-112E3334D3DA}"/>
              </a:ext>
            </a:extLst>
          </p:cNvPr>
          <p:cNvSpPr txBox="1">
            <a:spLocks noChangeArrowheads="1"/>
          </p:cNvSpPr>
          <p:nvPr/>
        </p:nvSpPr>
        <p:spPr>
          <a:xfrm>
            <a:off x="475216" y="3276945"/>
            <a:ext cx="1224925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可得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5D0CE25-8629-4DE5-8295-16273403A7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15989"/>
              </p:ext>
            </p:extLst>
          </p:nvPr>
        </p:nvGraphicFramePr>
        <p:xfrm>
          <a:off x="3649178" y="3658950"/>
          <a:ext cx="12065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782" name="Equation" r:id="rId24" imgW="1206360" imgH="1168200" progId="Equation.DSMT4">
                  <p:embed/>
                </p:oleObj>
              </mc:Choice>
              <mc:Fallback>
                <p:oleObj name="Equation" r:id="rId24" imgW="1206360" imgH="1168200" progId="Equation.DSMT4">
                  <p:embed/>
                  <p:pic>
                    <p:nvPicPr>
                      <p:cNvPr id="0" name="Picture 2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9178" y="3658950"/>
                        <a:ext cx="1206500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71AB72D-0AAF-4E73-9B0D-A5112ABC0E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12300"/>
              </p:ext>
            </p:extLst>
          </p:nvPr>
        </p:nvGraphicFramePr>
        <p:xfrm>
          <a:off x="4925528" y="3658950"/>
          <a:ext cx="12065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783" name="Equation" r:id="rId26" imgW="1206360" imgH="1168200" progId="Equation.DSMT4">
                  <p:embed/>
                </p:oleObj>
              </mc:Choice>
              <mc:Fallback>
                <p:oleObj name="Equation" r:id="rId26" imgW="1206360" imgH="1168200" progId="Equation.DSMT4">
                  <p:embed/>
                  <p:pic>
                    <p:nvPicPr>
                      <p:cNvPr id="0" name="Picture 2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5528" y="3658950"/>
                        <a:ext cx="1206500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FCB09DC-AD5F-408F-9267-01D9817B63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1733143"/>
              </p:ext>
            </p:extLst>
          </p:nvPr>
        </p:nvGraphicFramePr>
        <p:xfrm>
          <a:off x="6096076" y="3690814"/>
          <a:ext cx="1054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784" name="Equation" r:id="rId28" imgW="1054080" imgH="787320" progId="Equation.DSMT4">
                  <p:embed/>
                </p:oleObj>
              </mc:Choice>
              <mc:Fallback>
                <p:oleObj name="Equation" r:id="rId28" imgW="1054080" imgH="787320" progId="Equation.DSMT4">
                  <p:embed/>
                  <p:pic>
                    <p:nvPicPr>
                      <p:cNvPr id="0" name="Picture 2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76" y="3690814"/>
                        <a:ext cx="10541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95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2" grpId="0"/>
      <p:bldP spid="35" grpId="0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5A97300-D4A7-4BD4-9807-F1012CEF9AD3}"/>
              </a:ext>
            </a:extLst>
          </p:cNvPr>
          <p:cNvSpPr txBox="1">
            <a:spLocks noChangeArrowheads="1"/>
          </p:cNvSpPr>
          <p:nvPr/>
        </p:nvSpPr>
        <p:spPr>
          <a:xfrm>
            <a:off x="676198" y="462195"/>
            <a:ext cx="572965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注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1B5790F-6113-43EF-A066-052B60246980}"/>
              </a:ext>
            </a:extLst>
          </p:cNvPr>
          <p:cNvGrpSpPr/>
          <p:nvPr/>
        </p:nvGrpSpPr>
        <p:grpSpPr>
          <a:xfrm>
            <a:off x="5220072" y="555526"/>
            <a:ext cx="3394120" cy="2520280"/>
            <a:chOff x="5220072" y="555526"/>
            <a:chExt cx="3394120" cy="2520280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70BBC69D-5F25-463B-9DD5-5BAD25FF8E5F}"/>
                </a:ext>
              </a:extLst>
            </p:cNvPr>
            <p:cNvGrpSpPr/>
            <p:nvPr/>
          </p:nvGrpSpPr>
          <p:grpSpPr>
            <a:xfrm>
              <a:off x="5220072" y="555526"/>
              <a:ext cx="3394120" cy="2520280"/>
              <a:chOff x="3947294" y="1419622"/>
              <a:chExt cx="3394120" cy="2520280"/>
            </a:xfrm>
          </p:grpSpPr>
          <p:cxnSp>
            <p:nvCxnSpPr>
              <p:cNvPr id="4" name="直接箭头连接符 3">
                <a:extLst>
                  <a:ext uri="{FF2B5EF4-FFF2-40B4-BE49-F238E27FC236}">
                    <a16:creationId xmlns:a16="http://schemas.microsoft.com/office/drawing/2014/main" id="{5377422D-8F93-40DD-84C2-A4728E8DD1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7294" y="2970957"/>
                <a:ext cx="338437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88A7702D-C4E8-4518-9839-05B1763AF7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72000" y="1419622"/>
                <a:ext cx="0" cy="252028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弧形 10">
                <a:extLst>
                  <a:ext uri="{FF2B5EF4-FFF2-40B4-BE49-F238E27FC236}">
                    <a16:creationId xmlns:a16="http://schemas.microsoft.com/office/drawing/2014/main" id="{C9ECA863-CF1B-4DC1-A17A-A2072ADBB244}"/>
                  </a:ext>
                </a:extLst>
              </p:cNvPr>
              <p:cNvSpPr/>
              <p:nvPr/>
            </p:nvSpPr>
            <p:spPr>
              <a:xfrm rot="4109752">
                <a:off x="5402576" y="954527"/>
                <a:ext cx="1035828" cy="2307867"/>
              </a:xfrm>
              <a:prstGeom prst="arc">
                <a:avLst>
                  <a:gd name="adj1" fmla="val 16949364"/>
                  <a:gd name="adj2" fmla="val 4906924"/>
                </a:avLst>
              </a:prstGeom>
              <a:ln w="19050">
                <a:solidFill>
                  <a:srgbClr val="00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9F274409-B73B-4216-B89A-14FA55D993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3968" y="1995686"/>
                <a:ext cx="2952328" cy="167333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C7EE4A76-36F8-4892-8594-985FBA44C562}"/>
                  </a:ext>
                </a:extLst>
              </p:cNvPr>
              <p:cNvSpPr/>
              <p:nvPr/>
            </p:nvSpPr>
            <p:spPr>
              <a:xfrm>
                <a:off x="5725825" y="2861505"/>
                <a:ext cx="99128" cy="115329"/>
              </a:xfrm>
              <a:custGeom>
                <a:avLst/>
                <a:gdLst>
                  <a:gd name="connsiteX0" fmla="*/ 0 w 99128"/>
                  <a:gd name="connsiteY0" fmla="*/ 0 h 115329"/>
                  <a:gd name="connsiteX1" fmla="*/ 65903 w 99128"/>
                  <a:gd name="connsiteY1" fmla="*/ 41189 h 115329"/>
                  <a:gd name="connsiteX2" fmla="*/ 90616 w 99128"/>
                  <a:gd name="connsiteY2" fmla="*/ 65902 h 115329"/>
                  <a:gd name="connsiteX3" fmla="*/ 98854 w 99128"/>
                  <a:gd name="connsiteY3" fmla="*/ 115329 h 115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128" h="115329">
                    <a:moveTo>
                      <a:pt x="0" y="0"/>
                    </a:moveTo>
                    <a:cubicBezTo>
                      <a:pt x="5745" y="3447"/>
                      <a:pt x="55034" y="32132"/>
                      <a:pt x="65903" y="41189"/>
                    </a:cubicBezTo>
                    <a:cubicBezTo>
                      <a:pt x="74853" y="48647"/>
                      <a:pt x="82378" y="57664"/>
                      <a:pt x="90616" y="65902"/>
                    </a:cubicBezTo>
                    <a:cubicBezTo>
                      <a:pt x="101459" y="98431"/>
                      <a:pt x="98854" y="81932"/>
                      <a:pt x="98854" y="115329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463D2879-AE60-468A-87ED-971F6F6AEEA2}"/>
                  </a:ext>
                </a:extLst>
              </p:cNvPr>
              <p:cNvSpPr/>
              <p:nvPr/>
            </p:nvSpPr>
            <p:spPr>
              <a:xfrm>
                <a:off x="4572000" y="3385751"/>
                <a:ext cx="98854" cy="57665"/>
              </a:xfrm>
              <a:custGeom>
                <a:avLst/>
                <a:gdLst>
                  <a:gd name="connsiteX0" fmla="*/ 0 w 98854"/>
                  <a:gd name="connsiteY0" fmla="*/ 0 h 57665"/>
                  <a:gd name="connsiteX1" fmla="*/ 82378 w 98854"/>
                  <a:gd name="connsiteY1" fmla="*/ 32952 h 57665"/>
                  <a:gd name="connsiteX2" fmla="*/ 98854 w 98854"/>
                  <a:gd name="connsiteY2" fmla="*/ 57665 h 57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8854" h="57665">
                    <a:moveTo>
                      <a:pt x="0" y="0"/>
                    </a:moveTo>
                    <a:cubicBezTo>
                      <a:pt x="28228" y="8065"/>
                      <a:pt x="60325" y="10899"/>
                      <a:pt x="82378" y="32952"/>
                    </a:cubicBezTo>
                    <a:cubicBezTo>
                      <a:pt x="89379" y="39953"/>
                      <a:pt x="98854" y="57665"/>
                      <a:pt x="98854" y="57665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20" name="对象 19">
                <a:extLst>
                  <a:ext uri="{FF2B5EF4-FFF2-40B4-BE49-F238E27FC236}">
                    <a16:creationId xmlns:a16="http://schemas.microsoft.com/office/drawing/2014/main" id="{40673C37-A909-49D6-80FF-13F0E614C1F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163614" y="2985900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691" name="Equation" r:id="rId3" imgW="177480" imgH="190440" progId="Equation.DSMT4">
                      <p:embed/>
                    </p:oleObj>
                  </mc:Choice>
                  <mc:Fallback>
                    <p:oleObj name="Equation" r:id="rId3" imgW="177480" imgH="190440" progId="Equation.DSMT4">
                      <p:embed/>
                      <p:pic>
                        <p:nvPicPr>
                          <p:cNvPr id="20" name="对象 19">
                            <a:extLst>
                              <a:ext uri="{FF2B5EF4-FFF2-40B4-BE49-F238E27FC236}">
                                <a16:creationId xmlns:a16="http://schemas.microsoft.com/office/drawing/2014/main" id="{40673C37-A909-49D6-80FF-13F0E614C1F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7163614" y="2985900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对象 20">
                <a:extLst>
                  <a:ext uri="{FF2B5EF4-FFF2-40B4-BE49-F238E27FC236}">
                    <a16:creationId xmlns:a16="http://schemas.microsoft.com/office/drawing/2014/main" id="{C013A23C-93BB-43FE-B245-ABCCAEE1F8C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22763" y="1504950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692" name="Equation" r:id="rId5" imgW="190440" imgH="241200" progId="Equation.DSMT4">
                      <p:embed/>
                    </p:oleObj>
                  </mc:Choice>
                  <mc:Fallback>
                    <p:oleObj name="Equation" r:id="rId5" imgW="190440" imgH="241200" progId="Equation.DSMT4">
                      <p:embed/>
                      <p:pic>
                        <p:nvPicPr>
                          <p:cNvPr id="21" name="对象 20">
                            <a:extLst>
                              <a:ext uri="{FF2B5EF4-FFF2-40B4-BE49-F238E27FC236}">
                                <a16:creationId xmlns:a16="http://schemas.microsoft.com/office/drawing/2014/main" id="{C013A23C-93BB-43FE-B245-ABCCAEE1F8C0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322763" y="1504950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对象 21">
                <a:extLst>
                  <a:ext uri="{FF2B5EF4-FFF2-40B4-BE49-F238E27FC236}">
                    <a16:creationId xmlns:a16="http://schemas.microsoft.com/office/drawing/2014/main" id="{5E249AA8-BE81-4731-B16A-EAE3C93BD9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06888" y="3036888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693" name="Equation" r:id="rId7" imgW="228600" imgH="241200" progId="Equation.DSMT4">
                      <p:embed/>
                    </p:oleObj>
                  </mc:Choice>
                  <mc:Fallback>
                    <p:oleObj name="Equation" r:id="rId7" imgW="228600" imgH="241200" progId="Equation.DSMT4">
                      <p:embed/>
                      <p:pic>
                        <p:nvPicPr>
                          <p:cNvPr id="22" name="对象 21">
                            <a:extLst>
                              <a:ext uri="{FF2B5EF4-FFF2-40B4-BE49-F238E27FC236}">
                                <a16:creationId xmlns:a16="http://schemas.microsoft.com/office/drawing/2014/main" id="{5E249AA8-BE81-4731-B16A-EAE3C93BD91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4306888" y="3036888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对象 22">
                <a:extLst>
                  <a:ext uri="{FF2B5EF4-FFF2-40B4-BE49-F238E27FC236}">
                    <a16:creationId xmlns:a16="http://schemas.microsoft.com/office/drawing/2014/main" id="{11735772-24B7-4C3C-8A4D-D047A40FA83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902325" y="2724150"/>
              <a:ext cx="2159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694" name="Equation" r:id="rId9" imgW="215640" imgH="190440" progId="Equation.DSMT4">
                      <p:embed/>
                    </p:oleObj>
                  </mc:Choice>
                  <mc:Fallback>
                    <p:oleObj name="Equation" r:id="rId9" imgW="215640" imgH="190440" progId="Equation.DSMT4">
                      <p:embed/>
                      <p:pic>
                        <p:nvPicPr>
                          <p:cNvPr id="23" name="对象 22">
                            <a:extLst>
                              <a:ext uri="{FF2B5EF4-FFF2-40B4-BE49-F238E27FC236}">
                                <a16:creationId xmlns:a16="http://schemas.microsoft.com/office/drawing/2014/main" id="{11735772-24B7-4C3C-8A4D-D047A40FA83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5902325" y="2724150"/>
                            <a:ext cx="2159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对象 23">
                <a:extLst>
                  <a:ext uri="{FF2B5EF4-FFF2-40B4-BE49-F238E27FC236}">
                    <a16:creationId xmlns:a16="http://schemas.microsoft.com/office/drawing/2014/main" id="{BA77DD4B-81FD-4F58-86A4-F109BF657D0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9954552"/>
                  </p:ext>
                </p:extLst>
              </p:nvPr>
            </p:nvGraphicFramePr>
            <p:xfrm>
              <a:off x="4659313" y="3101975"/>
              <a:ext cx="215900" cy="292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695" name="Equation" r:id="rId11" imgW="215640" imgH="291960" progId="Equation.DSMT4">
                      <p:embed/>
                    </p:oleObj>
                  </mc:Choice>
                  <mc:Fallback>
                    <p:oleObj name="Equation" r:id="rId11" imgW="215640" imgH="291960" progId="Equation.DSMT4">
                      <p:embed/>
                      <p:pic>
                        <p:nvPicPr>
                          <p:cNvPr id="24" name="对象 23">
                            <a:extLst>
                              <a:ext uri="{FF2B5EF4-FFF2-40B4-BE49-F238E27FC236}">
                                <a16:creationId xmlns:a16="http://schemas.microsoft.com/office/drawing/2014/main" id="{BA77DD4B-81FD-4F58-86A4-F109BF657D0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659313" y="3101975"/>
                            <a:ext cx="215900" cy="292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47E1D80E-46A6-470D-A685-36B2F3BBE5D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3246642"/>
                </p:ext>
              </p:extLst>
            </p:nvPr>
          </p:nvGraphicFramePr>
          <p:xfrm>
            <a:off x="6825853" y="1209411"/>
            <a:ext cx="9144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96" name="Equation" r:id="rId13" imgW="914400" imgH="304560" progId="Equation.DSMT4">
                    <p:embed/>
                  </p:oleObj>
                </mc:Choice>
                <mc:Fallback>
                  <p:oleObj name="Equation" r:id="rId13" imgW="914400" imgH="30456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47E1D80E-46A6-470D-A685-36B2F3BBE5D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825853" y="1209411"/>
                          <a:ext cx="9144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FA0D9490-436B-4C44-ADEB-7441921843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0964004"/>
                </p:ext>
              </p:extLst>
            </p:nvPr>
          </p:nvGraphicFramePr>
          <p:xfrm>
            <a:off x="7521675" y="773178"/>
            <a:ext cx="9271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97" name="Equation" r:id="rId15" imgW="927000" imgH="304560" progId="Equation.DSMT4">
                    <p:embed/>
                  </p:oleObj>
                </mc:Choice>
                <mc:Fallback>
                  <p:oleObj name="Equation" r:id="rId15" imgW="927000" imgH="30456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FA0D9490-436B-4C44-ADEB-74419218435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521675" y="773178"/>
                          <a:ext cx="9271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Object 11">
            <a:extLst>
              <a:ext uri="{FF2B5EF4-FFF2-40B4-BE49-F238E27FC236}">
                <a16:creationId xmlns:a16="http://schemas.microsoft.com/office/drawing/2014/main" id="{028C04EA-ACC2-49CE-BFD6-615EADDF25E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01810" y="481467"/>
          <a:ext cx="1079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98" name="Equation" r:id="rId17" imgW="1079280" imgH="342720" progId="Equation.DSMT4">
                  <p:embed/>
                </p:oleObj>
              </mc:Choice>
              <mc:Fallback>
                <p:oleObj name="Equation" r:id="rId17" imgW="1079280" imgH="342720" progId="Equation.DSMT4">
                  <p:embed/>
                  <p:pic>
                    <p:nvPicPr>
                      <p:cNvPr id="30" name="Object 11">
                        <a:extLst>
                          <a:ext uri="{FF2B5EF4-FFF2-40B4-BE49-F238E27FC236}">
                            <a16:creationId xmlns:a16="http://schemas.microsoft.com/office/drawing/2014/main" id="{028C04EA-ACC2-49CE-BFD6-615EADDF25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810" y="481467"/>
                        <a:ext cx="1079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1">
            <a:extLst>
              <a:ext uri="{FF2B5EF4-FFF2-40B4-BE49-F238E27FC236}">
                <a16:creationId xmlns:a16="http://schemas.microsoft.com/office/drawing/2014/main" id="{624F733C-B8B6-4B06-BA1A-3A1460CAA96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84776" y="909525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99" name="Equation" r:id="rId19" imgW="1104840" imgH="342720" progId="Equation.DSMT4">
                  <p:embed/>
                </p:oleObj>
              </mc:Choice>
              <mc:Fallback>
                <p:oleObj name="Equation" r:id="rId19" imgW="1104840" imgH="342720" progId="Equation.DSMT4">
                  <p:embed/>
                  <p:pic>
                    <p:nvPicPr>
                      <p:cNvPr id="31" name="Object 11">
                        <a:extLst>
                          <a:ext uri="{FF2B5EF4-FFF2-40B4-BE49-F238E27FC236}">
                            <a16:creationId xmlns:a16="http://schemas.microsoft.com/office/drawing/2014/main" id="{624F733C-B8B6-4B06-BA1A-3A1460CAA9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776" y="909525"/>
                        <a:ext cx="1104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">
            <a:extLst>
              <a:ext uri="{FF2B5EF4-FFF2-40B4-BE49-F238E27FC236}">
                <a16:creationId xmlns:a16="http://schemas.microsoft.com/office/drawing/2014/main" id="{CE959FC3-920F-4287-A26C-F54DD985CDE9}"/>
              </a:ext>
            </a:extLst>
          </p:cNvPr>
          <p:cNvSpPr txBox="1">
            <a:spLocks noChangeArrowheads="1"/>
          </p:cNvSpPr>
          <p:nvPr/>
        </p:nvSpPr>
        <p:spPr>
          <a:xfrm>
            <a:off x="2993628" y="616120"/>
            <a:ext cx="148296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同一图形</a:t>
            </a:r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3154F7C2-BC5D-4D8B-A163-4C7DA12DF0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7057" y="1571515"/>
          <a:ext cx="1625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00" name="Equation" r:id="rId21" imgW="1625400" imgH="355320" progId="Equation.DSMT4">
                  <p:embed/>
                </p:oleObj>
              </mc:Choice>
              <mc:Fallback>
                <p:oleObj name="Equation" r:id="rId21" imgW="1625400" imgH="35532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3154F7C2-BC5D-4D8B-A163-4C7DA12DF0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67057" y="1571515"/>
                        <a:ext cx="1625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FF325889-C503-4439-B117-4024AD6BE7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8498" y="1544813"/>
          <a:ext cx="1625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01" name="Equation" r:id="rId23" imgW="1625400" imgH="355320" progId="Equation.DSMT4">
                  <p:embed/>
                </p:oleObj>
              </mc:Choice>
              <mc:Fallback>
                <p:oleObj name="Equation" r:id="rId23" imgW="1625400" imgH="35532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FF325889-C503-4439-B117-4024AD6BE7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08498" y="1544813"/>
                        <a:ext cx="1625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BACF722B-BCCD-4573-8B71-DFD22C58C5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1925" y="2149223"/>
          <a:ext cx="1244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02" name="Equation" r:id="rId25" imgW="1244520" imgH="723600" progId="Equation.DSMT4">
                  <p:embed/>
                </p:oleObj>
              </mc:Choice>
              <mc:Fallback>
                <p:oleObj name="Equation" r:id="rId25" imgW="1244520" imgH="72360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BACF722B-BCCD-4573-8B71-DFD22C58C5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431925" y="2149223"/>
                        <a:ext cx="1244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DC0A6A60-8D8A-4D9C-8663-C049E16D99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8127" y="2902386"/>
          <a:ext cx="4178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03" name="Equation" r:id="rId27" imgW="4178160" imgH="787320" progId="Equation.DSMT4">
                  <p:embed/>
                </p:oleObj>
              </mc:Choice>
              <mc:Fallback>
                <p:oleObj name="Equation" r:id="rId27" imgW="4178160" imgH="78732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DC0A6A60-8D8A-4D9C-8663-C049E16D9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278127" y="2902386"/>
                        <a:ext cx="4178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">
            <a:extLst>
              <a:ext uri="{FF2B5EF4-FFF2-40B4-BE49-F238E27FC236}">
                <a16:creationId xmlns:a16="http://schemas.microsoft.com/office/drawing/2014/main" id="{2738C4DA-4E6E-4DFB-B35E-9D67220C75A6}"/>
              </a:ext>
            </a:extLst>
          </p:cNvPr>
          <p:cNvSpPr txBox="1">
            <a:spLocks noChangeArrowheads="1"/>
          </p:cNvSpPr>
          <p:nvPr/>
        </p:nvSpPr>
        <p:spPr>
          <a:xfrm>
            <a:off x="3070637" y="3921281"/>
            <a:ext cx="47572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或</a:t>
            </a:r>
          </a:p>
        </p:txBody>
      </p:sp>
      <p:graphicFrame>
        <p:nvGraphicFramePr>
          <p:cNvPr id="38" name="Object 11">
            <a:extLst>
              <a:ext uri="{FF2B5EF4-FFF2-40B4-BE49-F238E27FC236}">
                <a16:creationId xmlns:a16="http://schemas.microsoft.com/office/drawing/2014/main" id="{A656CFDE-88D3-42B4-B097-59646958D76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92676" y="3756181"/>
          <a:ext cx="1689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04" name="Equation" r:id="rId29" imgW="1688760" imgH="787320" progId="Equation.DSMT4">
                  <p:embed/>
                </p:oleObj>
              </mc:Choice>
              <mc:Fallback>
                <p:oleObj name="Equation" r:id="rId29" imgW="1688760" imgH="787320" progId="Equation.DSMT4">
                  <p:embed/>
                  <p:pic>
                    <p:nvPicPr>
                      <p:cNvPr id="38" name="Object 11">
                        <a:extLst>
                          <a:ext uri="{FF2B5EF4-FFF2-40B4-BE49-F238E27FC236}">
                            <a16:creationId xmlns:a16="http://schemas.microsoft.com/office/drawing/2014/main" id="{A656CFDE-88D3-42B4-B097-59646958D7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676" y="3756181"/>
                        <a:ext cx="16891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1">
            <a:extLst>
              <a:ext uri="{FF2B5EF4-FFF2-40B4-BE49-F238E27FC236}">
                <a16:creationId xmlns:a16="http://schemas.microsoft.com/office/drawing/2014/main" id="{217273F8-A9FA-41CA-ADDE-9A3420A406A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778398" y="3689786"/>
          <a:ext cx="11557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05" name="Equation" r:id="rId31" imgW="1155600" imgH="1168200" progId="Equation.DSMT4">
                  <p:embed/>
                </p:oleObj>
              </mc:Choice>
              <mc:Fallback>
                <p:oleObj name="Equation" r:id="rId31" imgW="1155600" imgH="1168200" progId="Equation.DSMT4">
                  <p:embed/>
                  <p:pic>
                    <p:nvPicPr>
                      <p:cNvPr id="39" name="Object 11">
                        <a:extLst>
                          <a:ext uri="{FF2B5EF4-FFF2-40B4-BE49-F238E27FC236}">
                            <a16:creationId xmlns:a16="http://schemas.microsoft.com/office/drawing/2014/main" id="{217273F8-A9FA-41CA-ADDE-9A3420A406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398" y="3689786"/>
                        <a:ext cx="1155700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6103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723E87D-DAB3-4CC3-B700-B6B6B1F7C6E0}"/>
              </a:ext>
            </a:extLst>
          </p:cNvPr>
          <p:cNvSpPr txBox="1">
            <a:spLocks noChangeArrowheads="1"/>
          </p:cNvSpPr>
          <p:nvPr/>
        </p:nvSpPr>
        <p:spPr>
          <a:xfrm>
            <a:off x="1036833" y="320188"/>
            <a:ext cx="1158903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880F65A-9933-4E8D-876F-59C2984C8E3A}"/>
              </a:ext>
            </a:extLst>
          </p:cNvPr>
          <p:cNvSpPr txBox="1">
            <a:spLocks noChangeArrowheads="1"/>
          </p:cNvSpPr>
          <p:nvPr/>
        </p:nvSpPr>
        <p:spPr>
          <a:xfrm>
            <a:off x="2051720" y="327025"/>
            <a:ext cx="345638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直接函数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8E221A6-53D5-44A4-8C47-2FC0EB7AC0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981982"/>
              </p:ext>
            </p:extLst>
          </p:nvPr>
        </p:nvGraphicFramePr>
        <p:xfrm>
          <a:off x="3522568" y="384175"/>
          <a:ext cx="115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10" name="Equation" r:id="rId3" imgW="1155600" imgH="342720" progId="Equation.DSMT4">
                  <p:embed/>
                </p:oleObj>
              </mc:Choice>
              <mc:Fallback>
                <p:oleObj name="Equation" r:id="rId3" imgW="115560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8E221A6-53D5-44A4-8C47-2FC0EB7AC0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22568" y="384175"/>
                        <a:ext cx="1155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2993372E-80B8-45F0-AED9-563E56165249}"/>
              </a:ext>
            </a:extLst>
          </p:cNvPr>
          <p:cNvSpPr txBox="1">
            <a:spLocks noChangeArrowheads="1"/>
          </p:cNvSpPr>
          <p:nvPr/>
        </p:nvSpPr>
        <p:spPr>
          <a:xfrm>
            <a:off x="5004048" y="308314"/>
            <a:ext cx="309634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反函数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F0150D2-116B-43E0-9D73-464CD41391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190885"/>
              </p:ext>
            </p:extLst>
          </p:nvPr>
        </p:nvGraphicFramePr>
        <p:xfrm>
          <a:off x="6209094" y="413496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11" name="Equation" r:id="rId5" imgW="1180800" imgH="342720" progId="Equation.DSMT4">
                  <p:embed/>
                </p:oleObj>
              </mc:Choice>
              <mc:Fallback>
                <p:oleObj name="Equation" r:id="rId5" imgW="118080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F0150D2-116B-43E0-9D73-464CD41391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09094" y="413496"/>
                        <a:ext cx="1181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97E213C0-74AA-4A96-BFCF-DCD16E3CFC53}"/>
              </a:ext>
            </a:extLst>
          </p:cNvPr>
          <p:cNvSpPr txBox="1">
            <a:spLocks noChangeArrowheads="1"/>
          </p:cNvSpPr>
          <p:nvPr/>
        </p:nvSpPr>
        <p:spPr>
          <a:xfrm>
            <a:off x="4175553" y="1005055"/>
            <a:ext cx="47572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或</a:t>
            </a:r>
          </a:p>
        </p:txBody>
      </p:sp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87B9C8B6-08BD-4809-86F5-9B0281563F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544258"/>
              </p:ext>
            </p:extLst>
          </p:nvPr>
        </p:nvGraphicFramePr>
        <p:xfrm>
          <a:off x="2182854" y="820733"/>
          <a:ext cx="1689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12" name="Equation" r:id="rId7" imgW="1688760" imgH="787320" progId="Equation.DSMT4">
                  <p:embed/>
                </p:oleObj>
              </mc:Choice>
              <mc:Fallback>
                <p:oleObj name="Equation" r:id="rId7" imgW="1688760" imgH="787320" progId="Equation.DSMT4">
                  <p:embed/>
                  <p:pic>
                    <p:nvPicPr>
                      <p:cNvPr id="8" name="Object 11">
                        <a:extLst>
                          <a:ext uri="{FF2B5EF4-FFF2-40B4-BE49-F238E27FC236}">
                            <a16:creationId xmlns:a16="http://schemas.microsoft.com/office/drawing/2014/main" id="{87B9C8B6-08BD-4809-86F5-9B0281563F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54" y="820733"/>
                        <a:ext cx="16891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94ED9DF2-9D8A-40A0-9B0A-870CB792A9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2323009"/>
              </p:ext>
            </p:extLst>
          </p:nvPr>
        </p:nvGraphicFramePr>
        <p:xfrm>
          <a:off x="4954874" y="853909"/>
          <a:ext cx="11557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13" name="Equation" r:id="rId9" imgW="1155600" imgH="1168200" progId="Equation.DSMT4">
                  <p:embed/>
                </p:oleObj>
              </mc:Choice>
              <mc:Fallback>
                <p:oleObj name="Equation" r:id="rId9" imgW="1155600" imgH="1168200" progId="Equation.DSMT4">
                  <p:embed/>
                  <p:pic>
                    <p:nvPicPr>
                      <p:cNvPr id="9" name="Object 11">
                        <a:extLst>
                          <a:ext uri="{FF2B5EF4-FFF2-40B4-BE49-F238E27FC236}">
                            <a16:creationId xmlns:a16="http://schemas.microsoft.com/office/drawing/2014/main" id="{94ED9DF2-9D8A-40A0-9B0A-870CB792A9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4874" y="853909"/>
                        <a:ext cx="1155700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96034B37-E209-406F-8A9A-FB9DAAC4F3C0}"/>
              </a:ext>
            </a:extLst>
          </p:cNvPr>
          <p:cNvSpPr txBox="1">
            <a:spLocks noChangeArrowheads="1"/>
          </p:cNvSpPr>
          <p:nvPr/>
        </p:nvSpPr>
        <p:spPr>
          <a:xfrm>
            <a:off x="1728001" y="2169045"/>
            <a:ext cx="141061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直接函数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35E02A8-5275-4478-B402-87C04CB649EF}"/>
              </a:ext>
            </a:extLst>
          </p:cNvPr>
          <p:cNvSpPr txBox="1">
            <a:spLocks noChangeArrowheads="1"/>
          </p:cNvSpPr>
          <p:nvPr/>
        </p:nvSpPr>
        <p:spPr>
          <a:xfrm>
            <a:off x="738919" y="350437"/>
            <a:ext cx="1158903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注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0E17DFE-7444-469A-8679-EA7578754C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773126"/>
              </p:ext>
            </p:extLst>
          </p:nvPr>
        </p:nvGraphicFramePr>
        <p:xfrm>
          <a:off x="3138615" y="2251450"/>
          <a:ext cx="102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14" name="Equation" r:id="rId11" imgW="1028520" imgH="342720" progId="Equation.DSMT4">
                  <p:embed/>
                </p:oleObj>
              </mc:Choice>
              <mc:Fallback>
                <p:oleObj name="Equation" r:id="rId11" imgW="102852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0E17DFE-7444-469A-8679-EA7578754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38615" y="2251450"/>
                        <a:ext cx="1028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">
            <a:extLst>
              <a:ext uri="{FF2B5EF4-FFF2-40B4-BE49-F238E27FC236}">
                <a16:creationId xmlns:a16="http://schemas.microsoft.com/office/drawing/2014/main" id="{0086DB32-1FF3-43E7-9925-9649141FF8CE}"/>
              </a:ext>
            </a:extLst>
          </p:cNvPr>
          <p:cNvSpPr txBox="1">
            <a:spLocks noChangeArrowheads="1"/>
          </p:cNvSpPr>
          <p:nvPr/>
        </p:nvSpPr>
        <p:spPr>
          <a:xfrm>
            <a:off x="4932040" y="2142757"/>
            <a:ext cx="1158903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反函数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9A9415D-28F2-447B-B665-FE3C7241F5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933111"/>
              </p:ext>
            </p:extLst>
          </p:nvPr>
        </p:nvGraphicFramePr>
        <p:xfrm>
          <a:off x="6126770" y="2151041"/>
          <a:ext cx="850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15" name="Equation" r:id="rId13" imgW="850680" imgH="406080" progId="Equation.DSMT4">
                  <p:embed/>
                </p:oleObj>
              </mc:Choice>
              <mc:Fallback>
                <p:oleObj name="Equation" r:id="rId13" imgW="850680" imgH="4060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9A9415D-28F2-447B-B665-FE3C7241F5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26770" y="2151041"/>
                        <a:ext cx="850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5F438EC-1B5A-4A99-BEC5-1BC526A345F7}"/>
              </a:ext>
            </a:extLst>
          </p:cNvPr>
          <p:cNvCxnSpPr>
            <a:cxnSpLocks/>
          </p:cNvCxnSpPr>
          <p:nvPr/>
        </p:nvCxnSpPr>
        <p:spPr>
          <a:xfrm>
            <a:off x="0" y="1923678"/>
            <a:ext cx="9144000" cy="0"/>
          </a:xfrm>
          <a:prstGeom prst="line">
            <a:avLst/>
          </a:prstGeom>
          <a:ln cmpd="thickThin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D5F891A3-DC88-41EA-AE02-FCF8B0CB01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2319099"/>
              </p:ext>
            </p:extLst>
          </p:nvPr>
        </p:nvGraphicFramePr>
        <p:xfrm>
          <a:off x="1943885" y="2728229"/>
          <a:ext cx="990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16" name="Equation" r:id="rId15" imgW="990360" imgH="736560" progId="Equation.DSMT4">
                  <p:embed/>
                </p:oleObj>
              </mc:Choice>
              <mc:Fallback>
                <p:oleObj name="Equation" r:id="rId15" imgW="990360" imgH="7365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D5F891A3-DC88-41EA-AE02-FCF8B0CB01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43885" y="2728229"/>
                        <a:ext cx="990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A39FDD2-6B52-4435-814A-D9C5206C4F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256874"/>
              </p:ext>
            </p:extLst>
          </p:nvPr>
        </p:nvGraphicFramePr>
        <p:xfrm>
          <a:off x="5160995" y="2693434"/>
          <a:ext cx="1028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17" name="Equation" r:id="rId17" imgW="1028520" imgH="736560" progId="Equation.DSMT4">
                  <p:embed/>
                </p:oleObj>
              </mc:Choice>
              <mc:Fallback>
                <p:oleObj name="Equation" r:id="rId17" imgW="1028520" imgH="7365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2A39FDD2-6B52-4435-814A-D9C5206C4F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60995" y="2693434"/>
                        <a:ext cx="1028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7FBC73E1-6CEF-49DB-8871-41C837DB39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337021"/>
              </p:ext>
            </p:extLst>
          </p:nvPr>
        </p:nvGraphicFramePr>
        <p:xfrm>
          <a:off x="1943885" y="3997812"/>
          <a:ext cx="1358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18" name="Equation" r:id="rId19" imgW="1358640" imgH="825480" progId="Equation.DSMT4">
                  <p:embed/>
                </p:oleObj>
              </mc:Choice>
              <mc:Fallback>
                <p:oleObj name="Equation" r:id="rId19" imgW="1358640" imgH="8254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7FBC73E1-6CEF-49DB-8871-41C837DB39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43885" y="3997812"/>
                        <a:ext cx="13589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D1E470BC-4833-487A-A730-8808330D03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8935"/>
              </p:ext>
            </p:extLst>
          </p:nvPr>
        </p:nvGraphicFramePr>
        <p:xfrm>
          <a:off x="5142520" y="4083918"/>
          <a:ext cx="1409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19" name="Equation" r:id="rId21" imgW="1409400" imgH="825480" progId="Equation.DSMT4">
                  <p:embed/>
                </p:oleObj>
              </mc:Choice>
              <mc:Fallback>
                <p:oleObj name="Equation" r:id="rId21" imgW="1409400" imgH="82548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D1E470BC-4833-487A-A730-8808330D03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142520" y="4083918"/>
                        <a:ext cx="14097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3">
            <a:extLst>
              <a:ext uri="{FF2B5EF4-FFF2-40B4-BE49-F238E27FC236}">
                <a16:creationId xmlns:a16="http://schemas.microsoft.com/office/drawing/2014/main" id="{39DC9E13-2703-4B88-B935-86744A7C44E2}"/>
              </a:ext>
            </a:extLst>
          </p:cNvPr>
          <p:cNvSpPr txBox="1">
            <a:spLocks noChangeArrowheads="1"/>
          </p:cNvSpPr>
          <p:nvPr/>
        </p:nvSpPr>
        <p:spPr>
          <a:xfrm>
            <a:off x="784982" y="2157391"/>
            <a:ext cx="1158903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例如</a:t>
            </a:r>
          </a:p>
        </p:txBody>
      </p:sp>
    </p:spTree>
    <p:extLst>
      <p:ext uri="{BB962C8B-B14F-4D97-AF65-F5344CB8AC3E}">
        <p14:creationId xmlns:p14="http://schemas.microsoft.com/office/powerpoint/2010/main" val="2994754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395EA004-04EE-4595-AFDA-F4E947187D12}"/>
              </a:ext>
            </a:extLst>
          </p:cNvPr>
          <p:cNvSpPr/>
          <p:nvPr/>
        </p:nvSpPr>
        <p:spPr>
          <a:xfrm>
            <a:off x="5013563" y="3980753"/>
            <a:ext cx="2960649" cy="584453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E4F4AE8-7EE4-4B5C-B4DA-631B4CDDF063}"/>
              </a:ext>
            </a:extLst>
          </p:cNvPr>
          <p:cNvSpPr/>
          <p:nvPr/>
        </p:nvSpPr>
        <p:spPr>
          <a:xfrm>
            <a:off x="2068414" y="3976456"/>
            <a:ext cx="2667000" cy="584453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114485B-F3DE-4BC7-9B11-8D821C73F718}"/>
              </a:ext>
            </a:extLst>
          </p:cNvPr>
          <p:cNvSpPr/>
          <p:nvPr/>
        </p:nvSpPr>
        <p:spPr>
          <a:xfrm>
            <a:off x="5828875" y="2883196"/>
            <a:ext cx="1660897" cy="525073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D410930-94B2-45D3-BF58-5527C119B43F}"/>
              </a:ext>
            </a:extLst>
          </p:cNvPr>
          <p:cNvSpPr/>
          <p:nvPr/>
        </p:nvSpPr>
        <p:spPr>
          <a:xfrm>
            <a:off x="5887468" y="1986587"/>
            <a:ext cx="943580" cy="525073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F2DEB2C8-541C-4927-947F-662F15AAAA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628980"/>
              </p:ext>
            </p:extLst>
          </p:nvPr>
        </p:nvGraphicFramePr>
        <p:xfrm>
          <a:off x="509391" y="2979049"/>
          <a:ext cx="113004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97" name="Equation" r:id="rId4" imgW="1130040" imgH="355320" progId="Equation.DSMT4">
                  <p:embed/>
                </p:oleObj>
              </mc:Choice>
              <mc:Fallback>
                <p:oleObj name="Equation" r:id="rId4" imgW="1130040" imgH="355320" progId="Equation.DSMT4">
                  <p:embed/>
                  <p:pic>
                    <p:nvPicPr>
                      <p:cNvPr id="0" name="Picture 3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391" y="2979049"/>
                        <a:ext cx="1130040" cy="355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3CAE0FB4-6448-4117-9A2C-D7FDEE3F87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066987"/>
              </p:ext>
            </p:extLst>
          </p:nvPr>
        </p:nvGraphicFramePr>
        <p:xfrm>
          <a:off x="1743515" y="2656808"/>
          <a:ext cx="973800" cy="898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98" name="Equation" r:id="rId6" imgW="973800" imgH="898920" progId="Equation.DSMT4">
                  <p:embed/>
                </p:oleObj>
              </mc:Choice>
              <mc:Fallback>
                <p:oleObj name="Equation" r:id="rId6" imgW="973800" imgH="898920" progId="Equation.DSMT4">
                  <p:embed/>
                  <p:pic>
                    <p:nvPicPr>
                      <p:cNvPr id="0" name="Picture 3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515" y="2656808"/>
                        <a:ext cx="973800" cy="8989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9E0E44E1-D905-4464-A156-55E7AAFD75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810163"/>
              </p:ext>
            </p:extLst>
          </p:nvPr>
        </p:nvGraphicFramePr>
        <p:xfrm>
          <a:off x="2750272" y="2791848"/>
          <a:ext cx="1367280" cy="81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99" name="Equation" r:id="rId8" imgW="1367280" imgH="814680" progId="Equation.DSMT4">
                  <p:embed/>
                </p:oleObj>
              </mc:Choice>
              <mc:Fallback>
                <p:oleObj name="Equation" r:id="rId8" imgW="1367280" imgH="814680" progId="Equation.DSMT4">
                  <p:embed/>
                  <p:pic>
                    <p:nvPicPr>
                      <p:cNvPr id="0" name="Picture 3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0272" y="2791848"/>
                        <a:ext cx="1367280" cy="8146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1B3D1293-BD8B-4747-8607-0019EF039F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3169984"/>
              </p:ext>
            </p:extLst>
          </p:nvPr>
        </p:nvGraphicFramePr>
        <p:xfrm>
          <a:off x="3103624" y="2763626"/>
          <a:ext cx="1103040" cy="34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00" name="Equation" r:id="rId10" imgW="1103040" imgH="349200" progId="Equation.DSMT4">
                  <p:embed/>
                </p:oleObj>
              </mc:Choice>
              <mc:Fallback>
                <p:oleObj name="Equation" r:id="rId10" imgW="1103040" imgH="349200" progId="Equation.DSMT4">
                  <p:embed/>
                  <p:pic>
                    <p:nvPicPr>
                      <p:cNvPr id="0" name="Picture 3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624" y="2763626"/>
                        <a:ext cx="1103040" cy="34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1E456ED0-A6E1-4945-9A4C-2CF58B346D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795676"/>
              </p:ext>
            </p:extLst>
          </p:nvPr>
        </p:nvGraphicFramePr>
        <p:xfrm>
          <a:off x="4268573" y="2777703"/>
          <a:ext cx="1367280" cy="81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01" name="Equation" r:id="rId12" imgW="1367280" imgH="814680" progId="Equation.3">
                  <p:embed/>
                </p:oleObj>
              </mc:Choice>
              <mc:Fallback>
                <p:oleObj name="Equation" r:id="rId12" imgW="1367280" imgH="814680" progId="Equation.3">
                  <p:embed/>
                  <p:pic>
                    <p:nvPicPr>
                      <p:cNvPr id="0" name="Picture 3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8573" y="2777703"/>
                        <a:ext cx="1367280" cy="8146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1">
            <a:extLst>
              <a:ext uri="{FF2B5EF4-FFF2-40B4-BE49-F238E27FC236}">
                <a16:creationId xmlns:a16="http://schemas.microsoft.com/office/drawing/2014/main" id="{6FE226D9-C89E-49F0-A99E-9A893F15BA6D}"/>
              </a:ext>
            </a:extLst>
          </p:cNvPr>
          <p:cNvSpPr txBox="1">
            <a:spLocks noChangeArrowheads="1"/>
          </p:cNvSpPr>
          <p:nvPr/>
        </p:nvSpPr>
        <p:spPr>
          <a:xfrm>
            <a:off x="864618" y="258074"/>
            <a:ext cx="18288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  </a:t>
            </a:r>
            <a:r>
              <a:rPr lang="zh-CN" altLang="en-US" sz="2400" b="1" dirty="0">
                <a:latin typeface="+mn-ea"/>
                <a:ea typeface="+mn-ea"/>
              </a:rPr>
              <a:t>证明</a:t>
            </a:r>
          </a:p>
        </p:txBody>
      </p:sp>
      <p:graphicFrame>
        <p:nvGraphicFramePr>
          <p:cNvPr id="14" name="Object 12">
            <a:extLst>
              <a:ext uri="{FF2B5EF4-FFF2-40B4-BE49-F238E27FC236}">
                <a16:creationId xmlns:a16="http://schemas.microsoft.com/office/drawing/2014/main" id="{8892A785-98A8-4D4A-A7A3-2749D6883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178427"/>
              </p:ext>
            </p:extLst>
          </p:nvPr>
        </p:nvGraphicFramePr>
        <p:xfrm>
          <a:off x="2482200" y="267494"/>
          <a:ext cx="2089800" cy="42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02" name="Equation" r:id="rId14" imgW="2089800" imgH="426960" progId="Equation.DSMT4">
                  <p:embed/>
                </p:oleObj>
              </mc:Choice>
              <mc:Fallback>
                <p:oleObj name="Equation" r:id="rId14" imgW="2089800" imgH="426960" progId="Equation.DSMT4">
                  <p:embed/>
                  <p:pic>
                    <p:nvPicPr>
                      <p:cNvPr id="0" name="Picture 3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200" y="267494"/>
                        <a:ext cx="2089800" cy="426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3">
            <a:extLst>
              <a:ext uri="{FF2B5EF4-FFF2-40B4-BE49-F238E27FC236}">
                <a16:creationId xmlns:a16="http://schemas.microsoft.com/office/drawing/2014/main" id="{805DE310-97D7-4114-9657-FA98A00D3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020" y="1108974"/>
            <a:ext cx="10191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证明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</a:rPr>
              <a:t>  </a:t>
            </a:r>
          </a:p>
        </p:txBody>
      </p:sp>
      <p:graphicFrame>
        <p:nvGraphicFramePr>
          <p:cNvPr id="16" name="Object 14">
            <a:extLst>
              <a:ext uri="{FF2B5EF4-FFF2-40B4-BE49-F238E27FC236}">
                <a16:creationId xmlns:a16="http://schemas.microsoft.com/office/drawing/2014/main" id="{8DA3F1AA-402C-412F-8905-4E90E68E20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549288"/>
              </p:ext>
            </p:extLst>
          </p:nvPr>
        </p:nvGraphicFramePr>
        <p:xfrm>
          <a:off x="4974258" y="307693"/>
          <a:ext cx="2747880" cy="34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03" name="Equation" r:id="rId16" imgW="2747880" imgH="349200" progId="Equation.DSMT4">
                  <p:embed/>
                </p:oleObj>
              </mc:Choice>
              <mc:Fallback>
                <p:oleObj name="Equation" r:id="rId16" imgW="2747880" imgH="349200" progId="Equation.DSMT4">
                  <p:embed/>
                  <p:pic>
                    <p:nvPicPr>
                      <p:cNvPr id="0" name="Picture 3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4258" y="307693"/>
                        <a:ext cx="2747880" cy="34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5">
            <a:extLst>
              <a:ext uri="{FF2B5EF4-FFF2-40B4-BE49-F238E27FC236}">
                <a16:creationId xmlns:a16="http://schemas.microsoft.com/office/drawing/2014/main" id="{0604D914-1169-46A7-BB91-4D6A61588A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147403"/>
              </p:ext>
            </p:extLst>
          </p:nvPr>
        </p:nvGraphicFramePr>
        <p:xfrm>
          <a:off x="1775149" y="869012"/>
          <a:ext cx="2199600" cy="898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04" name="Equation" r:id="rId18" imgW="2199600" imgH="898920" progId="Equation.DSMT4">
                  <p:embed/>
                </p:oleObj>
              </mc:Choice>
              <mc:Fallback>
                <p:oleObj name="Equation" r:id="rId18" imgW="2199600" imgH="898920" progId="Equation.DSMT4">
                  <p:embed/>
                  <p:pic>
                    <p:nvPicPr>
                      <p:cNvPr id="0" name="Picture 3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149" y="869012"/>
                        <a:ext cx="2199600" cy="8989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6">
            <a:extLst>
              <a:ext uri="{FF2B5EF4-FFF2-40B4-BE49-F238E27FC236}">
                <a16:creationId xmlns:a16="http://schemas.microsoft.com/office/drawing/2014/main" id="{FC1FC9C9-F97F-4009-A8C2-40FF8F7ED5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92315"/>
              </p:ext>
            </p:extLst>
          </p:nvPr>
        </p:nvGraphicFramePr>
        <p:xfrm>
          <a:off x="4127502" y="952740"/>
          <a:ext cx="4140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05" name="Equation" r:id="rId20" imgW="3495960" imgH="717840" progId="Equation.3">
                  <p:embed/>
                </p:oleObj>
              </mc:Choice>
              <mc:Fallback>
                <p:oleObj name="Equation" r:id="rId20" imgW="3495960" imgH="717840" progId="Equation.3">
                  <p:embed/>
                  <p:pic>
                    <p:nvPicPr>
                      <p:cNvPr id="0" name="Picture 3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2" y="952740"/>
                        <a:ext cx="41402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7">
            <a:extLst>
              <a:ext uri="{FF2B5EF4-FFF2-40B4-BE49-F238E27FC236}">
                <a16:creationId xmlns:a16="http://schemas.microsoft.com/office/drawing/2014/main" id="{BF656A2E-04FC-4D15-AB7F-F4DD3E4A51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230445"/>
              </p:ext>
            </p:extLst>
          </p:nvPr>
        </p:nvGraphicFramePr>
        <p:xfrm>
          <a:off x="5917157" y="1465223"/>
          <a:ext cx="786960" cy="362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06" name="Equation" r:id="rId22" imgW="786960" imgH="362160" progId="Equation.DSMT4">
                  <p:embed/>
                </p:oleObj>
              </mc:Choice>
              <mc:Fallback>
                <p:oleObj name="Equation" r:id="rId22" imgW="786960" imgH="362160" progId="Equation.DSMT4">
                  <p:embed/>
                  <p:pic>
                    <p:nvPicPr>
                      <p:cNvPr id="0" name="Picture 3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7157" y="1465223"/>
                        <a:ext cx="786960" cy="3621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8">
            <a:extLst>
              <a:ext uri="{FF2B5EF4-FFF2-40B4-BE49-F238E27FC236}">
                <a16:creationId xmlns:a16="http://schemas.microsoft.com/office/drawing/2014/main" id="{8E0B141B-3762-4D74-B4FF-98E5723A4C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3563874"/>
              </p:ext>
            </p:extLst>
          </p:nvPr>
        </p:nvGraphicFramePr>
        <p:xfrm>
          <a:off x="4518476" y="950173"/>
          <a:ext cx="1522080" cy="34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07" name="Equation" r:id="rId24" imgW="1522080" imgH="349200" progId="Equation.DSMT4">
                  <p:embed/>
                </p:oleObj>
              </mc:Choice>
              <mc:Fallback>
                <p:oleObj name="Equation" r:id="rId24" imgW="1522080" imgH="349200" progId="Equation.DSMT4">
                  <p:embed/>
                  <p:pic>
                    <p:nvPicPr>
                      <p:cNvPr id="0" name="Picture 30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8476" y="950173"/>
                        <a:ext cx="1522080" cy="34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9">
            <a:extLst>
              <a:ext uri="{FF2B5EF4-FFF2-40B4-BE49-F238E27FC236}">
                <a16:creationId xmlns:a16="http://schemas.microsoft.com/office/drawing/2014/main" id="{7103458C-8ABD-4BB8-B455-22EF7E3BF8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376156"/>
              </p:ext>
            </p:extLst>
          </p:nvPr>
        </p:nvGraphicFramePr>
        <p:xfrm>
          <a:off x="6211124" y="943599"/>
          <a:ext cx="1701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08" name="Equation" r:id="rId26" imgW="1701720" imgH="355320" progId="Equation.DSMT4">
                  <p:embed/>
                </p:oleObj>
              </mc:Choice>
              <mc:Fallback>
                <p:oleObj name="Equation" r:id="rId26" imgW="1701720" imgH="355320" progId="Equation.DSMT4">
                  <p:embed/>
                  <p:pic>
                    <p:nvPicPr>
                      <p:cNvPr id="0" name="Picture 30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1124" y="943599"/>
                        <a:ext cx="17018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0">
            <a:extLst>
              <a:ext uri="{FF2B5EF4-FFF2-40B4-BE49-F238E27FC236}">
                <a16:creationId xmlns:a16="http://schemas.microsoft.com/office/drawing/2014/main" id="{38AAACED-7563-41BB-B10D-61CFC506C3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525803"/>
              </p:ext>
            </p:extLst>
          </p:nvPr>
        </p:nvGraphicFramePr>
        <p:xfrm>
          <a:off x="2828067" y="1829040"/>
          <a:ext cx="2667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09" name="Equation" r:id="rId28" imgW="2251080" imgH="717840" progId="Equation.3">
                  <p:embed/>
                </p:oleObj>
              </mc:Choice>
              <mc:Fallback>
                <p:oleObj name="Equation" r:id="rId28" imgW="2251080" imgH="717840" progId="Equation.3">
                  <p:embed/>
                  <p:pic>
                    <p:nvPicPr>
                      <p:cNvPr id="0" name="Picture 30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067" y="1829040"/>
                        <a:ext cx="26670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1">
            <a:extLst>
              <a:ext uri="{FF2B5EF4-FFF2-40B4-BE49-F238E27FC236}">
                <a16:creationId xmlns:a16="http://schemas.microsoft.com/office/drawing/2014/main" id="{97E865AE-1330-4073-8192-1F5298DFB3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935281"/>
              </p:ext>
            </p:extLst>
          </p:nvPr>
        </p:nvGraphicFramePr>
        <p:xfrm>
          <a:off x="3844728" y="2285312"/>
          <a:ext cx="76176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10" name="Equation" r:id="rId30" imgW="761760" imgH="342720" progId="Equation.DSMT4">
                  <p:embed/>
                </p:oleObj>
              </mc:Choice>
              <mc:Fallback>
                <p:oleObj name="Equation" r:id="rId30" imgW="761760" imgH="342720" progId="Equation.DSMT4">
                  <p:embed/>
                  <p:pic>
                    <p:nvPicPr>
                      <p:cNvPr id="0" name="Picture 3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728" y="2285312"/>
                        <a:ext cx="76176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2">
            <a:extLst>
              <a:ext uri="{FF2B5EF4-FFF2-40B4-BE49-F238E27FC236}">
                <a16:creationId xmlns:a16="http://schemas.microsoft.com/office/drawing/2014/main" id="{DF10AF25-A199-4BB3-BDDC-EE72D527F8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327761"/>
              </p:ext>
            </p:extLst>
          </p:nvPr>
        </p:nvGraphicFramePr>
        <p:xfrm>
          <a:off x="3294953" y="1897991"/>
          <a:ext cx="786960" cy="362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11" name="Equation" r:id="rId32" imgW="786960" imgH="362160" progId="Equation.DSMT4">
                  <p:embed/>
                </p:oleObj>
              </mc:Choice>
              <mc:Fallback>
                <p:oleObj name="Equation" r:id="rId32" imgW="786960" imgH="362160" progId="Equation.DSMT4">
                  <p:embed/>
                  <p:pic>
                    <p:nvPicPr>
                      <p:cNvPr id="0" name="Picture 30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4953" y="1897991"/>
                        <a:ext cx="786960" cy="3621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3">
            <a:extLst>
              <a:ext uri="{FF2B5EF4-FFF2-40B4-BE49-F238E27FC236}">
                <a16:creationId xmlns:a16="http://schemas.microsoft.com/office/drawing/2014/main" id="{C0150501-655F-45D6-9D90-61508EF4C4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049825"/>
              </p:ext>
            </p:extLst>
          </p:nvPr>
        </p:nvGraphicFramePr>
        <p:xfrm>
          <a:off x="4161567" y="1892598"/>
          <a:ext cx="980280" cy="362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12" name="Equation" r:id="rId34" imgW="980280" imgH="362160" progId="Equation.DSMT4">
                  <p:embed/>
                </p:oleObj>
              </mc:Choice>
              <mc:Fallback>
                <p:oleObj name="Equation" r:id="rId34" imgW="980280" imgH="362160" progId="Equation.DSMT4">
                  <p:embed/>
                  <p:pic>
                    <p:nvPicPr>
                      <p:cNvPr id="0" name="Picture 30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1567" y="1892598"/>
                        <a:ext cx="980280" cy="3621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F5A2459A-9077-4FDE-B3AE-E9497C7DE2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380196"/>
              </p:ext>
            </p:extLst>
          </p:nvPr>
        </p:nvGraphicFramePr>
        <p:xfrm>
          <a:off x="5654478" y="2005912"/>
          <a:ext cx="102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13" name="Equation" r:id="rId36" imgW="1028520" imgH="342720" progId="Equation.DSMT4">
                  <p:embed/>
                </p:oleObj>
              </mc:Choice>
              <mc:Fallback>
                <p:oleObj name="Equation" r:id="rId36" imgW="1028520" imgH="342720" progId="Equation.DSMT4">
                  <p:embed/>
                  <p:pic>
                    <p:nvPicPr>
                      <p:cNvPr id="0" name="Picture 30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4478" y="2005912"/>
                        <a:ext cx="1028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5">
            <a:extLst>
              <a:ext uri="{FF2B5EF4-FFF2-40B4-BE49-F238E27FC236}">
                <a16:creationId xmlns:a16="http://schemas.microsoft.com/office/drawing/2014/main" id="{CF69AAD5-0730-4E17-89D1-76862697EC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421232"/>
              </p:ext>
            </p:extLst>
          </p:nvPr>
        </p:nvGraphicFramePr>
        <p:xfrm>
          <a:off x="4607837" y="2865417"/>
          <a:ext cx="864360" cy="20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14" name="Equation" r:id="rId38" imgW="864360" imgH="200520" progId="Equation.3">
                  <p:embed/>
                </p:oleObj>
              </mc:Choice>
              <mc:Fallback>
                <p:oleObj name="Equation" r:id="rId38" imgW="864360" imgH="200520" progId="Equation.3">
                  <p:embed/>
                  <p:pic>
                    <p:nvPicPr>
                      <p:cNvPr id="0" name="Picture 30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7837" y="2865417"/>
                        <a:ext cx="864360" cy="200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6">
            <a:extLst>
              <a:ext uri="{FF2B5EF4-FFF2-40B4-BE49-F238E27FC236}">
                <a16:creationId xmlns:a16="http://schemas.microsoft.com/office/drawing/2014/main" id="{68E722F5-F162-4280-9920-9284BA0F45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240902"/>
              </p:ext>
            </p:extLst>
          </p:nvPr>
        </p:nvGraphicFramePr>
        <p:xfrm>
          <a:off x="5654478" y="3018733"/>
          <a:ext cx="1714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15" name="Equation" r:id="rId40" imgW="1714320" imgH="253800" progId="Equation.DSMT4">
                  <p:embed/>
                </p:oleObj>
              </mc:Choice>
              <mc:Fallback>
                <p:oleObj name="Equation" r:id="rId40" imgW="1714320" imgH="253800" progId="Equation.DSMT4">
                  <p:embed/>
                  <p:pic>
                    <p:nvPicPr>
                      <p:cNvPr id="0" name="Picture 30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4478" y="3018733"/>
                        <a:ext cx="17145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27">
            <a:extLst>
              <a:ext uri="{FF2B5EF4-FFF2-40B4-BE49-F238E27FC236}">
                <a16:creationId xmlns:a16="http://schemas.microsoft.com/office/drawing/2014/main" id="{32D3CE50-D7D3-4DFF-B92B-CD4E55351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278" y="3974530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</a:rPr>
              <a:t>类似可证</a:t>
            </a:r>
            <a:r>
              <a:rPr kumimoji="1" lang="en-US" altLang="zh-CN" sz="2400" b="1" dirty="0">
                <a:latin typeface="+mn-ea"/>
              </a:rPr>
              <a:t>:</a:t>
            </a:r>
          </a:p>
        </p:txBody>
      </p:sp>
      <p:graphicFrame>
        <p:nvGraphicFramePr>
          <p:cNvPr id="30" name="Object 28">
            <a:extLst>
              <a:ext uri="{FF2B5EF4-FFF2-40B4-BE49-F238E27FC236}">
                <a16:creationId xmlns:a16="http://schemas.microsoft.com/office/drawing/2014/main" id="{58E194C2-8D88-44DD-847B-081DD82FF3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936093"/>
              </p:ext>
            </p:extLst>
          </p:nvPr>
        </p:nvGraphicFramePr>
        <p:xfrm>
          <a:off x="2130228" y="4015350"/>
          <a:ext cx="2302560" cy="42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16" name="Equation" r:id="rId42" imgW="2302560" imgH="426960" progId="Equation.3">
                  <p:embed/>
                </p:oleObj>
              </mc:Choice>
              <mc:Fallback>
                <p:oleObj name="Equation" r:id="rId42" imgW="2302560" imgH="426960" progId="Equation.3">
                  <p:embed/>
                  <p:pic>
                    <p:nvPicPr>
                      <p:cNvPr id="0" name="Picture 30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228" y="4015350"/>
                        <a:ext cx="2302560" cy="426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9">
            <a:extLst>
              <a:ext uri="{FF2B5EF4-FFF2-40B4-BE49-F238E27FC236}">
                <a16:creationId xmlns:a16="http://schemas.microsoft.com/office/drawing/2014/main" id="{F3F82CA5-458B-4172-A53A-AD2122068E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69344"/>
              </p:ext>
            </p:extLst>
          </p:nvPr>
        </p:nvGraphicFramePr>
        <p:xfrm>
          <a:off x="5040017" y="4063430"/>
          <a:ext cx="2541240" cy="34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17" name="Equation" r:id="rId44" imgW="2541240" imgH="349200" progId="Equation.3">
                  <p:embed/>
                </p:oleObj>
              </mc:Choice>
              <mc:Fallback>
                <p:oleObj name="Equation" r:id="rId44" imgW="2541240" imgH="349200" progId="Equation.3">
                  <p:embed/>
                  <p:pic>
                    <p:nvPicPr>
                      <p:cNvPr id="0" name="Picture 30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017" y="4063430"/>
                        <a:ext cx="2541240" cy="34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467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4" grpId="0" animBg="1"/>
      <p:bldP spid="33" grpId="0" animBg="1"/>
      <p:bldP spid="32" grpId="0" animBg="1"/>
      <p:bldP spid="15" grpId="0" autoUpdateAnimBg="0"/>
      <p:bldP spid="2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1514DA8-9B94-4585-93C2-3A4076727C41}"/>
              </a:ext>
            </a:extLst>
          </p:cNvPr>
          <p:cNvSpPr/>
          <p:nvPr/>
        </p:nvSpPr>
        <p:spPr>
          <a:xfrm>
            <a:off x="5750023" y="3706275"/>
            <a:ext cx="3096344" cy="100811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Rectangle 3">
            <a:extLst>
              <a:ext uri="{FF2B5EF4-FFF2-40B4-BE49-F238E27FC236}">
                <a16:creationId xmlns:a16="http://schemas.microsoft.com/office/drawing/2014/main" id="{DBBAF03E-2699-4BF9-8643-38E3004F1958}"/>
              </a:ext>
            </a:extLst>
          </p:cNvPr>
          <p:cNvSpPr txBox="1">
            <a:spLocks noChangeArrowheads="1"/>
          </p:cNvSpPr>
          <p:nvPr/>
        </p:nvSpPr>
        <p:spPr>
          <a:xfrm>
            <a:off x="1031781" y="201014"/>
            <a:ext cx="1162006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4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284A2EAB-1667-4991-AB60-2EDE0F4A6C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454099"/>
              </p:ext>
            </p:extLst>
          </p:nvPr>
        </p:nvGraphicFramePr>
        <p:xfrm>
          <a:off x="2123728" y="339502"/>
          <a:ext cx="1549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708" name="Equation" r:id="rId4" imgW="1549080" imgH="279360" progId="Equation.DSMT4">
                  <p:embed/>
                </p:oleObj>
              </mc:Choice>
              <mc:Fallback>
                <p:oleObj name="Equation" r:id="rId4" imgW="1549080" imgH="279360" progId="Equation.DSMT4">
                  <p:embed/>
                  <p:pic>
                    <p:nvPicPr>
                      <p:cNvPr id="0" name="Picture 17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39502"/>
                        <a:ext cx="15494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E89DB7AE-C8E6-4CC5-B226-049738AC7DE9}"/>
              </a:ext>
            </a:extLst>
          </p:cNvPr>
          <p:cNvGrpSpPr/>
          <p:nvPr/>
        </p:nvGrpSpPr>
        <p:grpSpPr>
          <a:xfrm>
            <a:off x="3685673" y="177883"/>
            <a:ext cx="817703" cy="457200"/>
            <a:chOff x="1080956" y="3551546"/>
            <a:chExt cx="817703" cy="45720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FEF46E09-8F37-4D2F-AD86-DD7D9F0CB4E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80956" y="3551546"/>
              <a:ext cx="43232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求</a:t>
              </a:r>
            </a:p>
          </p:txBody>
        </p:sp>
        <p:graphicFrame>
          <p:nvGraphicFramePr>
            <p:cNvPr id="6" name="Object 11">
              <a:extLst>
                <a:ext uri="{FF2B5EF4-FFF2-40B4-BE49-F238E27FC236}">
                  <a16:creationId xmlns:a16="http://schemas.microsoft.com/office/drawing/2014/main" id="{F2E7A5F7-4BAD-426D-B5A1-59E199A8420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568459" y="3625811"/>
            <a:ext cx="330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709" name="Equation" r:id="rId6" imgW="330120" imgH="355320" progId="Equation.DSMT4">
                    <p:embed/>
                  </p:oleObj>
                </mc:Choice>
                <mc:Fallback>
                  <p:oleObj name="Equation" r:id="rId6" imgW="330120" imgH="355320" progId="Equation.DSMT4">
                    <p:embed/>
                    <p:pic>
                      <p:nvPicPr>
                        <p:cNvPr id="0" name="Picture 17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8459" y="3625811"/>
                          <a:ext cx="3302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08741D80-F054-4205-9F88-763E95EE2AD5}"/>
              </a:ext>
            </a:extLst>
          </p:cNvPr>
          <p:cNvSpPr txBox="1">
            <a:spLocks noChangeArrowheads="1"/>
          </p:cNvSpPr>
          <p:nvPr/>
        </p:nvSpPr>
        <p:spPr>
          <a:xfrm>
            <a:off x="1031781" y="849433"/>
            <a:ext cx="8707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 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F7E1B44-03DB-4147-BAC0-62E65ED0B1AE}"/>
              </a:ext>
            </a:extLst>
          </p:cNvPr>
          <p:cNvGrpSpPr/>
          <p:nvPr/>
        </p:nvGrpSpPr>
        <p:grpSpPr>
          <a:xfrm>
            <a:off x="1614449" y="826302"/>
            <a:ext cx="6198931" cy="480331"/>
            <a:chOff x="1357290" y="1600202"/>
            <a:chExt cx="6198931" cy="480331"/>
          </a:xfrm>
        </p:grpSpPr>
        <p:sp>
          <p:nvSpPr>
            <p:cNvPr id="14" name="Text Box 4">
              <a:extLst>
                <a:ext uri="{FF2B5EF4-FFF2-40B4-BE49-F238E27FC236}">
                  <a16:creationId xmlns:a16="http://schemas.microsoft.com/office/drawing/2014/main" id="{13F136E1-7D81-49F5-A440-844347FEC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7290" y="1600202"/>
              <a:ext cx="81219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由于</a:t>
              </a:r>
            </a:p>
          </p:txBody>
        </p:sp>
        <p:graphicFrame>
          <p:nvGraphicFramePr>
            <p:cNvPr id="16" name="Object 11">
              <a:extLst>
                <a:ext uri="{FF2B5EF4-FFF2-40B4-BE49-F238E27FC236}">
                  <a16:creationId xmlns:a16="http://schemas.microsoft.com/office/drawing/2014/main" id="{78539632-068E-4F2F-A07E-6D62B0ABE89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07605" y="1714502"/>
            <a:ext cx="2006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710" name="Equation" r:id="rId8" imgW="2006280" imgH="342720" progId="Equation.DSMT4">
                    <p:embed/>
                  </p:oleObj>
                </mc:Choice>
                <mc:Fallback>
                  <p:oleObj name="Equation" r:id="rId8" imgW="2006280" imgH="342720" progId="Equation.DSMT4">
                    <p:embed/>
                    <p:pic>
                      <p:nvPicPr>
                        <p:cNvPr id="0" name="Picture 17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7605" y="1714502"/>
                          <a:ext cx="2006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82C2B3FD-03FC-4982-9A38-F1C27F01EB8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074429" y="1623333"/>
              <a:ext cx="449626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BA20E367-0033-41F3-909A-22A44106B25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22555" y="1623289"/>
              <a:ext cx="2333666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内单减可导，且</a:t>
              </a:r>
            </a:p>
          </p:txBody>
        </p:sp>
        <p:graphicFrame>
          <p:nvGraphicFramePr>
            <p:cNvPr id="19" name="Object 11">
              <a:extLst>
                <a:ext uri="{FF2B5EF4-FFF2-40B4-BE49-F238E27FC236}">
                  <a16:creationId xmlns:a16="http://schemas.microsoft.com/office/drawing/2014/main" id="{FE4B9B04-1951-4627-BC2A-452FFD96E7D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537138"/>
                </p:ext>
              </p:extLst>
            </p:nvPr>
          </p:nvGraphicFramePr>
          <p:xfrm>
            <a:off x="4536730" y="1708673"/>
            <a:ext cx="673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711" name="Equation" r:id="rId10" imgW="672840" imgH="342720" progId="Equation.DSMT4">
                    <p:embed/>
                  </p:oleObj>
                </mc:Choice>
                <mc:Fallback>
                  <p:oleObj name="Equation" r:id="rId10" imgW="672840" imgH="342720" progId="Equation.DSMT4">
                    <p:embed/>
                    <p:pic>
                      <p:nvPicPr>
                        <p:cNvPr id="0" name="Picture 17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6730" y="1708673"/>
                          <a:ext cx="6731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11">
            <a:extLst>
              <a:ext uri="{FF2B5EF4-FFF2-40B4-BE49-F238E27FC236}">
                <a16:creationId xmlns:a16="http://schemas.microsoft.com/office/drawing/2014/main" id="{89611F79-DDB5-460B-99E6-9C96C6D5F6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503232"/>
              </p:ext>
            </p:extLst>
          </p:nvPr>
        </p:nvGraphicFramePr>
        <p:xfrm>
          <a:off x="412389" y="1552311"/>
          <a:ext cx="3492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712" name="Equation" r:id="rId12" imgW="3492360" imgH="355320" progId="Equation.DSMT4">
                  <p:embed/>
                </p:oleObj>
              </mc:Choice>
              <mc:Fallback>
                <p:oleObj name="Equation" r:id="rId12" imgW="3492360" imgH="355320" progId="Equation.DSMT4">
                  <p:embed/>
                  <p:pic>
                    <p:nvPicPr>
                      <p:cNvPr id="0" name="Picture 17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389" y="1552311"/>
                        <a:ext cx="34925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3">
            <a:extLst>
              <a:ext uri="{FF2B5EF4-FFF2-40B4-BE49-F238E27FC236}">
                <a16:creationId xmlns:a16="http://schemas.microsoft.com/office/drawing/2014/main" id="{09957081-B136-4E16-91C5-B09A8BC38EC4}"/>
              </a:ext>
            </a:extLst>
          </p:cNvPr>
          <p:cNvSpPr txBox="1">
            <a:spLocks noChangeArrowheads="1"/>
          </p:cNvSpPr>
          <p:nvPr/>
        </p:nvSpPr>
        <p:spPr>
          <a:xfrm>
            <a:off x="3981420" y="1467634"/>
            <a:ext cx="3799088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由反函数的求导法则可得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8CEE158-1FB0-4627-BAB8-F645618F6C87}"/>
              </a:ext>
            </a:extLst>
          </p:cNvPr>
          <p:cNvGrpSpPr/>
          <p:nvPr/>
        </p:nvGrpSpPr>
        <p:grpSpPr>
          <a:xfrm>
            <a:off x="393513" y="2096202"/>
            <a:ext cx="5859759" cy="474970"/>
            <a:chOff x="1721451" y="1605563"/>
            <a:chExt cx="5859759" cy="474970"/>
          </a:xfrm>
        </p:grpSpPr>
        <p:graphicFrame>
          <p:nvGraphicFramePr>
            <p:cNvPr id="24" name="Object 11">
              <a:extLst>
                <a:ext uri="{FF2B5EF4-FFF2-40B4-BE49-F238E27FC236}">
                  <a16:creationId xmlns:a16="http://schemas.microsoft.com/office/drawing/2014/main" id="{96241C73-314E-41FB-B8BB-629E03F8018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21451" y="1708411"/>
            <a:ext cx="237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713" name="Equation" r:id="rId14" imgW="2374560" imgH="342720" progId="Equation.DSMT4">
                    <p:embed/>
                  </p:oleObj>
                </mc:Choice>
                <mc:Fallback>
                  <p:oleObj name="Equation" r:id="rId14" imgW="2374560" imgH="342720" progId="Equation.DSMT4">
                    <p:embed/>
                    <p:pic>
                      <p:nvPicPr>
                        <p:cNvPr id="0" name="Picture 17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1451" y="1708411"/>
                          <a:ext cx="237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ctangle 3">
              <a:extLst>
                <a:ext uri="{FF2B5EF4-FFF2-40B4-BE49-F238E27FC236}">
                  <a16:creationId xmlns:a16="http://schemas.microsoft.com/office/drawing/2014/main" id="{950534EA-579F-4DC2-BC98-339E6F2B559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074429" y="1623333"/>
              <a:ext cx="449626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  <p:sp>
          <p:nvSpPr>
            <p:cNvPr id="26" name="Rectangle 3">
              <a:extLst>
                <a:ext uri="{FF2B5EF4-FFF2-40B4-BE49-F238E27FC236}">
                  <a16:creationId xmlns:a16="http://schemas.microsoft.com/office/drawing/2014/main" id="{39F93C03-A08E-4AD5-9727-2BCBE07E880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47544" y="1605563"/>
              <a:ext cx="2333666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内单减可导，且</a:t>
              </a:r>
            </a:p>
          </p:txBody>
        </p:sp>
        <p:graphicFrame>
          <p:nvGraphicFramePr>
            <p:cNvPr id="27" name="Object 11">
              <a:extLst>
                <a:ext uri="{FF2B5EF4-FFF2-40B4-BE49-F238E27FC236}">
                  <a16:creationId xmlns:a16="http://schemas.microsoft.com/office/drawing/2014/main" id="{1F22CA4E-E00F-4FC8-B56A-6963C3DA974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498244" y="1708376"/>
            <a:ext cx="749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714" name="Equation" r:id="rId16" imgW="749160" imgH="342720" progId="Equation.DSMT4">
                    <p:embed/>
                  </p:oleObj>
                </mc:Choice>
                <mc:Fallback>
                  <p:oleObj name="Equation" r:id="rId16" imgW="749160" imgH="342720" progId="Equation.DSMT4">
                    <p:embed/>
                    <p:pic>
                      <p:nvPicPr>
                        <p:cNvPr id="0" name="Picture 17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8244" y="1708376"/>
                          <a:ext cx="749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11">
            <a:extLst>
              <a:ext uri="{FF2B5EF4-FFF2-40B4-BE49-F238E27FC236}">
                <a16:creationId xmlns:a16="http://schemas.microsoft.com/office/drawing/2014/main" id="{DE9347B3-EDCC-46FD-81B4-AB905EF845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134369"/>
              </p:ext>
            </p:extLst>
          </p:nvPr>
        </p:nvGraphicFramePr>
        <p:xfrm>
          <a:off x="833493" y="2940695"/>
          <a:ext cx="1816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715" name="Equation" r:id="rId18" imgW="1815840" imgH="355320" progId="Equation.DSMT4">
                  <p:embed/>
                </p:oleObj>
              </mc:Choice>
              <mc:Fallback>
                <p:oleObj name="Equation" r:id="rId18" imgW="1815840" imgH="355320" progId="Equation.DSMT4">
                  <p:embed/>
                  <p:pic>
                    <p:nvPicPr>
                      <p:cNvPr id="0" name="Picture 17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93" y="2940695"/>
                        <a:ext cx="18161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A467F15-6335-40B2-ACA0-EE393433883C}"/>
              </a:ext>
            </a:extLst>
          </p:cNvPr>
          <p:cNvSpPr/>
          <p:nvPr/>
        </p:nvSpPr>
        <p:spPr>
          <a:xfrm>
            <a:off x="815635" y="3722603"/>
            <a:ext cx="3096344" cy="100811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9" name="Object 11">
            <a:extLst>
              <a:ext uri="{FF2B5EF4-FFF2-40B4-BE49-F238E27FC236}">
                <a16:creationId xmlns:a16="http://schemas.microsoft.com/office/drawing/2014/main" id="{BAF912F0-CF53-469E-B926-9109DF12E4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802482"/>
              </p:ext>
            </p:extLst>
          </p:nvPr>
        </p:nvGraphicFramePr>
        <p:xfrm>
          <a:off x="929914" y="3793861"/>
          <a:ext cx="2781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716" name="Equation" r:id="rId20" imgW="2781000" imgH="812520" progId="Equation.DSMT4">
                  <p:embed/>
                </p:oleObj>
              </mc:Choice>
              <mc:Fallback>
                <p:oleObj name="Equation" r:id="rId20" imgW="2781000" imgH="812520" progId="Equation.DSMT4">
                  <p:embed/>
                  <p:pic>
                    <p:nvPicPr>
                      <p:cNvPr id="0" name="Picture 17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914" y="3793861"/>
                        <a:ext cx="27813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">
            <a:extLst>
              <a:ext uri="{FF2B5EF4-FFF2-40B4-BE49-F238E27FC236}">
                <a16:creationId xmlns:a16="http://schemas.microsoft.com/office/drawing/2014/main" id="{46A7B933-00D8-4690-A9B7-5760E3B5EFE7}"/>
              </a:ext>
            </a:extLst>
          </p:cNvPr>
          <p:cNvSpPr txBox="1">
            <a:spLocks noChangeArrowheads="1"/>
          </p:cNvSpPr>
          <p:nvPr/>
        </p:nvSpPr>
        <p:spPr>
          <a:xfrm>
            <a:off x="393513" y="3922578"/>
            <a:ext cx="43998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即</a:t>
            </a:r>
          </a:p>
        </p:txBody>
      </p:sp>
      <p:graphicFrame>
        <p:nvGraphicFramePr>
          <p:cNvPr id="32" name="Object 11">
            <a:extLst>
              <a:ext uri="{FF2B5EF4-FFF2-40B4-BE49-F238E27FC236}">
                <a16:creationId xmlns:a16="http://schemas.microsoft.com/office/drawing/2014/main" id="{F7806EA0-242B-4B09-ABC4-121D34F6B6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5783951"/>
              </p:ext>
            </p:extLst>
          </p:nvPr>
        </p:nvGraphicFramePr>
        <p:xfrm>
          <a:off x="6066295" y="3784336"/>
          <a:ext cx="2463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717" name="Equation" r:id="rId22" imgW="2463480" imgH="812520" progId="Equation.DSMT4">
                  <p:embed/>
                </p:oleObj>
              </mc:Choice>
              <mc:Fallback>
                <p:oleObj name="Equation" r:id="rId22" imgW="2463480" imgH="812520" progId="Equation.DSMT4">
                  <p:embed/>
                  <p:pic>
                    <p:nvPicPr>
                      <p:cNvPr id="0" name="Picture 17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6295" y="3784336"/>
                        <a:ext cx="24638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3">
            <a:extLst>
              <a:ext uri="{FF2B5EF4-FFF2-40B4-BE49-F238E27FC236}">
                <a16:creationId xmlns:a16="http://schemas.microsoft.com/office/drawing/2014/main" id="{44F5C9AD-EB6B-42C9-A517-211125CEFD11}"/>
              </a:ext>
            </a:extLst>
          </p:cNvPr>
          <p:cNvSpPr txBox="1">
            <a:spLocks noChangeArrowheads="1"/>
          </p:cNvSpPr>
          <p:nvPr/>
        </p:nvSpPr>
        <p:spPr>
          <a:xfrm>
            <a:off x="4208376" y="3988791"/>
            <a:ext cx="149829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类似可得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3F0DF06-3695-4E60-A9C6-6F7F98063D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9314332"/>
              </p:ext>
            </p:extLst>
          </p:nvPr>
        </p:nvGraphicFramePr>
        <p:xfrm>
          <a:off x="2768413" y="2751626"/>
          <a:ext cx="1104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718" name="Equation" r:id="rId24" imgW="1104840" imgH="787320" progId="Equation.DSMT4">
                  <p:embed/>
                </p:oleObj>
              </mc:Choice>
              <mc:Fallback>
                <p:oleObj name="Equation" r:id="rId24" imgW="1104840" imgH="787320" progId="Equation.DSMT4">
                  <p:embed/>
                  <p:pic>
                    <p:nvPicPr>
                      <p:cNvPr id="0" name="Picture 17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413" y="2751626"/>
                        <a:ext cx="11049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ACC34A6-4FD1-4D8E-9FA9-685F124D2B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7040845"/>
              </p:ext>
            </p:extLst>
          </p:nvPr>
        </p:nvGraphicFramePr>
        <p:xfrm>
          <a:off x="3927287" y="2751626"/>
          <a:ext cx="1866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719" name="Equation" r:id="rId26" imgW="1866600" imgH="876240" progId="Equation.DSMT4">
                  <p:embed/>
                </p:oleObj>
              </mc:Choice>
              <mc:Fallback>
                <p:oleObj name="Equation" r:id="rId26" imgW="1866600" imgH="876240" progId="Equation.DSMT4">
                  <p:embed/>
                  <p:pic>
                    <p:nvPicPr>
                      <p:cNvPr id="0" name="Picture 17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287" y="2751626"/>
                        <a:ext cx="1866900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5FF826A-B28A-4E19-8D9F-53D18B739B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307186"/>
              </p:ext>
            </p:extLst>
          </p:nvPr>
        </p:nvGraphicFramePr>
        <p:xfrm>
          <a:off x="5781314" y="2749286"/>
          <a:ext cx="1511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720" name="Equation" r:id="rId28" imgW="1511280" imgH="812520" progId="Equation.DSMT4">
                  <p:embed/>
                </p:oleObj>
              </mc:Choice>
              <mc:Fallback>
                <p:oleObj name="Equation" r:id="rId28" imgW="1511280" imgH="812520" progId="Equation.DSMT4">
                  <p:embed/>
                  <p:pic>
                    <p:nvPicPr>
                      <p:cNvPr id="0" name="Picture 17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1314" y="2749286"/>
                        <a:ext cx="15113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702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8" grpId="0"/>
      <p:bldP spid="21" grpId="0"/>
      <p:bldP spid="23" grpId="0" animBg="1"/>
      <p:bldP spid="30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3">
            <a:extLst>
              <a:ext uri="{FF2B5EF4-FFF2-40B4-BE49-F238E27FC236}">
                <a16:creationId xmlns:a16="http://schemas.microsoft.com/office/drawing/2014/main" id="{DBBAF03E-2699-4BF9-8643-38E3004F1958}"/>
              </a:ext>
            </a:extLst>
          </p:cNvPr>
          <p:cNvSpPr txBox="1">
            <a:spLocks noChangeArrowheads="1"/>
          </p:cNvSpPr>
          <p:nvPr/>
        </p:nvSpPr>
        <p:spPr>
          <a:xfrm>
            <a:off x="1121247" y="307008"/>
            <a:ext cx="136815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 </a:t>
            </a:r>
            <a:r>
              <a:rPr lang="zh-CN" altLang="en-US" sz="2400" b="1" dirty="0"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284A2EAB-1667-4991-AB60-2EDE0F4A6C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389330"/>
              </p:ext>
            </p:extLst>
          </p:nvPr>
        </p:nvGraphicFramePr>
        <p:xfrm>
          <a:off x="2195736" y="411510"/>
          <a:ext cx="152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49" name="Equation" r:id="rId4" imgW="1523880" imgH="317160" progId="Equation.DSMT4">
                  <p:embed/>
                </p:oleObj>
              </mc:Choice>
              <mc:Fallback>
                <p:oleObj name="Equation" r:id="rId4" imgW="1523880" imgH="317160" progId="Equation.DSMT4">
                  <p:embed/>
                  <p:pic>
                    <p:nvPicPr>
                      <p:cNvPr id="0" name="Picture 17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411510"/>
                        <a:ext cx="15240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E89DB7AE-C8E6-4CC5-B226-049738AC7DE9}"/>
              </a:ext>
            </a:extLst>
          </p:cNvPr>
          <p:cNvGrpSpPr/>
          <p:nvPr/>
        </p:nvGrpSpPr>
        <p:grpSpPr>
          <a:xfrm>
            <a:off x="3746707" y="283877"/>
            <a:ext cx="816615" cy="457200"/>
            <a:chOff x="1080956" y="3551546"/>
            <a:chExt cx="816615" cy="45720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FEF46E09-8F37-4D2F-AD86-DD7D9F0CB4E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80956" y="3551546"/>
              <a:ext cx="43232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求</a:t>
              </a:r>
            </a:p>
          </p:txBody>
        </p:sp>
        <p:graphicFrame>
          <p:nvGraphicFramePr>
            <p:cNvPr id="6" name="Object 11">
              <a:extLst>
                <a:ext uri="{FF2B5EF4-FFF2-40B4-BE49-F238E27FC236}">
                  <a16:creationId xmlns:a16="http://schemas.microsoft.com/office/drawing/2014/main" id="{F2E7A5F7-4BAD-426D-B5A1-59E199A8420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567371" y="3625943"/>
            <a:ext cx="330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650" name="Equation" r:id="rId6" imgW="330120" imgH="355320" progId="Equation.DSMT4">
                    <p:embed/>
                  </p:oleObj>
                </mc:Choice>
                <mc:Fallback>
                  <p:oleObj name="Equation" r:id="rId6" imgW="330120" imgH="355320" progId="Equation.DSMT4">
                    <p:embed/>
                    <p:pic>
                      <p:nvPicPr>
                        <p:cNvPr id="0" name="Picture 17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7371" y="3625943"/>
                          <a:ext cx="3302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08741D80-F054-4205-9F88-763E95EE2AD5}"/>
              </a:ext>
            </a:extLst>
          </p:cNvPr>
          <p:cNvSpPr txBox="1">
            <a:spLocks noChangeArrowheads="1"/>
          </p:cNvSpPr>
          <p:nvPr/>
        </p:nvSpPr>
        <p:spPr>
          <a:xfrm>
            <a:off x="1193426" y="1004656"/>
            <a:ext cx="8707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 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F7E1B44-03DB-4147-BAC0-62E65ED0B1AE}"/>
              </a:ext>
            </a:extLst>
          </p:cNvPr>
          <p:cNvGrpSpPr/>
          <p:nvPr/>
        </p:nvGrpSpPr>
        <p:grpSpPr>
          <a:xfrm>
            <a:off x="1776094" y="871036"/>
            <a:ext cx="6599804" cy="723900"/>
            <a:chOff x="1357290" y="1489713"/>
            <a:chExt cx="6599804" cy="723900"/>
          </a:xfrm>
        </p:grpSpPr>
        <p:sp>
          <p:nvSpPr>
            <p:cNvPr id="14" name="Text Box 4">
              <a:extLst>
                <a:ext uri="{FF2B5EF4-FFF2-40B4-BE49-F238E27FC236}">
                  <a16:creationId xmlns:a16="http://schemas.microsoft.com/office/drawing/2014/main" id="{13F136E1-7D81-49F5-A440-844347FEC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7290" y="1600202"/>
              <a:ext cx="81219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由于</a:t>
              </a:r>
            </a:p>
          </p:txBody>
        </p:sp>
        <p:graphicFrame>
          <p:nvGraphicFramePr>
            <p:cNvPr id="16" name="Object 11">
              <a:extLst>
                <a:ext uri="{FF2B5EF4-FFF2-40B4-BE49-F238E27FC236}">
                  <a16:creationId xmlns:a16="http://schemas.microsoft.com/office/drawing/2014/main" id="{78539632-068E-4F2F-A07E-6D62B0ABE89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20704" y="1714416"/>
            <a:ext cx="1981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651" name="Equation" r:id="rId8" imgW="1981080" imgH="342720" progId="Equation.DSMT4">
                    <p:embed/>
                  </p:oleObj>
                </mc:Choice>
                <mc:Fallback>
                  <p:oleObj name="Equation" r:id="rId8" imgW="1981080" imgH="342720" progId="Equation.DSMT4">
                    <p:embed/>
                    <p:pic>
                      <p:nvPicPr>
                        <p:cNvPr id="0" name="Picture 17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0704" y="1714416"/>
                          <a:ext cx="19812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82C2B3FD-03FC-4982-9A38-F1C27F01EB8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074429" y="1623333"/>
              <a:ext cx="449626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BA20E367-0033-41F3-909A-22A44106B25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623428" y="1623333"/>
              <a:ext cx="2333666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内单增可导，且</a:t>
              </a:r>
            </a:p>
          </p:txBody>
        </p:sp>
        <p:graphicFrame>
          <p:nvGraphicFramePr>
            <p:cNvPr id="19" name="Object 11">
              <a:extLst>
                <a:ext uri="{FF2B5EF4-FFF2-40B4-BE49-F238E27FC236}">
                  <a16:creationId xmlns:a16="http://schemas.microsoft.com/office/drawing/2014/main" id="{FE4B9B04-1951-4627-BC2A-452FFD96E7D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2793233"/>
                </p:ext>
              </p:extLst>
            </p:nvPr>
          </p:nvGraphicFramePr>
          <p:xfrm>
            <a:off x="4609656" y="1489713"/>
            <a:ext cx="10160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652" name="Equation" r:id="rId10" imgW="1015920" imgH="723600" progId="Equation.DSMT4">
                    <p:embed/>
                  </p:oleObj>
                </mc:Choice>
                <mc:Fallback>
                  <p:oleObj name="Equation" r:id="rId10" imgW="1015920" imgH="723600" progId="Equation.DSMT4">
                    <p:embed/>
                    <p:pic>
                      <p:nvPicPr>
                        <p:cNvPr id="0" name="Picture 17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9656" y="1489713"/>
                          <a:ext cx="1016000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11">
            <a:extLst>
              <a:ext uri="{FF2B5EF4-FFF2-40B4-BE49-F238E27FC236}">
                <a16:creationId xmlns:a16="http://schemas.microsoft.com/office/drawing/2014/main" id="{89611F79-DDB5-460B-99E6-9C96C6D5F6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623344"/>
              </p:ext>
            </p:extLst>
          </p:nvPr>
        </p:nvGraphicFramePr>
        <p:xfrm>
          <a:off x="486622" y="1599699"/>
          <a:ext cx="3797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53" name="Equation" r:id="rId12" imgW="3797280" imgH="723600" progId="Equation.DSMT4">
                  <p:embed/>
                </p:oleObj>
              </mc:Choice>
              <mc:Fallback>
                <p:oleObj name="Equation" r:id="rId12" imgW="3797280" imgH="723600" progId="Equation.DSMT4">
                  <p:embed/>
                  <p:pic>
                    <p:nvPicPr>
                      <p:cNvPr id="0" name="Picture 17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622" y="1599699"/>
                        <a:ext cx="37973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3">
            <a:extLst>
              <a:ext uri="{FF2B5EF4-FFF2-40B4-BE49-F238E27FC236}">
                <a16:creationId xmlns:a16="http://schemas.microsoft.com/office/drawing/2014/main" id="{09957081-B136-4E16-91C5-B09A8BC38EC4}"/>
              </a:ext>
            </a:extLst>
          </p:cNvPr>
          <p:cNvSpPr txBox="1">
            <a:spLocks noChangeArrowheads="1"/>
          </p:cNvSpPr>
          <p:nvPr/>
        </p:nvSpPr>
        <p:spPr>
          <a:xfrm>
            <a:off x="4398963" y="1735139"/>
            <a:ext cx="369096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由反函数的求导法则可得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8CEE158-1FB0-4627-BAB8-F645618F6C87}"/>
              </a:ext>
            </a:extLst>
          </p:cNvPr>
          <p:cNvGrpSpPr/>
          <p:nvPr/>
        </p:nvGrpSpPr>
        <p:grpSpPr>
          <a:xfrm>
            <a:off x="439353" y="2421645"/>
            <a:ext cx="6181510" cy="458751"/>
            <a:chOff x="1734407" y="1621782"/>
            <a:chExt cx="6181510" cy="458751"/>
          </a:xfrm>
        </p:grpSpPr>
        <p:graphicFrame>
          <p:nvGraphicFramePr>
            <p:cNvPr id="24" name="Object 11">
              <a:extLst>
                <a:ext uri="{FF2B5EF4-FFF2-40B4-BE49-F238E27FC236}">
                  <a16:creationId xmlns:a16="http://schemas.microsoft.com/office/drawing/2014/main" id="{96241C73-314E-41FB-B8BB-629E03F8018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34407" y="1708376"/>
            <a:ext cx="234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654" name="Equation" r:id="rId14" imgW="2349360" imgH="342720" progId="Equation.DSMT4">
                    <p:embed/>
                  </p:oleObj>
                </mc:Choice>
                <mc:Fallback>
                  <p:oleObj name="Equation" r:id="rId14" imgW="2349360" imgH="342720" progId="Equation.DSMT4">
                    <p:embed/>
                    <p:pic>
                      <p:nvPicPr>
                        <p:cNvPr id="0" name="Picture 17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4407" y="1708376"/>
                          <a:ext cx="2349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ctangle 3">
              <a:extLst>
                <a:ext uri="{FF2B5EF4-FFF2-40B4-BE49-F238E27FC236}">
                  <a16:creationId xmlns:a16="http://schemas.microsoft.com/office/drawing/2014/main" id="{950534EA-579F-4DC2-BC98-339E6F2B559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074429" y="1623333"/>
              <a:ext cx="449626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  <p:sp>
          <p:nvSpPr>
            <p:cNvPr id="26" name="Rectangle 3">
              <a:extLst>
                <a:ext uri="{FF2B5EF4-FFF2-40B4-BE49-F238E27FC236}">
                  <a16:creationId xmlns:a16="http://schemas.microsoft.com/office/drawing/2014/main" id="{39F93C03-A08E-4AD5-9727-2BCBE07E880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582251" y="1621782"/>
              <a:ext cx="2333666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内单增可导，且</a:t>
              </a:r>
            </a:p>
          </p:txBody>
        </p:sp>
        <p:graphicFrame>
          <p:nvGraphicFramePr>
            <p:cNvPr id="27" name="Object 11">
              <a:extLst>
                <a:ext uri="{FF2B5EF4-FFF2-40B4-BE49-F238E27FC236}">
                  <a16:creationId xmlns:a16="http://schemas.microsoft.com/office/drawing/2014/main" id="{1F22CA4E-E00F-4FC8-B56A-6963C3DA97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5319828"/>
                </p:ext>
              </p:extLst>
            </p:nvPr>
          </p:nvGraphicFramePr>
          <p:xfrm>
            <a:off x="4524876" y="1706298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655" name="Equation" r:id="rId16" imgW="1130040" imgH="342720" progId="Equation.DSMT4">
                    <p:embed/>
                  </p:oleObj>
                </mc:Choice>
                <mc:Fallback>
                  <p:oleObj name="Equation" r:id="rId16" imgW="1130040" imgH="342720" progId="Equation.DSMT4">
                    <p:embed/>
                    <p:pic>
                      <p:nvPicPr>
                        <p:cNvPr id="0" name="Picture 17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4876" y="1706298"/>
                          <a:ext cx="1130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11">
            <a:extLst>
              <a:ext uri="{FF2B5EF4-FFF2-40B4-BE49-F238E27FC236}">
                <a16:creationId xmlns:a16="http://schemas.microsoft.com/office/drawing/2014/main" id="{DE9347B3-EDCC-46FD-81B4-AB905EF845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088254"/>
              </p:ext>
            </p:extLst>
          </p:nvPr>
        </p:nvGraphicFramePr>
        <p:xfrm>
          <a:off x="1322851" y="3134747"/>
          <a:ext cx="1790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56" name="Equation" r:id="rId18" imgW="1790640" imgH="355320" progId="Equation.DSMT4">
                  <p:embed/>
                </p:oleObj>
              </mc:Choice>
              <mc:Fallback>
                <p:oleObj name="Equation" r:id="rId18" imgW="1790640" imgH="355320" progId="Equation.DSMT4">
                  <p:embed/>
                  <p:pic>
                    <p:nvPicPr>
                      <p:cNvPr id="0" name="Picture 17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851" y="3134747"/>
                        <a:ext cx="17907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">
            <a:extLst>
              <a:ext uri="{FF2B5EF4-FFF2-40B4-BE49-F238E27FC236}">
                <a16:creationId xmlns:a16="http://schemas.microsoft.com/office/drawing/2014/main" id="{C4CB12E7-7817-45A2-A327-E5C544E5A146}"/>
              </a:ext>
            </a:extLst>
          </p:cNvPr>
          <p:cNvSpPr txBox="1">
            <a:spLocks noChangeArrowheads="1"/>
          </p:cNvSpPr>
          <p:nvPr/>
        </p:nvSpPr>
        <p:spPr>
          <a:xfrm>
            <a:off x="439544" y="4129281"/>
            <a:ext cx="43998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即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CC6F6D3-D589-4468-8B36-0007A1FCF3B7}"/>
              </a:ext>
            </a:extLst>
          </p:cNvPr>
          <p:cNvSpPr/>
          <p:nvPr/>
        </p:nvSpPr>
        <p:spPr>
          <a:xfrm>
            <a:off x="839990" y="3923799"/>
            <a:ext cx="2592044" cy="907664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2" name="Object 11">
            <a:extLst>
              <a:ext uri="{FF2B5EF4-FFF2-40B4-BE49-F238E27FC236}">
                <a16:creationId xmlns:a16="http://schemas.microsoft.com/office/drawing/2014/main" id="{68AAF68B-B54B-46A9-97BD-8E086B0AB5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502485"/>
              </p:ext>
            </p:extLst>
          </p:nvPr>
        </p:nvGraphicFramePr>
        <p:xfrm>
          <a:off x="976987" y="3991860"/>
          <a:ext cx="2260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57" name="Equation" r:id="rId20" imgW="2260440" imgH="736560" progId="Equation.DSMT4">
                  <p:embed/>
                </p:oleObj>
              </mc:Choice>
              <mc:Fallback>
                <p:oleObj name="Equation" r:id="rId20" imgW="2260440" imgH="736560" progId="Equation.DSMT4">
                  <p:embed/>
                  <p:pic>
                    <p:nvPicPr>
                      <p:cNvPr id="0" name="Picture 17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987" y="3991860"/>
                        <a:ext cx="2260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7E6A5D4-1C8B-4735-9B33-AEA506F6815F}"/>
              </a:ext>
            </a:extLst>
          </p:cNvPr>
          <p:cNvSpPr/>
          <p:nvPr/>
        </p:nvSpPr>
        <p:spPr>
          <a:xfrm>
            <a:off x="5350987" y="3899837"/>
            <a:ext cx="2592044" cy="907664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5" name="Object 11">
            <a:extLst>
              <a:ext uri="{FF2B5EF4-FFF2-40B4-BE49-F238E27FC236}">
                <a16:creationId xmlns:a16="http://schemas.microsoft.com/office/drawing/2014/main" id="{78D26333-6647-4881-9569-6218095595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395422"/>
              </p:ext>
            </p:extLst>
          </p:nvPr>
        </p:nvGraphicFramePr>
        <p:xfrm>
          <a:off x="5376263" y="3979311"/>
          <a:ext cx="2489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58" name="Equation" r:id="rId22" imgW="2489040" imgH="736560" progId="Equation.DSMT4">
                  <p:embed/>
                </p:oleObj>
              </mc:Choice>
              <mc:Fallback>
                <p:oleObj name="Equation" r:id="rId22" imgW="2489040" imgH="736560" progId="Equation.DSMT4">
                  <p:embed/>
                  <p:pic>
                    <p:nvPicPr>
                      <p:cNvPr id="0" name="Picture 17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6263" y="3979311"/>
                        <a:ext cx="24892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3">
            <a:extLst>
              <a:ext uri="{FF2B5EF4-FFF2-40B4-BE49-F238E27FC236}">
                <a16:creationId xmlns:a16="http://schemas.microsoft.com/office/drawing/2014/main" id="{63F0A784-E0CB-47EF-A11C-A072919EADA6}"/>
              </a:ext>
            </a:extLst>
          </p:cNvPr>
          <p:cNvSpPr txBox="1">
            <a:spLocks noChangeArrowheads="1"/>
          </p:cNvSpPr>
          <p:nvPr/>
        </p:nvSpPr>
        <p:spPr>
          <a:xfrm>
            <a:off x="3775272" y="4104721"/>
            <a:ext cx="1710856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类似可得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748A842-63CD-4B40-A001-E4DEC6CD61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701224"/>
              </p:ext>
            </p:extLst>
          </p:nvPr>
        </p:nvGraphicFramePr>
        <p:xfrm>
          <a:off x="3116102" y="2963733"/>
          <a:ext cx="1041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59" name="Equation" r:id="rId24" imgW="1041120" imgH="787320" progId="Equation.DSMT4">
                  <p:embed/>
                </p:oleObj>
              </mc:Choice>
              <mc:Fallback>
                <p:oleObj name="Equation" r:id="rId24" imgW="1041120" imgH="787320" progId="Equation.DSMT4">
                  <p:embed/>
                  <p:pic>
                    <p:nvPicPr>
                      <p:cNvPr id="0" name="Picture 17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102" y="2963733"/>
                        <a:ext cx="10414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C677B84-F1D0-422C-A0F1-193C43C1B3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753811"/>
              </p:ext>
            </p:extLst>
          </p:nvPr>
        </p:nvGraphicFramePr>
        <p:xfrm>
          <a:off x="4176820" y="2992734"/>
          <a:ext cx="1422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60" name="Equation" r:id="rId26" imgW="1422360" imgH="787320" progId="Equation.DSMT4">
                  <p:embed/>
                </p:oleObj>
              </mc:Choice>
              <mc:Fallback>
                <p:oleObj name="Equation" r:id="rId26" imgW="1422360" imgH="787320" progId="Equation.DSMT4">
                  <p:embed/>
                  <p:pic>
                    <p:nvPicPr>
                      <p:cNvPr id="0" name="Picture 17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820" y="2992734"/>
                        <a:ext cx="14224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823C402-5CBA-42DB-B664-61BDBD50A5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648216"/>
              </p:ext>
            </p:extLst>
          </p:nvPr>
        </p:nvGraphicFramePr>
        <p:xfrm>
          <a:off x="5618538" y="3014533"/>
          <a:ext cx="1054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61" name="Equation" r:id="rId28" imgW="1054080" imgH="736560" progId="Equation.DSMT4">
                  <p:embed/>
                </p:oleObj>
              </mc:Choice>
              <mc:Fallback>
                <p:oleObj name="Equation" r:id="rId28" imgW="1054080" imgH="736560" progId="Equation.DSMT4">
                  <p:embed/>
                  <p:pic>
                    <p:nvPicPr>
                      <p:cNvPr id="0" name="Picture 17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538" y="3014533"/>
                        <a:ext cx="1054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996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30" grpId="0"/>
      <p:bldP spid="31" grpId="0" animBg="1"/>
      <p:bldP spid="34" grpId="0" animBg="1"/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7524EE7-7954-4DFD-A83C-5445A6996698}"/>
              </a:ext>
            </a:extLst>
          </p:cNvPr>
          <p:cNvGrpSpPr/>
          <p:nvPr/>
        </p:nvGrpSpPr>
        <p:grpSpPr>
          <a:xfrm>
            <a:off x="848339" y="782987"/>
            <a:ext cx="2673259" cy="504056"/>
            <a:chOff x="1965782" y="757941"/>
            <a:chExt cx="2384258" cy="50405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FFC80027-04D9-42B3-A596-6F3C10949E3D}"/>
                </a:ext>
              </a:extLst>
            </p:cNvPr>
            <p:cNvSpPr/>
            <p:nvPr/>
          </p:nvSpPr>
          <p:spPr>
            <a:xfrm>
              <a:off x="1965782" y="757941"/>
              <a:ext cx="2384258" cy="50405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6" name="Object 11">
              <a:extLst>
                <a:ext uri="{FF2B5EF4-FFF2-40B4-BE49-F238E27FC236}">
                  <a16:creationId xmlns:a16="http://schemas.microsoft.com/office/drawing/2014/main" id="{A9B02BBC-18F5-438A-975B-719A7FD850B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51063" y="797955"/>
            <a:ext cx="18923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572" name="Equation" r:id="rId4" imgW="1892160" imgH="406080" progId="Equation.DSMT4">
                    <p:embed/>
                  </p:oleObj>
                </mc:Choice>
                <mc:Fallback>
                  <p:oleObj name="Equation" r:id="rId4" imgW="1892160" imgH="406080" progId="Equation.DSMT4">
                    <p:embed/>
                    <p:pic>
                      <p:nvPicPr>
                        <p:cNvPr id="0" name="Picture 12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1063" y="797955"/>
                          <a:ext cx="18923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34B2D9D3-3EF4-42B6-BF45-EE8460000878}"/>
              </a:ext>
            </a:extLst>
          </p:cNvPr>
          <p:cNvGrpSpPr/>
          <p:nvPr/>
        </p:nvGrpSpPr>
        <p:grpSpPr>
          <a:xfrm>
            <a:off x="5210279" y="819603"/>
            <a:ext cx="2877643" cy="504056"/>
            <a:chOff x="5457775" y="716978"/>
            <a:chExt cx="2426593" cy="504056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4664BAAE-116E-4544-A4E7-0AC8B5B20699}"/>
                </a:ext>
              </a:extLst>
            </p:cNvPr>
            <p:cNvSpPr/>
            <p:nvPr/>
          </p:nvSpPr>
          <p:spPr>
            <a:xfrm>
              <a:off x="5457775" y="716978"/>
              <a:ext cx="2426593" cy="50405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8" name="Object 11">
              <a:extLst>
                <a:ext uri="{FF2B5EF4-FFF2-40B4-BE49-F238E27FC236}">
                  <a16:creationId xmlns:a16="http://schemas.microsoft.com/office/drawing/2014/main" id="{B5EBADBD-E620-4730-B606-A90ED3C60B6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578475" y="754063"/>
            <a:ext cx="2095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573" name="Equation" r:id="rId6" imgW="2095200" imgH="406080" progId="Equation.DSMT4">
                    <p:embed/>
                  </p:oleObj>
                </mc:Choice>
                <mc:Fallback>
                  <p:oleObj name="Equation" r:id="rId6" imgW="2095200" imgH="406080" progId="Equation.DSMT4">
                    <p:embed/>
                    <p:pic>
                      <p:nvPicPr>
                        <p:cNvPr id="0" name="Picture 12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8475" y="754063"/>
                          <a:ext cx="20955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E4D1FB3-1DD5-4634-A428-4325BCAC93A5}"/>
              </a:ext>
            </a:extLst>
          </p:cNvPr>
          <p:cNvGrpSpPr/>
          <p:nvPr/>
        </p:nvGrpSpPr>
        <p:grpSpPr>
          <a:xfrm>
            <a:off x="814237" y="1414088"/>
            <a:ext cx="2736304" cy="504056"/>
            <a:chOff x="1835696" y="1749956"/>
            <a:chExt cx="2736304" cy="504056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C3BE3A57-38F5-458F-8E0B-84EDE82060FB}"/>
                </a:ext>
              </a:extLst>
            </p:cNvPr>
            <p:cNvSpPr/>
            <p:nvPr/>
          </p:nvSpPr>
          <p:spPr>
            <a:xfrm>
              <a:off x="1835696" y="1749956"/>
              <a:ext cx="2736304" cy="50405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0" name="Object 11">
              <a:extLst>
                <a:ext uri="{FF2B5EF4-FFF2-40B4-BE49-F238E27FC236}">
                  <a16:creationId xmlns:a16="http://schemas.microsoft.com/office/drawing/2014/main" id="{67C8858B-D104-4F86-B1E3-88C0F13C9D2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956941" y="1812530"/>
            <a:ext cx="248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574" name="Equation" r:id="rId8" imgW="2489040" imgH="355320" progId="Equation.DSMT4">
                    <p:embed/>
                  </p:oleObj>
                </mc:Choice>
                <mc:Fallback>
                  <p:oleObj name="Equation" r:id="rId8" imgW="2489040" imgH="355320" progId="Equation.DSMT4">
                    <p:embed/>
                    <p:pic>
                      <p:nvPicPr>
                        <p:cNvPr id="0" name="Picture 12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6941" y="1812530"/>
                          <a:ext cx="24892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DB62CA3-F86A-4F63-83EA-4828CA655DD7}"/>
              </a:ext>
            </a:extLst>
          </p:cNvPr>
          <p:cNvGrpSpPr/>
          <p:nvPr/>
        </p:nvGrpSpPr>
        <p:grpSpPr>
          <a:xfrm>
            <a:off x="5227823" y="1508346"/>
            <a:ext cx="2877643" cy="504056"/>
            <a:chOff x="5413681" y="1812530"/>
            <a:chExt cx="2736304" cy="504056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5CCCE88C-E499-454D-AA51-AA64F5EF5F25}"/>
                </a:ext>
              </a:extLst>
            </p:cNvPr>
            <p:cNvSpPr/>
            <p:nvPr/>
          </p:nvSpPr>
          <p:spPr>
            <a:xfrm>
              <a:off x="5413681" y="1812530"/>
              <a:ext cx="2736304" cy="50405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2" name="Object 11">
              <a:extLst>
                <a:ext uri="{FF2B5EF4-FFF2-40B4-BE49-F238E27FC236}">
                  <a16:creationId xmlns:a16="http://schemas.microsoft.com/office/drawing/2014/main" id="{F635808C-B92B-4336-B4C8-2572DAF51F4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433178" y="1875147"/>
            <a:ext cx="26924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575" name="Equation" r:id="rId10" imgW="2692080" imgH="355320" progId="Equation.DSMT4">
                    <p:embed/>
                  </p:oleObj>
                </mc:Choice>
                <mc:Fallback>
                  <p:oleObj name="Equation" r:id="rId10" imgW="2692080" imgH="355320" progId="Equation.DSMT4">
                    <p:embed/>
                    <p:pic>
                      <p:nvPicPr>
                        <p:cNvPr id="0" name="Picture 12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3178" y="1875147"/>
                          <a:ext cx="26924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61CADA3D-B564-433A-BF0C-EC8C2F1CEA07}"/>
              </a:ext>
            </a:extLst>
          </p:cNvPr>
          <p:cNvGrpSpPr/>
          <p:nvPr/>
        </p:nvGrpSpPr>
        <p:grpSpPr>
          <a:xfrm>
            <a:off x="5282288" y="2168945"/>
            <a:ext cx="2855740" cy="858044"/>
            <a:chOff x="5381248" y="2678040"/>
            <a:chExt cx="2855740" cy="858044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70B97AAE-039F-40BD-AA86-1EBECC556B05}"/>
                </a:ext>
              </a:extLst>
            </p:cNvPr>
            <p:cNvSpPr/>
            <p:nvPr/>
          </p:nvSpPr>
          <p:spPr>
            <a:xfrm>
              <a:off x="5381248" y="2678040"/>
              <a:ext cx="2855740" cy="85804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5" name="Object 11">
              <a:extLst>
                <a:ext uri="{FF2B5EF4-FFF2-40B4-BE49-F238E27FC236}">
                  <a16:creationId xmlns:a16="http://schemas.microsoft.com/office/drawing/2014/main" id="{C5855F18-9189-41E2-BD7F-1BD0F4E9BAF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424134" y="2678155"/>
            <a:ext cx="27051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576" name="Equation" r:id="rId12" imgW="2705040" imgH="812520" progId="Equation.DSMT4">
                    <p:embed/>
                  </p:oleObj>
                </mc:Choice>
                <mc:Fallback>
                  <p:oleObj name="Equation" r:id="rId12" imgW="2705040" imgH="812520" progId="Equation.DSMT4">
                    <p:embed/>
                    <p:pic>
                      <p:nvPicPr>
                        <p:cNvPr id="0" name="Picture 12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134" y="2678155"/>
                          <a:ext cx="2705100" cy="812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367C397-BFE4-4F8E-AF90-4614C3C021F2}"/>
              </a:ext>
            </a:extLst>
          </p:cNvPr>
          <p:cNvGrpSpPr/>
          <p:nvPr/>
        </p:nvGrpSpPr>
        <p:grpSpPr>
          <a:xfrm>
            <a:off x="848339" y="2089241"/>
            <a:ext cx="2702202" cy="858044"/>
            <a:chOff x="1785762" y="2678040"/>
            <a:chExt cx="2736305" cy="858044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9347FC63-B59E-4FCE-AF09-8DDD857B8E0B}"/>
                </a:ext>
              </a:extLst>
            </p:cNvPr>
            <p:cNvSpPr/>
            <p:nvPr/>
          </p:nvSpPr>
          <p:spPr>
            <a:xfrm>
              <a:off x="1785762" y="2678040"/>
              <a:ext cx="2736305" cy="85804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7" name="Object 11">
              <a:extLst>
                <a:ext uri="{FF2B5EF4-FFF2-40B4-BE49-F238E27FC236}">
                  <a16:creationId xmlns:a16="http://schemas.microsoft.com/office/drawing/2014/main" id="{5FB07795-65FD-463D-A2D4-8882F8B27F9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892176" y="2678040"/>
            <a:ext cx="24638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577" name="Equation" r:id="rId14" imgW="2463480" imgH="812520" progId="Equation.DSMT4">
                    <p:embed/>
                  </p:oleObj>
                </mc:Choice>
                <mc:Fallback>
                  <p:oleObj name="Equation" r:id="rId14" imgW="2463480" imgH="812520" progId="Equation.DSMT4">
                    <p:embed/>
                    <p:pic>
                      <p:nvPicPr>
                        <p:cNvPr id="0" name="Picture 12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2176" y="2678040"/>
                          <a:ext cx="2463800" cy="812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13EEFAA-DF08-4C7C-A635-CAA96EBACB41}"/>
              </a:ext>
            </a:extLst>
          </p:cNvPr>
          <p:cNvGrpSpPr/>
          <p:nvPr/>
        </p:nvGrpSpPr>
        <p:grpSpPr>
          <a:xfrm>
            <a:off x="814237" y="3070272"/>
            <a:ext cx="2702202" cy="907664"/>
            <a:chOff x="1816729" y="3942398"/>
            <a:chExt cx="2592044" cy="907664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7F308522-F4F1-4E8A-8EC2-43FAB686748E}"/>
                </a:ext>
              </a:extLst>
            </p:cNvPr>
            <p:cNvSpPr/>
            <p:nvPr/>
          </p:nvSpPr>
          <p:spPr>
            <a:xfrm>
              <a:off x="1816729" y="3942398"/>
              <a:ext cx="2592044" cy="907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3" name="Object 11">
              <a:extLst>
                <a:ext uri="{FF2B5EF4-FFF2-40B4-BE49-F238E27FC236}">
                  <a16:creationId xmlns:a16="http://schemas.microsoft.com/office/drawing/2014/main" id="{0A1875A7-58A7-4570-B012-1D3223A2D6C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953726" y="4010459"/>
            <a:ext cx="2260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578" name="Equation" r:id="rId16" imgW="2260440" imgH="736560" progId="Equation.DSMT4">
                    <p:embed/>
                  </p:oleObj>
                </mc:Choice>
                <mc:Fallback>
                  <p:oleObj name="Equation" r:id="rId16" imgW="2260440" imgH="736560" progId="Equation.DSMT4">
                    <p:embed/>
                    <p:pic>
                      <p:nvPicPr>
                        <p:cNvPr id="0" name="Picture 13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3726" y="4010459"/>
                          <a:ext cx="22606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A353530-A7DB-456E-B647-BA179C76F03C}"/>
              </a:ext>
            </a:extLst>
          </p:cNvPr>
          <p:cNvGrpSpPr/>
          <p:nvPr/>
        </p:nvGrpSpPr>
        <p:grpSpPr>
          <a:xfrm>
            <a:off x="5255648" y="3164530"/>
            <a:ext cx="2882380" cy="907664"/>
            <a:chOff x="5924230" y="3844958"/>
            <a:chExt cx="2592044" cy="907664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0B5542AF-51AC-4C60-B6A9-87F291470FB2}"/>
                </a:ext>
              </a:extLst>
            </p:cNvPr>
            <p:cNvSpPr/>
            <p:nvPr/>
          </p:nvSpPr>
          <p:spPr>
            <a:xfrm>
              <a:off x="5924230" y="3844958"/>
              <a:ext cx="2592044" cy="907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41" name="Object 11">
              <a:extLst>
                <a:ext uri="{FF2B5EF4-FFF2-40B4-BE49-F238E27FC236}">
                  <a16:creationId xmlns:a16="http://schemas.microsoft.com/office/drawing/2014/main" id="{87A762C3-DC57-4F85-91C1-3248463679F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949506" y="3924432"/>
            <a:ext cx="2489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579" name="Equation" r:id="rId18" imgW="2489040" imgH="736560" progId="Equation.DSMT4">
                    <p:embed/>
                  </p:oleObj>
                </mc:Choice>
                <mc:Fallback>
                  <p:oleObj name="Equation" r:id="rId18" imgW="2489040" imgH="736560" progId="Equation.DSMT4">
                    <p:embed/>
                    <p:pic>
                      <p:nvPicPr>
                        <p:cNvPr id="0" name="Picture 13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9506" y="3924432"/>
                          <a:ext cx="24892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Text Box 35">
            <a:extLst>
              <a:ext uri="{FF2B5EF4-FFF2-40B4-BE49-F238E27FC236}">
                <a16:creationId xmlns:a16="http://schemas.microsoft.com/office/drawing/2014/main" id="{146CBA57-00DB-40AF-B363-9E3F452C3E4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143135" y="195486"/>
            <a:ext cx="43383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牢记导数公式和求导法则！</a:t>
            </a:r>
          </a:p>
        </p:txBody>
      </p:sp>
    </p:spTree>
    <p:extLst>
      <p:ext uri="{BB962C8B-B14F-4D97-AF65-F5344CB8AC3E}">
        <p14:creationId xmlns:p14="http://schemas.microsoft.com/office/powerpoint/2010/main" val="607904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27584" y="267494"/>
            <a:ext cx="4608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复合函数的求导法则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55125" y="1082071"/>
            <a:ext cx="1332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引例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19221" y="1082071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latin typeface="+mn-ea"/>
              </a:rPr>
              <a:t>设</a:t>
            </a:r>
            <a:r>
              <a:rPr lang="en-US" altLang="zh-CN" sz="2400" b="1" dirty="0">
                <a:latin typeface="+mn-ea"/>
              </a:rPr>
              <a:t>        </a:t>
            </a:r>
            <a:endParaRPr lang="zh-CN" altLang="en-US" sz="2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55125" y="1844542"/>
            <a:ext cx="3240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98241" y="3818375"/>
            <a:ext cx="504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Calibri" panose="020F0502020204030204"/>
                <a:cs typeface="Times New Roman" panose="02020603050405020304" pitchFamily="18" charset="0"/>
              </a:rPr>
              <a:t>√</a:t>
            </a:r>
            <a:endParaRPr lang="en-US" altLang="zh-C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6934385"/>
              </p:ext>
            </p:extLst>
          </p:nvPr>
        </p:nvGraphicFramePr>
        <p:xfrm>
          <a:off x="2040504" y="1170574"/>
          <a:ext cx="1333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31" name="Equation" r:id="rId3" imgW="32004000" imgH="8229600" progId="Equation.DSMT4">
                  <p:embed/>
                </p:oleObj>
              </mc:Choice>
              <mc:Fallback>
                <p:oleObj name="Equation" r:id="rId3" imgW="32004000" imgH="8229600" progId="Equation.DSMT4">
                  <p:embed/>
                  <p:pic>
                    <p:nvPicPr>
                      <p:cNvPr id="2" name="对象 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0504" y="1170574"/>
                        <a:ext cx="1333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0598399"/>
              </p:ext>
            </p:extLst>
          </p:nvPr>
        </p:nvGraphicFramePr>
        <p:xfrm>
          <a:off x="4042341" y="945149"/>
          <a:ext cx="457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32" name="Equation" r:id="rId5" imgW="10972800" imgH="17678400" progId="Equation.DSMT4">
                  <p:embed/>
                </p:oleObj>
              </mc:Choice>
              <mc:Fallback>
                <p:oleObj name="Equation" r:id="rId5" imgW="10972800" imgH="17678400" progId="Equation.DSMT4">
                  <p:embed/>
                  <p:pic>
                    <p:nvPicPr>
                      <p:cNvPr id="3" name="对象 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2341" y="945149"/>
                        <a:ext cx="4572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8591526"/>
              </p:ext>
            </p:extLst>
          </p:nvPr>
        </p:nvGraphicFramePr>
        <p:xfrm>
          <a:off x="2285301" y="1918965"/>
          <a:ext cx="1854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33" name="Equation" r:id="rId7" imgW="44500800" imgH="8534400" progId="Equation.DSMT4">
                  <p:embed/>
                </p:oleObj>
              </mc:Choice>
              <mc:Fallback>
                <p:oleObj name="Equation" r:id="rId7" imgW="44500800" imgH="8534400" progId="Equation.DSMT4">
                  <p:embed/>
                  <p:pic>
                    <p:nvPicPr>
                      <p:cNvPr id="4" name="对象 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301" y="1918965"/>
                        <a:ext cx="18542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8"/>
          <p:cNvSpPr txBox="1"/>
          <p:nvPr/>
        </p:nvSpPr>
        <p:spPr>
          <a:xfrm>
            <a:off x="3275405" y="1082070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，</a:t>
            </a:r>
            <a:r>
              <a:rPr lang="zh-CN" altLang="zh-CN" sz="2400" b="1" dirty="0">
                <a:latin typeface="+mn-ea"/>
              </a:rPr>
              <a:t>求</a:t>
            </a:r>
            <a:r>
              <a:rPr lang="en-US" altLang="zh-CN" sz="2400" b="1" dirty="0">
                <a:latin typeface="+mn-ea"/>
              </a:rPr>
              <a:t>   </a:t>
            </a:r>
            <a:endParaRPr lang="zh-CN" altLang="en-US" sz="2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93984" y="2505678"/>
            <a:ext cx="360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sz="3600" b="1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微软雅黑" panose="020B0503020204020204" charset="-122"/>
              </a:rPr>
              <a:t>Χ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D27E060-625B-423F-BAC8-B31185DD16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505451"/>
              </p:ext>
            </p:extLst>
          </p:nvPr>
        </p:nvGraphicFramePr>
        <p:xfrm>
          <a:off x="1008490" y="2662161"/>
          <a:ext cx="2159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34" name="Equation" r:id="rId9" imgW="2158920" imgH="355320" progId="Equation.DSMT4">
                  <p:embed/>
                </p:oleObj>
              </mc:Choice>
              <mc:Fallback>
                <p:oleObj name="Equation" r:id="rId9" imgW="2158920" imgH="355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D27E060-625B-423F-BAC8-B31185DD16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08490" y="2662161"/>
                        <a:ext cx="2159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4088624-8C5E-419C-A93F-55E1C95C49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169602"/>
              </p:ext>
            </p:extLst>
          </p:nvPr>
        </p:nvGraphicFramePr>
        <p:xfrm>
          <a:off x="1043271" y="3405754"/>
          <a:ext cx="1333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35" name="Equation" r:id="rId11" imgW="1333440" imgH="355320" progId="Equation.DSMT4">
                  <p:embed/>
                </p:oleObj>
              </mc:Choice>
              <mc:Fallback>
                <p:oleObj name="Equation" r:id="rId11" imgW="1333440" imgH="3553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4088624-8C5E-419C-A93F-55E1C95C49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43271" y="3405754"/>
                        <a:ext cx="1333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FA9BE06-B973-4A93-965F-857630A289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915059"/>
              </p:ext>
            </p:extLst>
          </p:nvPr>
        </p:nvGraphicFramePr>
        <p:xfrm>
          <a:off x="2437205" y="3405754"/>
          <a:ext cx="1676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36" name="Equation" r:id="rId13" imgW="1676160" imgH="355320" progId="Equation.DSMT4">
                  <p:embed/>
                </p:oleObj>
              </mc:Choice>
              <mc:Fallback>
                <p:oleObj name="Equation" r:id="rId13" imgW="1676160" imgH="3553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FA9BE06-B973-4A93-965F-857630A289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37205" y="3405754"/>
                        <a:ext cx="1676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4E3593D-205D-4CF1-8F8B-AACF7D7734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949249"/>
              </p:ext>
            </p:extLst>
          </p:nvPr>
        </p:nvGraphicFramePr>
        <p:xfrm>
          <a:off x="2200841" y="4029454"/>
          <a:ext cx="4597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37" name="Equation" r:id="rId15" imgW="4597200" imgH="342720" progId="Equation.DSMT4">
                  <p:embed/>
                </p:oleObj>
              </mc:Choice>
              <mc:Fallback>
                <p:oleObj name="Equation" r:id="rId15" imgW="4597200" imgH="3427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64E3593D-205D-4CF1-8F8B-AACF7D7734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200841" y="4029454"/>
                        <a:ext cx="4597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27C387EB-DF54-4D0B-A249-18E10F375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268" y="424799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F4ED36FE-6D90-4E4C-8C9A-A0BB493A8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002" y="1024729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且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17D7292-AE4A-4ED5-B6CE-F0A7E8C6CE17}"/>
              </a:ext>
            </a:extLst>
          </p:cNvPr>
          <p:cNvGrpSpPr/>
          <p:nvPr/>
        </p:nvGrpSpPr>
        <p:grpSpPr>
          <a:xfrm>
            <a:off x="1802818" y="424799"/>
            <a:ext cx="3376834" cy="461665"/>
            <a:chOff x="1782118" y="612079"/>
            <a:chExt cx="3376834" cy="461665"/>
          </a:xfrm>
        </p:grpSpPr>
        <p:sp>
          <p:nvSpPr>
            <p:cNvPr id="2" name="Text Box 5">
              <a:extLst>
                <a:ext uri="{FF2B5EF4-FFF2-40B4-BE49-F238E27FC236}">
                  <a16:creationId xmlns:a16="http://schemas.microsoft.com/office/drawing/2014/main" id="{B2D16ED0-6622-4E26-BE71-22979B4E5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6752" y="612079"/>
              <a:ext cx="2362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在点 </a:t>
              </a:r>
              <a:r>
                <a:rPr lang="en-US" altLang="zh-CN" sz="2400" i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可导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D9F9C7A3-FDF6-44BD-9DF6-BCBF6016B98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82118" y="688924"/>
            <a:ext cx="1066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42" name="Equation" r:id="rId3" imgW="1066680" imgH="342720" progId="Equation.DSMT4">
                    <p:embed/>
                  </p:oleObj>
                </mc:Choice>
                <mc:Fallback>
                  <p:oleObj name="Equation" r:id="rId3" imgW="106668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D9F9C7A3-FDF6-44BD-9DF6-BCBF6016B98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82118" y="688924"/>
                          <a:ext cx="1066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C78F8D6E-27E0-41D9-8559-9E0A3C21F4BA}"/>
              </a:ext>
            </a:extLst>
          </p:cNvPr>
          <p:cNvGrpSpPr/>
          <p:nvPr/>
        </p:nvGrpSpPr>
        <p:grpSpPr>
          <a:xfrm>
            <a:off x="4626267" y="413423"/>
            <a:ext cx="4148851" cy="473041"/>
            <a:chOff x="4605567" y="600703"/>
            <a:chExt cx="4148851" cy="473041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77E69419-C631-4431-8624-D38B12C025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6883" y="600703"/>
              <a:ext cx="1295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在点</a:t>
              </a:r>
            </a:p>
          </p:txBody>
        </p:sp>
        <p:sp>
          <p:nvSpPr>
            <p:cNvPr id="8" name="Text Box 12">
              <a:extLst>
                <a:ext uri="{FF2B5EF4-FFF2-40B4-BE49-F238E27FC236}">
                  <a16:creationId xmlns:a16="http://schemas.microsoft.com/office/drawing/2014/main" id="{4F178DD8-4E53-4805-9E8C-05CC4DADA3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2818" y="612079"/>
              <a:ext cx="1371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可导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则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D4D52CE3-DD8F-489C-A1FD-0D1FAA60E71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605567" y="687386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43" name="Equation" r:id="rId5" imgW="1104840" imgH="342720" progId="Equation.DSMT4">
                    <p:embed/>
                  </p:oleObj>
                </mc:Choice>
                <mc:Fallback>
                  <p:oleObj name="Equation" r:id="rId5" imgW="1104840" imgH="34272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D4D52CE3-DD8F-489C-A1FD-0D1FAA60E71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605567" y="687386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52F03BCC-8534-46B5-A66E-C082F2B3A23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426956" y="687386"/>
            <a:ext cx="1066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44" name="Equation" r:id="rId7" imgW="1066680" imgH="342720" progId="Equation.DSMT4">
                    <p:embed/>
                  </p:oleObj>
                </mc:Choice>
                <mc:Fallback>
                  <p:oleObj name="Equation" r:id="rId7" imgW="1066680" imgH="3427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52F03BCC-8534-46B5-A66E-C082F2B3A23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426956" y="687386"/>
                          <a:ext cx="1066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BF416FE6-5C54-4A2A-9289-38D0711F30E1}"/>
              </a:ext>
            </a:extLst>
          </p:cNvPr>
          <p:cNvGrpSpPr/>
          <p:nvPr/>
        </p:nvGrpSpPr>
        <p:grpSpPr>
          <a:xfrm>
            <a:off x="154994" y="1031853"/>
            <a:ext cx="4987130" cy="486733"/>
            <a:chOff x="134294" y="1219133"/>
            <a:chExt cx="4987130" cy="486733"/>
          </a:xfrm>
        </p:grpSpPr>
        <p:sp>
          <p:nvSpPr>
            <p:cNvPr id="9" name="Text Box 13">
              <a:extLst>
                <a:ext uri="{FF2B5EF4-FFF2-40B4-BE49-F238E27FC236}">
                  <a16:creationId xmlns:a16="http://schemas.microsoft.com/office/drawing/2014/main" id="{010BFA16-7A15-409F-9206-977FD2A736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294" y="1244201"/>
              <a:ext cx="1981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复合函数</a:t>
              </a:r>
            </a:p>
          </p:txBody>
        </p:sp>
        <p:sp>
          <p:nvSpPr>
            <p:cNvPr id="14" name="Text Box 20">
              <a:extLst>
                <a:ext uri="{FF2B5EF4-FFF2-40B4-BE49-F238E27FC236}">
                  <a16:creationId xmlns:a16="http://schemas.microsoft.com/office/drawing/2014/main" id="{29CAB177-E476-491E-BE3F-71A89FAB0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7824" y="1219133"/>
              <a:ext cx="2133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在点 </a:t>
              </a:r>
              <a:r>
                <a:rPr lang="en-US" altLang="zh-CN" sz="2400" i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可导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</a:t>
              </a: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03D6BB8A-FA6E-4605-821E-9E3F35EE35D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570981" y="1278516"/>
            <a:ext cx="1473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45" name="Equation" r:id="rId9" imgW="1473120" imgH="342720" progId="Equation.DSMT4">
                    <p:embed/>
                  </p:oleObj>
                </mc:Choice>
                <mc:Fallback>
                  <p:oleObj name="Equation" r:id="rId9" imgW="1473120" imgH="3427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03D6BB8A-FA6E-4605-821E-9E3F35EE35D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570981" y="1278516"/>
                          <a:ext cx="1473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A84566B-BC6B-4F94-AECA-DA7AF13288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060904"/>
              </p:ext>
            </p:extLst>
          </p:nvPr>
        </p:nvGraphicFramePr>
        <p:xfrm>
          <a:off x="1416113" y="1552620"/>
          <a:ext cx="4102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46" name="Equation" r:id="rId11" imgW="4101840" imgH="736560" progId="Equation.DSMT4">
                  <p:embed/>
                </p:oleObj>
              </mc:Choice>
              <mc:Fallback>
                <p:oleObj name="Equation" r:id="rId11" imgW="4101840" imgH="73656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4A84566B-BC6B-4F94-AECA-DA7AF13288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16113" y="1552620"/>
                        <a:ext cx="4102100" cy="7366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0">
            <a:extLst>
              <a:ext uri="{FF2B5EF4-FFF2-40B4-BE49-F238E27FC236}">
                <a16:creationId xmlns:a16="http://schemas.microsoft.com/office/drawing/2014/main" id="{70DABFCF-30AD-466E-8D61-30C1619D9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81" y="2910627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或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5E7E5A14-84F4-451B-BDCD-600E6D52C32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6763" y="2774950"/>
          <a:ext cx="5816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47" name="Equation" r:id="rId13" imgW="5816520" imgH="888840" progId="Equation.DSMT4">
                  <p:embed/>
                </p:oleObj>
              </mc:Choice>
              <mc:Fallback>
                <p:oleObj name="Equation" r:id="rId13" imgW="5816520" imgH="8888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5E7E5A14-84F4-451B-BDCD-600E6D52C3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6763" y="2774950"/>
                        <a:ext cx="5816600" cy="8890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组合 43">
            <a:extLst>
              <a:ext uri="{FF2B5EF4-FFF2-40B4-BE49-F238E27FC236}">
                <a16:creationId xmlns:a16="http://schemas.microsoft.com/office/drawing/2014/main" id="{82C56AB8-69A2-466F-AD97-801F722B2D62}"/>
              </a:ext>
            </a:extLst>
          </p:cNvPr>
          <p:cNvGrpSpPr/>
          <p:nvPr/>
        </p:nvGrpSpPr>
        <p:grpSpPr>
          <a:xfrm>
            <a:off x="6908871" y="2014245"/>
            <a:ext cx="1825750" cy="1676266"/>
            <a:chOff x="6657105" y="1996387"/>
            <a:chExt cx="1825750" cy="1676266"/>
          </a:xfrm>
        </p:grpSpPr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B8D3135B-801A-4819-A9E2-86D09679CD6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804238" y="2287162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48" name="Equation" r:id="rId15" imgW="215640" imgH="266400" progId="Equation.DSMT4">
                    <p:embed/>
                  </p:oleObj>
                </mc:Choice>
                <mc:Fallback>
                  <p:oleObj name="Equation" r:id="rId15" imgW="215640" imgH="26640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B8D3135B-801A-4819-A9E2-86D09679CD6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804238" y="2287162"/>
                          <a:ext cx="215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21F48DE5-A03F-4519-B332-DEBB685C4688}"/>
                </a:ext>
              </a:extLst>
            </p:cNvPr>
            <p:cNvCxnSpPr/>
            <p:nvPr/>
          </p:nvCxnSpPr>
          <p:spPr>
            <a:xfrm>
              <a:off x="7054660" y="2379767"/>
              <a:ext cx="43204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64E02BA5-43E1-42C2-B857-89DD424AF6C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525776" y="2283923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49" name="Equation" r:id="rId17" imgW="190440" imgH="203040" progId="Equation.DSMT4">
                    <p:embed/>
                  </p:oleObj>
                </mc:Choice>
                <mc:Fallback>
                  <p:oleObj name="Equation" r:id="rId17" imgW="190440" imgH="20304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64E02BA5-43E1-42C2-B857-89DD424AF6C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525776" y="2283923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CB4031AD-5B92-4114-B004-581F795A9BE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170342" y="2278167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50" name="Equation" r:id="rId19" imgW="190440" imgH="203040" progId="Equation.DSMT4">
                    <p:embed/>
                  </p:oleObj>
                </mc:Choice>
                <mc:Fallback>
                  <p:oleObj name="Equation" r:id="rId19" imgW="190440" imgH="20304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CB4031AD-5B92-4114-B004-581F795A9BE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8170342" y="2278167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15917995-291C-4ADF-BF27-2AB3D7FFA4FA}"/>
                </a:ext>
              </a:extLst>
            </p:cNvPr>
            <p:cNvCxnSpPr/>
            <p:nvPr/>
          </p:nvCxnSpPr>
          <p:spPr>
            <a:xfrm>
              <a:off x="7738294" y="2379767"/>
              <a:ext cx="43204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61DCCC64-7964-4D15-AE70-DC7BF5070C2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159694" y="1996387"/>
            <a:ext cx="254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51" name="Equation" r:id="rId21" imgW="253800" imgH="342720" progId="Equation.DSMT4">
                    <p:embed/>
                  </p:oleObj>
                </mc:Choice>
                <mc:Fallback>
                  <p:oleObj name="Equation" r:id="rId21" imgW="253800" imgH="34272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61DCCC64-7964-4D15-AE70-DC7BF5070C2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159694" y="1996387"/>
                          <a:ext cx="254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DD19A43A-B070-4C69-AB1B-D9F896D22C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1429015"/>
                </p:ext>
              </p:extLst>
            </p:nvPr>
          </p:nvGraphicFramePr>
          <p:xfrm>
            <a:off x="7840018" y="2066389"/>
            <a:ext cx="2286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52" name="Equation" r:id="rId23" imgW="228600" imgH="266400" progId="Equation.DSMT4">
                    <p:embed/>
                  </p:oleObj>
                </mc:Choice>
                <mc:Fallback>
                  <p:oleObj name="Equation" r:id="rId23" imgW="228600" imgH="26640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DD19A43A-B070-4C69-AB1B-D9F896D22C4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840018" y="2066389"/>
                          <a:ext cx="2286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4CB783E7-5D21-43B4-9800-B89EDF603640}"/>
                </a:ext>
              </a:extLst>
            </p:cNvPr>
            <p:cNvSpPr txBox="1"/>
            <p:nvPr/>
          </p:nvSpPr>
          <p:spPr>
            <a:xfrm>
              <a:off x="6657105" y="2649635"/>
              <a:ext cx="461665" cy="86012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vert="eaVert"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因变量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CF3530B-95E1-49A4-8E5D-1337B2FE2C3D}"/>
                </a:ext>
              </a:extLst>
            </p:cNvPr>
            <p:cNvSpPr txBox="1"/>
            <p:nvPr/>
          </p:nvSpPr>
          <p:spPr>
            <a:xfrm>
              <a:off x="7352118" y="2663789"/>
              <a:ext cx="461665" cy="10088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vert="eaVert"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中间变量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E14A114-A7F6-4A55-B0BB-173D5B5C00C2}"/>
                </a:ext>
              </a:extLst>
            </p:cNvPr>
            <p:cNvSpPr txBox="1"/>
            <p:nvPr/>
          </p:nvSpPr>
          <p:spPr>
            <a:xfrm>
              <a:off x="8021190" y="2669110"/>
              <a:ext cx="461665" cy="86012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vert="eaVert"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自变量</a:t>
              </a: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0132FA0-19ED-4F5C-86D1-C0A74A5CF6A1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6887938" y="2536469"/>
              <a:ext cx="0" cy="113166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70BE0D7-1BDB-4A9B-AD14-9BC1D30B7B76}"/>
                </a:ext>
              </a:extLst>
            </p:cNvPr>
            <p:cNvCxnSpPr>
              <a:cxnSpLocks/>
            </p:cNvCxnSpPr>
            <p:nvPr/>
          </p:nvCxnSpPr>
          <p:spPr>
            <a:xfrm>
              <a:off x="7596336" y="2481367"/>
              <a:ext cx="0" cy="161821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CDE45BB0-88A3-4257-B1E7-BB23FD94CCB5}"/>
                </a:ext>
              </a:extLst>
            </p:cNvPr>
            <p:cNvCxnSpPr>
              <a:cxnSpLocks/>
            </p:cNvCxnSpPr>
            <p:nvPr/>
          </p:nvCxnSpPr>
          <p:spPr>
            <a:xfrm>
              <a:off x="8244408" y="2481367"/>
              <a:ext cx="0" cy="178213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ectangle 26">
            <a:extLst>
              <a:ext uri="{FF2B5EF4-FFF2-40B4-BE49-F238E27FC236}">
                <a16:creationId xmlns:a16="http://schemas.microsoft.com/office/drawing/2014/main" id="{1E81093B-3833-4F1B-8013-5117CA0B9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5494" y="3907965"/>
            <a:ext cx="3182013" cy="627251"/>
          </a:xfrm>
          <a:prstGeom prst="rect">
            <a:avLst/>
          </a:prstGeom>
          <a:noFill/>
          <a:ln w="22225">
            <a:noFill/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复合函数的链导法则</a:t>
            </a:r>
          </a:p>
        </p:txBody>
      </p:sp>
    </p:spTree>
    <p:extLst>
      <p:ext uri="{BB962C8B-B14F-4D97-AF65-F5344CB8AC3E}">
        <p14:creationId xmlns:p14="http://schemas.microsoft.com/office/powerpoint/2010/main" val="82263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22" grpId="0"/>
      <p:bldP spid="4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84A186C-A825-46CA-9E05-065627E8E88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71600" y="699542"/>
          <a:ext cx="1714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82" name="Equation" r:id="rId3" imgW="1714320" imgH="736560" progId="Equation.DSMT4">
                  <p:embed/>
                </p:oleObj>
              </mc:Choice>
              <mc:Fallback>
                <p:oleObj name="Equation" r:id="rId3" imgW="1714320" imgH="7365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984A186C-A825-46CA-9E05-065627E8E8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1600" y="699542"/>
                        <a:ext cx="1714500" cy="7366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圆角矩形标注 1">
            <a:extLst>
              <a:ext uri="{FF2B5EF4-FFF2-40B4-BE49-F238E27FC236}">
                <a16:creationId xmlns:a16="http://schemas.microsoft.com/office/drawing/2014/main" id="{C71C2A96-6602-4F77-9002-ACE69E444567}"/>
              </a:ext>
            </a:extLst>
          </p:cNvPr>
          <p:cNvSpPr/>
          <p:nvPr/>
        </p:nvSpPr>
        <p:spPr>
          <a:xfrm>
            <a:off x="5220072" y="877777"/>
            <a:ext cx="1521595" cy="541065"/>
          </a:xfrm>
          <a:prstGeom prst="wedgeRoundRectCallout">
            <a:avLst>
              <a:gd name="adj1" fmla="val -68328"/>
              <a:gd name="adj2" fmla="val 6886"/>
              <a:gd name="adj3" fmla="val 16667"/>
            </a:avLst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ct val="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沿线相乘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0517BEF-595D-49EC-9518-EBCC1769C57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91880" y="1047743"/>
          <a:ext cx="1384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83" name="Equation" r:id="rId5" imgW="1384200" imgH="279360" progId="Equation.DSMT4">
                  <p:embed/>
                </p:oleObj>
              </mc:Choice>
              <mc:Fallback>
                <p:oleObj name="Equation" r:id="rId5" imgW="138420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0517BEF-595D-49EC-9518-EBCC1769C5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91880" y="1047743"/>
                        <a:ext cx="1384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>
            <a:extLst>
              <a:ext uri="{FF2B5EF4-FFF2-40B4-BE49-F238E27FC236}">
                <a16:creationId xmlns:a16="http://schemas.microsoft.com/office/drawing/2014/main" id="{EA6C3572-F38A-46B4-8E9A-F046F0A48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720" y="1851670"/>
            <a:ext cx="82809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即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因变量</a:t>
            </a:r>
            <a:r>
              <a:rPr lang="zh-CN" altLang="en-US" sz="2400" b="1" dirty="0">
                <a:latin typeface="+mn-ea"/>
              </a:rPr>
              <a:t>对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自变量</a:t>
            </a:r>
            <a:r>
              <a:rPr lang="zh-CN" altLang="en-US" sz="2400" b="1" dirty="0">
                <a:latin typeface="+mn-ea"/>
              </a:rPr>
              <a:t>求导</a:t>
            </a:r>
            <a:r>
              <a:rPr lang="en-US" altLang="zh-CN" sz="2400" b="1" dirty="0">
                <a:latin typeface="+mn-ea"/>
              </a:rPr>
              <a:t>,</a:t>
            </a:r>
            <a:r>
              <a:rPr lang="zh-CN" altLang="en-US" sz="2400" b="1" dirty="0">
                <a:latin typeface="+mn-ea"/>
              </a:rPr>
              <a:t>等于因变量对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中间变量</a:t>
            </a:r>
            <a:r>
              <a:rPr lang="zh-CN" altLang="en-US" sz="2400" b="1" dirty="0">
                <a:latin typeface="+mn-ea"/>
              </a:rPr>
              <a:t>求导</a:t>
            </a:r>
            <a:r>
              <a:rPr lang="en-US" altLang="zh-CN" sz="2400" b="1" dirty="0">
                <a:latin typeface="+mn-ea"/>
              </a:rPr>
              <a:t>,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C365A6-6584-44DE-9A91-15B737A87EBA}"/>
              </a:ext>
            </a:extLst>
          </p:cNvPr>
          <p:cNvSpPr txBox="1"/>
          <p:nvPr/>
        </p:nvSpPr>
        <p:spPr>
          <a:xfrm>
            <a:off x="735720" y="2512793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乘以中间变量对自变量求导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74165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CE4D0361-008E-439E-9680-47FC2E39659E}"/>
              </a:ext>
            </a:extLst>
          </p:cNvPr>
          <p:cNvGrpSpPr/>
          <p:nvPr/>
        </p:nvGrpSpPr>
        <p:grpSpPr>
          <a:xfrm>
            <a:off x="3779912" y="1404813"/>
            <a:ext cx="3816424" cy="476474"/>
            <a:chOff x="3779912" y="1404813"/>
            <a:chExt cx="3816424" cy="476474"/>
          </a:xfrm>
        </p:grpSpPr>
        <p:sp>
          <p:nvSpPr>
            <p:cNvPr id="39" name="文本框 38"/>
            <p:cNvSpPr txBox="1"/>
            <p:nvPr/>
          </p:nvSpPr>
          <p:spPr>
            <a:xfrm>
              <a:off x="7169299" y="1404813"/>
              <a:ext cx="427037" cy="461665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779912" y="1419622"/>
              <a:ext cx="838200" cy="461665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</p:grp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892833" y="423239"/>
            <a:ext cx="137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4921" y="426513"/>
            <a:ext cx="6127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按照导数的定义求函数的导数，可以分三步</a:t>
            </a:r>
          </a:p>
        </p:txBody>
      </p:sp>
      <p:graphicFrame>
        <p:nvGraphicFramePr>
          <p:cNvPr id="31" name="对象 3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4976186"/>
              </p:ext>
            </p:extLst>
          </p:nvPr>
        </p:nvGraphicFramePr>
        <p:xfrm>
          <a:off x="5585241" y="2852189"/>
          <a:ext cx="393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10" name="Equation" r:id="rId3" imgW="9448800" imgH="6705600" progId="Equation.DSMT4">
                  <p:embed/>
                </p:oleObj>
              </mc:Choice>
              <mc:Fallback>
                <p:oleObj name="Equation" r:id="rId3" imgW="9448800" imgH="6705600" progId="Equation.DSMT4">
                  <p:embed/>
                  <p:pic>
                    <p:nvPicPr>
                      <p:cNvPr id="31" name="对象 3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5241" y="2852189"/>
                        <a:ext cx="393700" cy="279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887691" y="1408055"/>
            <a:ext cx="7344816" cy="432185"/>
            <a:chOff x="899592" y="1390004"/>
            <a:chExt cx="7344816" cy="461666"/>
          </a:xfrm>
        </p:grpSpPr>
        <p:sp>
          <p:nvSpPr>
            <p:cNvPr id="29" name="TextBox 10"/>
            <p:cNvSpPr txBox="1"/>
            <p:nvPr/>
          </p:nvSpPr>
          <p:spPr>
            <a:xfrm>
              <a:off x="899592" y="1390004"/>
              <a:ext cx="73448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ea"/>
                </a:rPr>
                <a:t>(1) </a:t>
              </a:r>
              <a:r>
                <a:rPr lang="zh-CN" altLang="en-US" sz="2400" b="1" dirty="0">
                  <a:latin typeface="+mn-ea"/>
                </a:rPr>
                <a:t>给出自变量增量      ，求出函数的增量   ；</a:t>
              </a:r>
            </a:p>
          </p:txBody>
        </p:sp>
        <p:graphicFrame>
          <p:nvGraphicFramePr>
            <p:cNvPr id="33" name="对象 32"/>
            <p:cNvGraphicFramePr>
              <a:graphicFrameLocks/>
            </p:cNvGraphicFramePr>
            <p:nvPr/>
          </p:nvGraphicFramePr>
          <p:xfrm>
            <a:off x="3779912" y="1508770"/>
            <a:ext cx="838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11" name="Equation" r:id="rId5" imgW="20116800" imgH="8229600" progId="Equation.DSMT4">
                    <p:embed/>
                  </p:oleObj>
                </mc:Choice>
                <mc:Fallback>
                  <p:oleObj name="Equation" r:id="rId5" imgW="20116800" imgH="8229600" progId="Equation.DSMT4">
                    <p:embed/>
                    <p:pic>
                      <p:nvPicPr>
                        <p:cNvPr id="33" name="对象 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912" y="1508770"/>
                          <a:ext cx="8382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7"/>
            <p:cNvGraphicFramePr>
              <a:graphicFrameLocks noChangeAspect="1"/>
            </p:cNvGraphicFramePr>
            <p:nvPr/>
          </p:nvGraphicFramePr>
          <p:xfrm>
            <a:off x="7097291" y="1491630"/>
            <a:ext cx="427037" cy="319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12" name="Equation" r:id="rId7" imgW="10972800" imgH="8229600" progId="Equation.DSMT4">
                    <p:embed/>
                  </p:oleObj>
                </mc:Choice>
                <mc:Fallback>
                  <p:oleObj name="Equation" r:id="rId7" imgW="10972800" imgH="8229600" progId="Equation.DSMT4">
                    <p:embed/>
                    <p:pic>
                      <p:nvPicPr>
                        <p:cNvPr id="34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97291" y="1491630"/>
                          <a:ext cx="427037" cy="3190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/>
          <p:cNvGrpSpPr/>
          <p:nvPr/>
        </p:nvGrpSpPr>
        <p:grpSpPr>
          <a:xfrm>
            <a:off x="899592" y="2362946"/>
            <a:ext cx="3096344" cy="736600"/>
            <a:chOff x="899592" y="2067694"/>
            <a:chExt cx="3096344" cy="736600"/>
          </a:xfrm>
        </p:grpSpPr>
        <p:sp>
          <p:nvSpPr>
            <p:cNvPr id="35" name="TextBox 10"/>
            <p:cNvSpPr txBox="1"/>
            <p:nvPr/>
          </p:nvSpPr>
          <p:spPr>
            <a:xfrm>
              <a:off x="899592" y="2224620"/>
              <a:ext cx="30963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ea"/>
                </a:rPr>
                <a:t>(2) </a:t>
              </a:r>
              <a:r>
                <a:rPr lang="zh-CN" altLang="en-US" sz="2400" b="1" dirty="0">
                  <a:latin typeface="+mn-ea"/>
                </a:rPr>
                <a:t>求出    ；</a:t>
              </a:r>
            </a:p>
          </p:txBody>
        </p:sp>
        <p:graphicFrame>
          <p:nvGraphicFramePr>
            <p:cNvPr id="4" name="对象 3"/>
            <p:cNvGraphicFramePr>
              <a:graphicFrameLocks/>
            </p:cNvGraphicFramePr>
            <p:nvPr/>
          </p:nvGraphicFramePr>
          <p:xfrm>
            <a:off x="2284165" y="2067694"/>
            <a:ext cx="4191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13" name="Equation" r:id="rId9" imgW="10058400" imgH="17678400" progId="Equation.DSMT4">
                    <p:embed/>
                  </p:oleObj>
                </mc:Choice>
                <mc:Fallback>
                  <p:oleObj name="Equation" r:id="rId9" imgW="10058400" imgH="17678400" progId="Equation.DSMT4">
                    <p:embed/>
                    <p:pic>
                      <p:nvPicPr>
                        <p:cNvPr id="4" name="对象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4165" y="2067694"/>
                          <a:ext cx="4191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/>
          <p:nvPr/>
        </p:nvGrpSpPr>
        <p:grpSpPr>
          <a:xfrm>
            <a:off x="887691" y="3507854"/>
            <a:ext cx="2736304" cy="685800"/>
            <a:chOff x="899592" y="2931790"/>
            <a:chExt cx="2736304" cy="685800"/>
          </a:xfrm>
        </p:grpSpPr>
        <p:graphicFrame>
          <p:nvGraphicFramePr>
            <p:cNvPr id="7" name="Object 8"/>
            <p:cNvGraphicFramePr>
              <a:graphicFrameLocks noChangeAspect="1"/>
            </p:cNvGraphicFramePr>
            <p:nvPr/>
          </p:nvGraphicFramePr>
          <p:xfrm>
            <a:off x="1917725" y="2931790"/>
            <a:ext cx="854075" cy="685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14" name="Equation" r:id="rId11" imgW="21945600" imgH="17678400" progId="Equation.DSMT4">
                    <p:embed/>
                  </p:oleObj>
                </mc:Choice>
                <mc:Fallback>
                  <p:oleObj name="Equation" r:id="rId11" imgW="21945600" imgH="17678400" progId="Equation.DSMT4">
                    <p:embed/>
                    <p:pic>
                      <p:nvPicPr>
                        <p:cNvPr id="7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7725" y="2931790"/>
                          <a:ext cx="854075" cy="685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TextBox 10"/>
            <p:cNvSpPr txBox="1"/>
            <p:nvPr/>
          </p:nvSpPr>
          <p:spPr>
            <a:xfrm>
              <a:off x="899592" y="3046189"/>
              <a:ext cx="27363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ea"/>
                </a:rPr>
                <a:t>(3) </a:t>
              </a:r>
              <a:r>
                <a:rPr lang="zh-CN" altLang="en-US" sz="2400" b="1" dirty="0">
                  <a:latin typeface="+mn-ea"/>
                </a:rPr>
                <a:t>求      </a:t>
              </a:r>
              <a:r>
                <a:rPr lang="en-US" altLang="zh-CN" sz="2400" b="1" dirty="0">
                  <a:latin typeface="+mn-ea"/>
                </a:rPr>
                <a:t>.</a:t>
              </a:r>
              <a:r>
                <a:rPr lang="zh-CN" altLang="en-US" sz="2400" b="1" dirty="0">
                  <a:latin typeface="+mn-ea"/>
                </a:rPr>
                <a:t>    </a:t>
              </a:r>
            </a:p>
          </p:txBody>
        </p:sp>
      </p:grp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BDD13BA-15D3-46FD-906A-7E96EA5422CB}"/>
              </a:ext>
            </a:extLst>
          </p:cNvPr>
          <p:cNvCxnSpPr>
            <a:stCxn id="29" idx="2"/>
          </p:cNvCxnSpPr>
          <p:nvPr/>
        </p:nvCxnSpPr>
        <p:spPr>
          <a:xfrm>
            <a:off x="4560099" y="1840239"/>
            <a:ext cx="1013241" cy="10300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2B976B5-0F97-4BBB-81CB-D6283D49CE19}"/>
              </a:ext>
            </a:extLst>
          </p:cNvPr>
          <p:cNvCxnSpPr>
            <a:cxnSpLocks/>
          </p:cNvCxnSpPr>
          <p:nvPr/>
        </p:nvCxnSpPr>
        <p:spPr>
          <a:xfrm flipV="1">
            <a:off x="5978941" y="1878986"/>
            <a:ext cx="1203489" cy="973203"/>
          </a:xfrm>
          <a:prstGeom prst="straightConnector1">
            <a:avLst/>
          </a:prstGeom>
          <a:ln w="19050">
            <a:solidFill>
              <a:srgbClr val="0066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48DD568-4978-4724-9E43-A424B620D4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759768"/>
              </p:ext>
            </p:extLst>
          </p:nvPr>
        </p:nvGraphicFramePr>
        <p:xfrm>
          <a:off x="6439827" y="2435994"/>
          <a:ext cx="927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15" name="Equation" r:id="rId13" imgW="927000" imgH="304560" progId="Equation.DSMT4">
                  <p:embed/>
                </p:oleObj>
              </mc:Choice>
              <mc:Fallback>
                <p:oleObj name="Equation" r:id="rId13" imgW="927000" imgH="304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048DD568-4978-4724-9E43-A424B620D4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39827" y="2435994"/>
                        <a:ext cx="9271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BED59C5-B946-45FE-821B-E5C7C2B06E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747306"/>
              </p:ext>
            </p:extLst>
          </p:nvPr>
        </p:nvGraphicFramePr>
        <p:xfrm>
          <a:off x="4246366" y="2479237"/>
          <a:ext cx="901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16" name="Equation" r:id="rId15" imgW="901440" imgH="304560" progId="Equation.DSMT4">
                  <p:embed/>
                </p:oleObj>
              </mc:Choice>
              <mc:Fallback>
                <p:oleObj name="Equation" r:id="rId15" imgW="901440" imgH="304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CBED59C5-B946-45FE-821B-E5C7C2B06E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46366" y="2479237"/>
                        <a:ext cx="9017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7020272" y="1666208"/>
            <a:ext cx="8640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(1)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358476"/>
              </p:ext>
            </p:extLst>
          </p:nvPr>
        </p:nvGraphicFramePr>
        <p:xfrm>
          <a:off x="1270968" y="816511"/>
          <a:ext cx="481320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34" name="Equation" r:id="rId3" imgW="4813200" imgH="736560" progId="Equation.DSMT4">
                  <p:embed/>
                </p:oleObj>
              </mc:Choice>
              <mc:Fallback>
                <p:oleObj name="Equation" r:id="rId3" imgW="4813200" imgH="736560" progId="Equation.DSMT4">
                  <p:embed/>
                  <p:pic>
                    <p:nvPicPr>
                      <p:cNvPr id="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968" y="816511"/>
                        <a:ext cx="481320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416061"/>
              </p:ext>
            </p:extLst>
          </p:nvPr>
        </p:nvGraphicFramePr>
        <p:xfrm>
          <a:off x="3091580" y="1725404"/>
          <a:ext cx="331452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35" name="Equation" r:id="rId5" imgW="3314520" imgH="355320" progId="Equation.DSMT4">
                  <p:embed/>
                </p:oleObj>
              </mc:Choice>
              <mc:Fallback>
                <p:oleObj name="Equation" r:id="rId5" imgW="3314520" imgH="355320" progId="Equation.DSMT4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1580" y="1725404"/>
                        <a:ext cx="3314520" cy="355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387924"/>
              </p:ext>
            </p:extLst>
          </p:nvPr>
        </p:nvGraphicFramePr>
        <p:xfrm>
          <a:off x="1328478" y="2867655"/>
          <a:ext cx="474663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36" name="Equation" r:id="rId7" imgW="12192000" imgH="11582400" progId="Equation.DSMT4">
                  <p:embed/>
                </p:oleObj>
              </mc:Choice>
              <mc:Fallback>
                <p:oleObj name="Equation" r:id="rId7" imgW="12192000" imgH="11582400" progId="Equation.DSMT4">
                  <p:embed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478" y="2867655"/>
                        <a:ext cx="474663" cy="44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126823"/>
              </p:ext>
            </p:extLst>
          </p:nvPr>
        </p:nvGraphicFramePr>
        <p:xfrm>
          <a:off x="2267744" y="3036789"/>
          <a:ext cx="188912" cy="15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37" name="Equation" r:id="rId9" imgW="4876800" imgH="3962400" progId="Equation.DSMT4">
                  <p:embed/>
                </p:oleObj>
              </mc:Choice>
              <mc:Fallback>
                <p:oleObj name="Equation" r:id="rId9" imgW="4876800" imgH="3962400" progId="Equation.DSMT4">
                  <p:embed/>
                  <p:pic>
                    <p:nvPicPr>
                      <p:cNvPr id="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3036789"/>
                        <a:ext cx="188912" cy="153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1403648" y="339502"/>
            <a:ext cx="5040560" cy="461665"/>
            <a:chOff x="683568" y="453901"/>
            <a:chExt cx="5040560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683568" y="453901"/>
              <a:ext cx="50405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latin typeface="+mn-ea"/>
                </a:rPr>
                <a:t>因为</a:t>
              </a:r>
              <a:r>
                <a:rPr lang="en-US" altLang="zh-CN" sz="2400" b="1" dirty="0">
                  <a:latin typeface="+mn-ea"/>
                </a:rPr>
                <a:t>        </a:t>
              </a:r>
              <a:r>
                <a:rPr lang="zh-CN" altLang="zh-CN" sz="2400" b="1" dirty="0">
                  <a:latin typeface="+mn-ea"/>
                </a:rPr>
                <a:t>在点</a:t>
              </a:r>
              <a:r>
                <a:rPr lang="en-US" altLang="zh-CN" sz="2400" b="1" dirty="0">
                  <a:latin typeface="+mn-ea"/>
                </a:rPr>
                <a:t>  </a:t>
              </a:r>
              <a:r>
                <a:rPr lang="zh-CN" altLang="zh-CN" sz="2400" b="1" dirty="0">
                  <a:latin typeface="+mn-ea"/>
                </a:rPr>
                <a:t>处可导，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/>
            </p:nvPr>
          </p:nvGraphicFramePr>
          <p:xfrm>
            <a:off x="1403648" y="555526"/>
            <a:ext cx="110484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38" name="Equation" r:id="rId11" imgW="1104840" imgH="342720" progId="Equation.DSMT4">
                    <p:embed/>
                  </p:oleObj>
                </mc:Choice>
                <mc:Fallback>
                  <p:oleObj name="Equation" r:id="rId11" imgW="1104840" imgH="342720" progId="Equation.DSMT4">
                    <p:embed/>
                    <p:pic>
                      <p:nvPicPr>
                        <p:cNvPr id="12" name="对象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648" y="555526"/>
                          <a:ext cx="1104840" cy="342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/>
          </p:nvGraphicFramePr>
          <p:xfrm>
            <a:off x="3301380" y="614363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39" name="Equation" r:id="rId13" imgW="4572000" imgH="4876800" progId="Equation.DSMT4">
                    <p:embed/>
                  </p:oleObj>
                </mc:Choice>
                <mc:Fallback>
                  <p:oleObj name="Equation" r:id="rId13" imgW="4572000" imgH="487680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1380" y="614363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1259632" y="1665263"/>
            <a:ext cx="1944216" cy="461665"/>
            <a:chOff x="1043608" y="2211710"/>
            <a:chExt cx="1944216" cy="461665"/>
          </a:xfrm>
        </p:grpSpPr>
        <p:sp>
          <p:nvSpPr>
            <p:cNvPr id="15" name="TextBox 14"/>
            <p:cNvSpPr txBox="1"/>
            <p:nvPr/>
          </p:nvSpPr>
          <p:spPr>
            <a:xfrm>
              <a:off x="1043608" y="2211710"/>
              <a:ext cx="19442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当             时，</a:t>
              </a:r>
            </a:p>
          </p:txBody>
        </p:sp>
        <p:graphicFrame>
          <p:nvGraphicFramePr>
            <p:cNvPr id="16" name="对象 15"/>
            <p:cNvGraphicFramePr>
              <a:graphicFrameLocks/>
            </p:cNvGraphicFramePr>
            <p:nvPr>
              <p:extLst/>
            </p:nvPr>
          </p:nvGraphicFramePr>
          <p:xfrm>
            <a:off x="1464515" y="2306495"/>
            <a:ext cx="83808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40" name="Equation" r:id="rId15" imgW="838080" imgH="342720" progId="Equation.DSMT4">
                    <p:embed/>
                  </p:oleObj>
                </mc:Choice>
                <mc:Fallback>
                  <p:oleObj name="Equation" r:id="rId15" imgW="838080" imgH="342720" progId="Equation.DSMT4">
                    <p:embed/>
                    <p:pic>
                      <p:nvPicPr>
                        <p:cNvPr id="16" name="对象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4515" y="2306495"/>
                          <a:ext cx="838080" cy="342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/>
          <p:cNvGrpSpPr/>
          <p:nvPr/>
        </p:nvGrpSpPr>
        <p:grpSpPr>
          <a:xfrm>
            <a:off x="1259632" y="2241327"/>
            <a:ext cx="3240360" cy="461665"/>
            <a:chOff x="1043608" y="2211710"/>
            <a:chExt cx="3240360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043608" y="2211710"/>
              <a:ext cx="32403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当             时，令</a:t>
              </a:r>
            </a:p>
          </p:txBody>
        </p:sp>
        <p:graphicFrame>
          <p:nvGraphicFramePr>
            <p:cNvPr id="20" name="对象 19"/>
            <p:cNvGraphicFramePr>
              <a:graphicFrameLocks/>
            </p:cNvGraphicFramePr>
            <p:nvPr/>
          </p:nvGraphicFramePr>
          <p:xfrm>
            <a:off x="1429544" y="2300858"/>
            <a:ext cx="838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41" name="Equation" r:id="rId17" imgW="20116800" imgH="8229600" progId="Equation.DSMT4">
                    <p:embed/>
                  </p:oleObj>
                </mc:Choice>
                <mc:Fallback>
                  <p:oleObj name="Equation" r:id="rId17" imgW="20116800" imgH="8229600" progId="Equation.DSMT4">
                    <p:embed/>
                    <p:pic>
                      <p:nvPicPr>
                        <p:cNvPr id="20" name="对象 1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544" y="2300858"/>
                          <a:ext cx="8382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对象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0096277"/>
              </p:ext>
            </p:extLst>
          </p:nvPr>
        </p:nvGraphicFramePr>
        <p:xfrm>
          <a:off x="3567273" y="2327575"/>
          <a:ext cx="13204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42" name="Equation" r:id="rId19" imgW="1320480" imgH="342720" progId="Equation.DSMT4">
                  <p:embed/>
                </p:oleObj>
              </mc:Choice>
              <mc:Fallback>
                <p:oleObj name="Equation" r:id="rId19" imgW="1320480" imgH="342720" progId="Equation.DSMT4">
                  <p:embed/>
                  <p:pic>
                    <p:nvPicPr>
                      <p:cNvPr id="21" name="对象 20"/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273" y="2327575"/>
                        <a:ext cx="132048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1746694"/>
              </p:ext>
            </p:extLst>
          </p:nvPr>
        </p:nvGraphicFramePr>
        <p:xfrm>
          <a:off x="3685951" y="2692365"/>
          <a:ext cx="20062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43" name="Equation" r:id="rId21" imgW="2006280" imgH="736560" progId="Equation.DSMT4">
                  <p:embed/>
                </p:oleObj>
              </mc:Choice>
              <mc:Fallback>
                <p:oleObj name="Equation" r:id="rId21" imgW="2006280" imgH="736560" progId="Equation.DSMT4">
                  <p:embed/>
                  <p:pic>
                    <p:nvPicPr>
                      <p:cNvPr id="3" name="对象 2"/>
                      <p:cNvPicPr>
                        <a:picLocks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5951" y="2692365"/>
                        <a:ext cx="200628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2544619"/>
              </p:ext>
            </p:extLst>
          </p:nvPr>
        </p:nvGraphicFramePr>
        <p:xfrm>
          <a:off x="6444208" y="857448"/>
          <a:ext cx="17891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44" name="Equation" r:id="rId23" imgW="46024800" imgH="17678400" progId="Equation.DSMT4">
                  <p:embed/>
                </p:oleObj>
              </mc:Choice>
              <mc:Fallback>
                <p:oleObj name="Equation" r:id="rId23" imgW="46024800" imgH="17678400" progId="Equation.DSMT4">
                  <p:embed/>
                  <p:pic>
                    <p:nvPicPr>
                      <p:cNvPr id="2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857448"/>
                        <a:ext cx="1789112" cy="685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905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round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接连接符 24"/>
          <p:cNvCxnSpPr/>
          <p:nvPr/>
        </p:nvCxnSpPr>
        <p:spPr>
          <a:xfrm>
            <a:off x="1372171" y="1593255"/>
            <a:ext cx="435195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5724128" y="1200348"/>
            <a:ext cx="720080" cy="39290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5409406" y="349139"/>
            <a:ext cx="137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故</a:t>
            </a:r>
          </a:p>
        </p:txBody>
      </p:sp>
      <p:sp>
        <p:nvSpPr>
          <p:cNvPr id="33" name="Text Box 2"/>
          <p:cNvSpPr txBox="1">
            <a:spLocks noChangeArrowheads="1"/>
          </p:cNvSpPr>
          <p:nvPr/>
        </p:nvSpPr>
        <p:spPr bwMode="auto">
          <a:xfrm>
            <a:off x="4791174" y="2205081"/>
            <a:ext cx="25171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此时</a:t>
            </a:r>
            <a:r>
              <a:rPr lang="en-US" altLang="zh-CN" sz="2400" b="1" dirty="0">
                <a:latin typeface="+mn-ea"/>
              </a:rPr>
              <a:t>(1)</a:t>
            </a:r>
            <a:r>
              <a:rPr lang="zh-CN" altLang="en-US" sz="2400" b="1" dirty="0">
                <a:latin typeface="+mn-ea"/>
              </a:rPr>
              <a:t>式也成立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4" name="Text Box 2"/>
          <p:cNvSpPr txBox="1">
            <a:spLocks noChangeArrowheads="1"/>
          </p:cNvSpPr>
          <p:nvPr/>
        </p:nvSpPr>
        <p:spPr bwMode="auto">
          <a:xfrm>
            <a:off x="896144" y="339502"/>
            <a:ext cx="137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graphicFrame>
        <p:nvGraphicFramePr>
          <p:cNvPr id="24" name="对象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5722746"/>
              </p:ext>
            </p:extLst>
          </p:nvPr>
        </p:nvGraphicFramePr>
        <p:xfrm>
          <a:off x="1757978" y="2762523"/>
          <a:ext cx="41904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45" name="Equation" r:id="rId25" imgW="419040" imgH="736560" progId="Equation.DSMT4">
                  <p:embed/>
                </p:oleObj>
              </mc:Choice>
              <mc:Fallback>
                <p:oleObj name="Equation" r:id="rId25" imgW="419040" imgH="736560" progId="Equation.DSMT4">
                  <p:embed/>
                  <p:pic>
                    <p:nvPicPr>
                      <p:cNvPr id="24" name="对象 23"/>
                      <p:cNvPicPr>
                        <a:picLocks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978" y="2762523"/>
                        <a:ext cx="41904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60071"/>
              </p:ext>
            </p:extLst>
          </p:nvPr>
        </p:nvGraphicFramePr>
        <p:xfrm>
          <a:off x="2896182" y="2894063"/>
          <a:ext cx="774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46" name="Equation" r:id="rId27" imgW="18592800" imgH="8534400" progId="Equation.DSMT4">
                  <p:embed/>
                </p:oleObj>
              </mc:Choice>
              <mc:Fallback>
                <p:oleObj name="Equation" r:id="rId27" imgW="18592800" imgH="8534400" progId="Equation.DSMT4">
                  <p:embed/>
                  <p:pic>
                    <p:nvPicPr>
                      <p:cNvPr id="36" name="对象 35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6182" y="2894063"/>
                        <a:ext cx="7747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5034785"/>
              </p:ext>
            </p:extLst>
          </p:nvPr>
        </p:nvGraphicFramePr>
        <p:xfrm>
          <a:off x="2414166" y="2838847"/>
          <a:ext cx="508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47" name="Equation" r:id="rId29" imgW="12192000" imgH="11582400" progId="Equation.DSMT4">
                  <p:embed/>
                </p:oleObj>
              </mc:Choice>
              <mc:Fallback>
                <p:oleObj name="Equation" r:id="rId29" imgW="12192000" imgH="11582400" progId="Equation.DSMT4">
                  <p:embed/>
                  <p:pic>
                    <p:nvPicPr>
                      <p:cNvPr id="38" name="对象 37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4166" y="2838847"/>
                        <a:ext cx="5080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组合 54">
            <a:extLst>
              <a:ext uri="{FF2B5EF4-FFF2-40B4-BE49-F238E27FC236}">
                <a16:creationId xmlns:a16="http://schemas.microsoft.com/office/drawing/2014/main" id="{BD2E78CF-8D2C-4C26-881C-850413FBEC4B}"/>
              </a:ext>
            </a:extLst>
          </p:cNvPr>
          <p:cNvGrpSpPr/>
          <p:nvPr/>
        </p:nvGrpSpPr>
        <p:grpSpPr>
          <a:xfrm>
            <a:off x="2229418" y="3403346"/>
            <a:ext cx="4132488" cy="813623"/>
            <a:chOff x="2229418" y="3517745"/>
            <a:chExt cx="4132488" cy="813623"/>
          </a:xfrm>
        </p:grpSpPr>
        <p:graphicFrame>
          <p:nvGraphicFramePr>
            <p:cNvPr id="9" name="Object 10"/>
            <p:cNvGraphicFramePr>
              <a:graphicFrameLocks noChangeAspect="1"/>
            </p:cNvGraphicFramePr>
            <p:nvPr>
              <p:extLst/>
            </p:nvPr>
          </p:nvGraphicFramePr>
          <p:xfrm>
            <a:off x="3563888" y="3581400"/>
            <a:ext cx="615950" cy="685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48" name="Equation" r:id="rId31" imgW="15849600" imgH="17678400" progId="Equation.DSMT4">
                    <p:embed/>
                  </p:oleObj>
                </mc:Choice>
                <mc:Fallback>
                  <p:oleObj name="Equation" r:id="rId31" imgW="15849600" imgH="17678400" progId="Equation.DSMT4">
                    <p:embed/>
                    <p:pic>
                      <p:nvPicPr>
                        <p:cNvPr id="9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3888" y="3581400"/>
                          <a:ext cx="615950" cy="685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/>
            <p:cNvGraphicFramePr>
              <a:graphicFrameLocks/>
            </p:cNvGraphicFramePr>
            <p:nvPr>
              <p:extLst/>
            </p:nvPr>
          </p:nvGraphicFramePr>
          <p:xfrm>
            <a:off x="4223245" y="3739081"/>
            <a:ext cx="12573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49" name="Equation" r:id="rId33" imgW="30175200" imgH="11277600" progId="Equation.DSMT4">
                    <p:embed/>
                  </p:oleObj>
                </mc:Choice>
                <mc:Fallback>
                  <p:oleObj name="Equation" r:id="rId33" imgW="30175200" imgH="11277600" progId="Equation.DSMT4">
                    <p:embed/>
                    <p:pic>
                      <p:nvPicPr>
                        <p:cNvPr id="28" name="对象 2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3245" y="3739081"/>
                          <a:ext cx="1257300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/>
            <p:cNvGraphicFramePr>
              <a:graphicFrameLocks/>
            </p:cNvGraphicFramePr>
            <p:nvPr>
              <p:extLst/>
            </p:nvPr>
          </p:nvGraphicFramePr>
          <p:xfrm>
            <a:off x="5409406" y="3517745"/>
            <a:ext cx="9525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50" name="Equation" r:id="rId35" imgW="22860000" imgH="17678400" progId="Equation.DSMT4">
                    <p:embed/>
                  </p:oleObj>
                </mc:Choice>
                <mc:Fallback>
                  <p:oleObj name="Equation" r:id="rId35" imgW="22860000" imgH="17678400" progId="Equation.DSMT4">
                    <p:embed/>
                    <p:pic>
                      <p:nvPicPr>
                        <p:cNvPr id="31" name="对象 3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9406" y="3517745"/>
                          <a:ext cx="9525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/>
            </p:cNvGraphicFramePr>
            <p:nvPr>
              <p:extLst/>
            </p:nvPr>
          </p:nvGraphicFramePr>
          <p:xfrm>
            <a:off x="2877490" y="3758104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51" name="Equation" r:id="rId37" imgW="16459200" imgH="8534400" progId="Equation.DSMT4">
                    <p:embed/>
                  </p:oleObj>
                </mc:Choice>
                <mc:Fallback>
                  <p:oleObj name="Equation" r:id="rId37" imgW="16459200" imgH="8534400" progId="Equation.DSMT4">
                    <p:embed/>
                    <p:pic>
                      <p:nvPicPr>
                        <p:cNvPr id="4" name="对象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7490" y="3758104"/>
                          <a:ext cx="6858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/>
            <p:cNvGraphicFramePr>
              <a:graphicFrameLocks/>
            </p:cNvGraphicFramePr>
            <p:nvPr>
              <p:extLst/>
            </p:nvPr>
          </p:nvGraphicFramePr>
          <p:xfrm>
            <a:off x="2420516" y="3722246"/>
            <a:ext cx="4953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52" name="Equation" r:id="rId39" imgW="11887200" imgH="11582400" progId="Equation.DSMT4">
                    <p:embed/>
                  </p:oleObj>
                </mc:Choice>
                <mc:Fallback>
                  <p:oleObj name="Equation" r:id="rId39" imgW="11887200" imgH="11582400" progId="Equation.DSMT4">
                    <p:embed/>
                    <p:pic>
                      <p:nvPicPr>
                        <p:cNvPr id="23" name="对象 2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0516" y="3722246"/>
                          <a:ext cx="495300" cy="482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/>
            <p:cNvGraphicFramePr>
              <a:graphicFrameLocks/>
            </p:cNvGraphicFramePr>
            <p:nvPr>
              <p:extLst/>
            </p:nvPr>
          </p:nvGraphicFramePr>
          <p:xfrm>
            <a:off x="2229418" y="3880996"/>
            <a:ext cx="2032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53" name="Equation" r:id="rId41" imgW="4876800" imgH="3962400" progId="Equation.DSMT4">
                    <p:embed/>
                  </p:oleObj>
                </mc:Choice>
                <mc:Fallback>
                  <p:oleObj name="Equation" r:id="rId41" imgW="4876800" imgH="3962400" progId="Equation.DSMT4">
                    <p:embed/>
                    <p:pic>
                      <p:nvPicPr>
                        <p:cNvPr id="26" name="对象 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9418" y="3880996"/>
                          <a:ext cx="203200" cy="165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对象 34"/>
            <p:cNvGraphicFramePr>
              <a:graphicFrameLocks/>
            </p:cNvGraphicFramePr>
            <p:nvPr>
              <p:extLst/>
            </p:nvPr>
          </p:nvGraphicFramePr>
          <p:xfrm>
            <a:off x="4208016" y="4011910"/>
            <a:ext cx="508000" cy="319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54" name="Equation" r:id="rId43" imgW="12192000" imgH="7924800" progId="Equation.DSMT4">
                    <p:embed/>
                  </p:oleObj>
                </mc:Choice>
                <mc:Fallback>
                  <p:oleObj name="Equation" r:id="rId43" imgW="12192000" imgH="7924800" progId="Equation.DSMT4">
                    <p:embed/>
                    <p:pic>
                      <p:nvPicPr>
                        <p:cNvPr id="35" name="对象 3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8016" y="4011910"/>
                          <a:ext cx="508000" cy="3194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1D07561-A863-4ACD-8004-4E291A005072}"/>
              </a:ext>
            </a:extLst>
          </p:cNvPr>
          <p:cNvGrpSpPr/>
          <p:nvPr/>
        </p:nvGrpSpPr>
        <p:grpSpPr>
          <a:xfrm>
            <a:off x="1331250" y="2672049"/>
            <a:ext cx="7392020" cy="313782"/>
            <a:chOff x="1372171" y="2793537"/>
            <a:chExt cx="7392020" cy="313782"/>
          </a:xfrm>
        </p:grpSpPr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FFE6F712-897A-44F2-8006-55EAD71512B6}"/>
                </a:ext>
              </a:extLst>
            </p:cNvPr>
            <p:cNvCxnSpPr>
              <a:cxnSpLocks/>
            </p:cNvCxnSpPr>
            <p:nvPr/>
          </p:nvCxnSpPr>
          <p:spPr>
            <a:xfrm>
              <a:off x="1372171" y="2793537"/>
              <a:ext cx="5071492" cy="2918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0E88E943-8DAC-402A-98F2-F5AF4503871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427391" y="2815219"/>
            <a:ext cx="23368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55" name="Equation" r:id="rId45" imgW="2336760" imgH="291960" progId="Equation.DSMT4">
                    <p:embed/>
                  </p:oleObj>
                </mc:Choice>
                <mc:Fallback>
                  <p:oleObj name="Equation" r:id="rId45" imgW="2336760" imgH="29196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0E88E943-8DAC-402A-98F2-F5AF4503871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6427391" y="2815219"/>
                          <a:ext cx="2336800" cy="2921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C0340972-BFE7-4A1B-AF74-064627AEBBB2}"/>
              </a:ext>
            </a:extLst>
          </p:cNvPr>
          <p:cNvGrpSpPr/>
          <p:nvPr/>
        </p:nvGrpSpPr>
        <p:grpSpPr>
          <a:xfrm>
            <a:off x="2290997" y="4057240"/>
            <a:ext cx="4175537" cy="736600"/>
            <a:chOff x="2290997" y="4171639"/>
            <a:chExt cx="4175537" cy="736600"/>
          </a:xfrm>
        </p:grpSpPr>
        <p:graphicFrame>
          <p:nvGraphicFramePr>
            <p:cNvPr id="10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2290997" y="4414727"/>
            <a:ext cx="95885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56" name="Equation" r:id="rId47" imgW="24688800" imgH="8534400" progId="Equation.DSMT4">
                    <p:embed/>
                  </p:oleObj>
                </mc:Choice>
                <mc:Fallback>
                  <p:oleObj name="Equation" r:id="rId47" imgW="24688800" imgH="8534400" progId="Equation.DSMT4">
                    <p:embed/>
                    <p:pic>
                      <p:nvPicPr>
                        <p:cNvPr id="1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997" y="4414727"/>
                          <a:ext cx="95885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对象 50">
              <a:extLst>
                <a:ext uri="{FF2B5EF4-FFF2-40B4-BE49-F238E27FC236}">
                  <a16:creationId xmlns:a16="http://schemas.microsoft.com/office/drawing/2014/main" id="{508CB9E3-0FDC-44DE-BD1B-6EF12A9CC17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224245" y="4377432"/>
            <a:ext cx="673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57" name="Equation" r:id="rId49" imgW="672840" imgH="355320" progId="Equation.DSMT4">
                    <p:embed/>
                  </p:oleObj>
                </mc:Choice>
                <mc:Fallback>
                  <p:oleObj name="Equation" r:id="rId49" imgW="672840" imgH="355320" progId="Equation.DSMT4">
                    <p:embed/>
                    <p:pic>
                      <p:nvPicPr>
                        <p:cNvPr id="51" name="对象 50">
                          <a:extLst>
                            <a:ext uri="{FF2B5EF4-FFF2-40B4-BE49-F238E27FC236}">
                              <a16:creationId xmlns:a16="http://schemas.microsoft.com/office/drawing/2014/main" id="{508CB9E3-0FDC-44DE-BD1B-6EF12A9CC17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0"/>
                        <a:stretch>
                          <a:fillRect/>
                        </a:stretch>
                      </p:blipFill>
                      <p:spPr>
                        <a:xfrm>
                          <a:off x="3224245" y="4377432"/>
                          <a:ext cx="673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对象 51">
              <a:extLst>
                <a:ext uri="{FF2B5EF4-FFF2-40B4-BE49-F238E27FC236}">
                  <a16:creationId xmlns:a16="http://schemas.microsoft.com/office/drawing/2014/main" id="{D896ABCD-1429-4C42-95FA-4082C0C825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7883302"/>
                </p:ext>
              </p:extLst>
            </p:nvPr>
          </p:nvGraphicFramePr>
          <p:xfrm>
            <a:off x="4029075" y="4337050"/>
            <a:ext cx="15240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58" name="Equation" r:id="rId51" imgW="1523880" imgH="482400" progId="Equation.DSMT4">
                    <p:embed/>
                  </p:oleObj>
                </mc:Choice>
                <mc:Fallback>
                  <p:oleObj name="Equation" r:id="rId51" imgW="1523880" imgH="482400" progId="Equation.DSMT4">
                    <p:embed/>
                    <p:pic>
                      <p:nvPicPr>
                        <p:cNvPr id="52" name="对象 51">
                          <a:extLst>
                            <a:ext uri="{FF2B5EF4-FFF2-40B4-BE49-F238E27FC236}">
                              <a16:creationId xmlns:a16="http://schemas.microsoft.com/office/drawing/2014/main" id="{D896ABCD-1429-4C42-95FA-4082C0C825E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2"/>
                        <a:stretch>
                          <a:fillRect/>
                        </a:stretch>
                      </p:blipFill>
                      <p:spPr>
                        <a:xfrm>
                          <a:off x="4029075" y="4337050"/>
                          <a:ext cx="15240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对象 52">
              <a:extLst>
                <a:ext uri="{FF2B5EF4-FFF2-40B4-BE49-F238E27FC236}">
                  <a16:creationId xmlns:a16="http://schemas.microsoft.com/office/drawing/2014/main" id="{DE2D3733-148C-46EC-B509-3A8D4CB6A26D}"/>
                </a:ext>
              </a:extLst>
            </p:cNvPr>
            <p:cNvGraphicFramePr>
              <a:graphicFrameLocks/>
            </p:cNvGraphicFramePr>
            <p:nvPr>
              <p:extLst/>
            </p:nvPr>
          </p:nvGraphicFramePr>
          <p:xfrm>
            <a:off x="5514034" y="4171639"/>
            <a:ext cx="9525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59" name="Equation" r:id="rId35" imgW="22860000" imgH="17678400" progId="Equation.DSMT4">
                    <p:embed/>
                  </p:oleObj>
                </mc:Choice>
                <mc:Fallback>
                  <p:oleObj name="Equation" r:id="rId35" imgW="22860000" imgH="17678400" progId="Equation.DSMT4">
                    <p:embed/>
                    <p:pic>
                      <p:nvPicPr>
                        <p:cNvPr id="53" name="对象 52">
                          <a:extLst>
                            <a:ext uri="{FF2B5EF4-FFF2-40B4-BE49-F238E27FC236}">
                              <a16:creationId xmlns:a16="http://schemas.microsoft.com/office/drawing/2014/main" id="{DE2D3733-148C-46EC-B509-3A8D4CB6A26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14034" y="4171639"/>
                          <a:ext cx="9525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243921D4-24AD-454E-B50C-98C1C08535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944947"/>
              </p:ext>
            </p:extLst>
          </p:nvPr>
        </p:nvGraphicFramePr>
        <p:xfrm>
          <a:off x="6525964" y="4247740"/>
          <a:ext cx="1625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60" name="Equation" r:id="rId53" imgW="1625400" imgH="355320" progId="Equation.DSMT4">
                  <p:embed/>
                </p:oleObj>
              </mc:Choice>
              <mc:Fallback>
                <p:oleObj name="Equation" r:id="rId53" imgW="1625400" imgH="35532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243921D4-24AD-454E-B50C-98C1C08535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6525964" y="4247740"/>
                        <a:ext cx="1625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/>
          </p:cNvGraphicFramePr>
          <p:nvPr>
            <p:extLst/>
          </p:nvPr>
        </p:nvGraphicFramePr>
        <p:xfrm>
          <a:off x="4606925" y="2301875"/>
          <a:ext cx="198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90" name="Equation" r:id="rId3" imgW="47548800" imgH="17678400" progId="Equation.DSMT4">
                  <p:embed/>
                </p:oleObj>
              </mc:Choice>
              <mc:Fallback>
                <p:oleObj name="Equation" r:id="rId3" imgW="47548800" imgH="17678400" progId="Equation.DSMT4">
                  <p:embed/>
                  <p:pic>
                    <p:nvPicPr>
                      <p:cNvPr id="2" name="对象 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6925" y="2301875"/>
                        <a:ext cx="19812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/>
          </p:cNvGraphicFramePr>
          <p:nvPr>
            <p:extLst/>
          </p:nvPr>
        </p:nvGraphicFramePr>
        <p:xfrm>
          <a:off x="2505904" y="2283718"/>
          <a:ext cx="156204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91" name="Equation" r:id="rId5" imgW="1562040" imgH="736560" progId="Equation.DSMT4">
                  <p:embed/>
                </p:oleObj>
              </mc:Choice>
              <mc:Fallback>
                <p:oleObj name="Equation" r:id="rId5" imgW="1562040" imgH="736560" progId="Equation.DSMT4">
                  <p:embed/>
                  <p:pic>
                    <p:nvPicPr>
                      <p:cNvPr id="3" name="对象 2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5904" y="2283718"/>
                        <a:ext cx="156204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70"/>
          <p:cNvSpPr txBox="1"/>
          <p:nvPr/>
        </p:nvSpPr>
        <p:spPr>
          <a:xfrm>
            <a:off x="4067436" y="2439094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或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683568" y="1203598"/>
            <a:ext cx="7488832" cy="461665"/>
            <a:chOff x="1331640" y="1233215"/>
            <a:chExt cx="7488832" cy="461665"/>
          </a:xfrm>
        </p:grpSpPr>
        <p:sp>
          <p:nvSpPr>
            <p:cNvPr id="7" name="TextBox 62"/>
            <p:cNvSpPr txBox="1"/>
            <p:nvPr/>
          </p:nvSpPr>
          <p:spPr>
            <a:xfrm>
              <a:off x="1331640" y="1233215"/>
              <a:ext cx="7488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因此，复合函数          在点  可导，且</a:t>
              </a:r>
              <a:r>
                <a:rPr lang="zh-CN" altLang="zh-CN" sz="2400" b="1" dirty="0">
                  <a:latin typeface="+mn-ea"/>
                </a:rPr>
                <a:t>其导数为</a:t>
              </a:r>
              <a:r>
                <a:rPr lang="en-US" altLang="zh-CN" sz="2400" b="1" dirty="0">
                  <a:latin typeface="+mn-ea"/>
                </a:rPr>
                <a:t>   </a:t>
              </a:r>
              <a:endParaRPr lang="zh-CN" altLang="en-US" sz="2400" b="1" dirty="0">
                <a:solidFill>
                  <a:srgbClr val="0064FF"/>
                </a:solidFill>
                <a:latin typeface="+mn-ea"/>
              </a:endParaRPr>
            </a:p>
          </p:txBody>
        </p:sp>
        <p:graphicFrame>
          <p:nvGraphicFramePr>
            <p:cNvPr id="8" name="对象 7"/>
            <p:cNvGraphicFramePr>
              <a:graphicFrameLocks/>
            </p:cNvGraphicFramePr>
            <p:nvPr/>
          </p:nvGraphicFramePr>
          <p:xfrm>
            <a:off x="3563888" y="1292746"/>
            <a:ext cx="1473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92" name="Equation" r:id="rId7" imgW="35356800" imgH="8229600" progId="Equation.DSMT4">
                    <p:embed/>
                  </p:oleObj>
                </mc:Choice>
                <mc:Fallback>
                  <p:oleObj name="Equation" r:id="rId7" imgW="35356800" imgH="8229600" progId="Equation.DSMT4">
                    <p:embed/>
                    <p:pic>
                      <p:nvPicPr>
                        <p:cNvPr id="8" name="对象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3888" y="1292746"/>
                          <a:ext cx="14732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/>
            </p:cNvGraphicFramePr>
            <p:nvPr/>
          </p:nvGraphicFramePr>
          <p:xfrm>
            <a:off x="5821660" y="141962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93" name="Equation" r:id="rId9" imgW="4572000" imgH="4876800" progId="Equation.DSMT4">
                    <p:embed/>
                  </p:oleObj>
                </mc:Choice>
                <mc:Fallback>
                  <p:oleObj name="Equation" r:id="rId9" imgW="4572000" imgH="4876800" progId="Equation.DSMT4">
                    <p:embed/>
                    <p:pic>
                      <p:nvPicPr>
                        <p:cNvPr id="9" name="对象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21660" y="1419622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07002" y="1514629"/>
            <a:ext cx="2429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latin typeface="+mn-ea"/>
              </a:rPr>
              <a:t>导</a:t>
            </a:r>
            <a:r>
              <a:rPr lang="en-US" altLang="zh-CN" sz="2400" b="1" dirty="0">
                <a:latin typeface="+mn-ea"/>
                <a:sym typeface="Symbol" panose="05050102010706020507"/>
              </a:rPr>
              <a:t> </a:t>
            </a:r>
            <a:r>
              <a:rPr lang="zh-CN" altLang="zh-CN" sz="2400" b="1" dirty="0">
                <a:latin typeface="+mn-ea"/>
              </a:rPr>
              <a:t>且其导数为</a:t>
            </a:r>
            <a:endParaRPr lang="zh-CN" altLang="en-US" sz="2400" dirty="0">
              <a:latin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25084" y="887114"/>
            <a:ext cx="8244408" cy="461665"/>
            <a:chOff x="323529" y="1203598"/>
            <a:chExt cx="7756042" cy="461665"/>
          </a:xfrm>
        </p:grpSpPr>
        <p:sp>
          <p:nvSpPr>
            <p:cNvPr id="9" name="TextBox 8"/>
            <p:cNvSpPr txBox="1"/>
            <p:nvPr/>
          </p:nvSpPr>
          <p:spPr>
            <a:xfrm>
              <a:off x="323529" y="1203598"/>
              <a:ext cx="77560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对应的点       </a:t>
              </a:r>
              <a:r>
                <a:rPr lang="zh-CN" altLang="zh-CN" sz="2400" b="1" dirty="0">
                  <a:latin typeface="+mn-ea"/>
                </a:rPr>
                <a:t>可导</a:t>
              </a:r>
              <a:r>
                <a:rPr lang="en-US" altLang="zh-CN" sz="2400" b="1" dirty="0">
                  <a:latin typeface="+mn-ea"/>
                  <a:sym typeface="Symbol" panose="05050102010706020507"/>
                </a:rPr>
                <a:t></a:t>
              </a:r>
              <a:r>
                <a:rPr lang="en-US" altLang="zh-CN" sz="2400" b="1" dirty="0">
                  <a:latin typeface="+mn-ea"/>
                </a:rPr>
                <a:t> </a:t>
              </a:r>
              <a:r>
                <a:rPr lang="zh-CN" altLang="zh-CN" sz="2400" b="1" dirty="0">
                  <a:latin typeface="+mn-ea"/>
                </a:rPr>
                <a:t>则复合函数</a:t>
              </a:r>
              <a:r>
                <a:rPr lang="en-US" altLang="zh-CN" sz="2400" b="1" dirty="0">
                  <a:latin typeface="+mn-ea"/>
                </a:rPr>
                <a:t>          </a:t>
              </a:r>
              <a:r>
                <a:rPr lang="zh-CN" altLang="zh-CN" sz="2400" b="1" dirty="0">
                  <a:latin typeface="+mn-ea"/>
                </a:rPr>
                <a:t>在区间</a:t>
              </a:r>
              <a:r>
                <a:rPr lang="en-US" altLang="zh-CN" sz="2400" b="1" dirty="0">
                  <a:latin typeface="+mn-ea"/>
                </a:rPr>
                <a:t>  </a:t>
              </a:r>
              <a:r>
                <a:rPr lang="zh-CN" altLang="zh-CN" sz="2400" b="1" dirty="0">
                  <a:latin typeface="+mn-ea"/>
                </a:rPr>
                <a:t>上可</a:t>
              </a:r>
              <a:endParaRPr lang="zh-CN" altLang="en-US" sz="2400" dirty="0">
                <a:latin typeface="+mn-ea"/>
              </a:endParaRPr>
            </a:p>
          </p:txBody>
        </p:sp>
        <p:graphicFrame>
          <p:nvGraphicFramePr>
            <p:cNvPr id="17" name="对象 16"/>
            <p:cNvGraphicFramePr>
              <a:graphicFrameLocks noChangeAspect="1"/>
            </p:cNvGraphicFramePr>
            <p:nvPr/>
          </p:nvGraphicFramePr>
          <p:xfrm>
            <a:off x="1576288" y="1292746"/>
            <a:ext cx="1066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42" name="Equation" r:id="rId3" imgW="25603200" imgH="8229600" progId="Equation.DSMT4">
                    <p:embed/>
                  </p:oleObj>
                </mc:Choice>
                <mc:Fallback>
                  <p:oleObj name="Equation" r:id="rId3" imgW="25603200" imgH="8229600" progId="Equation.DSMT4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6288" y="1292746"/>
                          <a:ext cx="10668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/>
            <p:cNvGraphicFramePr>
              <a:graphicFrameLocks/>
            </p:cNvGraphicFramePr>
            <p:nvPr/>
          </p:nvGraphicFramePr>
          <p:xfrm>
            <a:off x="4806965" y="1275606"/>
            <a:ext cx="1511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43" name="Equation" r:id="rId5" imgW="36271200" imgH="8229600" progId="Equation.DSMT4">
                    <p:embed/>
                  </p:oleObj>
                </mc:Choice>
                <mc:Fallback>
                  <p:oleObj name="Equation" r:id="rId5" imgW="36271200" imgH="8229600" progId="Equation.DSMT4">
                    <p:embed/>
                    <p:pic>
                      <p:nvPicPr>
                        <p:cNvPr id="18" name="对象 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6965" y="1275606"/>
                          <a:ext cx="1511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/>
            <p:cNvGraphicFramePr>
              <a:graphicFrameLocks noChangeAspect="1"/>
            </p:cNvGraphicFramePr>
            <p:nvPr/>
          </p:nvGraphicFramePr>
          <p:xfrm>
            <a:off x="7143903" y="1301080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44" name="Equation" r:id="rId7" imgW="4572000" imgH="6400800" progId="Equation.DSMT4">
                    <p:embed/>
                  </p:oleObj>
                </mc:Choice>
                <mc:Fallback>
                  <p:oleObj name="Equation" r:id="rId7" imgW="4572000" imgH="6400800" progId="Equation.DSMT4">
                    <p:embed/>
                    <p:pic>
                      <p:nvPicPr>
                        <p:cNvPr id="19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3903" y="1301080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369452"/>
              </p:ext>
            </p:extLst>
          </p:nvPr>
        </p:nvGraphicFramePr>
        <p:xfrm>
          <a:off x="2636844" y="1908997"/>
          <a:ext cx="335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45" name="Equation" r:id="rId9" imgW="80467200" imgH="17678400" progId="Equation.DSMT4">
                  <p:embed/>
                </p:oleObj>
              </mc:Choice>
              <mc:Fallback>
                <p:oleObj name="Equation" r:id="rId9" imgW="80467200" imgH="176784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44" y="1908997"/>
                        <a:ext cx="3352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7"/>
          <p:cNvSpPr txBox="1"/>
          <p:nvPr/>
        </p:nvSpPr>
        <p:spPr>
          <a:xfrm>
            <a:off x="582092" y="3094555"/>
            <a:ext cx="1332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引例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446188" y="2950538"/>
            <a:ext cx="2736304" cy="736600"/>
            <a:chOff x="1403648" y="3291830"/>
            <a:chExt cx="2736304" cy="736600"/>
          </a:xfrm>
        </p:grpSpPr>
        <p:graphicFrame>
          <p:nvGraphicFramePr>
            <p:cNvPr id="22" name="对象 21"/>
            <p:cNvGraphicFramePr>
              <a:graphicFrameLocks/>
            </p:cNvGraphicFramePr>
            <p:nvPr/>
          </p:nvGraphicFramePr>
          <p:xfrm>
            <a:off x="1835696" y="3507854"/>
            <a:ext cx="1168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46" name="Equation" r:id="rId11" imgW="28041600" imgH="8229600" progId="Equation.DSMT4">
                    <p:embed/>
                  </p:oleObj>
                </mc:Choice>
                <mc:Fallback>
                  <p:oleObj name="Equation" r:id="rId11" imgW="28041600" imgH="8229600" progId="Equation.DSMT4">
                    <p:embed/>
                    <p:pic>
                      <p:nvPicPr>
                        <p:cNvPr id="22" name="对象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696" y="3507854"/>
                          <a:ext cx="11684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文本框 8"/>
            <p:cNvSpPr txBox="1"/>
            <p:nvPr/>
          </p:nvSpPr>
          <p:spPr>
            <a:xfrm>
              <a:off x="2915816" y="3429298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，</a:t>
              </a:r>
              <a:r>
                <a:rPr lang="zh-CN" altLang="zh-CN" sz="2400" b="1" dirty="0">
                  <a:latin typeface="+mn-ea"/>
                </a:rPr>
                <a:t>求</a:t>
              </a:r>
              <a:r>
                <a:rPr lang="en-US" altLang="zh-CN" sz="2400" b="1" dirty="0">
                  <a:latin typeface="+mn-ea"/>
                </a:rPr>
                <a:t>   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24" name="对象 23"/>
            <p:cNvGraphicFramePr>
              <a:graphicFrameLocks noChangeAspect="1"/>
            </p:cNvGraphicFramePr>
            <p:nvPr/>
          </p:nvGraphicFramePr>
          <p:xfrm>
            <a:off x="3682752" y="3291830"/>
            <a:ext cx="457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47" name="Equation" r:id="rId13" imgW="10972800" imgH="17678400" progId="Equation.DSMT4">
                    <p:embed/>
                  </p:oleObj>
                </mc:Choice>
                <mc:Fallback>
                  <p:oleObj name="Equation" r:id="rId13" imgW="10972800" imgH="17678400" progId="Equation.DSMT4">
                    <p:embed/>
                    <p:pic>
                      <p:nvPicPr>
                        <p:cNvPr id="24" name="对象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2752" y="3291830"/>
                          <a:ext cx="4572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文本框 8"/>
            <p:cNvSpPr txBox="1"/>
            <p:nvPr/>
          </p:nvSpPr>
          <p:spPr>
            <a:xfrm>
              <a:off x="1403648" y="3431720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latin typeface="+mn-ea"/>
                </a:rPr>
                <a:t>设</a:t>
              </a:r>
              <a:r>
                <a:rPr lang="en-US" altLang="zh-CN" sz="2400" b="1" dirty="0">
                  <a:latin typeface="+mn-ea"/>
                </a:rPr>
                <a:t>        </a:t>
              </a:r>
              <a:endParaRPr lang="zh-CN" altLang="en-US" sz="24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aphicFrame>
        <p:nvGraphicFramePr>
          <p:cNvPr id="27" name="对象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2145625"/>
              </p:ext>
            </p:extLst>
          </p:nvPr>
        </p:nvGraphicFramePr>
        <p:xfrm>
          <a:off x="1450653" y="3754582"/>
          <a:ext cx="381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48" name="Equation" r:id="rId15" imgW="9144000" imgH="17678400" progId="Equation.DSMT4">
                  <p:embed/>
                </p:oleObj>
              </mc:Choice>
              <mc:Fallback>
                <p:oleObj name="Equation" r:id="rId15" imgW="9144000" imgH="17678400" progId="Equation.DSMT4">
                  <p:embed/>
                  <p:pic>
                    <p:nvPicPr>
                      <p:cNvPr id="27" name="对象 26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653" y="3754582"/>
                        <a:ext cx="381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15"/>
          <p:cNvSpPr txBox="1"/>
          <p:nvPr/>
        </p:nvSpPr>
        <p:spPr>
          <a:xfrm>
            <a:off x="614179" y="3958650"/>
            <a:ext cx="604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4596444"/>
              </p:ext>
            </p:extLst>
          </p:nvPr>
        </p:nvGraphicFramePr>
        <p:xfrm>
          <a:off x="3292748" y="3742626"/>
          <a:ext cx="723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49" name="Equation" r:id="rId17" imgW="17373600" imgH="17678400" progId="Equation.DSMT4">
                  <p:embed/>
                </p:oleObj>
              </mc:Choice>
              <mc:Fallback>
                <p:oleObj name="Equation" r:id="rId17" imgW="17373600" imgH="17678400" progId="Equation.DSMT4">
                  <p:embed/>
                  <p:pic>
                    <p:nvPicPr>
                      <p:cNvPr id="3" name="对象 2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2748" y="3742626"/>
                        <a:ext cx="723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7262116"/>
              </p:ext>
            </p:extLst>
          </p:nvPr>
        </p:nvGraphicFramePr>
        <p:xfrm>
          <a:off x="4004444" y="3958650"/>
          <a:ext cx="876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50" name="Equation" r:id="rId19" imgW="21031200" imgH="8534400" progId="Equation.DSMT4">
                  <p:embed/>
                </p:oleObj>
              </mc:Choice>
              <mc:Fallback>
                <p:oleObj name="Equation" r:id="rId19" imgW="21031200" imgH="8534400" progId="Equation.DSMT4">
                  <p:embed/>
                  <p:pic>
                    <p:nvPicPr>
                      <p:cNvPr id="4" name="对象 3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4444" y="3958650"/>
                        <a:ext cx="8763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0254862"/>
              </p:ext>
            </p:extLst>
          </p:nvPr>
        </p:nvGraphicFramePr>
        <p:xfrm>
          <a:off x="4880744" y="3958650"/>
          <a:ext cx="812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51" name="Equation" r:id="rId21" imgW="19507200" imgH="8534400" progId="Equation.DSMT4">
                  <p:embed/>
                </p:oleObj>
              </mc:Choice>
              <mc:Fallback>
                <p:oleObj name="Equation" r:id="rId21" imgW="19507200" imgH="8534400" progId="Equation.DSMT4">
                  <p:embed/>
                  <p:pic>
                    <p:nvPicPr>
                      <p:cNvPr id="7" name="对象 6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0744" y="3958650"/>
                        <a:ext cx="8128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0324927"/>
              </p:ext>
            </p:extLst>
          </p:nvPr>
        </p:nvGraphicFramePr>
        <p:xfrm>
          <a:off x="5741144" y="3958650"/>
          <a:ext cx="939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52" name="Equation" r:id="rId23" imgW="22555200" imgH="6705600" progId="Equation.DSMT4">
                  <p:embed/>
                </p:oleObj>
              </mc:Choice>
              <mc:Fallback>
                <p:oleObj name="Equation" r:id="rId23" imgW="22555200" imgH="6705600" progId="Equation.DSMT4">
                  <p:embed/>
                  <p:pic>
                    <p:nvPicPr>
                      <p:cNvPr id="8" name="对象 7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1144" y="3958650"/>
                        <a:ext cx="9398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0524506"/>
              </p:ext>
            </p:extLst>
          </p:nvPr>
        </p:nvGraphicFramePr>
        <p:xfrm>
          <a:off x="7381056" y="3967282"/>
          <a:ext cx="977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53" name="Equation" r:id="rId25" imgW="23469600" imgH="6705600" progId="Equation.DSMT4">
                  <p:embed/>
                </p:oleObj>
              </mc:Choice>
              <mc:Fallback>
                <p:oleObj name="Equation" r:id="rId25" imgW="23469600" imgH="6705600" progId="Equation.DSMT4">
                  <p:embed/>
                  <p:pic>
                    <p:nvPicPr>
                      <p:cNvPr id="10" name="对象 9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056" y="3967282"/>
                        <a:ext cx="9779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852702"/>
              </p:ext>
            </p:extLst>
          </p:nvPr>
        </p:nvGraphicFramePr>
        <p:xfrm>
          <a:off x="4714553" y="3167207"/>
          <a:ext cx="1079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54" name="Equation" r:id="rId27" imgW="25908000" imgH="8229600" progId="Equation.DSMT4">
                  <p:embed/>
                </p:oleObj>
              </mc:Choice>
              <mc:Fallback>
                <p:oleObj name="Equation" r:id="rId27" imgW="25908000" imgH="8229600" progId="Equation.DSMT4">
                  <p:embed/>
                  <p:pic>
                    <p:nvPicPr>
                      <p:cNvPr id="31" name="对象 30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553" y="3167207"/>
                        <a:ext cx="10795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5867389"/>
              </p:ext>
            </p:extLst>
          </p:nvPr>
        </p:nvGraphicFramePr>
        <p:xfrm>
          <a:off x="6211044" y="3230809"/>
          <a:ext cx="749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55" name="Equation" r:id="rId29" imgW="17983200" imgH="6705600" progId="Equation.DSMT4">
                  <p:embed/>
                </p:oleObj>
              </mc:Choice>
              <mc:Fallback>
                <p:oleObj name="Equation" r:id="rId29" imgW="17983200" imgH="6705600" progId="Equation.DSMT4">
                  <p:embed/>
                  <p:pic>
                    <p:nvPicPr>
                      <p:cNvPr id="32" name="对象 31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1044" y="3230809"/>
                        <a:ext cx="749300" cy="279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978291"/>
              </p:ext>
            </p:extLst>
          </p:nvPr>
        </p:nvGraphicFramePr>
        <p:xfrm>
          <a:off x="2886348" y="3742626"/>
          <a:ext cx="406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56" name="Equation" r:id="rId31" imgW="9753600" imgH="17678400" progId="Equation.DSMT4">
                  <p:embed/>
                </p:oleObj>
              </mc:Choice>
              <mc:Fallback>
                <p:oleObj name="Equation" r:id="rId31" imgW="9753600" imgH="17678400" progId="Equation.DSMT4">
                  <p:embed/>
                  <p:pic>
                    <p:nvPicPr>
                      <p:cNvPr id="33" name="对象 32"/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348" y="3742626"/>
                        <a:ext cx="406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3609961"/>
              </p:ext>
            </p:extLst>
          </p:nvPr>
        </p:nvGraphicFramePr>
        <p:xfrm>
          <a:off x="1811163" y="4062176"/>
          <a:ext cx="1054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57" name="Equation" r:id="rId33" imgW="25298400" imgH="10972800" progId="Equation.DSMT4">
                  <p:embed/>
                </p:oleObj>
              </mc:Choice>
              <mc:Fallback>
                <p:oleObj name="Equation" r:id="rId33" imgW="25298400" imgH="10972800" progId="Equation.DSMT4">
                  <p:embed/>
                  <p:pic>
                    <p:nvPicPr>
                      <p:cNvPr id="12" name="对象 11"/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163" y="4062176"/>
                        <a:ext cx="10541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844653"/>
              </p:ext>
            </p:extLst>
          </p:nvPr>
        </p:nvGraphicFramePr>
        <p:xfrm>
          <a:off x="6659984" y="4043606"/>
          <a:ext cx="74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58" name="Equation" r:id="rId35" imgW="17983200" imgH="10058400" progId="Equation.DSMT4">
                  <p:embed/>
                </p:oleObj>
              </mc:Choice>
              <mc:Fallback>
                <p:oleObj name="Equation" r:id="rId35" imgW="17983200" imgH="10058400" progId="Equation.DSMT4">
                  <p:embed/>
                  <p:pic>
                    <p:nvPicPr>
                      <p:cNvPr id="13" name="对象 12"/>
                      <p:cNvPicPr>
                        <a:picLocks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984" y="4043606"/>
                        <a:ext cx="7493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EFC97B97-CDE3-41FF-AA35-FCF855AC0BF1}"/>
              </a:ext>
            </a:extLst>
          </p:cNvPr>
          <p:cNvGrpSpPr/>
          <p:nvPr/>
        </p:nvGrpSpPr>
        <p:grpSpPr>
          <a:xfrm>
            <a:off x="251520" y="254744"/>
            <a:ext cx="8433996" cy="461665"/>
            <a:chOff x="314468" y="571228"/>
            <a:chExt cx="8433996" cy="461665"/>
          </a:xfrm>
        </p:grpSpPr>
        <p:grpSp>
          <p:nvGrpSpPr>
            <p:cNvPr id="29" name="组合 28"/>
            <p:cNvGrpSpPr/>
            <p:nvPr/>
          </p:nvGrpSpPr>
          <p:grpSpPr>
            <a:xfrm>
              <a:off x="314468" y="571228"/>
              <a:ext cx="8433996" cy="461665"/>
              <a:chOff x="242460" y="571228"/>
              <a:chExt cx="8433996" cy="461665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242460" y="571228"/>
                <a:ext cx="84339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0064FF"/>
                    </a:solidFill>
                    <a:latin typeface="+mn-ea"/>
                  </a:rPr>
                  <a:t>  </a:t>
                </a:r>
                <a:r>
                  <a:rPr lang="zh-CN" altLang="zh-CN" sz="2400" b="1" dirty="0">
                    <a:solidFill>
                      <a:srgbClr val="0064FF"/>
                    </a:solidFill>
                    <a:latin typeface="+mn-ea"/>
                  </a:rPr>
                  <a:t>推广</a:t>
                </a:r>
                <a:r>
                  <a:rPr lang="en-US" altLang="zh-CN" sz="2400" b="1" dirty="0">
                    <a:solidFill>
                      <a:srgbClr val="0064FF"/>
                    </a:solidFill>
                    <a:latin typeface="+mn-ea"/>
                  </a:rPr>
                  <a:t> </a:t>
                </a:r>
                <a:r>
                  <a:rPr lang="zh-CN" altLang="zh-CN" sz="2400" b="1" dirty="0">
                    <a:latin typeface="+mn-ea"/>
                  </a:rPr>
                  <a:t>如果</a:t>
                </a:r>
                <a:r>
                  <a:rPr lang="zh-CN" altLang="en-US" sz="2400" b="1" dirty="0">
                    <a:latin typeface="+mn-ea"/>
                  </a:rPr>
                  <a:t>函数</a:t>
                </a:r>
                <a:r>
                  <a:rPr lang="en-US" altLang="zh-CN" sz="2400" b="1" dirty="0">
                    <a:latin typeface="+mn-ea"/>
                  </a:rPr>
                  <a:t>        </a:t>
                </a:r>
                <a:r>
                  <a:rPr lang="zh-CN" altLang="zh-CN" sz="2400" b="1" dirty="0">
                    <a:latin typeface="+mn-ea"/>
                  </a:rPr>
                  <a:t>在</a:t>
                </a:r>
                <a:r>
                  <a:rPr lang="zh-CN" altLang="zh-CN" sz="2400" b="1" dirty="0">
                    <a:solidFill>
                      <a:srgbClr val="0066FF"/>
                    </a:solidFill>
                    <a:latin typeface="+mn-ea"/>
                  </a:rPr>
                  <a:t>区间</a:t>
                </a:r>
                <a:r>
                  <a:rPr lang="en-US" altLang="zh-CN" sz="2400" b="1" dirty="0">
                    <a:solidFill>
                      <a:srgbClr val="3366FF"/>
                    </a:solidFill>
                    <a:latin typeface="+mn-ea"/>
                  </a:rPr>
                  <a:t>  </a:t>
                </a:r>
                <a:r>
                  <a:rPr lang="zh-CN" altLang="zh-CN" sz="2400" b="1" dirty="0">
                    <a:latin typeface="+mn-ea"/>
                  </a:rPr>
                  <a:t>上可导</a:t>
                </a:r>
                <a:r>
                  <a:rPr lang="en-US" altLang="zh-CN" sz="2400" b="1" dirty="0">
                    <a:latin typeface="+mn-ea"/>
                    <a:sym typeface="Symbol" panose="05050102010706020507"/>
                  </a:rPr>
                  <a:t></a:t>
                </a:r>
                <a:r>
                  <a:rPr lang="en-US" altLang="zh-CN" sz="2400" b="1" dirty="0">
                    <a:latin typeface="+mn-ea"/>
                  </a:rPr>
                  <a:t> </a:t>
                </a:r>
                <a:r>
                  <a:rPr lang="zh-CN" altLang="zh-CN" sz="2400" b="1" dirty="0">
                    <a:latin typeface="+mn-ea"/>
                  </a:rPr>
                  <a:t>函数</a:t>
                </a:r>
                <a:r>
                  <a:rPr lang="en-US" altLang="zh-CN" sz="2400" b="1" dirty="0">
                    <a:latin typeface="+mn-ea"/>
                  </a:rPr>
                  <a:t>        </a:t>
                </a:r>
                <a:r>
                  <a:rPr lang="zh-CN" altLang="zh-CN" sz="2400" b="1" dirty="0">
                    <a:latin typeface="+mn-ea"/>
                  </a:rPr>
                  <a:t>在</a:t>
                </a:r>
                <a:endParaRPr lang="zh-CN" altLang="en-US" sz="2400" b="1" dirty="0">
                  <a:latin typeface="+mn-ea"/>
                </a:endParaRPr>
              </a:p>
            </p:txBody>
          </p:sp>
          <p:graphicFrame>
            <p:nvGraphicFramePr>
              <p:cNvPr id="14" name="对象 13"/>
              <p:cNvGraphicFramePr>
                <a:graphicFrameLocks/>
              </p:cNvGraphicFramePr>
              <p:nvPr/>
            </p:nvGraphicFramePr>
            <p:xfrm>
              <a:off x="2713112" y="627534"/>
              <a:ext cx="10668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859" name="Equation" r:id="rId37" imgW="25603200" imgH="8229600" progId="Equation.DSMT4">
                      <p:embed/>
                    </p:oleObj>
                  </mc:Choice>
                  <mc:Fallback>
                    <p:oleObj name="Equation" r:id="rId37" imgW="25603200" imgH="8229600" progId="Equation.DSMT4">
                      <p:embed/>
                      <p:pic>
                        <p:nvPicPr>
                          <p:cNvPr id="14" name="对象 1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3112" y="627534"/>
                            <a:ext cx="10668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/>
              <p:cNvGraphicFramePr>
                <a:graphicFrameLocks/>
              </p:cNvGraphicFramePr>
              <p:nvPr/>
            </p:nvGraphicFramePr>
            <p:xfrm>
              <a:off x="6923484" y="627534"/>
              <a:ext cx="11049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860" name="Equation" r:id="rId39" imgW="26517600" imgH="8229600" progId="Equation.DSMT4">
                      <p:embed/>
                    </p:oleObj>
                  </mc:Choice>
                  <mc:Fallback>
                    <p:oleObj name="Equation" r:id="rId39" imgW="26517600" imgH="8229600" progId="Equation.DSMT4">
                      <p:embed/>
                      <p:pic>
                        <p:nvPicPr>
                          <p:cNvPr id="16" name="对象 1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23484" y="627534"/>
                            <a:ext cx="11049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85EF134F-FCF1-498A-9ECB-D915E82FB3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502359"/>
                </p:ext>
              </p:extLst>
            </p:nvPr>
          </p:nvGraphicFramePr>
          <p:xfrm>
            <a:off x="4958522" y="693713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61" name="Equation" r:id="rId41" imgW="190440" imgH="266400" progId="Equation.DSMT4">
                    <p:embed/>
                  </p:oleObj>
                </mc:Choice>
                <mc:Fallback>
                  <p:oleObj name="Equation" r:id="rId41" imgW="190440" imgH="26640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85EF134F-FCF1-498A-9ECB-D915E82FB30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4958522" y="693713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0"/>
      <p:bldP spid="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15"/>
          <p:cNvSpPr txBox="1"/>
          <p:nvPr/>
        </p:nvSpPr>
        <p:spPr>
          <a:xfrm>
            <a:off x="1930884" y="1470183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令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486744"/>
              </p:ext>
            </p:extLst>
          </p:nvPr>
        </p:nvGraphicFramePr>
        <p:xfrm>
          <a:off x="4099868" y="1477601"/>
          <a:ext cx="8270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94" name="Equation" r:id="rId3" imgW="20116800" imgH="9753600" progId="Equation.DSMT4">
                  <p:embed/>
                </p:oleObj>
              </mc:Choice>
              <mc:Fallback>
                <p:oleObj name="Equation" r:id="rId3" imgW="20116800" imgH="97536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9868" y="1477601"/>
                        <a:ext cx="827087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/>
          <p:cNvGrpSpPr/>
          <p:nvPr/>
        </p:nvGrpSpPr>
        <p:grpSpPr>
          <a:xfrm>
            <a:off x="1187624" y="411510"/>
            <a:ext cx="4392488" cy="736560"/>
            <a:chOff x="935088" y="384710"/>
            <a:chExt cx="4392488" cy="736560"/>
          </a:xfrm>
        </p:grpSpPr>
        <p:sp>
          <p:nvSpPr>
            <p:cNvPr id="2" name="TextBox 1"/>
            <p:cNvSpPr txBox="1"/>
            <p:nvPr/>
          </p:nvSpPr>
          <p:spPr>
            <a:xfrm>
              <a:off x="935088" y="514647"/>
              <a:ext cx="43924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400" b="1" dirty="0">
                  <a:latin typeface="+mn-ea"/>
                </a:rPr>
                <a:t>  </a:t>
              </a:r>
              <a:r>
                <a:rPr lang="zh-CN" altLang="zh-CN" sz="2400" b="1" dirty="0">
                  <a:latin typeface="+mn-ea"/>
                </a:rPr>
                <a:t>设</a:t>
              </a:r>
              <a:r>
                <a:rPr lang="en-US" altLang="zh-CN" sz="2400" b="1" dirty="0">
                  <a:latin typeface="+mn-ea"/>
                </a:rPr>
                <a:t>     </a:t>
              </a:r>
              <a:r>
                <a:rPr lang="en-US" altLang="zh-CN" sz="2400" b="1" dirty="0">
                  <a:latin typeface="+mn-ea"/>
                  <a:sym typeface="Symbol" panose="05050102010706020507"/>
                </a:rPr>
                <a:t></a:t>
              </a:r>
              <a:r>
                <a:rPr lang="en-US" altLang="zh-CN" sz="2400" b="1" dirty="0">
                  <a:latin typeface="+mn-ea"/>
                </a:rPr>
                <a:t> </a:t>
              </a:r>
              <a:r>
                <a:rPr lang="zh-CN" altLang="zh-CN" sz="2400" b="1" dirty="0">
                  <a:latin typeface="+mn-ea"/>
                </a:rPr>
                <a:t>求</a:t>
              </a:r>
              <a:r>
                <a:rPr lang="en-US" altLang="zh-CN" sz="2400" b="1" dirty="0">
                  <a:latin typeface="+mn-ea"/>
                </a:rPr>
                <a:t>   </a:t>
              </a:r>
              <a:r>
                <a:rPr lang="en-US" altLang="zh-CN" sz="2400" b="1" dirty="0">
                  <a:latin typeface="+mn-ea"/>
                  <a:sym typeface="Symbol" panose="05050102010706020507"/>
                </a:rPr>
                <a:t>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3" name="对象 2"/>
            <p:cNvGraphicFramePr>
              <a:graphicFrameLocks/>
            </p:cNvGraphicFramePr>
            <p:nvPr/>
          </p:nvGraphicFramePr>
          <p:xfrm>
            <a:off x="2113112" y="457448"/>
            <a:ext cx="8382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95" name="Equation" r:id="rId5" imgW="20116800" imgH="10668000" progId="Equation.DSMT4">
                    <p:embed/>
                  </p:oleObj>
                </mc:Choice>
                <mc:Fallback>
                  <p:oleObj name="Equation" r:id="rId5" imgW="20116800" imgH="10668000" progId="Equation.DSMT4">
                    <p:embed/>
                    <p:pic>
                      <p:nvPicPr>
                        <p:cNvPr id="3" name="对象 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3112" y="457448"/>
                          <a:ext cx="838200" cy="444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/>
            </p:cNvGraphicFramePr>
            <p:nvPr>
              <p:extLst/>
            </p:nvPr>
          </p:nvGraphicFramePr>
          <p:xfrm>
            <a:off x="3406164" y="384710"/>
            <a:ext cx="380880" cy="736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96" name="Equation" r:id="rId7" imgW="380880" imgH="736560" progId="Equation.DSMT4">
                    <p:embed/>
                  </p:oleObj>
                </mc:Choice>
                <mc:Fallback>
                  <p:oleObj name="Equation" r:id="rId7" imgW="380880" imgH="736560" progId="Equation.DSMT4">
                    <p:embed/>
                    <p:pic>
                      <p:nvPicPr>
                        <p:cNvPr id="4" name="对象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6164" y="384710"/>
                          <a:ext cx="380880" cy="7365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文本框 15"/>
          <p:cNvSpPr txBox="1"/>
          <p:nvPr/>
        </p:nvSpPr>
        <p:spPr>
          <a:xfrm>
            <a:off x="1253317" y="1423144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1081721"/>
              </p:ext>
            </p:extLst>
          </p:nvPr>
        </p:nvGraphicFramePr>
        <p:xfrm>
          <a:off x="2414367" y="1504166"/>
          <a:ext cx="85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97" name="Equation" r:id="rId9" imgW="20421600" imgH="9448800" progId="Equation.DSMT4">
                  <p:embed/>
                </p:oleObj>
              </mc:Choice>
              <mc:Fallback>
                <p:oleObj name="Equation" r:id="rId9" imgW="20421600" imgH="9448800" progId="Equation.DSMT4">
                  <p:embed/>
                  <p:pic>
                    <p:nvPicPr>
                      <p:cNvPr id="6" name="对象 5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4367" y="1504166"/>
                        <a:ext cx="8509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0818120"/>
              </p:ext>
            </p:extLst>
          </p:nvPr>
        </p:nvGraphicFramePr>
        <p:xfrm>
          <a:off x="1337754" y="2530740"/>
          <a:ext cx="622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98" name="Equation" r:id="rId11" imgW="14935200" imgH="17678400" progId="Equation.DSMT4">
                  <p:embed/>
                </p:oleObj>
              </mc:Choice>
              <mc:Fallback>
                <p:oleObj name="Equation" r:id="rId11" imgW="14935200" imgH="17678400" progId="Equation.DSMT4">
                  <p:embed/>
                  <p:pic>
                    <p:nvPicPr>
                      <p:cNvPr id="8" name="对象 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7754" y="2530740"/>
                        <a:ext cx="622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360784" y="71975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513184" y="87215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文本框 15"/>
          <p:cNvSpPr txBox="1"/>
          <p:nvPr/>
        </p:nvSpPr>
        <p:spPr>
          <a:xfrm>
            <a:off x="3265267" y="1451455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则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1396280" y="315150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1548680" y="330390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5205964"/>
              </p:ext>
            </p:extLst>
          </p:nvPr>
        </p:nvGraphicFramePr>
        <p:xfrm>
          <a:off x="2203996" y="2522802"/>
          <a:ext cx="914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99" name="Equation" r:id="rId13" imgW="21945600" imgH="17678400" progId="Equation.DSMT4">
                  <p:embed/>
                </p:oleObj>
              </mc:Choice>
              <mc:Fallback>
                <p:oleObj name="Equation" r:id="rId13" imgW="21945600" imgH="17678400" progId="Equation.DSMT4">
                  <p:embed/>
                  <p:pic>
                    <p:nvPicPr>
                      <p:cNvPr id="30" name="对象 29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996" y="2522802"/>
                        <a:ext cx="914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793519"/>
              </p:ext>
            </p:extLst>
          </p:nvPr>
        </p:nvGraphicFramePr>
        <p:xfrm>
          <a:off x="2844118" y="3701570"/>
          <a:ext cx="1079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00" name="Equation" r:id="rId15" imgW="25908000" imgH="9144000" progId="Equation.DSMT4">
                  <p:embed/>
                </p:oleObj>
              </mc:Choice>
              <mc:Fallback>
                <p:oleObj name="Equation" r:id="rId15" imgW="25908000" imgH="9144000" progId="Equation.DSMT4">
                  <p:embed/>
                  <p:pic>
                    <p:nvPicPr>
                      <p:cNvPr id="31" name="对象 30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118" y="3701570"/>
                        <a:ext cx="10795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2801685"/>
              </p:ext>
            </p:extLst>
          </p:nvPr>
        </p:nvGraphicFramePr>
        <p:xfrm>
          <a:off x="3216011" y="2832687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01" name="Equation" r:id="rId17" imgW="4876800" imgH="3962400" progId="Equation.DSMT4">
                  <p:embed/>
                </p:oleObj>
              </mc:Choice>
              <mc:Fallback>
                <p:oleObj name="Equation" r:id="rId17" imgW="4876800" imgH="3962400" progId="Equation.DSMT4">
                  <p:embed/>
                  <p:pic>
                    <p:nvPicPr>
                      <p:cNvPr id="32" name="对象 31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011" y="2832687"/>
                        <a:ext cx="203200" cy="16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6553195"/>
              </p:ext>
            </p:extLst>
          </p:nvPr>
        </p:nvGraphicFramePr>
        <p:xfrm>
          <a:off x="2288747" y="3739670"/>
          <a:ext cx="508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02" name="Equation" r:id="rId19" imgW="12192000" imgH="8229600" progId="Equation.DSMT4">
                  <p:embed/>
                </p:oleObj>
              </mc:Choice>
              <mc:Fallback>
                <p:oleObj name="Equation" r:id="rId19" imgW="12192000" imgH="8229600" progId="Equation.DSMT4">
                  <p:embed/>
                  <p:pic>
                    <p:nvPicPr>
                      <p:cNvPr id="33" name="对象 32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8747" y="3739670"/>
                        <a:ext cx="508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3103819"/>
              </p:ext>
            </p:extLst>
          </p:nvPr>
        </p:nvGraphicFramePr>
        <p:xfrm>
          <a:off x="1755401" y="3741821"/>
          <a:ext cx="508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03" name="Equation" r:id="rId21" imgW="12192000" imgH="8229600" progId="Equation.DSMT4">
                  <p:embed/>
                </p:oleObj>
              </mc:Choice>
              <mc:Fallback>
                <p:oleObj name="Equation" r:id="rId21" imgW="12192000" imgH="8229600" progId="Equation.DSMT4">
                  <p:embed/>
                  <p:pic>
                    <p:nvPicPr>
                      <p:cNvPr id="34" name="对象 33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401" y="3741821"/>
                        <a:ext cx="508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1412425"/>
              </p:ext>
            </p:extLst>
          </p:nvPr>
        </p:nvGraphicFramePr>
        <p:xfrm>
          <a:off x="3516015" y="2651872"/>
          <a:ext cx="571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04" name="Equation" r:id="rId23" imgW="13716000" imgH="9753600" progId="Equation.DSMT4">
                  <p:embed/>
                </p:oleObj>
              </mc:Choice>
              <mc:Fallback>
                <p:oleObj name="Equation" r:id="rId23" imgW="13716000" imgH="9753600" progId="Equation.DSMT4">
                  <p:embed/>
                  <p:pic>
                    <p:nvPicPr>
                      <p:cNvPr id="10" name="对象 9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015" y="2651872"/>
                        <a:ext cx="5715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0482941"/>
              </p:ext>
            </p:extLst>
          </p:nvPr>
        </p:nvGraphicFramePr>
        <p:xfrm>
          <a:off x="4128108" y="2681393"/>
          <a:ext cx="647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05" name="Equation" r:id="rId25" imgW="15544800" imgH="9753600" progId="Equation.DSMT4">
                  <p:embed/>
                </p:oleObj>
              </mc:Choice>
              <mc:Fallback>
                <p:oleObj name="Equation" r:id="rId25" imgW="15544800" imgH="9753600" progId="Equation.DSMT4">
                  <p:embed/>
                  <p:pic>
                    <p:nvPicPr>
                      <p:cNvPr id="24" name="对象 23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8108" y="2681393"/>
                        <a:ext cx="647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5"/>
          <p:cNvSpPr txBox="1"/>
          <p:nvPr/>
        </p:nvSpPr>
        <p:spPr>
          <a:xfrm>
            <a:off x="1043608" y="1432595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文本框 15"/>
          <p:cNvSpPr txBox="1"/>
          <p:nvPr/>
        </p:nvSpPr>
        <p:spPr>
          <a:xfrm>
            <a:off x="1563663" y="1432595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令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71600" y="411510"/>
            <a:ext cx="4392488" cy="762670"/>
            <a:chOff x="935088" y="2257648"/>
            <a:chExt cx="4392488" cy="762670"/>
          </a:xfrm>
        </p:grpSpPr>
        <p:sp>
          <p:nvSpPr>
            <p:cNvPr id="5" name="TextBox 14"/>
            <p:cNvSpPr txBox="1"/>
            <p:nvPr/>
          </p:nvSpPr>
          <p:spPr>
            <a:xfrm>
              <a:off x="935088" y="2442343"/>
              <a:ext cx="43924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2400" b="1" dirty="0">
                  <a:latin typeface="+mn-ea"/>
                </a:rPr>
                <a:t> </a:t>
              </a:r>
              <a:r>
                <a:rPr lang="zh-CN" altLang="zh-CN" sz="2400" b="1" dirty="0">
                  <a:latin typeface="+mn-ea"/>
                </a:rPr>
                <a:t>设</a:t>
              </a:r>
              <a:r>
                <a:rPr lang="en-US" altLang="zh-CN" sz="2400" b="1" dirty="0">
                  <a:latin typeface="+mn-ea"/>
                </a:rPr>
                <a:t>        </a:t>
              </a: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>
                  <a:latin typeface="+mn-ea"/>
                  <a:sym typeface="Symbol" panose="05050102010706020507"/>
                </a:rPr>
                <a:t></a:t>
              </a:r>
              <a:r>
                <a:rPr lang="en-US" altLang="zh-CN" sz="2400" dirty="0">
                  <a:latin typeface="+mn-ea"/>
                </a:rPr>
                <a:t> </a:t>
              </a:r>
              <a:r>
                <a:rPr lang="zh-CN" altLang="zh-CN" sz="2400" b="1" dirty="0">
                  <a:latin typeface="+mn-ea"/>
                </a:rPr>
                <a:t>求</a:t>
              </a: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>
                  <a:latin typeface="+mn-ea"/>
                  <a:sym typeface="Symbol" panose="05050102010706020507"/>
                </a:rPr>
                <a:t></a:t>
              </a:r>
              <a:endParaRPr lang="zh-CN" altLang="en-US" sz="2400" dirty="0">
                <a:latin typeface="+mn-ea"/>
              </a:endParaRPr>
            </a:p>
          </p:txBody>
        </p:sp>
        <p:graphicFrame>
          <p:nvGraphicFramePr>
            <p:cNvPr id="6" name="对象 5"/>
            <p:cNvGraphicFramePr>
              <a:graphicFrameLocks/>
            </p:cNvGraphicFramePr>
            <p:nvPr/>
          </p:nvGraphicFramePr>
          <p:xfrm>
            <a:off x="1973784" y="2257648"/>
            <a:ext cx="1625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850" name="Equation" r:id="rId3" imgW="39014400" imgH="17678400" progId="Equation.DSMT4">
                    <p:embed/>
                  </p:oleObj>
                </mc:Choice>
                <mc:Fallback>
                  <p:oleObj name="Equation" r:id="rId3" imgW="39014400" imgH="17678400" progId="Equation.DSMT4">
                    <p:embed/>
                    <p:pic>
                      <p:nvPicPr>
                        <p:cNvPr id="6" name="对象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784" y="2257648"/>
                          <a:ext cx="16256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/>
            </p:cNvGraphicFramePr>
            <p:nvPr>
              <p:extLst/>
            </p:nvPr>
          </p:nvGraphicFramePr>
          <p:xfrm>
            <a:off x="4226496" y="2283718"/>
            <a:ext cx="381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851" name="Equation" r:id="rId5" imgW="9144000" imgH="17678400" progId="Equation.DSMT4">
                    <p:embed/>
                  </p:oleObj>
                </mc:Choice>
                <mc:Fallback>
                  <p:oleObj name="Equation" r:id="rId5" imgW="9144000" imgH="17678400" progId="Equation.DSMT4">
                    <p:embed/>
                    <p:pic>
                      <p:nvPicPr>
                        <p:cNvPr id="7" name="对象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6496" y="2283718"/>
                          <a:ext cx="3810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/>
          <p:cNvGraphicFramePr>
            <a:graphicFrameLocks/>
          </p:cNvGraphicFramePr>
          <p:nvPr/>
        </p:nvGraphicFramePr>
        <p:xfrm>
          <a:off x="2020267" y="1318196"/>
          <a:ext cx="1308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52" name="Equation" r:id="rId7" imgW="31394400" imgH="17678400" progId="Equation.DSMT4">
                  <p:embed/>
                </p:oleObj>
              </mc:Choice>
              <mc:Fallback>
                <p:oleObj name="Equation" r:id="rId7" imgW="31394400" imgH="17678400" progId="Equation.DSMT4">
                  <p:embed/>
                  <p:pic>
                    <p:nvPicPr>
                      <p:cNvPr id="8" name="对象 7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267" y="1318196"/>
                        <a:ext cx="1308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/>
          </p:cNvGraphicFramePr>
          <p:nvPr/>
        </p:nvGraphicFramePr>
        <p:xfrm>
          <a:off x="2123728" y="4380706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53" name="Equation" r:id="rId9" imgW="4876800" imgH="3962400" progId="Equation.DSMT4">
                  <p:embed/>
                </p:oleObj>
              </mc:Choice>
              <mc:Fallback>
                <p:oleObj name="Equation" r:id="rId9" imgW="4876800" imgH="3962400" progId="Equation.DSMT4">
                  <p:embed/>
                  <p:pic>
                    <p:nvPicPr>
                      <p:cNvPr id="9" name="对象 8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4380706"/>
                        <a:ext cx="203200" cy="16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828728" y="1545084"/>
          <a:ext cx="11033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54" name="Equation" r:id="rId11" imgW="26822400" imgH="8229600" progId="Equation.DSMT4">
                  <p:embed/>
                </p:oleObj>
              </mc:Choice>
              <mc:Fallback>
                <p:oleObj name="Equation" r:id="rId11" imgW="26822400" imgH="82296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8728" y="1545084"/>
                        <a:ext cx="1103312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5"/>
          <p:cNvSpPr txBox="1"/>
          <p:nvPr/>
        </p:nvSpPr>
        <p:spPr>
          <a:xfrm>
            <a:off x="3369568" y="1455837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则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/>
          </p:cNvGraphicFramePr>
          <p:nvPr/>
        </p:nvGraphicFramePr>
        <p:xfrm>
          <a:off x="1726927" y="2248099"/>
          <a:ext cx="1562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55" name="Equation" r:id="rId13" imgW="37490400" imgH="17678400" progId="Equation.DSMT4">
                  <p:embed/>
                </p:oleObj>
              </mc:Choice>
              <mc:Fallback>
                <p:oleObj name="Equation" r:id="rId13" imgW="37490400" imgH="17678400" progId="Equation.DSMT4">
                  <p:embed/>
                  <p:pic>
                    <p:nvPicPr>
                      <p:cNvPr id="12" name="对象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6927" y="2248099"/>
                        <a:ext cx="1562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/>
          </p:cNvGraphicFramePr>
          <p:nvPr/>
        </p:nvGraphicFramePr>
        <p:xfrm>
          <a:off x="2123728" y="3414638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56" name="Equation" r:id="rId15" imgW="4876800" imgH="3962400" progId="Equation.DSMT4">
                  <p:embed/>
                </p:oleObj>
              </mc:Choice>
              <mc:Fallback>
                <p:oleObj name="Equation" r:id="rId15" imgW="4876800" imgH="3962400" progId="Equation.DSMT4">
                  <p:embed/>
                  <p:pic>
                    <p:nvPicPr>
                      <p:cNvPr id="13" name="对象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414638"/>
                        <a:ext cx="203200" cy="16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/>
          </p:cNvGraphicFramePr>
          <p:nvPr/>
        </p:nvGraphicFramePr>
        <p:xfrm>
          <a:off x="2353707" y="3363838"/>
          <a:ext cx="635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57" name="Equation" r:id="rId17" imgW="15240000" imgH="5181600" progId="Equation.DSMT4">
                  <p:embed/>
                </p:oleObj>
              </mc:Choice>
              <mc:Fallback>
                <p:oleObj name="Equation" r:id="rId17" imgW="15240000" imgH="5181600" progId="Equation.DSMT4">
                  <p:embed/>
                  <p:pic>
                    <p:nvPicPr>
                      <p:cNvPr id="14" name="对象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3707" y="3363838"/>
                        <a:ext cx="6350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5578357"/>
              </p:ext>
            </p:extLst>
          </p:nvPr>
        </p:nvGraphicFramePr>
        <p:xfrm>
          <a:off x="6156176" y="2316163"/>
          <a:ext cx="2425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58" name="Equation" r:id="rId19" imgW="58216800" imgH="19202400" progId="Equation.DSMT4">
                  <p:embed/>
                </p:oleObj>
              </mc:Choice>
              <mc:Fallback>
                <p:oleObj name="Equation" r:id="rId19" imgW="58216800" imgH="19202400" progId="Equation.DSMT4">
                  <p:embed/>
                  <p:pic>
                    <p:nvPicPr>
                      <p:cNvPr id="15" name="对象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2316163"/>
                        <a:ext cx="24257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/>
          </p:cNvGraphicFramePr>
          <p:nvPr/>
        </p:nvGraphicFramePr>
        <p:xfrm>
          <a:off x="3518024" y="4052888"/>
          <a:ext cx="1270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59" name="Equation" r:id="rId21" imgW="30480000" imgH="17678400" progId="Equation.DSMT4">
                  <p:embed/>
                </p:oleObj>
              </mc:Choice>
              <mc:Fallback>
                <p:oleObj name="Equation" r:id="rId21" imgW="30480000" imgH="17678400" progId="Equation.DSMT4">
                  <p:embed/>
                  <p:pic>
                    <p:nvPicPr>
                      <p:cNvPr id="16" name="对象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8024" y="4052888"/>
                        <a:ext cx="1270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8507195"/>
              </p:ext>
            </p:extLst>
          </p:nvPr>
        </p:nvGraphicFramePr>
        <p:xfrm>
          <a:off x="5759092" y="1294283"/>
          <a:ext cx="208260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60" name="Equation" r:id="rId23" imgW="2082600" imgH="812520" progId="Equation.DSMT4">
                  <p:embed/>
                </p:oleObj>
              </mc:Choice>
              <mc:Fallback>
                <p:oleObj name="Equation" r:id="rId23" imgW="2082600" imgH="812520" progId="Equation.DSMT4">
                  <p:embed/>
                  <p:pic>
                    <p:nvPicPr>
                      <p:cNvPr id="18" name="对象 17"/>
                      <p:cNvPicPr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092" y="1294283"/>
                        <a:ext cx="2082600" cy="812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/>
          </p:cNvGraphicFramePr>
          <p:nvPr/>
        </p:nvGraphicFramePr>
        <p:xfrm>
          <a:off x="2411760" y="4050506"/>
          <a:ext cx="1104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61" name="Equation" r:id="rId25" imgW="26517600" imgH="19812000" progId="Equation.DSMT4">
                  <p:embed/>
                </p:oleObj>
              </mc:Choice>
              <mc:Fallback>
                <p:oleObj name="Equation" r:id="rId25" imgW="26517600" imgH="19812000" progId="Equation.DSMT4">
                  <p:embed/>
                  <p:pic>
                    <p:nvPicPr>
                      <p:cNvPr id="22" name="对象 21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4050506"/>
                        <a:ext cx="11049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2E2BB83E-DEB7-44A7-AA44-334B3E6C8C25}"/>
              </a:ext>
            </a:extLst>
          </p:cNvPr>
          <p:cNvGrpSpPr/>
          <p:nvPr/>
        </p:nvGrpSpPr>
        <p:grpSpPr>
          <a:xfrm>
            <a:off x="6134472" y="3455457"/>
            <a:ext cx="1497398" cy="825500"/>
            <a:chOff x="6156176" y="3166988"/>
            <a:chExt cx="1497398" cy="825500"/>
          </a:xfrm>
        </p:grpSpPr>
        <p:graphicFrame>
          <p:nvGraphicFramePr>
            <p:cNvPr id="21" name="对象 20"/>
            <p:cNvGraphicFramePr>
              <a:graphicFrameLocks/>
            </p:cNvGraphicFramePr>
            <p:nvPr>
              <p:extLst/>
            </p:nvPr>
          </p:nvGraphicFramePr>
          <p:xfrm>
            <a:off x="6156176" y="3479884"/>
            <a:ext cx="2032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862" name="Equation" r:id="rId27" imgW="4876800" imgH="3962400" progId="Equation.DSMT4">
                    <p:embed/>
                  </p:oleObj>
                </mc:Choice>
                <mc:Fallback>
                  <p:oleObj name="Equation" r:id="rId27" imgW="4876800" imgH="3962400" progId="Equation.DSMT4">
                    <p:embed/>
                    <p:pic>
                      <p:nvPicPr>
                        <p:cNvPr id="21" name="对象 2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6176" y="3479884"/>
                          <a:ext cx="203200" cy="165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/>
            <p:cNvGraphicFramePr>
              <a:graphicFrameLocks/>
            </p:cNvGraphicFramePr>
            <p:nvPr>
              <p:extLst/>
            </p:nvPr>
          </p:nvGraphicFramePr>
          <p:xfrm>
            <a:off x="6472474" y="3166988"/>
            <a:ext cx="1181100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863" name="Equation" r:id="rId29" imgW="28346400" imgH="19812000" progId="Equation.DSMT4">
                    <p:embed/>
                  </p:oleObj>
                </mc:Choice>
                <mc:Fallback>
                  <p:oleObj name="Equation" r:id="rId29" imgW="28346400" imgH="19812000" progId="Equation.DSMT4">
                    <p:embed/>
                    <p:pic>
                      <p:nvPicPr>
                        <p:cNvPr id="27" name="对象 2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72474" y="3166988"/>
                          <a:ext cx="1181100" cy="8255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对象 27"/>
          <p:cNvGraphicFramePr>
            <a:graphicFrameLocks/>
          </p:cNvGraphicFramePr>
          <p:nvPr>
            <p:extLst/>
          </p:nvPr>
        </p:nvGraphicFramePr>
        <p:xfrm>
          <a:off x="3068273" y="3042727"/>
          <a:ext cx="1193760" cy="825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64" name="Equation" r:id="rId31" imgW="1193760" imgH="825480" progId="Equation.DSMT4">
                  <p:embed/>
                </p:oleObj>
              </mc:Choice>
              <mc:Fallback>
                <p:oleObj name="Equation" r:id="rId31" imgW="1193760" imgH="825480" progId="Equation.DSMT4">
                  <p:embed/>
                  <p:pic>
                    <p:nvPicPr>
                      <p:cNvPr id="28" name="对象 27"/>
                      <p:cNvPicPr>
                        <a:picLocks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8273" y="3042727"/>
                        <a:ext cx="1193760" cy="8254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/>
          </p:cNvGraphicFramePr>
          <p:nvPr/>
        </p:nvGraphicFramePr>
        <p:xfrm>
          <a:off x="7063024" y="2709963"/>
          <a:ext cx="100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65" name="Equation" r:id="rId33" imgW="24079200" imgH="9753600" progId="Equation.DSMT4">
                  <p:embed/>
                </p:oleObj>
              </mc:Choice>
              <mc:Fallback>
                <p:oleObj name="Equation" r:id="rId33" imgW="24079200" imgH="9753600" progId="Equation.DSMT4">
                  <p:embed/>
                  <p:pic>
                    <p:nvPicPr>
                      <p:cNvPr id="17" name="对象 16"/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3024" y="2709963"/>
                        <a:ext cx="10033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/>
          </p:cNvGraphicFramePr>
          <p:nvPr/>
        </p:nvGraphicFramePr>
        <p:xfrm>
          <a:off x="6516216" y="2316163"/>
          <a:ext cx="1054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66" name="Equation" r:id="rId35" imgW="25298400" imgH="9753600" progId="Equation.DSMT4">
                  <p:embed/>
                </p:oleObj>
              </mc:Choice>
              <mc:Fallback>
                <p:oleObj name="Equation" r:id="rId35" imgW="25298400" imgH="9753600" progId="Equation.DSMT4">
                  <p:embed/>
                  <p:pic>
                    <p:nvPicPr>
                      <p:cNvPr id="19" name="对象 18"/>
                      <p:cNvPicPr>
                        <a:picLocks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216" y="2316163"/>
                        <a:ext cx="1054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/>
          </p:cNvGraphicFramePr>
          <p:nvPr/>
        </p:nvGraphicFramePr>
        <p:xfrm>
          <a:off x="7564674" y="2309813"/>
          <a:ext cx="838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67" name="Equation" r:id="rId37" imgW="20116800" imgH="9753600" progId="Equation.DSMT4">
                  <p:embed/>
                </p:oleObj>
              </mc:Choice>
              <mc:Fallback>
                <p:oleObj name="Equation" r:id="rId37" imgW="20116800" imgH="9753600" progId="Equation.DSMT4">
                  <p:embed/>
                  <p:pic>
                    <p:nvPicPr>
                      <p:cNvPr id="23" name="对象 22"/>
                      <p:cNvPicPr>
                        <a:picLocks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4674" y="2309813"/>
                        <a:ext cx="8382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A6035B7-F05D-4F0A-A5DF-AFB88F47AEDC}"/>
              </a:ext>
            </a:extLst>
          </p:cNvPr>
          <p:cNvCxnSpPr/>
          <p:nvPr/>
        </p:nvCxnSpPr>
        <p:spPr>
          <a:xfrm>
            <a:off x="5364088" y="339502"/>
            <a:ext cx="0" cy="4803998"/>
          </a:xfrm>
          <a:prstGeom prst="line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5"/>
          <p:cNvSpPr txBox="1"/>
          <p:nvPr/>
        </p:nvSpPr>
        <p:spPr>
          <a:xfrm>
            <a:off x="1008112" y="1317997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71600" y="267494"/>
            <a:ext cx="4392488" cy="736600"/>
            <a:chOff x="935088" y="2509887"/>
            <a:chExt cx="4392488" cy="736600"/>
          </a:xfrm>
        </p:grpSpPr>
        <p:sp>
          <p:nvSpPr>
            <p:cNvPr id="5" name="TextBox 4"/>
            <p:cNvSpPr txBox="1"/>
            <p:nvPr/>
          </p:nvSpPr>
          <p:spPr>
            <a:xfrm>
              <a:off x="935088" y="2684437"/>
              <a:ext cx="43924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2400" b="1" dirty="0">
                  <a:latin typeface="+mn-ea"/>
                </a:rPr>
                <a:t>  </a:t>
              </a:r>
              <a:r>
                <a:rPr lang="zh-CN" altLang="zh-CN" sz="2400" b="1" dirty="0">
                  <a:latin typeface="+mn-ea"/>
                </a:rPr>
                <a:t>设</a:t>
              </a:r>
              <a:r>
                <a:rPr lang="en-US" altLang="zh-CN" sz="2400" b="1" dirty="0">
                  <a:latin typeface="+mn-ea"/>
                </a:rPr>
                <a:t>         </a:t>
              </a:r>
              <a:r>
                <a:rPr lang="en-US" altLang="zh-CN" sz="2400" b="1" dirty="0">
                  <a:latin typeface="+mn-ea"/>
                  <a:sym typeface="Symbol" panose="05050102010706020507"/>
                </a:rPr>
                <a:t></a:t>
              </a:r>
              <a:r>
                <a:rPr lang="en-US" altLang="zh-CN" sz="2400" b="1" dirty="0">
                  <a:latin typeface="+mn-ea"/>
                </a:rPr>
                <a:t> </a:t>
              </a:r>
              <a:r>
                <a:rPr lang="zh-CN" altLang="zh-CN" sz="2400" b="1" dirty="0">
                  <a:latin typeface="+mn-ea"/>
                </a:rPr>
                <a:t>求</a:t>
              </a:r>
              <a:r>
                <a:rPr lang="en-US" altLang="zh-CN" sz="2400" b="1" dirty="0">
                  <a:latin typeface="+mn-ea"/>
                </a:rPr>
                <a:t>   </a:t>
              </a:r>
              <a:r>
                <a:rPr lang="en-US" altLang="zh-CN" sz="2400" b="1" dirty="0">
                  <a:latin typeface="+mn-ea"/>
                  <a:sym typeface="Symbol" panose="05050102010706020507"/>
                </a:rPr>
                <a:t>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6" name="对象 5"/>
            <p:cNvGraphicFramePr>
              <a:graphicFrameLocks/>
            </p:cNvGraphicFramePr>
            <p:nvPr/>
          </p:nvGraphicFramePr>
          <p:xfrm>
            <a:off x="2123728" y="2743051"/>
            <a:ext cx="1358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704" name="Equation" r:id="rId3" imgW="32613600" imgH="8229600" progId="Equation.DSMT4">
                    <p:embed/>
                  </p:oleObj>
                </mc:Choice>
                <mc:Fallback>
                  <p:oleObj name="Equation" r:id="rId3" imgW="32613600" imgH="8229600" progId="Equation.DSMT4">
                    <p:embed/>
                    <p:pic>
                      <p:nvPicPr>
                        <p:cNvPr id="6" name="对象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2743051"/>
                          <a:ext cx="1358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/>
            </p:cNvGraphicFramePr>
            <p:nvPr/>
          </p:nvGraphicFramePr>
          <p:xfrm>
            <a:off x="4046984" y="2509887"/>
            <a:ext cx="381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705" name="Equation" r:id="rId5" imgW="9144000" imgH="17678400" progId="Equation.DSMT4">
                    <p:embed/>
                  </p:oleObj>
                </mc:Choice>
                <mc:Fallback>
                  <p:oleObj name="Equation" r:id="rId5" imgW="9144000" imgH="17678400" progId="Equation.DSMT4">
                    <p:embed/>
                    <p:pic>
                      <p:nvPicPr>
                        <p:cNvPr id="7" name="对象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6984" y="2509887"/>
                          <a:ext cx="3810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330149"/>
              </p:ext>
            </p:extLst>
          </p:nvPr>
        </p:nvGraphicFramePr>
        <p:xfrm>
          <a:off x="1835696" y="1175966"/>
          <a:ext cx="62230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06" name="Equation" r:id="rId7" imgW="14935200" imgH="17678400" progId="Equation.DSMT4">
                  <p:embed/>
                </p:oleObj>
              </mc:Choice>
              <mc:Fallback>
                <p:oleObj name="Equation" r:id="rId7" imgW="14935200" imgH="176784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175966"/>
                        <a:ext cx="622300" cy="747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840571"/>
              </p:ext>
            </p:extLst>
          </p:nvPr>
        </p:nvGraphicFramePr>
        <p:xfrm>
          <a:off x="2195736" y="3148459"/>
          <a:ext cx="87947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07" name="Equation" r:id="rId9" imgW="21031200" imgH="17678400" progId="Equation.DSMT4">
                  <p:embed/>
                </p:oleObj>
              </mc:Choice>
              <mc:Fallback>
                <p:oleObj name="Equation" r:id="rId9" imgW="21031200" imgH="176784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3148459"/>
                        <a:ext cx="879475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7839337"/>
              </p:ext>
            </p:extLst>
          </p:nvPr>
        </p:nvGraphicFramePr>
        <p:xfrm>
          <a:off x="2208560" y="2478658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08" name="Equation" r:id="rId11" imgW="4876800" imgH="3962400" progId="Equation.DSMT4">
                  <p:embed/>
                </p:oleObj>
              </mc:Choice>
              <mc:Fallback>
                <p:oleObj name="Equation" r:id="rId11" imgW="4876800" imgH="3962400" progId="Equation.DSMT4">
                  <p:embed/>
                  <p:pic>
                    <p:nvPicPr>
                      <p:cNvPr id="14" name="对象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560" y="2478658"/>
                        <a:ext cx="203200" cy="16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973284"/>
              </p:ext>
            </p:extLst>
          </p:nvPr>
        </p:nvGraphicFramePr>
        <p:xfrm>
          <a:off x="2463428" y="1175966"/>
          <a:ext cx="146050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09" name="Equation" r:id="rId13" imgW="35052000" imgH="17678400" progId="Equation.DSMT4">
                  <p:embed/>
                </p:oleObj>
              </mc:Choice>
              <mc:Fallback>
                <p:oleObj name="Equation" r:id="rId13" imgW="35052000" imgH="176784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428" y="1175966"/>
                        <a:ext cx="1460500" cy="747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0389871"/>
              </p:ext>
            </p:extLst>
          </p:nvPr>
        </p:nvGraphicFramePr>
        <p:xfrm>
          <a:off x="3132336" y="2355726"/>
          <a:ext cx="863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10" name="Equation" r:id="rId15" imgW="20726400" imgH="8534400" progId="Equation.DSMT4">
                  <p:embed/>
                </p:oleObj>
              </mc:Choice>
              <mc:Fallback>
                <p:oleObj name="Equation" r:id="rId15" imgW="20726400" imgH="8534400" progId="Equation.DSMT4">
                  <p:embed/>
                  <p:pic>
                    <p:nvPicPr>
                      <p:cNvPr id="18" name="对象 17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336" y="2355726"/>
                        <a:ext cx="8636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9394665"/>
              </p:ext>
            </p:extLst>
          </p:nvPr>
        </p:nvGraphicFramePr>
        <p:xfrm>
          <a:off x="2405052" y="2155290"/>
          <a:ext cx="635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11" name="Equation" r:id="rId17" imgW="15240000" imgH="17678400" progId="Equation.DSMT4">
                  <p:embed/>
                </p:oleObj>
              </mc:Choice>
              <mc:Fallback>
                <p:oleObj name="Equation" r:id="rId17" imgW="15240000" imgH="17678400" progId="Equation.DSMT4">
                  <p:embed/>
                  <p:pic>
                    <p:nvPicPr>
                      <p:cNvPr id="20" name="对象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52" y="2155290"/>
                        <a:ext cx="635000" cy="73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7060510"/>
              </p:ext>
            </p:extLst>
          </p:nvPr>
        </p:nvGraphicFramePr>
        <p:xfrm>
          <a:off x="2184028" y="4227959"/>
          <a:ext cx="901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12" name="Equation" r:id="rId19" imgW="21640800" imgH="6096000" progId="Equation.DSMT4">
                  <p:embed/>
                </p:oleObj>
              </mc:Choice>
              <mc:Fallback>
                <p:oleObj name="Equation" r:id="rId19" imgW="21640800" imgH="6096000" progId="Equation.DSMT4">
                  <p:embed/>
                  <p:pic>
                    <p:nvPicPr>
                      <p:cNvPr id="21" name="对象 20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028" y="4227959"/>
                        <a:ext cx="901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2380139"/>
              </p:ext>
            </p:extLst>
          </p:nvPr>
        </p:nvGraphicFramePr>
        <p:xfrm>
          <a:off x="3144912" y="3435970"/>
          <a:ext cx="635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13" name="Equation" r:id="rId21" imgW="15240000" imgH="5181600" progId="Equation.DSMT4">
                  <p:embed/>
                </p:oleObj>
              </mc:Choice>
              <mc:Fallback>
                <p:oleObj name="Equation" r:id="rId21" imgW="15240000" imgH="5181600" progId="Equation.DSMT4">
                  <p:embed/>
                  <p:pic>
                    <p:nvPicPr>
                      <p:cNvPr id="22" name="对象 21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4912" y="3435970"/>
                        <a:ext cx="6350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804876" y="2931564"/>
            <a:ext cx="1715250" cy="597842"/>
          </a:xfrm>
          <a:prstGeom prst="rect">
            <a:avLst/>
          </a:prstGeom>
          <a:solidFill>
            <a:srgbClr val="FFFF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4568" y="411510"/>
            <a:ext cx="3507432" cy="431006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2700" b="1" dirty="0">
                <a:solidFill>
                  <a:srgbClr val="0064FF"/>
                </a:solidFill>
                <a:latin typeface="+mn-ea"/>
                <a:ea typeface="+mn-ea"/>
                <a:cs typeface="+mn-cs"/>
              </a:rPr>
              <a:t>例</a:t>
            </a:r>
            <a:r>
              <a:rPr lang="en-US" altLang="zh-CN" sz="27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</a:t>
            </a:r>
            <a:r>
              <a:rPr lang="en-US" altLang="zh-CN" sz="2700" b="1" dirty="0">
                <a:solidFill>
                  <a:srgbClr val="0064FF"/>
                </a:solidFill>
                <a:latin typeface="+mn-ea"/>
                <a:ea typeface="+mn-ea"/>
                <a:cs typeface="+mn-cs"/>
              </a:rPr>
              <a:t> </a:t>
            </a:r>
            <a:r>
              <a:rPr lang="zh-CN" altLang="en-US" sz="2700" b="1" dirty="0">
                <a:solidFill>
                  <a:schemeClr val="tx1"/>
                </a:solidFill>
                <a:latin typeface="+mn-ea"/>
                <a:ea typeface="+mn-ea"/>
              </a:rPr>
              <a:t>求下列函数的导数</a:t>
            </a:r>
            <a:r>
              <a:rPr lang="en-US" altLang="zh-CN" sz="2700" b="1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endParaRPr lang="en-US" altLang="zh-CN" sz="27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936329" y="1878955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dirty="0"/>
              <a:t>  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1432198" y="1913409"/>
            <a:ext cx="9477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1432198" y="2990044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1484412" y="1014568"/>
            <a:ext cx="2667744" cy="461665"/>
            <a:chOff x="3112914" y="986036"/>
            <a:chExt cx="2667744" cy="461665"/>
          </a:xfrm>
        </p:grpSpPr>
        <p:sp>
          <p:nvSpPr>
            <p:cNvPr id="45" name="Text Box 4"/>
            <p:cNvSpPr txBox="1">
              <a:spLocks noChangeArrowheads="1"/>
            </p:cNvSpPr>
            <p:nvPr/>
          </p:nvSpPr>
          <p:spPr bwMode="auto">
            <a:xfrm>
              <a:off x="3112914" y="986036"/>
              <a:ext cx="26677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(1)                       </a:t>
              </a:r>
              <a:r>
                <a: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；</a:t>
              </a:r>
              <a:endPara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7" name="对象 46"/>
            <p:cNvGraphicFramePr>
              <a:graphicFrameLocks/>
            </p:cNvGraphicFramePr>
            <p:nvPr>
              <p:extLst/>
            </p:nvPr>
          </p:nvGraphicFramePr>
          <p:xfrm>
            <a:off x="3703638" y="1012825"/>
            <a:ext cx="6096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899" name="Equation" r:id="rId3" imgW="14630400" imgH="9753600" progId="Equation.DSMT4">
                    <p:embed/>
                  </p:oleObj>
                </mc:Choice>
                <mc:Fallback>
                  <p:oleObj name="Equation" r:id="rId3" imgW="14630400" imgH="9753600" progId="Equation.DSMT4">
                    <p:embed/>
                    <p:pic>
                      <p:nvPicPr>
                        <p:cNvPr id="47" name="对象 4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3638" y="1012825"/>
                          <a:ext cx="6096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/>
            <p:cNvGraphicFramePr>
              <a:graphicFrameLocks/>
            </p:cNvGraphicFramePr>
            <p:nvPr/>
          </p:nvGraphicFramePr>
          <p:xfrm>
            <a:off x="4464050" y="1038647"/>
            <a:ext cx="863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900" name="Equation" r:id="rId5" imgW="20726400" imgH="8229600" progId="Equation.DSMT4">
                    <p:embed/>
                  </p:oleObj>
                </mc:Choice>
                <mc:Fallback>
                  <p:oleObj name="Equation" r:id="rId5" imgW="20726400" imgH="8229600" progId="Equation.DSMT4">
                    <p:embed/>
                    <p:pic>
                      <p:nvPicPr>
                        <p:cNvPr id="48" name="对象 4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050" y="1038647"/>
                          <a:ext cx="863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4753992" y="975593"/>
            <a:ext cx="2667744" cy="461665"/>
            <a:chOff x="5871548" y="987574"/>
            <a:chExt cx="2667744" cy="461665"/>
          </a:xfrm>
        </p:grpSpPr>
        <p:sp>
          <p:nvSpPr>
            <p:cNvPr id="46" name="Text Box 4"/>
            <p:cNvSpPr txBox="1">
              <a:spLocks noChangeArrowheads="1"/>
            </p:cNvSpPr>
            <p:nvPr/>
          </p:nvSpPr>
          <p:spPr bwMode="auto">
            <a:xfrm>
              <a:off x="5871548" y="987574"/>
              <a:ext cx="26677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(2)         </a:t>
              </a:r>
              <a:r>
                <a: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4" name="对象 3"/>
            <p:cNvGraphicFramePr>
              <a:graphicFrameLocks/>
            </p:cNvGraphicFramePr>
            <p:nvPr/>
          </p:nvGraphicFramePr>
          <p:xfrm>
            <a:off x="6477992" y="1081477"/>
            <a:ext cx="7239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901" name="Equation" r:id="rId7" imgW="17373600" imgH="8534400" progId="Equation.DSMT4">
                    <p:embed/>
                  </p:oleObj>
                </mc:Choice>
                <mc:Fallback>
                  <p:oleObj name="Equation" r:id="rId7" imgW="17373600" imgH="8534400" progId="Equation.DSMT4">
                    <p:embed/>
                    <p:pic>
                      <p:nvPicPr>
                        <p:cNvPr id="4" name="对象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77992" y="1081477"/>
                          <a:ext cx="7239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5" name="对象 5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2086752"/>
              </p:ext>
            </p:extLst>
          </p:nvPr>
        </p:nvGraphicFramePr>
        <p:xfrm>
          <a:off x="2060974" y="1954573"/>
          <a:ext cx="609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02" name="Equation" r:id="rId9" imgW="14630400" imgH="9753600" progId="Equation.DSMT4">
                  <p:embed/>
                </p:oleObj>
              </mc:Choice>
              <mc:Fallback>
                <p:oleObj name="Equation" r:id="rId9" imgW="14630400" imgH="9753600" progId="Equation.DSMT4">
                  <p:embed/>
                  <p:pic>
                    <p:nvPicPr>
                      <p:cNvPr id="55" name="对象 54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974" y="1954573"/>
                        <a:ext cx="609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2043119"/>
              </p:ext>
            </p:extLst>
          </p:nvPr>
        </p:nvGraphicFramePr>
        <p:xfrm>
          <a:off x="2637103" y="1970832"/>
          <a:ext cx="1155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03" name="Equation" r:id="rId11" imgW="27736800" imgH="12496800" progId="Equation.DSMT4">
                  <p:embed/>
                </p:oleObj>
              </mc:Choice>
              <mc:Fallback>
                <p:oleObj name="Equation" r:id="rId11" imgW="27736800" imgH="12496800" progId="Equation.DSMT4">
                  <p:embed/>
                  <p:pic>
                    <p:nvPicPr>
                      <p:cNvPr id="56" name="对象 55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7103" y="1970832"/>
                        <a:ext cx="11557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5144334"/>
              </p:ext>
            </p:extLst>
          </p:nvPr>
        </p:nvGraphicFramePr>
        <p:xfrm>
          <a:off x="3764806" y="1999964"/>
          <a:ext cx="774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04" name="Equation" r:id="rId13" imgW="18592800" imgH="8229600" progId="Equation.DSMT4">
                  <p:embed/>
                </p:oleObj>
              </mc:Choice>
              <mc:Fallback>
                <p:oleObj name="Equation" r:id="rId13" imgW="18592800" imgH="8229600" progId="Equation.DSMT4">
                  <p:embed/>
                  <p:pic>
                    <p:nvPicPr>
                      <p:cNvPr id="57" name="对象 56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4806" y="1999964"/>
                        <a:ext cx="774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1274619"/>
              </p:ext>
            </p:extLst>
          </p:nvPr>
        </p:nvGraphicFramePr>
        <p:xfrm>
          <a:off x="5574776" y="2019774"/>
          <a:ext cx="53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05" name="Equation" r:id="rId15" imgW="12801600" imgH="8229600" progId="Equation.DSMT4">
                  <p:embed/>
                </p:oleObj>
              </mc:Choice>
              <mc:Fallback>
                <p:oleObj name="Equation" r:id="rId15" imgW="12801600" imgH="8229600" progId="Equation.DSMT4">
                  <p:embed/>
                  <p:pic>
                    <p:nvPicPr>
                      <p:cNvPr id="58" name="对象 57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4776" y="2019774"/>
                        <a:ext cx="533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4350311"/>
              </p:ext>
            </p:extLst>
          </p:nvPr>
        </p:nvGraphicFramePr>
        <p:xfrm>
          <a:off x="4600235" y="2040409"/>
          <a:ext cx="952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06" name="Equation" r:id="rId17" imgW="22860000" imgH="8534400" progId="Equation.DSMT4">
                  <p:embed/>
                </p:oleObj>
              </mc:Choice>
              <mc:Fallback>
                <p:oleObj name="Equation" r:id="rId17" imgW="22860000" imgH="8534400" progId="Equation.DSMT4">
                  <p:embed/>
                  <p:pic>
                    <p:nvPicPr>
                      <p:cNvPr id="6" name="对象 5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0235" y="2040409"/>
                        <a:ext cx="9525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9448861"/>
              </p:ext>
            </p:extLst>
          </p:nvPr>
        </p:nvGraphicFramePr>
        <p:xfrm>
          <a:off x="6108176" y="2076048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07" name="Equation" r:id="rId19" imgW="27127200" imgH="8229600" progId="Equation.DSMT4">
                  <p:embed/>
                </p:oleObj>
              </mc:Choice>
              <mc:Fallback>
                <p:oleObj name="Equation" r:id="rId19" imgW="27127200" imgH="8229600" progId="Equation.DSMT4">
                  <p:embed/>
                  <p:pic>
                    <p:nvPicPr>
                      <p:cNvPr id="9" name="对象 8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176" y="2076048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9616687"/>
              </p:ext>
            </p:extLst>
          </p:nvPr>
        </p:nvGraphicFramePr>
        <p:xfrm>
          <a:off x="1985631" y="3094087"/>
          <a:ext cx="723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08" name="Equation" r:id="rId21" imgW="17373600" imgH="8534400" progId="Equation.DSMT4">
                  <p:embed/>
                </p:oleObj>
              </mc:Choice>
              <mc:Fallback>
                <p:oleObj name="Equation" r:id="rId21" imgW="17373600" imgH="8534400" progId="Equation.DSMT4">
                  <p:embed/>
                  <p:pic>
                    <p:nvPicPr>
                      <p:cNvPr id="7" name="对象 6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631" y="3094087"/>
                        <a:ext cx="7239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598806"/>
              </p:ext>
            </p:extLst>
          </p:nvPr>
        </p:nvGraphicFramePr>
        <p:xfrm>
          <a:off x="2674420" y="2873172"/>
          <a:ext cx="15113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09" name="Equation" r:id="rId23" imgW="36271200" imgH="18288000" progId="Equation.DSMT4">
                  <p:embed/>
                </p:oleObj>
              </mc:Choice>
              <mc:Fallback>
                <p:oleObj name="Equation" r:id="rId23" imgW="36271200" imgH="18288000" progId="Equation.DSMT4">
                  <p:embed/>
                  <p:pic>
                    <p:nvPicPr>
                      <p:cNvPr id="11" name="对象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4420" y="2873172"/>
                        <a:ext cx="15113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5063384"/>
              </p:ext>
            </p:extLst>
          </p:nvPr>
        </p:nvGraphicFramePr>
        <p:xfrm>
          <a:off x="4174757" y="2951411"/>
          <a:ext cx="1333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10" name="Equation" r:id="rId25" imgW="32004000" imgH="17373600" progId="Equation.DSMT4">
                  <p:embed/>
                </p:oleObj>
              </mc:Choice>
              <mc:Fallback>
                <p:oleObj name="Equation" r:id="rId25" imgW="32004000" imgH="17373600" progId="Equation.DSMT4">
                  <p:embed/>
                  <p:pic>
                    <p:nvPicPr>
                      <p:cNvPr id="38" name="对象 37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4757" y="2951411"/>
                        <a:ext cx="13335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9701776"/>
              </p:ext>
            </p:extLst>
          </p:nvPr>
        </p:nvGraphicFramePr>
        <p:xfrm>
          <a:off x="5482339" y="3173661"/>
          <a:ext cx="749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11" name="Equation" r:id="rId27" imgW="17983200" imgH="6705600" progId="Equation.DSMT4">
                  <p:embed/>
                </p:oleObj>
              </mc:Choice>
              <mc:Fallback>
                <p:oleObj name="Equation" r:id="rId27" imgW="17983200" imgH="6705600" progId="Equation.DSMT4">
                  <p:embed/>
                  <p:pic>
                    <p:nvPicPr>
                      <p:cNvPr id="39" name="对象 38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2339" y="3173661"/>
                        <a:ext cx="7493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1494460"/>
              </p:ext>
            </p:extLst>
          </p:nvPr>
        </p:nvGraphicFramePr>
        <p:xfrm>
          <a:off x="4526242" y="2940035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12" name="Equation" r:id="rId29" imgW="6705600" imgH="8229600" progId="Equation.DSMT4">
                  <p:embed/>
                </p:oleObj>
              </mc:Choice>
              <mc:Fallback>
                <p:oleObj name="Equation" r:id="rId29" imgW="6705600" imgH="8229600" progId="Equation.DSMT4">
                  <p:embed/>
                  <p:pic>
                    <p:nvPicPr>
                      <p:cNvPr id="12" name="对象 11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6242" y="2940035"/>
                        <a:ext cx="279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1967258"/>
              </p:ext>
            </p:extLst>
          </p:nvPr>
        </p:nvGraphicFramePr>
        <p:xfrm>
          <a:off x="5062777" y="2921993"/>
          <a:ext cx="393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13" name="Equation" r:id="rId31" imgW="9448800" imgH="8229600" progId="Equation.DSMT4">
                  <p:embed/>
                </p:oleObj>
              </mc:Choice>
              <mc:Fallback>
                <p:oleObj name="Equation" r:id="rId31" imgW="9448800" imgH="8229600" progId="Equation.DSMT4">
                  <p:embed/>
                  <p:pic>
                    <p:nvPicPr>
                      <p:cNvPr id="14" name="对象 13"/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2777" y="2921993"/>
                        <a:ext cx="393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2624632"/>
              </p:ext>
            </p:extLst>
          </p:nvPr>
        </p:nvGraphicFramePr>
        <p:xfrm>
          <a:off x="7059786" y="3093443"/>
          <a:ext cx="723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14" name="Equation" r:id="rId33" imgW="17373600" imgH="8534400" progId="Equation.DSMT4">
                  <p:embed/>
                </p:oleObj>
              </mc:Choice>
              <mc:Fallback>
                <p:oleObj name="Equation" r:id="rId33" imgW="17373600" imgH="8534400" progId="Equation.DSMT4">
                  <p:embed/>
                  <p:pic>
                    <p:nvPicPr>
                      <p:cNvPr id="18" name="对象 17"/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9786" y="3093443"/>
                        <a:ext cx="7239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9731896"/>
              </p:ext>
            </p:extLst>
          </p:nvPr>
        </p:nvGraphicFramePr>
        <p:xfrm>
          <a:off x="7834528" y="3081176"/>
          <a:ext cx="698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15" name="Equation" r:id="rId35" imgW="16764000" imgH="6705600" progId="Equation.DSMT4">
                  <p:embed/>
                </p:oleObj>
              </mc:Choice>
              <mc:Fallback>
                <p:oleObj name="Equation" r:id="rId35" imgW="16764000" imgH="6705600" progId="Equation.DSMT4">
                  <p:embed/>
                  <p:pic>
                    <p:nvPicPr>
                      <p:cNvPr id="50" name="对象 49"/>
                      <p:cNvPicPr>
                        <a:picLocks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4528" y="3081176"/>
                        <a:ext cx="6985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476294"/>
              </p:ext>
            </p:extLst>
          </p:nvPr>
        </p:nvGraphicFramePr>
        <p:xfrm>
          <a:off x="4821015" y="3133433"/>
          <a:ext cx="2032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16" name="Equation" r:id="rId37" imgW="4876800" imgH="3352800" progId="Equation.DSMT4">
                  <p:embed/>
                </p:oleObj>
              </mc:Choice>
              <mc:Fallback>
                <p:oleObj name="Equation" r:id="rId37" imgW="4876800" imgH="3352800" progId="Equation.DSMT4">
                  <p:embed/>
                  <p:pic>
                    <p:nvPicPr>
                      <p:cNvPr id="13" name="对象 12"/>
                      <p:cNvPicPr>
                        <a:picLocks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015" y="3133433"/>
                        <a:ext cx="203200" cy="139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6605019"/>
              </p:ext>
            </p:extLst>
          </p:nvPr>
        </p:nvGraphicFramePr>
        <p:xfrm>
          <a:off x="4821015" y="3044025"/>
          <a:ext cx="215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17" name="Equation" r:id="rId39" imgW="5181600" imgH="5181600" progId="Equation.DSMT4">
                  <p:embed/>
                </p:oleObj>
              </mc:Choice>
              <mc:Fallback>
                <p:oleObj name="Equation" r:id="rId39" imgW="5181600" imgH="5181600" progId="Equation.DSMT4">
                  <p:embed/>
                  <p:pic>
                    <p:nvPicPr>
                      <p:cNvPr id="19" name="对象 18"/>
                      <p:cNvPicPr>
                        <a:picLocks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015" y="3044025"/>
                        <a:ext cx="2159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6388" grpId="0"/>
      <p:bldP spid="16401" grpId="0"/>
      <p:bldP spid="1640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666056" y="866998"/>
            <a:ext cx="2312888" cy="475556"/>
          </a:xfrm>
          <a:prstGeom prst="rect">
            <a:avLst/>
          </a:prstGeom>
          <a:solidFill>
            <a:srgbClr val="FFFF00"/>
          </a:solidFill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130032" y="850503"/>
            <a:ext cx="2312888" cy="475556"/>
          </a:xfrm>
          <a:prstGeom prst="rect">
            <a:avLst/>
          </a:prstGeom>
          <a:solidFill>
            <a:srgbClr val="FFFF00"/>
          </a:solidFill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409" name="Text Box 25"/>
          <p:cNvSpPr txBox="1">
            <a:spLocks noChangeArrowheads="1"/>
          </p:cNvSpPr>
          <p:nvPr/>
        </p:nvSpPr>
        <p:spPr bwMode="auto">
          <a:xfrm>
            <a:off x="522238" y="268213"/>
            <a:ext cx="28130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说明 </a:t>
            </a:r>
            <a:r>
              <a:rPr lang="en-US" altLang="zh-CN" dirty="0"/>
              <a:t> </a:t>
            </a:r>
            <a:r>
              <a:rPr lang="zh-CN" altLang="en-US" sz="2400" b="1" dirty="0"/>
              <a:t>类似可得</a:t>
            </a:r>
          </a:p>
        </p:txBody>
      </p:sp>
      <p:graphicFrame>
        <p:nvGraphicFramePr>
          <p:cNvPr id="44" name="对象 4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9596790"/>
              </p:ext>
            </p:extLst>
          </p:nvPr>
        </p:nvGraphicFramePr>
        <p:xfrm>
          <a:off x="1092151" y="917029"/>
          <a:ext cx="736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90" name="Equation" r:id="rId3" imgW="17678400" imgH="8534400" progId="Equation.DSMT4">
                  <p:embed/>
                </p:oleObj>
              </mc:Choice>
              <mc:Fallback>
                <p:oleObj name="Equation" r:id="rId3" imgW="17678400" imgH="8534400" progId="Equation.DSMT4">
                  <p:embed/>
                  <p:pic>
                    <p:nvPicPr>
                      <p:cNvPr id="44" name="对象 4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151" y="917029"/>
                        <a:ext cx="7366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652003"/>
              </p:ext>
            </p:extLst>
          </p:nvPr>
        </p:nvGraphicFramePr>
        <p:xfrm>
          <a:off x="1795413" y="942429"/>
          <a:ext cx="749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91" name="Equation" r:id="rId5" imgW="17983200" imgH="7924800" progId="Equation.DSMT4">
                  <p:embed/>
                </p:oleObj>
              </mc:Choice>
              <mc:Fallback>
                <p:oleObj name="Equation" r:id="rId5" imgW="17983200" imgH="7924800" progId="Equation.DSMT4">
                  <p:embed/>
                  <p:pic>
                    <p:nvPicPr>
                      <p:cNvPr id="45" name="对象 4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413" y="942429"/>
                        <a:ext cx="7493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7869899"/>
              </p:ext>
            </p:extLst>
          </p:nvPr>
        </p:nvGraphicFramePr>
        <p:xfrm>
          <a:off x="3591000" y="928861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92" name="Equation" r:id="rId7" imgW="16459200" imgH="8534400" progId="Equation.DSMT4">
                  <p:embed/>
                </p:oleObj>
              </mc:Choice>
              <mc:Fallback>
                <p:oleObj name="Equation" r:id="rId7" imgW="16459200" imgH="8534400" progId="Equation.DSMT4">
                  <p:embed/>
                  <p:pic>
                    <p:nvPicPr>
                      <p:cNvPr id="48" name="对象 47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1000" y="928861"/>
                        <a:ext cx="6858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0667164"/>
              </p:ext>
            </p:extLst>
          </p:nvPr>
        </p:nvGraphicFramePr>
        <p:xfrm>
          <a:off x="4283968" y="699542"/>
          <a:ext cx="990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93" name="Equation" r:id="rId9" imgW="23774400" imgH="17678400" progId="Equation.DSMT4">
                  <p:embed/>
                </p:oleObj>
              </mc:Choice>
              <mc:Fallback>
                <p:oleObj name="Equation" r:id="rId9" imgW="23774400" imgH="17678400" progId="Equation.DSMT4">
                  <p:embed/>
                  <p:pic>
                    <p:nvPicPr>
                      <p:cNvPr id="49" name="对象 48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699542"/>
                        <a:ext cx="990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0245160"/>
              </p:ext>
            </p:extLst>
          </p:nvPr>
        </p:nvGraphicFramePr>
        <p:xfrm>
          <a:off x="6562676" y="891629"/>
          <a:ext cx="609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94" name="Equation" r:id="rId11" imgW="14630400" imgH="9753600" progId="Equation.DSMT4">
                  <p:embed/>
                </p:oleObj>
              </mc:Choice>
              <mc:Fallback>
                <p:oleObj name="Equation" r:id="rId11" imgW="14630400" imgH="9753600" progId="Equation.DSMT4">
                  <p:embed/>
                  <p:pic>
                    <p:nvPicPr>
                      <p:cNvPr id="50" name="对象 49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2676" y="891629"/>
                        <a:ext cx="609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1889380"/>
              </p:ext>
            </p:extLst>
          </p:nvPr>
        </p:nvGraphicFramePr>
        <p:xfrm>
          <a:off x="7153226" y="885279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95" name="Equation" r:id="rId13" imgW="26517600" imgH="8229600" progId="Equation.DSMT4">
                  <p:embed/>
                </p:oleObj>
              </mc:Choice>
              <mc:Fallback>
                <p:oleObj name="Equation" r:id="rId13" imgW="26517600" imgH="8229600" progId="Equation.DSMT4">
                  <p:embed/>
                  <p:pic>
                    <p:nvPicPr>
                      <p:cNvPr id="51" name="对象 50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3226" y="885279"/>
                        <a:ext cx="1104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Line 112"/>
          <p:cNvSpPr>
            <a:spLocks noChangeShapeType="1"/>
          </p:cNvSpPr>
          <p:nvPr/>
        </p:nvSpPr>
        <p:spPr bwMode="auto">
          <a:xfrm>
            <a:off x="183976" y="1688595"/>
            <a:ext cx="8763000" cy="0"/>
          </a:xfrm>
          <a:prstGeom prst="line">
            <a:avLst/>
          </a:prstGeom>
          <a:noFill/>
          <a:ln w="25400" cmpd="thickThin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4" name="对象 5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2293101"/>
              </p:ext>
            </p:extLst>
          </p:nvPr>
        </p:nvGraphicFramePr>
        <p:xfrm>
          <a:off x="1085801" y="1882229"/>
          <a:ext cx="1828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96" name="Equation" r:id="rId15" imgW="43891200" imgH="18288000" progId="Equation.DSMT4">
                  <p:embed/>
                </p:oleObj>
              </mc:Choice>
              <mc:Fallback>
                <p:oleObj name="Equation" r:id="rId15" imgW="43891200" imgH="18288000" progId="Equation.DSMT4">
                  <p:embed/>
                  <p:pic>
                    <p:nvPicPr>
                      <p:cNvPr id="54" name="对象 53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01" y="1882229"/>
                        <a:ext cx="18288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5960345"/>
              </p:ext>
            </p:extLst>
          </p:nvPr>
        </p:nvGraphicFramePr>
        <p:xfrm>
          <a:off x="3628976" y="1910804"/>
          <a:ext cx="1308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97" name="Equation" r:id="rId17" imgW="31394400" imgH="17678400" progId="Equation.DSMT4">
                  <p:embed/>
                </p:oleObj>
              </mc:Choice>
              <mc:Fallback>
                <p:oleObj name="Equation" r:id="rId17" imgW="31394400" imgH="17678400" progId="Equation.DSMT4">
                  <p:embed/>
                  <p:pic>
                    <p:nvPicPr>
                      <p:cNvPr id="55" name="对象 54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8976" y="1910804"/>
                        <a:ext cx="1308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3469598"/>
              </p:ext>
            </p:extLst>
          </p:nvPr>
        </p:nvGraphicFramePr>
        <p:xfrm>
          <a:off x="5559376" y="2028279"/>
          <a:ext cx="292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98" name="Equation" r:id="rId19" imgW="70104000" imgH="9448800" progId="Equation.DSMT4">
                  <p:embed/>
                </p:oleObj>
              </mc:Choice>
              <mc:Fallback>
                <p:oleObj name="Equation" r:id="rId19" imgW="70104000" imgH="9448800" progId="Equation.DSMT4">
                  <p:embed/>
                  <p:pic>
                    <p:nvPicPr>
                      <p:cNvPr id="56" name="对象 55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376" y="2028279"/>
                        <a:ext cx="29210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395175"/>
              </p:ext>
            </p:extLst>
          </p:nvPr>
        </p:nvGraphicFramePr>
        <p:xfrm>
          <a:off x="1445047" y="3508573"/>
          <a:ext cx="1587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99" name="Equation" r:id="rId21" imgW="38100000" imgH="22555200" progId="Equation.DSMT4">
                  <p:embed/>
                </p:oleObj>
              </mc:Choice>
              <mc:Fallback>
                <p:oleObj name="Equation" r:id="rId21" imgW="38100000" imgH="22555200" progId="Equation.DSMT4">
                  <p:embed/>
                  <p:pic>
                    <p:nvPicPr>
                      <p:cNvPr id="5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5047" y="3508573"/>
                        <a:ext cx="15875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文本框 58"/>
          <p:cNvSpPr txBox="1"/>
          <p:nvPr/>
        </p:nvSpPr>
        <p:spPr>
          <a:xfrm>
            <a:off x="522040" y="2962721"/>
            <a:ext cx="5040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下面的式子也可以当公式来用</a:t>
            </a:r>
          </a:p>
        </p:txBody>
      </p:sp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476793"/>
              </p:ext>
            </p:extLst>
          </p:nvPr>
        </p:nvGraphicFramePr>
        <p:xfrm>
          <a:off x="5395863" y="3509417"/>
          <a:ext cx="2298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00" name="Equation" r:id="rId23" imgW="55168800" imgH="23469600" progId="Equation.DSMT4">
                  <p:embed/>
                </p:oleObj>
              </mc:Choice>
              <mc:Fallback>
                <p:oleObj name="Equation" r:id="rId23" imgW="55168800" imgH="23469600" progId="Equation.DSMT4">
                  <p:embed/>
                  <p:pic>
                    <p:nvPicPr>
                      <p:cNvPr id="60" name="对象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863" y="3509417"/>
                        <a:ext cx="2298700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211853"/>
              </p:ext>
            </p:extLst>
          </p:nvPr>
        </p:nvGraphicFramePr>
        <p:xfrm>
          <a:off x="3256384" y="3653035"/>
          <a:ext cx="1752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01" name="Equation" r:id="rId25" imgW="42062400" imgH="19507200" progId="Equation.DSMT4">
                  <p:embed/>
                </p:oleObj>
              </mc:Choice>
              <mc:Fallback>
                <p:oleObj name="Equation" r:id="rId25" imgW="42062400" imgH="19507200" progId="Equation.DSMT4">
                  <p:embed/>
                  <p:pic>
                    <p:nvPicPr>
                      <p:cNvPr id="61" name="对象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6384" y="3653035"/>
                        <a:ext cx="17526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ldLvl="0" animBg="1"/>
      <p:bldP spid="7" grpId="0" bldLvl="0" animBg="1"/>
      <p:bldP spid="16409" grpId="0" autoUpdateAnimBg="0"/>
      <p:bldP spid="53" grpId="0" animBg="1"/>
      <p:bldP spid="5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907704" y="4048006"/>
            <a:ext cx="2160240" cy="828000"/>
          </a:xfrm>
          <a:prstGeom prst="rect">
            <a:avLst/>
          </a:prstGeom>
          <a:solidFill>
            <a:srgbClr val="FFFF00"/>
          </a:solidFill>
          <a:ln w="952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437080" y="326111"/>
            <a:ext cx="5496495" cy="736560"/>
            <a:chOff x="935088" y="2496618"/>
            <a:chExt cx="5496495" cy="736560"/>
          </a:xfrm>
        </p:grpSpPr>
        <p:sp>
          <p:nvSpPr>
            <p:cNvPr id="12" name="TextBox 11"/>
            <p:cNvSpPr txBox="1"/>
            <p:nvPr/>
          </p:nvSpPr>
          <p:spPr>
            <a:xfrm>
              <a:off x="935088" y="2684437"/>
              <a:ext cx="43924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400" b="1" dirty="0">
                  <a:latin typeface="+mn-ea"/>
                </a:rPr>
                <a:t> </a:t>
              </a:r>
              <a:r>
                <a:rPr lang="zh-CN" altLang="zh-CN" sz="2400" b="1" dirty="0">
                  <a:latin typeface="+mn-ea"/>
                </a:rPr>
                <a:t>设</a:t>
              </a:r>
              <a:r>
                <a:rPr lang="en-US" altLang="zh-CN" sz="2400" b="1" dirty="0">
                  <a:latin typeface="+mn-ea"/>
                </a:rPr>
                <a:t> </a:t>
              </a:r>
              <a:r>
                <a:rPr lang="en-US" altLang="zh-CN" sz="2400" dirty="0">
                  <a:latin typeface="+mn-ea"/>
                  <a:sym typeface="Symbol" panose="05050102010706020507"/>
                </a:rPr>
                <a:t></a:t>
              </a:r>
              <a:endParaRPr lang="zh-CN" altLang="en-US" sz="2400" dirty="0">
                <a:latin typeface="+mn-ea"/>
              </a:endParaRPr>
            </a:p>
          </p:txBody>
        </p:sp>
        <p:graphicFrame>
          <p:nvGraphicFramePr>
            <p:cNvPr id="13" name="对象 12"/>
            <p:cNvGraphicFramePr>
              <a:graphicFrameLocks/>
            </p:cNvGraphicFramePr>
            <p:nvPr/>
          </p:nvGraphicFramePr>
          <p:xfrm>
            <a:off x="2217540" y="2742878"/>
            <a:ext cx="1752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871" name="Equation" r:id="rId3" imgW="42062400" imgH="8229600" progId="Equation.DSMT4">
                    <p:embed/>
                  </p:oleObj>
                </mc:Choice>
                <mc:Fallback>
                  <p:oleObj name="Equation" r:id="rId3" imgW="42062400" imgH="8229600" progId="Equation.DSMT4">
                    <p:embed/>
                    <p:pic>
                      <p:nvPicPr>
                        <p:cNvPr id="13" name="对象 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7540" y="2742878"/>
                          <a:ext cx="1752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/>
            </p:cNvGraphicFramePr>
            <p:nvPr>
              <p:extLst/>
            </p:nvPr>
          </p:nvGraphicFramePr>
          <p:xfrm>
            <a:off x="5974383" y="2496618"/>
            <a:ext cx="457200" cy="736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872" name="Equation" r:id="rId5" imgW="457200" imgH="736560" progId="Equation.DSMT4">
                    <p:embed/>
                  </p:oleObj>
                </mc:Choice>
                <mc:Fallback>
                  <p:oleObj name="Equation" r:id="rId5" imgW="457200" imgH="736560" progId="Equation.DSMT4">
                    <p:embed/>
                    <p:pic>
                      <p:nvPicPr>
                        <p:cNvPr id="14" name="对象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4383" y="2496618"/>
                          <a:ext cx="457200" cy="7365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文本框 15"/>
          <p:cNvSpPr txBox="1"/>
          <p:nvPr/>
        </p:nvSpPr>
        <p:spPr>
          <a:xfrm>
            <a:off x="395536" y="1390501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419872" y="2205038"/>
          <a:ext cx="132080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73" name="Equation" r:id="rId7" imgW="31699200" imgH="18897600" progId="Equation.DSMT4">
                  <p:embed/>
                </p:oleObj>
              </mc:Choice>
              <mc:Fallback>
                <p:oleObj name="Equation" r:id="rId7" imgW="31699200" imgH="188976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2205038"/>
                        <a:ext cx="1320800" cy="798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/>
          </p:cNvGraphicFramePr>
          <p:nvPr>
            <p:extLst/>
          </p:nvPr>
        </p:nvGraphicFramePr>
        <p:xfrm>
          <a:off x="1105497" y="1160574"/>
          <a:ext cx="3174840" cy="93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74" name="Equation" r:id="rId9" imgW="3174840" imgH="939600" progId="Equation.DSMT4">
                  <p:embed/>
                </p:oleObj>
              </mc:Choice>
              <mc:Fallback>
                <p:oleObj name="Equation" r:id="rId9" imgW="3174840" imgH="939600" progId="Equation.DSMT4">
                  <p:embed/>
                  <p:pic>
                    <p:nvPicPr>
                      <p:cNvPr id="2" name="对象 1"/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5497" y="1160574"/>
                        <a:ext cx="3174840" cy="93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15616" y="2430462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当</a:t>
            </a:r>
          </a:p>
        </p:txBody>
      </p:sp>
      <p:graphicFrame>
        <p:nvGraphicFramePr>
          <p:cNvPr id="6" name="对象 5"/>
          <p:cNvGraphicFramePr>
            <a:graphicFrameLocks/>
          </p:cNvGraphicFramePr>
          <p:nvPr/>
        </p:nvGraphicFramePr>
        <p:xfrm>
          <a:off x="1619784" y="2489844"/>
          <a:ext cx="1079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75" name="Equation" r:id="rId11" imgW="25908000" imgH="8229600" progId="Equation.DSMT4">
                  <p:embed/>
                </p:oleObj>
              </mc:Choice>
              <mc:Fallback>
                <p:oleObj name="Equation" r:id="rId11" imgW="25908000" imgH="8229600" progId="Equation.DSMT4">
                  <p:embed/>
                  <p:pic>
                    <p:nvPicPr>
                      <p:cNvPr id="6" name="对象 5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784" y="2489844"/>
                        <a:ext cx="1079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723958" y="2400845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时，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616" y="3406229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当</a:t>
            </a:r>
          </a:p>
        </p:txBody>
      </p:sp>
      <p:graphicFrame>
        <p:nvGraphicFramePr>
          <p:cNvPr id="26" name="对象 25"/>
          <p:cNvGraphicFramePr>
            <a:graphicFrameLocks/>
          </p:cNvGraphicFramePr>
          <p:nvPr/>
        </p:nvGraphicFramePr>
        <p:xfrm>
          <a:off x="1626729" y="3465587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76" name="Equation" r:id="rId13" imgW="25603200" imgH="8229600" progId="Equation.DSMT4">
                  <p:embed/>
                </p:oleObj>
              </mc:Choice>
              <mc:Fallback>
                <p:oleObj name="Equation" r:id="rId13" imgW="25603200" imgH="8229600" progId="Equation.DSMT4">
                  <p:embed/>
                  <p:pic>
                    <p:nvPicPr>
                      <p:cNvPr id="26" name="对象 25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729" y="3465587"/>
                        <a:ext cx="1066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723958" y="3376612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时，</a:t>
            </a:r>
          </a:p>
        </p:txBody>
      </p:sp>
      <p:graphicFrame>
        <p:nvGraphicFramePr>
          <p:cNvPr id="10" name="对象 9"/>
          <p:cNvGraphicFramePr>
            <a:graphicFrameLocks/>
          </p:cNvGraphicFramePr>
          <p:nvPr/>
        </p:nvGraphicFramePr>
        <p:xfrm>
          <a:off x="3390422" y="3206998"/>
          <a:ext cx="622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77" name="Equation" r:id="rId15" imgW="14935200" imgH="17678400" progId="Equation.DSMT4">
                  <p:embed/>
                </p:oleObj>
              </mc:Choice>
              <mc:Fallback>
                <p:oleObj name="Equation" r:id="rId15" imgW="14935200" imgH="17678400" progId="Equation.DSMT4">
                  <p:embed/>
                  <p:pic>
                    <p:nvPicPr>
                      <p:cNvPr id="10" name="对象 9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422" y="3206998"/>
                        <a:ext cx="622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15616" y="4227934"/>
            <a:ext cx="881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因此</a:t>
            </a:r>
          </a:p>
        </p:txBody>
      </p:sp>
      <p:graphicFrame>
        <p:nvGraphicFramePr>
          <p:cNvPr id="29" name="对象 28"/>
          <p:cNvGraphicFramePr>
            <a:graphicFrameLocks/>
          </p:cNvGraphicFramePr>
          <p:nvPr/>
        </p:nvGraphicFramePr>
        <p:xfrm>
          <a:off x="1924050" y="4084638"/>
          <a:ext cx="2209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78" name="Equation" r:id="rId17" imgW="53035200" imgH="18897600" progId="Equation.DSMT4">
                  <p:embed/>
                </p:oleObj>
              </mc:Choice>
              <mc:Fallback>
                <p:oleObj name="Equation" r:id="rId17" imgW="53035200" imgH="18897600" progId="Equation.DSMT4">
                  <p:embed/>
                  <p:pic>
                    <p:nvPicPr>
                      <p:cNvPr id="29" name="对象 28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4084638"/>
                        <a:ext cx="22098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标注 31"/>
          <p:cNvSpPr/>
          <p:nvPr/>
        </p:nvSpPr>
        <p:spPr>
          <a:xfrm>
            <a:off x="4788024" y="4132982"/>
            <a:ext cx="3558204" cy="792088"/>
          </a:xfrm>
          <a:prstGeom prst="wedgeRectCallout">
            <a:avLst>
              <a:gd name="adj1" fmla="val -65682"/>
              <a:gd name="adj2" fmla="val -12113"/>
            </a:avLst>
          </a:prstGeom>
          <a:solidFill>
            <a:srgbClr val="FFFF00"/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特别地</a:t>
            </a:r>
          </a:p>
        </p:txBody>
      </p:sp>
      <p:graphicFrame>
        <p:nvGraphicFramePr>
          <p:cNvPr id="33" name="对象 32"/>
          <p:cNvGraphicFramePr>
            <a:graphicFrameLocks/>
          </p:cNvGraphicFramePr>
          <p:nvPr/>
        </p:nvGraphicFramePr>
        <p:xfrm>
          <a:off x="5959475" y="4156075"/>
          <a:ext cx="2209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79" name="Equation" r:id="rId19" imgW="53035200" imgH="17678400" progId="Equation.DSMT4">
                  <p:embed/>
                </p:oleObj>
              </mc:Choice>
              <mc:Fallback>
                <p:oleObj name="Equation" r:id="rId19" imgW="53035200" imgH="17678400" progId="Equation.DSMT4">
                  <p:embed/>
                  <p:pic>
                    <p:nvPicPr>
                      <p:cNvPr id="33" name="对象 32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9475" y="4156075"/>
                        <a:ext cx="2209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/>
          </p:cNvGraphicFramePr>
          <p:nvPr/>
        </p:nvGraphicFramePr>
        <p:xfrm>
          <a:off x="4012722" y="3209850"/>
          <a:ext cx="850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80" name="Equation" r:id="rId21" imgW="20421600" imgH="18897600" progId="Equation.DSMT4">
                  <p:embed/>
                </p:oleObj>
              </mc:Choice>
              <mc:Fallback>
                <p:oleObj name="Equation" r:id="rId21" imgW="20421600" imgH="18897600" progId="Equation.DSMT4">
                  <p:embed/>
                  <p:pic>
                    <p:nvPicPr>
                      <p:cNvPr id="3" name="对象 2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722" y="3209850"/>
                        <a:ext cx="8509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/>
          </p:cNvGraphicFramePr>
          <p:nvPr>
            <p:extLst/>
          </p:nvPr>
        </p:nvGraphicFramePr>
        <p:xfrm>
          <a:off x="4841695" y="3397638"/>
          <a:ext cx="109188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81" name="Equation" r:id="rId23" imgW="1091880" imgH="355320" progId="Equation.DSMT4">
                  <p:embed/>
                </p:oleObj>
              </mc:Choice>
              <mc:Fallback>
                <p:oleObj name="Equation" r:id="rId23" imgW="1091880" imgH="355320" progId="Equation.DSMT4">
                  <p:embed/>
                  <p:pic>
                    <p:nvPicPr>
                      <p:cNvPr id="5" name="对象 4"/>
                      <p:cNvPicPr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695" y="3397638"/>
                        <a:ext cx="1091880" cy="355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/>
          </p:cNvGraphicFramePr>
          <p:nvPr>
            <p:extLst/>
          </p:nvPr>
        </p:nvGraphicFramePr>
        <p:xfrm>
          <a:off x="5933575" y="3209850"/>
          <a:ext cx="1054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82" name="Equation" r:id="rId25" imgW="25298400" imgH="18897600" progId="Equation.DSMT4">
                  <p:embed/>
                </p:oleObj>
              </mc:Choice>
              <mc:Fallback>
                <p:oleObj name="Equation" r:id="rId25" imgW="25298400" imgH="18897600" progId="Equation.DSMT4">
                  <p:embed/>
                  <p:pic>
                    <p:nvPicPr>
                      <p:cNvPr id="7" name="对象 6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3575" y="3209850"/>
                        <a:ext cx="10541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/>
          </p:cNvGraphicFramePr>
          <p:nvPr>
            <p:extLst/>
          </p:nvPr>
        </p:nvGraphicFramePr>
        <p:xfrm>
          <a:off x="4757602" y="2424154"/>
          <a:ext cx="92700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83" name="Equation" r:id="rId27" imgW="927000" imgH="355320" progId="Equation.DSMT4">
                  <p:embed/>
                </p:oleObj>
              </mc:Choice>
              <mc:Fallback>
                <p:oleObj name="Equation" r:id="rId27" imgW="927000" imgH="355320" progId="Equation.DSMT4">
                  <p:embed/>
                  <p:pic>
                    <p:nvPicPr>
                      <p:cNvPr id="8" name="对象 7"/>
                      <p:cNvPicPr>
                        <a:picLocks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7602" y="2424154"/>
                        <a:ext cx="927000" cy="355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/>
          </p:cNvGraphicFramePr>
          <p:nvPr>
            <p:extLst/>
          </p:nvPr>
        </p:nvGraphicFramePr>
        <p:xfrm>
          <a:off x="5701532" y="2223620"/>
          <a:ext cx="1079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84" name="Equation" r:id="rId29" imgW="25908000" imgH="18897600" progId="Equation.DSMT4">
                  <p:embed/>
                </p:oleObj>
              </mc:Choice>
              <mc:Fallback>
                <p:oleObj name="Equation" r:id="rId29" imgW="25908000" imgH="18897600" progId="Equation.DSMT4">
                  <p:embed/>
                  <p:pic>
                    <p:nvPicPr>
                      <p:cNvPr id="9" name="对象 8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1532" y="2223620"/>
                        <a:ext cx="10795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4044841" y="465583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可导，求</a:t>
            </a: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E411580F-E8CC-4765-82B9-A428A41F5FF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469119" y="55728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85" name="Equation" r:id="rId31" imgW="14935200" imgH="8229600" progId="Equation.DSMT4">
                  <p:embed/>
                </p:oleObj>
              </mc:Choice>
              <mc:Fallback>
                <p:oleObj name="Equation" r:id="rId31" imgW="14935200" imgH="82296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E411580F-E8CC-4765-82B9-A428A41F5F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9119" y="557283"/>
                        <a:ext cx="622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/>
      <p:bldP spid="4" grpId="0"/>
      <p:bldP spid="24" grpId="0"/>
      <p:bldP spid="25" grpId="0"/>
      <p:bldP spid="27" grpId="0"/>
      <p:bldP spid="28" grpId="0"/>
      <p:bldP spid="32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683568" y="555526"/>
            <a:ext cx="8460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+mn-ea"/>
              </a:rPr>
              <a:t>推广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复合函数的链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导法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则可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推广到多个中间变量的情形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83568" y="1173981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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</a:p>
        </p:txBody>
      </p:sp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2523852" y="1220738"/>
          <a:ext cx="3416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26" name="Equation" r:id="rId4" imgW="81991200" imgH="8229600" progId="Equation.DSMT4">
                  <p:embed/>
                </p:oleObj>
              </mc:Choice>
              <mc:Fallback>
                <p:oleObj name="Equation" r:id="rId4" imgW="81991200" imgH="8229600" progId="Equation.DSMT4">
                  <p:embed/>
                  <p:pic>
                    <p:nvPicPr>
                      <p:cNvPr id="2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3852" y="1220738"/>
                        <a:ext cx="3416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/>
        </p:nvGraphicFramePr>
        <p:xfrm>
          <a:off x="1475656" y="2499742"/>
          <a:ext cx="622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27" name="Equation" r:id="rId6" imgW="14935200" imgH="17678400" progId="Equation.DSMT4">
                  <p:embed/>
                </p:oleObj>
              </mc:Choice>
              <mc:Fallback>
                <p:oleObj name="Equation" r:id="rId6" imgW="14935200" imgH="17678400" progId="Equation.DSMT4">
                  <p:embed/>
                  <p:pic>
                    <p:nvPicPr>
                      <p:cNvPr id="2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499742"/>
                        <a:ext cx="622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5868144" y="1164689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关于各自的自变量都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24"/>
          <p:cNvGraphicFramePr>
            <a:graphicFrameLocks noChangeAspect="1"/>
          </p:cNvGraphicFramePr>
          <p:nvPr/>
        </p:nvGraphicFramePr>
        <p:xfrm>
          <a:off x="3131840" y="2499866"/>
          <a:ext cx="723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28" name="Equation" r:id="rId8" imgW="17373600" imgH="17678400" progId="Equation.DSMT4">
                  <p:embed/>
                </p:oleObj>
              </mc:Choice>
              <mc:Fallback>
                <p:oleObj name="Equation" r:id="rId8" imgW="17373600" imgH="17678400" progId="Equation.DSMT4">
                  <p:embed/>
                  <p:pic>
                    <p:nvPicPr>
                      <p:cNvPr id="1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2499866"/>
                        <a:ext cx="723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/>
          <p:cNvGraphicFramePr>
            <a:graphicFrameLocks noChangeAspect="1"/>
          </p:cNvGraphicFramePr>
          <p:nvPr/>
        </p:nvGraphicFramePr>
        <p:xfrm>
          <a:off x="4996904" y="2720975"/>
          <a:ext cx="2311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29" name="Equation" r:id="rId10" imgW="55473600" imgH="8534400" progId="Equation.DSMT4">
                  <p:embed/>
                </p:oleObj>
              </mc:Choice>
              <mc:Fallback>
                <p:oleObj name="Equation" r:id="rId10" imgW="55473600" imgH="8534400" progId="Equation.DSMT4">
                  <p:embed/>
                  <p:pic>
                    <p:nvPicPr>
                      <p:cNvPr id="1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6904" y="2720975"/>
                        <a:ext cx="23114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/>
          <p:cNvGraphicFramePr>
            <a:graphicFrameLocks noChangeAspect="1"/>
          </p:cNvGraphicFramePr>
          <p:nvPr>
            <p:extLst/>
          </p:nvPr>
        </p:nvGraphicFramePr>
        <p:xfrm>
          <a:off x="3846487" y="2499742"/>
          <a:ext cx="495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30" name="Equation" r:id="rId12" imgW="11887200" imgH="17678400" progId="Equation.DSMT4">
                  <p:embed/>
                </p:oleObj>
              </mc:Choice>
              <mc:Fallback>
                <p:oleObj name="Equation" r:id="rId12" imgW="11887200" imgH="17678400" progId="Equation.DSMT4">
                  <p:embed/>
                  <p:pic>
                    <p:nvPicPr>
                      <p:cNvPr id="13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6487" y="2499742"/>
                        <a:ext cx="495300" cy="736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/>
          <p:cNvGraphicFramePr>
            <a:graphicFrameLocks noChangeAspect="1"/>
          </p:cNvGraphicFramePr>
          <p:nvPr>
            <p:extLst/>
          </p:nvPr>
        </p:nvGraphicFramePr>
        <p:xfrm>
          <a:off x="4407148" y="2499866"/>
          <a:ext cx="596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31" name="Equation" r:id="rId14" imgW="14325600" imgH="17678400" progId="Equation.DSMT4">
                  <p:embed/>
                </p:oleObj>
              </mc:Choice>
              <mc:Fallback>
                <p:oleObj name="Equation" r:id="rId14" imgW="14325600" imgH="17678400" progId="Equation.DSMT4">
                  <p:embed/>
                  <p:pic>
                    <p:nvPicPr>
                      <p:cNvPr id="1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7148" y="2499866"/>
                        <a:ext cx="596900" cy="736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/>
          <p:cNvGraphicFramePr>
            <a:graphicFrameLocks noChangeAspect="1"/>
          </p:cNvGraphicFramePr>
          <p:nvPr/>
        </p:nvGraphicFramePr>
        <p:xfrm>
          <a:off x="2097956" y="2499742"/>
          <a:ext cx="495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32" name="Equation" r:id="rId16" imgW="11887200" imgH="17678400" progId="Equation.DSMT4">
                  <p:embed/>
                </p:oleObj>
              </mc:Choice>
              <mc:Fallback>
                <p:oleObj name="Equation" r:id="rId16" imgW="11887200" imgH="17678400" progId="Equation.DSMT4">
                  <p:embed/>
                  <p:pic>
                    <p:nvPicPr>
                      <p:cNvPr id="1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956" y="2499742"/>
                        <a:ext cx="495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4"/>
          <p:cNvGraphicFramePr>
            <a:graphicFrameLocks noChangeAspect="1"/>
          </p:cNvGraphicFramePr>
          <p:nvPr>
            <p:extLst/>
          </p:nvPr>
        </p:nvGraphicFramePr>
        <p:xfrm>
          <a:off x="2627784" y="2499866"/>
          <a:ext cx="406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33" name="Equation" r:id="rId18" imgW="9753600" imgH="17678400" progId="Equation.DSMT4">
                  <p:embed/>
                </p:oleObj>
              </mc:Choice>
              <mc:Fallback>
                <p:oleObj name="Equation" r:id="rId18" imgW="9753600" imgH="17678400" progId="Equation.DSMT4">
                  <p:embed/>
                  <p:pic>
                    <p:nvPicPr>
                      <p:cNvPr id="17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499866"/>
                        <a:ext cx="406400" cy="736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/>
          </p:cNvGraphicFramePr>
          <p:nvPr>
            <p:extLst/>
          </p:nvPr>
        </p:nvGraphicFramePr>
        <p:xfrm>
          <a:off x="1356188" y="3985894"/>
          <a:ext cx="1778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34" name="Equation" r:id="rId20" imgW="42672000" imgH="17068800" progId="Equation.DSMT4">
                  <p:embed/>
                </p:oleObj>
              </mc:Choice>
              <mc:Fallback>
                <p:oleObj name="Equation" r:id="rId20" imgW="42672000" imgH="17068800" progId="Equation.DSMT4">
                  <p:embed/>
                  <p:pic>
                    <p:nvPicPr>
                      <p:cNvPr id="18" name="对象 17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6188" y="3985894"/>
                        <a:ext cx="1778000" cy="711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round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73"/>
          <p:cNvSpPr txBox="1"/>
          <p:nvPr/>
        </p:nvSpPr>
        <p:spPr>
          <a:xfrm>
            <a:off x="3993279" y="4110661"/>
            <a:ext cx="1424638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沿线相乘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51520" y="1751335"/>
            <a:ext cx="7056784" cy="461665"/>
            <a:chOff x="251520" y="1751335"/>
            <a:chExt cx="7056784" cy="461665"/>
          </a:xfrm>
        </p:grpSpPr>
        <p:sp>
          <p:nvSpPr>
            <p:cNvPr id="23" name="文本框 22"/>
            <p:cNvSpPr txBox="1"/>
            <p:nvPr/>
          </p:nvSpPr>
          <p:spPr>
            <a:xfrm>
              <a:off x="251520" y="1751335"/>
              <a:ext cx="70567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是可导的，</a:t>
              </a:r>
              <a:r>
                <a:rPr lang="zh-CN" altLang="en-US" sz="2400" b="1" dirty="0">
                  <a:latin typeface="+mn-ea"/>
                </a:rPr>
                <a:t>则复合函数             可导，</a:t>
              </a:r>
            </a:p>
          </p:txBody>
        </p:sp>
        <p:graphicFrame>
          <p:nvGraphicFramePr>
            <p:cNvPr id="20" name="Object 24"/>
            <p:cNvGraphicFramePr>
              <a:graphicFrameLocks noChangeAspect="1"/>
            </p:cNvGraphicFramePr>
            <p:nvPr/>
          </p:nvGraphicFramePr>
          <p:xfrm>
            <a:off x="3419872" y="1797050"/>
            <a:ext cx="193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835" name="Equation" r:id="rId22" imgW="46329600" imgH="8229600" progId="Equation.DSMT4">
                    <p:embed/>
                  </p:oleObj>
                </mc:Choice>
                <mc:Fallback>
                  <p:oleObj name="Equation" r:id="rId22" imgW="46329600" imgH="8229600" progId="Equation.DSMT4">
                    <p:embed/>
                    <p:pic>
                      <p:nvPicPr>
                        <p:cNvPr id="2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872" y="1797050"/>
                          <a:ext cx="19304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24"/>
          <p:cNvGraphicFramePr>
            <a:graphicFrameLocks noChangeAspect="1"/>
          </p:cNvGraphicFramePr>
          <p:nvPr>
            <p:extLst/>
          </p:nvPr>
        </p:nvGraphicFramePr>
        <p:xfrm>
          <a:off x="2750840" y="3523084"/>
          <a:ext cx="1485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36" name="Equation" r:id="rId24" imgW="35661600" imgH="8229600" progId="Equation.DSMT4">
                  <p:embed/>
                </p:oleObj>
              </mc:Choice>
              <mc:Fallback>
                <p:oleObj name="Equation" r:id="rId24" imgW="35661600" imgH="8229600" progId="Equation.DSMT4">
                  <p:embed/>
                  <p:pic>
                    <p:nvPicPr>
                      <p:cNvPr id="2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0840" y="3523084"/>
                        <a:ext cx="1485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/>
          </p:cNvGraphicFramePr>
          <p:nvPr>
            <p:extLst/>
          </p:nvPr>
        </p:nvGraphicFramePr>
        <p:xfrm>
          <a:off x="1386756" y="3504600"/>
          <a:ext cx="120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37" name="Equation" r:id="rId26" imgW="28956000" imgH="8229600" progId="Equation.DSMT4">
                  <p:embed/>
                </p:oleObj>
              </mc:Choice>
              <mc:Fallback>
                <p:oleObj name="Equation" r:id="rId26" imgW="28956000" imgH="8229600" progId="Equation.DSMT4">
                  <p:embed/>
                  <p:pic>
                    <p:nvPicPr>
                      <p:cNvPr id="4" name="对象 3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6756" y="3504600"/>
                        <a:ext cx="1206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/>
      <p:bldP spid="19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对象 21"/>
          <p:cNvGraphicFramePr>
            <a:graphicFrameLocks/>
          </p:cNvGraphicFramePr>
          <p:nvPr>
            <p:extLst/>
          </p:nvPr>
        </p:nvGraphicFramePr>
        <p:xfrm>
          <a:off x="3658666" y="1469305"/>
          <a:ext cx="1384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00" name="Equation" r:id="rId3" imgW="33223200" imgH="17678400" progId="Equation.DSMT4">
                  <p:embed/>
                </p:oleObj>
              </mc:Choice>
              <mc:Fallback>
                <p:oleObj name="Equation" r:id="rId3" imgW="33223200" imgH="17678400" progId="Equation.DSMT4">
                  <p:embed/>
                  <p:pic>
                    <p:nvPicPr>
                      <p:cNvPr id="22" name="对象 2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8666" y="1469305"/>
                        <a:ext cx="1384300" cy="73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/>
          </p:cNvGraphicFramePr>
          <p:nvPr>
            <p:extLst/>
          </p:nvPr>
        </p:nvGraphicFramePr>
        <p:xfrm>
          <a:off x="6520191" y="3192463"/>
          <a:ext cx="104112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01" name="Equation" r:id="rId5" imgW="1041120" imgH="812520" progId="Equation.DSMT4">
                  <p:embed/>
                </p:oleObj>
              </mc:Choice>
              <mc:Fallback>
                <p:oleObj name="Equation" r:id="rId5" imgW="1041120" imgH="812520" progId="Equation.DSMT4">
                  <p:embed/>
                  <p:pic>
                    <p:nvPicPr>
                      <p:cNvPr id="21" name="对象 20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0191" y="3192463"/>
                        <a:ext cx="1041120" cy="8125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467544" y="483518"/>
            <a:ext cx="7128792" cy="736600"/>
            <a:chOff x="899592" y="483518"/>
            <a:chExt cx="7128792" cy="736600"/>
          </a:xfrm>
        </p:grpSpPr>
        <p:sp>
          <p:nvSpPr>
            <p:cNvPr id="3" name="TextBox 11"/>
            <p:cNvSpPr txBox="1"/>
            <p:nvPr/>
          </p:nvSpPr>
          <p:spPr>
            <a:xfrm>
              <a:off x="899592" y="642143"/>
              <a:ext cx="7128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-US" altLang="zh-CN" sz="2400" b="1" dirty="0">
                  <a:latin typeface="+mn-ea"/>
                </a:rPr>
                <a:t>  </a:t>
              </a:r>
              <a:r>
                <a:rPr lang="zh-CN" altLang="zh-CN" sz="2400" b="1" dirty="0">
                  <a:latin typeface="+mn-ea"/>
                </a:rPr>
                <a:t>设</a:t>
              </a:r>
              <a:r>
                <a:rPr lang="en-US" altLang="zh-CN" sz="2400" b="1" dirty="0">
                  <a:latin typeface="+mn-ea"/>
                </a:rPr>
                <a:t>               , </a:t>
              </a:r>
              <a:r>
                <a:rPr lang="zh-CN" altLang="zh-CN" sz="2400" b="1" dirty="0">
                  <a:latin typeface="+mn-ea"/>
                </a:rPr>
                <a:t>求</a:t>
              </a:r>
              <a:r>
                <a:rPr lang="en-US" altLang="zh-CN" sz="2400" b="1" dirty="0">
                  <a:latin typeface="+mn-ea"/>
                </a:rPr>
                <a:t>  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4" name="对象 3"/>
            <p:cNvGraphicFramePr>
              <a:graphicFrameLocks/>
            </p:cNvGraphicFramePr>
            <p:nvPr/>
          </p:nvGraphicFramePr>
          <p:xfrm>
            <a:off x="2267744" y="589682"/>
            <a:ext cx="22606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902" name="Equation" r:id="rId7" imgW="54254400" imgH="11277600" progId="Equation.DSMT4">
                    <p:embed/>
                  </p:oleObj>
                </mc:Choice>
                <mc:Fallback>
                  <p:oleObj name="Equation" r:id="rId7" imgW="54254400" imgH="11277600" progId="Equation.DSMT4">
                    <p:embed/>
                    <p:pic>
                      <p:nvPicPr>
                        <p:cNvPr id="4" name="对象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7744" y="589682"/>
                          <a:ext cx="2260600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/>
            </p:cNvGraphicFramePr>
            <p:nvPr/>
          </p:nvGraphicFramePr>
          <p:xfrm>
            <a:off x="5220072" y="483518"/>
            <a:ext cx="457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903" name="Equation" r:id="rId9" imgW="10972800" imgH="17678400" progId="Equation.DSMT4">
                    <p:embed/>
                  </p:oleObj>
                </mc:Choice>
                <mc:Fallback>
                  <p:oleObj name="Equation" r:id="rId9" imgW="10972800" imgH="17678400" progId="Equation.DSMT4">
                    <p:embed/>
                    <p:pic>
                      <p:nvPicPr>
                        <p:cNvPr id="5" name="对象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0072" y="483518"/>
                          <a:ext cx="4572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/>
          <p:cNvGraphicFramePr>
            <a:graphicFrameLocks/>
          </p:cNvGraphicFramePr>
          <p:nvPr>
            <p:extLst/>
          </p:nvPr>
        </p:nvGraphicFramePr>
        <p:xfrm>
          <a:off x="1332066" y="3192463"/>
          <a:ext cx="1752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04" name="Equation" r:id="rId11" imgW="42062400" imgH="19507200" progId="Equation.DSMT4">
                  <p:embed/>
                </p:oleObj>
              </mc:Choice>
              <mc:Fallback>
                <p:oleObj name="Equation" r:id="rId11" imgW="42062400" imgH="19507200" progId="Equation.DSMT4">
                  <p:embed/>
                  <p:pic>
                    <p:nvPicPr>
                      <p:cNvPr id="8" name="对象 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2066" y="3192463"/>
                        <a:ext cx="17526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5"/>
          <p:cNvSpPr txBox="1"/>
          <p:nvPr/>
        </p:nvSpPr>
        <p:spPr>
          <a:xfrm>
            <a:off x="467544" y="1606773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/>
          </p:cNvGraphicFramePr>
          <p:nvPr/>
        </p:nvGraphicFramePr>
        <p:xfrm>
          <a:off x="1115616" y="1707654"/>
          <a:ext cx="520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05" name="Equation" r:id="rId13" imgW="12496800" imgH="8534400" progId="Equation.DSMT4">
                  <p:embed/>
                </p:oleObj>
              </mc:Choice>
              <mc:Fallback>
                <p:oleObj name="Equation" r:id="rId13" imgW="12496800" imgH="8534400" progId="Equation.DSMT4">
                  <p:embed/>
                  <p:pic>
                    <p:nvPicPr>
                      <p:cNvPr id="12" name="对象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1707654"/>
                        <a:ext cx="5207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0"/>
          <p:cNvGraphicFramePr>
            <a:graphicFrameLocks noChangeAspect="1"/>
          </p:cNvGraphicFramePr>
          <p:nvPr/>
        </p:nvGraphicFramePr>
        <p:xfrm>
          <a:off x="6202300" y="1623269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06" name="Equation" r:id="rId15" imgW="4876800" imgH="3962400" progId="Equation.DSMT4">
                  <p:embed/>
                </p:oleObj>
              </mc:Choice>
              <mc:Fallback>
                <p:oleObj name="Equation" r:id="rId15" imgW="4876800" imgH="3962400" progId="Equation.DSMT4">
                  <p:embed/>
                  <p:pic>
                    <p:nvPicPr>
                      <p:cNvPr id="1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2300" y="1623269"/>
                        <a:ext cx="203200" cy="16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/>
          </p:cNvGraphicFramePr>
          <p:nvPr/>
        </p:nvGraphicFramePr>
        <p:xfrm>
          <a:off x="1647825" y="1462088"/>
          <a:ext cx="1993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07" name="Equation" r:id="rId17" imgW="47853600" imgH="22860000" progId="Equation.DSMT4">
                  <p:embed/>
                </p:oleObj>
              </mc:Choice>
              <mc:Fallback>
                <p:oleObj name="Equation" r:id="rId17" imgW="47853600" imgH="22860000" progId="Equation.DSMT4">
                  <p:embed/>
                  <p:pic>
                    <p:nvPicPr>
                      <p:cNvPr id="6" name="对象 5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825" y="1462088"/>
                        <a:ext cx="1993900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/>
          </p:cNvGraphicFramePr>
          <p:nvPr/>
        </p:nvGraphicFramePr>
        <p:xfrm>
          <a:off x="6444208" y="592528"/>
          <a:ext cx="1384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08" name="Equation" r:id="rId19" imgW="33223200" imgH="17678400" progId="Equation.DSMT4">
                  <p:embed/>
                </p:oleObj>
              </mc:Choice>
              <mc:Fallback>
                <p:oleObj name="Equation" r:id="rId19" imgW="33223200" imgH="17678400" progId="Equation.DSMT4">
                  <p:embed/>
                  <p:pic>
                    <p:nvPicPr>
                      <p:cNvPr id="13" name="对象 1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592528"/>
                        <a:ext cx="1384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/>
          </p:cNvGraphicFramePr>
          <p:nvPr/>
        </p:nvGraphicFramePr>
        <p:xfrm>
          <a:off x="6444208" y="1326902"/>
          <a:ext cx="1130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09" name="Equation" r:id="rId20" imgW="27127200" imgH="19507200" progId="Equation.DSMT4">
                  <p:embed/>
                </p:oleObj>
              </mc:Choice>
              <mc:Fallback>
                <p:oleObj name="Equation" r:id="rId20" imgW="27127200" imgH="19507200" progId="Equation.DSMT4">
                  <p:embed/>
                  <p:pic>
                    <p:nvPicPr>
                      <p:cNvPr id="17" name="对象 16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1326902"/>
                        <a:ext cx="11303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/>
          </p:cNvGraphicFramePr>
          <p:nvPr/>
        </p:nvGraphicFramePr>
        <p:xfrm>
          <a:off x="7524328" y="1496566"/>
          <a:ext cx="1016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10" name="Equation" r:id="rId22" imgW="24384000" imgH="9753600" progId="Equation.DSMT4">
                  <p:embed/>
                </p:oleObj>
              </mc:Choice>
              <mc:Fallback>
                <p:oleObj name="Equation" r:id="rId22" imgW="24384000" imgH="9753600" progId="Equation.DSMT4">
                  <p:embed/>
                  <p:pic>
                    <p:nvPicPr>
                      <p:cNvPr id="18" name="对象 17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328" y="1496566"/>
                        <a:ext cx="1016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/>
          </p:cNvGraphicFramePr>
          <p:nvPr/>
        </p:nvGraphicFramePr>
        <p:xfrm>
          <a:off x="6228184" y="2193925"/>
          <a:ext cx="1358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11" name="Equation" r:id="rId24" imgW="32613600" imgH="19507200" progId="Equation.DSMT4">
                  <p:embed/>
                </p:oleObj>
              </mc:Choice>
              <mc:Fallback>
                <p:oleObj name="Equation" r:id="rId24" imgW="32613600" imgH="19507200" progId="Equation.DSMT4">
                  <p:embed/>
                  <p:pic>
                    <p:nvPicPr>
                      <p:cNvPr id="19" name="对象 18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2193925"/>
                        <a:ext cx="13589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/>
          </p:cNvGraphicFramePr>
          <p:nvPr/>
        </p:nvGraphicFramePr>
        <p:xfrm>
          <a:off x="6228184" y="3516313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12" name="Equation" r:id="rId26" imgW="4876800" imgH="3962400" progId="Equation.DSMT4">
                  <p:embed/>
                </p:oleObj>
              </mc:Choice>
              <mc:Fallback>
                <p:oleObj name="Equation" r:id="rId26" imgW="4876800" imgH="3962400" progId="Equation.DSMT4">
                  <p:embed/>
                  <p:pic>
                    <p:nvPicPr>
                      <p:cNvPr id="20" name="对象 19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3516313"/>
                        <a:ext cx="203200" cy="16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/>
          </p:cNvGraphicFramePr>
          <p:nvPr>
            <p:extLst/>
          </p:nvPr>
        </p:nvGraphicFramePr>
        <p:xfrm>
          <a:off x="3131125" y="2709863"/>
          <a:ext cx="25400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13" name="Equation" r:id="rId28" imgW="60960000" imgH="42672000" progId="Equation.DSMT4">
                  <p:embed/>
                </p:oleObj>
              </mc:Choice>
              <mc:Fallback>
                <p:oleObj name="Equation" r:id="rId28" imgW="60960000" imgH="42672000" progId="Equation.DSMT4">
                  <p:embed/>
                  <p:pic>
                    <p:nvPicPr>
                      <p:cNvPr id="24" name="对象 23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125" y="2709863"/>
                        <a:ext cx="25400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2885D03-36A2-4BEB-9955-D19FD0D7C966}"/>
              </a:ext>
            </a:extLst>
          </p:cNvPr>
          <p:cNvCxnSpPr>
            <a:cxnSpLocks/>
          </p:cNvCxnSpPr>
          <p:nvPr/>
        </p:nvCxnSpPr>
        <p:spPr>
          <a:xfrm flipH="1">
            <a:off x="5671126" y="339502"/>
            <a:ext cx="38707" cy="480399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3379804" y="2213355"/>
            <a:ext cx="1213156" cy="628253"/>
          </a:xfrm>
          <a:prstGeom prst="rect">
            <a:avLst/>
          </a:prstGeom>
          <a:solidFill>
            <a:srgbClr val="FFFF00"/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899592" y="377947"/>
            <a:ext cx="4392488" cy="736600"/>
            <a:chOff x="935088" y="2546969"/>
            <a:chExt cx="4392488" cy="736600"/>
          </a:xfrm>
        </p:grpSpPr>
        <p:sp>
          <p:nvSpPr>
            <p:cNvPr id="3" name="TextBox 11"/>
            <p:cNvSpPr txBox="1"/>
            <p:nvPr/>
          </p:nvSpPr>
          <p:spPr>
            <a:xfrm>
              <a:off x="935088" y="2684437"/>
              <a:ext cx="43924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400" b="1" dirty="0">
                  <a:latin typeface="+mn-ea"/>
                </a:rPr>
                <a:t>  </a:t>
              </a:r>
              <a:r>
                <a:rPr lang="zh-CN" altLang="zh-CN" sz="2400" b="1" dirty="0">
                  <a:latin typeface="+mn-ea"/>
                </a:rPr>
                <a:t>设</a:t>
              </a:r>
              <a:r>
                <a:rPr lang="en-US" altLang="zh-CN" sz="2400" b="1" dirty="0">
                  <a:latin typeface="+mn-ea"/>
                </a:rPr>
                <a:t>          </a:t>
              </a:r>
              <a:r>
                <a:rPr lang="en-US" altLang="zh-CN" sz="2400" dirty="0">
                  <a:latin typeface="+mn-ea"/>
                </a:rPr>
                <a:t>  </a:t>
              </a:r>
              <a:r>
                <a:rPr lang="zh-CN" altLang="zh-CN" sz="2400" b="1" dirty="0">
                  <a:latin typeface="+mn-ea"/>
                </a:rPr>
                <a:t>求</a:t>
              </a: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>
                  <a:latin typeface="+mn-ea"/>
                  <a:sym typeface="Symbol" panose="05050102010706020507"/>
                </a:rPr>
                <a:t></a:t>
              </a:r>
              <a:endParaRPr lang="zh-CN" altLang="en-US" sz="2400" dirty="0">
                <a:latin typeface="+mn-ea"/>
              </a:endParaRPr>
            </a:p>
          </p:txBody>
        </p:sp>
        <p:graphicFrame>
          <p:nvGraphicFramePr>
            <p:cNvPr id="4" name="对象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1300756"/>
                </p:ext>
              </p:extLst>
            </p:nvPr>
          </p:nvGraphicFramePr>
          <p:xfrm>
            <a:off x="2280432" y="2675463"/>
            <a:ext cx="17018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867" name="Equation" r:id="rId3" imgW="40843200" imgH="9753600" progId="Equation.DSMT4">
                    <p:embed/>
                  </p:oleObj>
                </mc:Choice>
                <mc:Fallback>
                  <p:oleObj name="Equation" r:id="rId3" imgW="40843200" imgH="9753600" progId="Equation.DSMT4">
                    <p:embed/>
                    <p:pic>
                      <p:nvPicPr>
                        <p:cNvPr id="4" name="对象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0432" y="2675463"/>
                          <a:ext cx="17018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73466678"/>
                </p:ext>
              </p:extLst>
            </p:nvPr>
          </p:nvGraphicFramePr>
          <p:xfrm>
            <a:off x="4437956" y="2546969"/>
            <a:ext cx="381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868" name="Equation" r:id="rId5" imgW="9144000" imgH="17678400" progId="Equation.DSMT4">
                    <p:embed/>
                  </p:oleObj>
                </mc:Choice>
                <mc:Fallback>
                  <p:oleObj name="Equation" r:id="rId5" imgW="9144000" imgH="17678400" progId="Equation.DSMT4">
                    <p:embed/>
                    <p:pic>
                      <p:nvPicPr>
                        <p:cNvPr id="5" name="对象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7956" y="2546969"/>
                          <a:ext cx="3810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15"/>
          <p:cNvSpPr txBox="1"/>
          <p:nvPr/>
        </p:nvSpPr>
        <p:spPr>
          <a:xfrm>
            <a:off x="899592" y="1462013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619672" y="1347614"/>
          <a:ext cx="38100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69" name="Equation" r:id="rId7" imgW="9144000" imgH="17678400" progId="Equation.DSMT4">
                  <p:embed/>
                </p:oleObj>
              </mc:Choice>
              <mc:Fallback>
                <p:oleObj name="Equation" r:id="rId7" imgW="9144000" imgH="1767840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1347614"/>
                        <a:ext cx="381000" cy="747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072680" y="3065463"/>
          <a:ext cx="1312862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70" name="Equation" r:id="rId9" imgW="31394400" imgH="18897600" progId="Equation.DSMT4">
                  <p:embed/>
                </p:oleObj>
              </mc:Choice>
              <mc:Fallback>
                <p:oleObj name="Equation" r:id="rId9" imgW="31394400" imgH="188976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2680" y="3065463"/>
                        <a:ext cx="1312862" cy="801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/>
          </p:cNvGraphicFramePr>
          <p:nvPr/>
        </p:nvGraphicFramePr>
        <p:xfrm>
          <a:off x="2060724" y="2139950"/>
          <a:ext cx="1308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71" name="Equation" r:id="rId11" imgW="31394400" imgH="18897600" progId="Equation.DSMT4">
                  <p:embed/>
                </p:oleObj>
              </mc:Choice>
              <mc:Fallback>
                <p:oleObj name="Equation" r:id="rId11" imgW="31394400" imgH="18897600" progId="Equation.DSMT4">
                  <p:embed/>
                  <p:pic>
                    <p:nvPicPr>
                      <p:cNvPr id="9" name="对象 8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724" y="2139950"/>
                        <a:ext cx="13081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968500" y="4103688"/>
          <a:ext cx="16811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72" name="Equation" r:id="rId13" imgW="40233600" imgH="9753600" progId="Equation.DSMT4">
                  <p:embed/>
                </p:oleObj>
              </mc:Choice>
              <mc:Fallback>
                <p:oleObj name="Equation" r:id="rId13" imgW="40233600" imgH="9753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4103688"/>
                        <a:ext cx="1681163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/>
          </p:cNvGraphicFramePr>
          <p:nvPr/>
        </p:nvGraphicFramePr>
        <p:xfrm>
          <a:off x="2085504" y="1681559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73" name="Equation" r:id="rId15" imgW="4876800" imgH="3962400" progId="Equation.DSMT4">
                  <p:embed/>
                </p:oleObj>
              </mc:Choice>
              <mc:Fallback>
                <p:oleObj name="Equation" r:id="rId15" imgW="4876800" imgH="3962400" progId="Equation.DSMT4">
                  <p:embed/>
                  <p:pic>
                    <p:nvPicPr>
                      <p:cNvPr id="23" name="对象 22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504" y="1681559"/>
                        <a:ext cx="203200" cy="16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/>
          </p:cNvGraphicFramePr>
          <p:nvPr/>
        </p:nvGraphicFramePr>
        <p:xfrm>
          <a:off x="2348496" y="1530549"/>
          <a:ext cx="1435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74" name="Equation" r:id="rId17" imgW="34442400" imgH="9753600" progId="Equation.DSMT4">
                  <p:embed/>
                </p:oleObj>
              </mc:Choice>
              <mc:Fallback>
                <p:oleObj name="Equation" r:id="rId17" imgW="34442400" imgH="9753600" progId="Equation.DSMT4">
                  <p:embed/>
                  <p:pic>
                    <p:nvPicPr>
                      <p:cNvPr id="24" name="对象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8496" y="1530549"/>
                        <a:ext cx="1435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/>
          </p:cNvGraphicFramePr>
          <p:nvPr/>
        </p:nvGraphicFramePr>
        <p:xfrm>
          <a:off x="3437260" y="2355726"/>
          <a:ext cx="1155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75" name="Equation" r:id="rId19" imgW="27736800" imgH="9753600" progId="Equation.DSMT4">
                  <p:embed/>
                </p:oleObj>
              </mc:Choice>
              <mc:Fallback>
                <p:oleObj name="Equation" r:id="rId19" imgW="27736800" imgH="9753600" progId="Equation.DSMT4">
                  <p:embed/>
                  <p:pic>
                    <p:nvPicPr>
                      <p:cNvPr id="21" name="对象 20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7260" y="2355726"/>
                        <a:ext cx="1155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/>
          </p:nvPr>
        </p:nvGraphicFramePr>
        <p:xfrm>
          <a:off x="3391222" y="3237533"/>
          <a:ext cx="12477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76" name="Equation" r:id="rId21" imgW="29870400" imgH="9753600" progId="Equation.DSMT4">
                  <p:embed/>
                </p:oleObj>
              </mc:Choice>
              <mc:Fallback>
                <p:oleObj name="Equation" r:id="rId21" imgW="29870400" imgH="97536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1222" y="3237533"/>
                        <a:ext cx="1247775" cy="4143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rgbClr val="FFC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4676452" y="3237533"/>
          <a:ext cx="636588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77" name="Equation" r:id="rId23" imgW="15240000" imgH="9753600" progId="Equation.DSMT4">
                  <p:embed/>
                </p:oleObj>
              </mc:Choice>
              <mc:Fallback>
                <p:oleObj name="Equation" r:id="rId23" imgW="15240000" imgH="9753600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6452" y="3237533"/>
                        <a:ext cx="636588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 51"/>
          <p:cNvSpPr txBox="1"/>
          <p:nvPr/>
        </p:nvSpPr>
        <p:spPr>
          <a:xfrm>
            <a:off x="1318996" y="1251594"/>
            <a:ext cx="576064" cy="828000"/>
          </a:xfrm>
          <a:prstGeom prst="rect">
            <a:avLst/>
          </a:prstGeom>
          <a:solidFill>
            <a:schemeClr val="bg1"/>
          </a:solidFill>
          <a:ln w="19050">
            <a:solidFill>
              <a:srgbClr val="FF505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64" name="组合 63"/>
          <p:cNvGrpSpPr/>
          <p:nvPr/>
        </p:nvGrpSpPr>
        <p:grpSpPr>
          <a:xfrm>
            <a:off x="3288544" y="566019"/>
            <a:ext cx="4248472" cy="461890"/>
            <a:chOff x="683569" y="555301"/>
            <a:chExt cx="4248472" cy="461890"/>
          </a:xfrm>
        </p:grpSpPr>
        <p:sp>
          <p:nvSpPr>
            <p:cNvPr id="2" name="文本框 1"/>
            <p:cNvSpPr txBox="1"/>
            <p:nvPr/>
          </p:nvSpPr>
          <p:spPr>
            <a:xfrm>
              <a:off x="683569" y="555526"/>
              <a:ext cx="42484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如何求                      的导数呢？</a:t>
              </a:r>
            </a:p>
          </p:txBody>
        </p:sp>
        <p:graphicFrame>
          <p:nvGraphicFramePr>
            <p:cNvPr id="24" name="对象 23"/>
            <p:cNvGraphicFramePr>
              <a:graphicFrameLocks/>
            </p:cNvGraphicFramePr>
            <p:nvPr/>
          </p:nvGraphicFramePr>
          <p:xfrm>
            <a:off x="1731841" y="555301"/>
            <a:ext cx="1612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16" name="Equation" r:id="rId3" imgW="38709600" imgH="9753600" progId="Equation.DSMT4">
                    <p:embed/>
                  </p:oleObj>
                </mc:Choice>
                <mc:Fallback>
                  <p:oleObj name="Equation" r:id="rId3" imgW="38709600" imgH="9753600" progId="Equation.DSMT4">
                    <p:embed/>
                    <p:pic>
                      <p:nvPicPr>
                        <p:cNvPr id="24" name="对象 2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1841" y="555301"/>
                          <a:ext cx="16129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对象 24"/>
          <p:cNvGraphicFramePr>
            <a:graphicFrameLocks/>
          </p:cNvGraphicFramePr>
          <p:nvPr>
            <p:extLst/>
          </p:nvPr>
        </p:nvGraphicFramePr>
        <p:xfrm>
          <a:off x="1427100" y="1323856"/>
          <a:ext cx="444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17" name="Equation" r:id="rId5" imgW="10668000" imgH="19202400" progId="Equation.DSMT4">
                  <p:embed/>
                </p:oleObj>
              </mc:Choice>
              <mc:Fallback>
                <p:oleObj name="Equation" r:id="rId5" imgW="10668000" imgH="19202400" progId="Equation.DSMT4">
                  <p:embed/>
                  <p:pic>
                    <p:nvPicPr>
                      <p:cNvPr id="25" name="对象 2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100" y="1323856"/>
                        <a:ext cx="4445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/>
          </p:cNvGraphicFramePr>
          <p:nvPr>
            <p:extLst/>
          </p:nvPr>
        </p:nvGraphicFramePr>
        <p:xfrm>
          <a:off x="1909687" y="2519489"/>
          <a:ext cx="339084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18" name="Equation" r:id="rId7" imgW="3390840" imgH="507960" progId="Equation.DSMT4">
                  <p:embed/>
                </p:oleObj>
              </mc:Choice>
              <mc:Fallback>
                <p:oleObj name="Equation" r:id="rId7" imgW="3390840" imgH="507960" progId="Equation.DSMT4">
                  <p:embed/>
                  <p:pic>
                    <p:nvPicPr>
                      <p:cNvPr id="30" name="对象 29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687" y="2519489"/>
                        <a:ext cx="3390840" cy="507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2" name="直接箭头连接符 31"/>
          <p:cNvCxnSpPr>
            <a:cxnSpLocks/>
          </p:cNvCxnSpPr>
          <p:nvPr/>
        </p:nvCxnSpPr>
        <p:spPr>
          <a:xfrm>
            <a:off x="3998431" y="1994554"/>
            <a:ext cx="2778840" cy="74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6808850" y="1382486"/>
            <a:ext cx="2108627" cy="1224136"/>
          </a:xfrm>
          <a:prstGeom prst="rect">
            <a:avLst/>
          </a:prstGeom>
          <a:solidFill>
            <a:srgbClr val="FFFF00"/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1" name="对象 50"/>
          <p:cNvGraphicFramePr>
            <a:graphicFrameLocks/>
          </p:cNvGraphicFramePr>
          <p:nvPr>
            <p:extLst/>
          </p:nvPr>
        </p:nvGraphicFramePr>
        <p:xfrm>
          <a:off x="1925290" y="1629057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19" name="Equation" r:id="rId9" imgW="4876800" imgH="3962400" progId="Equation.DSMT4">
                  <p:embed/>
                </p:oleObj>
              </mc:Choice>
              <mc:Fallback>
                <p:oleObj name="Equation" r:id="rId9" imgW="4876800" imgH="3962400" progId="Equation.DSMT4">
                  <p:embed/>
                  <p:pic>
                    <p:nvPicPr>
                      <p:cNvPr id="51" name="对象 5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290" y="1629057"/>
                        <a:ext cx="203200" cy="1651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/>
          <p:cNvGraphicFramePr>
            <a:graphicFrameLocks/>
          </p:cNvGraphicFramePr>
          <p:nvPr>
            <p:extLst/>
          </p:nvPr>
        </p:nvGraphicFramePr>
        <p:xfrm>
          <a:off x="3960643" y="1483893"/>
          <a:ext cx="152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20" name="Equation" r:id="rId11" imgW="36576000" imgH="9753600" progId="Equation.DSMT4">
                  <p:embed/>
                </p:oleObj>
              </mc:Choice>
              <mc:Fallback>
                <p:oleObj name="Equation" r:id="rId11" imgW="36576000" imgH="9753600" progId="Equation.DSMT4">
                  <p:embed/>
                  <p:pic>
                    <p:nvPicPr>
                      <p:cNvPr id="53" name="对象 52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643" y="1483893"/>
                        <a:ext cx="1524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53"/>
          <p:cNvSpPr txBox="1"/>
          <p:nvPr/>
        </p:nvSpPr>
        <p:spPr>
          <a:xfrm>
            <a:off x="2127858" y="1316150"/>
            <a:ext cx="1846962" cy="828000"/>
          </a:xfrm>
          <a:prstGeom prst="rect">
            <a:avLst/>
          </a:prstGeom>
          <a:solidFill>
            <a:srgbClr val="FFFF00"/>
          </a:solidFill>
          <a:ln w="952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50" name="对象 49"/>
          <p:cNvGraphicFramePr>
            <a:graphicFrameLocks noChangeAspect="1"/>
          </p:cNvGraphicFramePr>
          <p:nvPr>
            <p:extLst/>
          </p:nvPr>
        </p:nvGraphicFramePr>
        <p:xfrm>
          <a:off x="2158720" y="1432583"/>
          <a:ext cx="182278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21" name="Equation" r:id="rId13" imgW="1866600" imgH="507960" progId="Equation.DSMT4">
                  <p:embed/>
                </p:oleObj>
              </mc:Choice>
              <mc:Fallback>
                <p:oleObj name="Equation" r:id="rId13" imgW="1866600" imgH="507960" progId="Equation.DSMT4">
                  <p:embed/>
                  <p:pic>
                    <p:nvPicPr>
                      <p:cNvPr id="50" name="对象 49"/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8720" y="1432583"/>
                        <a:ext cx="1822780" cy="50796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/>
          <p:cNvGraphicFramePr>
            <a:graphicFrameLocks/>
          </p:cNvGraphicFramePr>
          <p:nvPr>
            <p:extLst/>
          </p:nvPr>
        </p:nvGraphicFramePr>
        <p:xfrm>
          <a:off x="6808850" y="1946960"/>
          <a:ext cx="1866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22" name="Equation" r:id="rId15" imgW="44805600" imgH="14020800" progId="Equation.DSMT4">
                  <p:embed/>
                </p:oleObj>
              </mc:Choice>
              <mc:Fallback>
                <p:oleObj name="Equation" r:id="rId15" imgW="44805600" imgH="14020800" progId="Equation.DSMT4">
                  <p:embed/>
                  <p:pic>
                    <p:nvPicPr>
                      <p:cNvPr id="57" name="对象 56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8850" y="1946960"/>
                        <a:ext cx="186690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/>
          <p:cNvGraphicFramePr>
            <a:graphicFrameLocks/>
          </p:cNvGraphicFramePr>
          <p:nvPr>
            <p:extLst/>
          </p:nvPr>
        </p:nvGraphicFramePr>
        <p:xfrm>
          <a:off x="6808850" y="1412279"/>
          <a:ext cx="181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23" name="Equation" r:id="rId17" imgW="43586400" imgH="9753600" progId="Equation.DSMT4">
                  <p:embed/>
                </p:oleObj>
              </mc:Choice>
              <mc:Fallback>
                <p:oleObj name="Equation" r:id="rId17" imgW="43586400" imgH="9753600" progId="Equation.DSMT4">
                  <p:embed/>
                  <p:pic>
                    <p:nvPicPr>
                      <p:cNvPr id="58" name="对象 57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8850" y="1412279"/>
                        <a:ext cx="1816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文本框 15"/>
          <p:cNvSpPr txBox="1"/>
          <p:nvPr/>
        </p:nvSpPr>
        <p:spPr>
          <a:xfrm>
            <a:off x="425128" y="1445276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解答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364351" y="566244"/>
            <a:ext cx="2339752" cy="461665"/>
            <a:chOff x="1279655" y="555526"/>
            <a:chExt cx="2339752" cy="461665"/>
          </a:xfrm>
        </p:grpSpPr>
        <p:sp>
          <p:nvSpPr>
            <p:cNvPr id="3" name="文本框 2"/>
            <p:cNvSpPr txBox="1"/>
            <p:nvPr/>
          </p:nvSpPr>
          <p:spPr>
            <a:xfrm>
              <a:off x="1279655" y="555526"/>
              <a:ext cx="23397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         存在，</a:t>
              </a:r>
              <a:endParaRPr lang="zh-CN" altLang="en-US" dirty="0"/>
            </a:p>
          </p:txBody>
        </p:sp>
        <p:graphicFrame>
          <p:nvGraphicFramePr>
            <p:cNvPr id="26" name="对象 25"/>
            <p:cNvGraphicFramePr>
              <a:graphicFrameLocks/>
            </p:cNvGraphicFramePr>
            <p:nvPr/>
          </p:nvGraphicFramePr>
          <p:xfrm>
            <a:off x="1645996" y="607580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24" name="Equation" r:id="rId19" imgW="16459200" imgH="8534400" progId="Equation.DSMT4">
                    <p:embed/>
                  </p:oleObj>
                </mc:Choice>
                <mc:Fallback>
                  <p:oleObj name="Equation" r:id="rId19" imgW="16459200" imgH="8534400" progId="Equation.DSMT4">
                    <p:embed/>
                    <p:pic>
                      <p:nvPicPr>
                        <p:cNvPr id="26" name="对象 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5996" y="607580"/>
                          <a:ext cx="6858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文本框 3"/>
          <p:cNvSpPr txBox="1"/>
          <p:nvPr/>
        </p:nvSpPr>
        <p:spPr>
          <a:xfrm>
            <a:off x="461368" y="566019"/>
            <a:ext cx="882960" cy="461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64FF"/>
                </a:solidFill>
                <a:latin typeface="宋体" panose="02010600030101010101" pitchFamily="2" charset="-122"/>
              </a:rPr>
              <a:t>思考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EB59773-7B87-4CF1-A27F-E21E1B515756}"/>
              </a:ext>
            </a:extLst>
          </p:cNvPr>
          <p:cNvGrpSpPr/>
          <p:nvPr/>
        </p:nvGrpSpPr>
        <p:grpSpPr>
          <a:xfrm>
            <a:off x="561665" y="3143846"/>
            <a:ext cx="6277786" cy="1398293"/>
            <a:chOff x="407694" y="3116365"/>
            <a:chExt cx="6277786" cy="1398293"/>
          </a:xfrm>
        </p:grpSpPr>
        <p:graphicFrame>
          <p:nvGraphicFramePr>
            <p:cNvPr id="28" name="Object 18">
              <a:extLst>
                <a:ext uri="{FF2B5EF4-FFF2-40B4-BE49-F238E27FC236}">
                  <a16:creationId xmlns:a16="http://schemas.microsoft.com/office/drawing/2014/main" id="{EA4983B4-57AC-4976-AC49-7A486AF906F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995613" y="3282950"/>
            <a:ext cx="2044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25" name="Equation" r:id="rId21" imgW="2044440" imgH="406080" progId="Equation.DSMT4">
                    <p:embed/>
                  </p:oleObj>
                </mc:Choice>
                <mc:Fallback>
                  <p:oleObj name="Equation" r:id="rId21" imgW="2044440" imgH="406080" progId="Equation.DSMT4">
                    <p:embed/>
                    <p:pic>
                      <p:nvPicPr>
                        <p:cNvPr id="28" name="Object 18">
                          <a:extLst>
                            <a:ext uri="{FF2B5EF4-FFF2-40B4-BE49-F238E27FC236}">
                              <a16:creationId xmlns:a16="http://schemas.microsoft.com/office/drawing/2014/main" id="{EA4983B4-57AC-4976-AC49-7A486AF906F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5613" y="3282950"/>
                          <a:ext cx="2044700" cy="406400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rgbClr val="FF0000"/>
                          </a:solidFill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19">
              <a:extLst>
                <a:ext uri="{FF2B5EF4-FFF2-40B4-BE49-F238E27FC236}">
                  <a16:creationId xmlns:a16="http://schemas.microsoft.com/office/drawing/2014/main" id="{2D104025-BDF2-48C7-87F0-A3C9C2E945F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991100" y="3289300"/>
            <a:ext cx="15113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26" name="Equation" r:id="rId23" imgW="1511280" imgH="406080" progId="Equation.DSMT4">
                    <p:embed/>
                  </p:oleObj>
                </mc:Choice>
                <mc:Fallback>
                  <p:oleObj name="Equation" r:id="rId23" imgW="1511280" imgH="406080" progId="Equation.DSMT4">
                    <p:embed/>
                    <p:pic>
                      <p:nvPicPr>
                        <p:cNvPr id="29" name="Object 19">
                          <a:extLst>
                            <a:ext uri="{FF2B5EF4-FFF2-40B4-BE49-F238E27FC236}">
                              <a16:creationId xmlns:a16="http://schemas.microsoft.com/office/drawing/2014/main" id="{2D104025-BDF2-48C7-87F0-A3C9C2E945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1100" y="3289300"/>
                          <a:ext cx="15113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Line 20">
              <a:extLst>
                <a:ext uri="{FF2B5EF4-FFF2-40B4-BE49-F238E27FC236}">
                  <a16:creationId xmlns:a16="http://schemas.microsoft.com/office/drawing/2014/main" id="{5CB0EC10-801A-46A5-9D53-A06DB3F848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8704" y="3695699"/>
              <a:ext cx="372144" cy="48170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" name="Object 21">
              <a:extLst>
                <a:ext uri="{FF2B5EF4-FFF2-40B4-BE49-F238E27FC236}">
                  <a16:creationId xmlns:a16="http://schemas.microsoft.com/office/drawing/2014/main" id="{342EB2D1-932C-4E1A-973F-F4A5B663B43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970980" y="3930458"/>
            <a:ext cx="1714500" cy="584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27" name="Equation" r:id="rId25" imgW="1714320" imgH="583920" progId="Equation.DSMT4">
                    <p:embed/>
                  </p:oleObj>
                </mc:Choice>
                <mc:Fallback>
                  <p:oleObj name="Equation" r:id="rId25" imgW="1714320" imgH="583920" progId="Equation.DSMT4">
                    <p:embed/>
                    <p:pic>
                      <p:nvPicPr>
                        <p:cNvPr id="33" name="Object 21">
                          <a:extLst>
                            <a:ext uri="{FF2B5EF4-FFF2-40B4-BE49-F238E27FC236}">
                              <a16:creationId xmlns:a16="http://schemas.microsoft.com/office/drawing/2014/main" id="{342EB2D1-932C-4E1A-973F-F4A5B663B4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0980" y="3930458"/>
                          <a:ext cx="1714500" cy="584200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rgbClr val="FF0000"/>
                          </a:solidFill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Line 24">
              <a:extLst>
                <a:ext uri="{FF2B5EF4-FFF2-40B4-BE49-F238E27FC236}">
                  <a16:creationId xmlns:a16="http://schemas.microsoft.com/office/drawing/2014/main" id="{24B1201D-61A2-4B3F-924E-41398CFCDE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4324" y="3809748"/>
              <a:ext cx="208893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25">
              <a:extLst>
                <a:ext uri="{FF2B5EF4-FFF2-40B4-BE49-F238E27FC236}">
                  <a16:creationId xmlns:a16="http://schemas.microsoft.com/office/drawing/2014/main" id="{8D3A68A9-9FEF-475D-9552-6E93665386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4324" y="3708148"/>
              <a:ext cx="1114097" cy="406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Text Box 26">
              <a:extLst>
                <a:ext uri="{FF2B5EF4-FFF2-40B4-BE49-F238E27FC236}">
                  <a16:creationId xmlns:a16="http://schemas.microsoft.com/office/drawing/2014/main" id="{AE8B8B26-D286-41AF-8415-622FDDB9B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6796" y="4114548"/>
              <a:ext cx="2634704" cy="40011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这两个记号含义不同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831719A9-74EE-49AE-896B-B945575BCFB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07694" y="3116365"/>
            <a:ext cx="25527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28" name="Equation" r:id="rId27" imgW="2552400" imgH="799920" progId="Equation.DSMT4">
                    <p:embed/>
                  </p:oleObj>
                </mc:Choice>
                <mc:Fallback>
                  <p:oleObj name="Equation" r:id="rId27" imgW="2552400" imgH="7999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831719A9-74EE-49AE-896B-B945575BCFB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07694" y="3116365"/>
                          <a:ext cx="2552700" cy="800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ldLvl="0" animBg="1"/>
      <p:bldP spid="34" grpId="0" bldLvl="0" animBg="1"/>
      <p:bldP spid="54" grpId="0" bldLvl="0" animBg="1"/>
      <p:bldP spid="6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/>
          </p:cNvGraphicFramePr>
          <p:nvPr/>
        </p:nvGraphicFramePr>
        <p:xfrm>
          <a:off x="4635996" y="3219822"/>
          <a:ext cx="800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66" name="Equation" r:id="rId3" imgW="19202400" imgH="8534400" progId="Equation.DSMT4">
                  <p:embed/>
                </p:oleObj>
              </mc:Choice>
              <mc:Fallback>
                <p:oleObj name="Equation" r:id="rId3" imgW="19202400" imgH="8534400" progId="Equation.DSMT4">
                  <p:embed/>
                  <p:pic>
                    <p:nvPicPr>
                      <p:cNvPr id="4" name="对象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996" y="3219822"/>
                        <a:ext cx="8001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文本框 51"/>
          <p:cNvSpPr txBox="1"/>
          <p:nvPr/>
        </p:nvSpPr>
        <p:spPr>
          <a:xfrm>
            <a:off x="1187624" y="1527726"/>
            <a:ext cx="576064" cy="82800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25" name="对象 24"/>
          <p:cNvGraphicFramePr>
            <a:graphicFrameLocks/>
          </p:cNvGraphicFramePr>
          <p:nvPr/>
        </p:nvGraphicFramePr>
        <p:xfrm>
          <a:off x="1279525" y="1563638"/>
          <a:ext cx="381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67" name="Equation" r:id="rId5" imgW="9144000" imgH="17678400" progId="Equation.DSMT4">
                  <p:embed/>
                </p:oleObj>
              </mc:Choice>
              <mc:Fallback>
                <p:oleObj name="Equation" r:id="rId5" imgW="9144000" imgH="17678400" progId="Equation.DSMT4">
                  <p:embed/>
                  <p:pic>
                    <p:nvPicPr>
                      <p:cNvPr id="25" name="对象 2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1563638"/>
                        <a:ext cx="381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/>
          </p:cNvGraphicFramePr>
          <p:nvPr/>
        </p:nvGraphicFramePr>
        <p:xfrm>
          <a:off x="8046093" y="3252762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68" name="Equation" r:id="rId7" imgW="4267200" imgH="7010400" progId="Equation.DSMT4">
                  <p:embed/>
                </p:oleObj>
              </mc:Choice>
              <mc:Fallback>
                <p:oleObj name="Equation" r:id="rId7" imgW="4267200" imgH="7010400" progId="Equation.DSMT4">
                  <p:embed/>
                  <p:pic>
                    <p:nvPicPr>
                      <p:cNvPr id="49" name="对象 48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6093" y="3252762"/>
                        <a:ext cx="1778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/>
          </p:cNvGraphicFramePr>
          <p:nvPr/>
        </p:nvGraphicFramePr>
        <p:xfrm>
          <a:off x="1691680" y="1872816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69" name="Equation" r:id="rId9" imgW="4876800" imgH="3962400" progId="Equation.DSMT4">
                  <p:embed/>
                </p:oleObj>
              </mc:Choice>
              <mc:Fallback>
                <p:oleObj name="Equation" r:id="rId9" imgW="4876800" imgH="3962400" progId="Equation.DSMT4">
                  <p:embed/>
                  <p:pic>
                    <p:nvPicPr>
                      <p:cNvPr id="51" name="对象 5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1872816"/>
                        <a:ext cx="203200" cy="16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4087327"/>
              </p:ext>
            </p:extLst>
          </p:nvPr>
        </p:nvGraphicFramePr>
        <p:xfrm>
          <a:off x="1894880" y="1771648"/>
          <a:ext cx="153648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70" name="Equation" r:id="rId11" imgW="1536480" imgH="355320" progId="Equation.DSMT4">
                  <p:embed/>
                </p:oleObj>
              </mc:Choice>
              <mc:Fallback>
                <p:oleObj name="Equation" r:id="rId11" imgW="1536480" imgH="355320" progId="Equation.DSMT4">
                  <p:embed/>
                  <p:pic>
                    <p:nvPicPr>
                      <p:cNvPr id="50" name="对象 49"/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4880" y="1771648"/>
                        <a:ext cx="1536480" cy="355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文本框 15"/>
          <p:cNvSpPr txBox="1"/>
          <p:nvPr/>
        </p:nvSpPr>
        <p:spPr>
          <a:xfrm>
            <a:off x="395536" y="1639025"/>
            <a:ext cx="883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解答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18969" y="507001"/>
            <a:ext cx="8197789" cy="800100"/>
            <a:chOff x="334651" y="483518"/>
            <a:chExt cx="8197789" cy="800100"/>
          </a:xfrm>
        </p:grpSpPr>
        <p:sp>
          <p:nvSpPr>
            <p:cNvPr id="2" name="文本框 1"/>
            <p:cNvSpPr txBox="1"/>
            <p:nvPr/>
          </p:nvSpPr>
          <p:spPr>
            <a:xfrm>
              <a:off x="334651" y="669925"/>
              <a:ext cx="81977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思考 </a:t>
              </a:r>
              <a:r>
                <a:rPr lang="zh-CN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                            其中        可导，求</a:t>
              </a:r>
            </a:p>
          </p:txBody>
        </p:sp>
        <p:graphicFrame>
          <p:nvGraphicFramePr>
            <p:cNvPr id="22" name="对象 21"/>
            <p:cNvGraphicFramePr>
              <a:graphicFrameLocks/>
            </p:cNvGraphicFramePr>
            <p:nvPr>
              <p:extLst/>
            </p:nvPr>
          </p:nvGraphicFramePr>
          <p:xfrm>
            <a:off x="1698744" y="727260"/>
            <a:ext cx="205740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071" name="Equation" r:id="rId13" imgW="2057400" imgH="342720" progId="Equation.DSMT4">
                    <p:embed/>
                  </p:oleObj>
                </mc:Choice>
                <mc:Fallback>
                  <p:oleObj name="Equation" r:id="rId13" imgW="2057400" imgH="342720" progId="Equation.DSMT4">
                    <p:embed/>
                    <p:pic>
                      <p:nvPicPr>
                        <p:cNvPr id="22" name="对象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8744" y="727260"/>
                          <a:ext cx="2057400" cy="342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/>
            <p:cNvGraphicFramePr>
              <a:graphicFrameLocks/>
            </p:cNvGraphicFramePr>
            <p:nvPr/>
          </p:nvGraphicFramePr>
          <p:xfrm>
            <a:off x="4283968" y="72306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072" name="Equation" r:id="rId15" imgW="14935200" imgH="8229600" progId="Equation.DSMT4">
                    <p:embed/>
                  </p:oleObj>
                </mc:Choice>
                <mc:Fallback>
                  <p:oleObj name="Equation" r:id="rId15" imgW="14935200" imgH="8229600" progId="Equation.DSMT4">
                    <p:embed/>
                    <p:pic>
                      <p:nvPicPr>
                        <p:cNvPr id="24" name="对象 2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3968" y="723066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/>
            <p:cNvGraphicFramePr>
              <a:graphicFrameLocks/>
            </p:cNvGraphicFramePr>
            <p:nvPr/>
          </p:nvGraphicFramePr>
          <p:xfrm>
            <a:off x="6249640" y="483518"/>
            <a:ext cx="4826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073" name="Equation" r:id="rId17" imgW="11582400" imgH="19202400" progId="Equation.DSMT4">
                    <p:embed/>
                  </p:oleObj>
                </mc:Choice>
                <mc:Fallback>
                  <p:oleObj name="Equation" r:id="rId17" imgW="11582400" imgH="19202400" progId="Equation.DSMT4">
                    <p:embed/>
                    <p:pic>
                      <p:nvPicPr>
                        <p:cNvPr id="26" name="对象 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9640" y="483518"/>
                          <a:ext cx="482600" cy="800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" name="对象 5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1285093"/>
              </p:ext>
            </p:extLst>
          </p:nvPr>
        </p:nvGraphicFramePr>
        <p:xfrm>
          <a:off x="3419872" y="1771648"/>
          <a:ext cx="147312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74" name="Equation" r:id="rId19" imgW="1473120" imgH="355320" progId="Equation.DSMT4">
                  <p:embed/>
                </p:oleObj>
              </mc:Choice>
              <mc:Fallback>
                <p:oleObj name="Equation" r:id="rId19" imgW="1473120" imgH="355320" progId="Equation.DSMT4">
                  <p:embed/>
                  <p:pic>
                    <p:nvPicPr>
                      <p:cNvPr id="53" name="对象 52"/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1771648"/>
                        <a:ext cx="1473120" cy="355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/>
          </p:cNvGraphicFramePr>
          <p:nvPr/>
        </p:nvGraphicFramePr>
        <p:xfrm>
          <a:off x="3060700" y="4083918"/>
          <a:ext cx="1511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75" name="Equation" r:id="rId21" imgW="36271200" imgH="8229600" progId="Equation.DSMT4">
                  <p:embed/>
                </p:oleObj>
              </mc:Choice>
              <mc:Fallback>
                <p:oleObj name="Equation" r:id="rId21" imgW="36271200" imgH="8229600" progId="Equation.DSMT4">
                  <p:embed/>
                  <p:pic>
                    <p:nvPicPr>
                      <p:cNvPr id="40" name="对象 39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4083918"/>
                        <a:ext cx="1511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/>
          </p:cNvGraphicFramePr>
          <p:nvPr/>
        </p:nvGraphicFramePr>
        <p:xfrm>
          <a:off x="1811784" y="4083918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76" name="Equation" r:id="rId23" imgW="26517600" imgH="8229600" progId="Equation.DSMT4">
                  <p:embed/>
                </p:oleObj>
              </mc:Choice>
              <mc:Fallback>
                <p:oleObj name="Equation" r:id="rId23" imgW="26517600" imgH="8229600" progId="Equation.DSMT4">
                  <p:embed/>
                  <p:pic>
                    <p:nvPicPr>
                      <p:cNvPr id="7" name="对象 6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784" y="4083918"/>
                        <a:ext cx="1104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/>
          </p:cNvGraphicFramePr>
          <p:nvPr/>
        </p:nvGraphicFramePr>
        <p:xfrm>
          <a:off x="1691680" y="2669220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77" name="Equation" r:id="rId25" imgW="4876800" imgH="3962400" progId="Equation.DSMT4">
                  <p:embed/>
                </p:oleObj>
              </mc:Choice>
              <mc:Fallback>
                <p:oleObj name="Equation" r:id="rId25" imgW="4876800" imgH="3962400" progId="Equation.DSMT4">
                  <p:embed/>
                  <p:pic>
                    <p:nvPicPr>
                      <p:cNvPr id="55" name="对象 54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2669220"/>
                        <a:ext cx="203200" cy="16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/>
          </p:cNvGraphicFramePr>
          <p:nvPr/>
        </p:nvGraphicFramePr>
        <p:xfrm>
          <a:off x="1883172" y="2576190"/>
          <a:ext cx="1536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78" name="Equation" r:id="rId26" imgW="36880800" imgH="8534400" progId="Equation.DSMT4">
                  <p:embed/>
                </p:oleObj>
              </mc:Choice>
              <mc:Fallback>
                <p:oleObj name="Equation" r:id="rId26" imgW="36880800" imgH="8534400" progId="Equation.DSMT4">
                  <p:embed/>
                  <p:pic>
                    <p:nvPicPr>
                      <p:cNvPr id="56" name="对象 55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172" y="2576190"/>
                        <a:ext cx="15367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/>
          <p:cNvGraphicFramePr>
            <a:graphicFrameLocks/>
          </p:cNvGraphicFramePr>
          <p:nvPr>
            <p:extLst/>
          </p:nvPr>
        </p:nvGraphicFramePr>
        <p:xfrm>
          <a:off x="3347864" y="2567310"/>
          <a:ext cx="126972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79" name="Equation" r:id="rId28" imgW="1269720" imgH="355320" progId="Equation.DSMT4">
                  <p:embed/>
                </p:oleObj>
              </mc:Choice>
              <mc:Fallback>
                <p:oleObj name="Equation" r:id="rId28" imgW="1269720" imgH="355320" progId="Equation.DSMT4">
                  <p:embed/>
                  <p:pic>
                    <p:nvPicPr>
                      <p:cNvPr id="58" name="对象 57"/>
                      <p:cNvPicPr>
                        <a:picLocks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2567310"/>
                        <a:ext cx="1269720" cy="355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5465097"/>
              </p:ext>
            </p:extLst>
          </p:nvPr>
        </p:nvGraphicFramePr>
        <p:xfrm>
          <a:off x="4627077" y="2576470"/>
          <a:ext cx="95220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80" name="Equation" r:id="rId30" imgW="952200" imgH="355320" progId="Equation.DSMT4">
                  <p:embed/>
                </p:oleObj>
              </mc:Choice>
              <mc:Fallback>
                <p:oleObj name="Equation" r:id="rId30" imgW="952200" imgH="355320" progId="Equation.DSMT4">
                  <p:embed/>
                  <p:pic>
                    <p:nvPicPr>
                      <p:cNvPr id="8" name="对象 7"/>
                      <p:cNvPicPr>
                        <a:picLocks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7077" y="2576470"/>
                        <a:ext cx="952200" cy="355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/>
          <p:cNvGraphicFramePr>
            <a:graphicFrameLocks/>
          </p:cNvGraphicFramePr>
          <p:nvPr/>
        </p:nvGraphicFramePr>
        <p:xfrm>
          <a:off x="1691680" y="3316969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81" name="Equation" r:id="rId32" imgW="4876800" imgH="3962400" progId="Equation.DSMT4">
                  <p:embed/>
                </p:oleObj>
              </mc:Choice>
              <mc:Fallback>
                <p:oleObj name="Equation" r:id="rId32" imgW="4876800" imgH="3962400" progId="Equation.DSMT4">
                  <p:embed/>
                  <p:pic>
                    <p:nvPicPr>
                      <p:cNvPr id="59" name="对象 58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3316969"/>
                        <a:ext cx="203200" cy="16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/>
          </p:cNvGraphicFramePr>
          <p:nvPr/>
        </p:nvGraphicFramePr>
        <p:xfrm>
          <a:off x="1883172" y="3223939"/>
          <a:ext cx="1536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82" name="Equation" r:id="rId33" imgW="36880800" imgH="8534400" progId="Equation.DSMT4">
                  <p:embed/>
                </p:oleObj>
              </mc:Choice>
              <mc:Fallback>
                <p:oleObj name="Equation" r:id="rId33" imgW="36880800" imgH="8534400" progId="Equation.DSMT4">
                  <p:embed/>
                  <p:pic>
                    <p:nvPicPr>
                      <p:cNvPr id="60" name="对象 59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172" y="3223939"/>
                        <a:ext cx="15367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/>
          <p:cNvGraphicFramePr>
            <a:graphicFrameLocks/>
          </p:cNvGraphicFramePr>
          <p:nvPr/>
        </p:nvGraphicFramePr>
        <p:xfrm>
          <a:off x="3347864" y="3224262"/>
          <a:ext cx="1270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83" name="Equation" r:id="rId34" imgW="30480000" imgH="8534400" progId="Equation.DSMT4">
                  <p:embed/>
                </p:oleObj>
              </mc:Choice>
              <mc:Fallback>
                <p:oleObj name="Equation" r:id="rId34" imgW="30480000" imgH="8534400" progId="Equation.DSMT4">
                  <p:embed/>
                  <p:pic>
                    <p:nvPicPr>
                      <p:cNvPr id="61" name="对象 60"/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3224262"/>
                        <a:ext cx="1270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868145" y="1639025"/>
            <a:ext cx="1656184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剥洋葱法：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228184" y="2254101"/>
            <a:ext cx="2448272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剥一层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吃一层法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65" grpId="0"/>
      <p:bldP spid="9" grpId="0" bldLvl="0" animBg="1"/>
      <p:bldP spid="10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/>
          </p:cNvGraphicFramePr>
          <p:nvPr/>
        </p:nvGraphicFramePr>
        <p:xfrm>
          <a:off x="6076156" y="3211720"/>
          <a:ext cx="800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64" name="Equation" r:id="rId3" imgW="19202400" imgH="8534400" progId="Equation.DSMT4">
                  <p:embed/>
                </p:oleObj>
              </mc:Choice>
              <mc:Fallback>
                <p:oleObj name="Equation" r:id="rId3" imgW="19202400" imgH="8534400" progId="Equation.DSMT4">
                  <p:embed/>
                  <p:pic>
                    <p:nvPicPr>
                      <p:cNvPr id="4" name="对象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6156" y="3211720"/>
                        <a:ext cx="8001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文本框 51"/>
          <p:cNvSpPr txBox="1"/>
          <p:nvPr/>
        </p:nvSpPr>
        <p:spPr>
          <a:xfrm>
            <a:off x="1187624" y="3039894"/>
            <a:ext cx="576064" cy="82800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25" name="对象 24"/>
          <p:cNvGraphicFramePr>
            <a:graphicFrameLocks/>
          </p:cNvGraphicFramePr>
          <p:nvPr/>
        </p:nvGraphicFramePr>
        <p:xfrm>
          <a:off x="1278955" y="3022635"/>
          <a:ext cx="381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65" name="Equation" r:id="rId5" imgW="9144000" imgH="17678400" progId="Equation.DSMT4">
                  <p:embed/>
                </p:oleObj>
              </mc:Choice>
              <mc:Fallback>
                <p:oleObj name="Equation" r:id="rId5" imgW="9144000" imgH="17678400" progId="Equation.DSMT4">
                  <p:embed/>
                  <p:pic>
                    <p:nvPicPr>
                      <p:cNvPr id="25" name="对象 2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955" y="3022635"/>
                        <a:ext cx="381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/>
          </p:cNvGraphicFramePr>
          <p:nvPr/>
        </p:nvGraphicFramePr>
        <p:xfrm>
          <a:off x="3078657" y="3342754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66" name="Equation" r:id="rId7" imgW="4876800" imgH="3962400" progId="Equation.DSMT4">
                  <p:embed/>
                </p:oleObj>
              </mc:Choice>
              <mc:Fallback>
                <p:oleObj name="Equation" r:id="rId7" imgW="4876800" imgH="3962400" progId="Equation.DSMT4">
                  <p:embed/>
                  <p:pic>
                    <p:nvPicPr>
                      <p:cNvPr id="51" name="对象 5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8657" y="3342754"/>
                        <a:ext cx="203200" cy="16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/>
          </p:cNvGraphicFramePr>
          <p:nvPr/>
        </p:nvGraphicFramePr>
        <p:xfrm>
          <a:off x="3270149" y="3199864"/>
          <a:ext cx="1536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67" name="Equation" r:id="rId9" imgW="36880800" imgH="8534400" progId="Equation.DSMT4">
                  <p:embed/>
                </p:oleObj>
              </mc:Choice>
              <mc:Fallback>
                <p:oleObj name="Equation" r:id="rId9" imgW="36880800" imgH="8534400" progId="Equation.DSMT4">
                  <p:embed/>
                  <p:pic>
                    <p:nvPicPr>
                      <p:cNvPr id="50" name="对象 49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149" y="3199864"/>
                        <a:ext cx="15367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文本框 15"/>
          <p:cNvSpPr txBox="1"/>
          <p:nvPr/>
        </p:nvSpPr>
        <p:spPr>
          <a:xfrm>
            <a:off x="395536" y="1639025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解答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34651" y="483518"/>
            <a:ext cx="8197789" cy="800100"/>
            <a:chOff x="334651" y="483518"/>
            <a:chExt cx="8197789" cy="800100"/>
          </a:xfrm>
        </p:grpSpPr>
        <p:sp>
          <p:nvSpPr>
            <p:cNvPr id="2" name="文本框 1"/>
            <p:cNvSpPr txBox="1"/>
            <p:nvPr/>
          </p:nvSpPr>
          <p:spPr>
            <a:xfrm>
              <a:off x="334651" y="669925"/>
              <a:ext cx="81977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思考 </a:t>
              </a:r>
              <a:r>
                <a:rPr lang="zh-CN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                            其中        可导，求</a:t>
              </a:r>
            </a:p>
          </p:txBody>
        </p:sp>
        <p:graphicFrame>
          <p:nvGraphicFramePr>
            <p:cNvPr id="22" name="对象 21"/>
            <p:cNvGraphicFramePr>
              <a:graphicFrameLocks/>
            </p:cNvGraphicFramePr>
            <p:nvPr/>
          </p:nvGraphicFramePr>
          <p:xfrm>
            <a:off x="1590624" y="699542"/>
            <a:ext cx="2057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968" name="Equation" r:id="rId11" imgW="49377600" imgH="8229600" progId="Equation.DSMT4">
                    <p:embed/>
                  </p:oleObj>
                </mc:Choice>
                <mc:Fallback>
                  <p:oleObj name="Equation" r:id="rId11" imgW="49377600" imgH="8229600" progId="Equation.DSMT4">
                    <p:embed/>
                    <p:pic>
                      <p:nvPicPr>
                        <p:cNvPr id="22" name="对象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0624" y="699542"/>
                          <a:ext cx="20574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/>
            <p:cNvGraphicFramePr>
              <a:graphicFrameLocks/>
            </p:cNvGraphicFramePr>
            <p:nvPr/>
          </p:nvGraphicFramePr>
          <p:xfrm>
            <a:off x="4283968" y="72306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969" name="Equation" r:id="rId13" imgW="14935200" imgH="8229600" progId="Equation.DSMT4">
                    <p:embed/>
                  </p:oleObj>
                </mc:Choice>
                <mc:Fallback>
                  <p:oleObj name="Equation" r:id="rId13" imgW="14935200" imgH="8229600" progId="Equation.DSMT4">
                    <p:embed/>
                    <p:pic>
                      <p:nvPicPr>
                        <p:cNvPr id="24" name="对象 2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3968" y="723066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/>
            <p:cNvGraphicFramePr>
              <a:graphicFrameLocks/>
            </p:cNvGraphicFramePr>
            <p:nvPr/>
          </p:nvGraphicFramePr>
          <p:xfrm>
            <a:off x="6249640" y="483518"/>
            <a:ext cx="4826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970" name="Equation" r:id="rId15" imgW="11582400" imgH="19202400" progId="Equation.DSMT4">
                    <p:embed/>
                  </p:oleObj>
                </mc:Choice>
                <mc:Fallback>
                  <p:oleObj name="Equation" r:id="rId15" imgW="11582400" imgH="19202400" progId="Equation.DSMT4">
                    <p:embed/>
                    <p:pic>
                      <p:nvPicPr>
                        <p:cNvPr id="26" name="对象 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9640" y="483518"/>
                          <a:ext cx="482600" cy="800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" name="对象 52"/>
          <p:cNvGraphicFramePr>
            <a:graphicFrameLocks/>
          </p:cNvGraphicFramePr>
          <p:nvPr/>
        </p:nvGraphicFramePr>
        <p:xfrm>
          <a:off x="4760985" y="3199864"/>
          <a:ext cx="1270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71" name="Equation" r:id="rId17" imgW="30480000" imgH="8534400" progId="Equation.DSMT4">
                  <p:embed/>
                </p:oleObj>
              </mc:Choice>
              <mc:Fallback>
                <p:oleObj name="Equation" r:id="rId17" imgW="30480000" imgH="8534400" progId="Equation.DSMT4">
                  <p:embed/>
                  <p:pic>
                    <p:nvPicPr>
                      <p:cNvPr id="53" name="对象 52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0985" y="3199864"/>
                        <a:ext cx="1270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/>
          </p:cNvGraphicFramePr>
          <p:nvPr>
            <p:extLst/>
          </p:nvPr>
        </p:nvGraphicFramePr>
        <p:xfrm>
          <a:off x="6754440" y="3929761"/>
          <a:ext cx="1778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72" name="Equation" r:id="rId19" imgW="42672000" imgH="17068800" progId="Equation.DSMT4">
                  <p:embed/>
                </p:oleObj>
              </mc:Choice>
              <mc:Fallback>
                <p:oleObj name="Equation" r:id="rId19" imgW="42672000" imgH="17068800" progId="Equation.DSMT4">
                  <p:embed/>
                  <p:pic>
                    <p:nvPicPr>
                      <p:cNvPr id="31" name="对象 30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4440" y="3929761"/>
                        <a:ext cx="1778000" cy="711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round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4"/>
          <p:cNvGraphicFramePr>
            <a:graphicFrameLocks noChangeAspect="1"/>
          </p:cNvGraphicFramePr>
          <p:nvPr>
            <p:extLst/>
          </p:nvPr>
        </p:nvGraphicFramePr>
        <p:xfrm>
          <a:off x="1701019" y="2353412"/>
          <a:ext cx="344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73" name="Equation" r:id="rId21" imgW="82600800" imgH="8229600" progId="Equation.DSMT4">
                  <p:embed/>
                </p:oleObj>
              </mc:Choice>
              <mc:Fallback>
                <p:oleObj name="Equation" r:id="rId21" imgW="82600800" imgH="8229600" progId="Equation.DSMT4">
                  <p:embed/>
                  <p:pic>
                    <p:nvPicPr>
                      <p:cNvPr id="4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019" y="2353412"/>
                        <a:ext cx="34417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round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/>
          </p:cNvGraphicFramePr>
          <p:nvPr/>
        </p:nvGraphicFramePr>
        <p:xfrm>
          <a:off x="1691680" y="1724025"/>
          <a:ext cx="1587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74" name="Equation" r:id="rId23" imgW="38100000" imgH="8229600" progId="Equation.DSMT4">
                  <p:embed/>
                </p:oleObj>
              </mc:Choice>
              <mc:Fallback>
                <p:oleObj name="Equation" r:id="rId23" imgW="38100000" imgH="8229600" progId="Equation.DSMT4">
                  <p:embed/>
                  <p:pic>
                    <p:nvPicPr>
                      <p:cNvPr id="40" name="对象 39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1724025"/>
                        <a:ext cx="1587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/>
          </p:cNvGraphicFramePr>
          <p:nvPr/>
        </p:nvGraphicFramePr>
        <p:xfrm>
          <a:off x="3309938" y="1708150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75" name="Equation" r:id="rId25" imgW="27432000" imgH="8229600" progId="Equation.DSMT4">
                  <p:embed/>
                </p:oleObj>
              </mc:Choice>
              <mc:Fallback>
                <p:oleObj name="Equation" r:id="rId25" imgW="27432000" imgH="8229600" progId="Equation.DSMT4">
                  <p:embed/>
                  <p:pic>
                    <p:nvPicPr>
                      <p:cNvPr id="42" name="对象 41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938" y="1708150"/>
                        <a:ext cx="1143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24"/>
          <p:cNvGraphicFramePr>
            <a:graphicFrameLocks noChangeAspect="1"/>
          </p:cNvGraphicFramePr>
          <p:nvPr/>
        </p:nvGraphicFramePr>
        <p:xfrm>
          <a:off x="1701019" y="3023374"/>
          <a:ext cx="1397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76" name="Equation" r:id="rId27" imgW="33528000" imgH="17678400" progId="Equation.DSMT4">
                  <p:embed/>
                </p:oleObj>
              </mc:Choice>
              <mc:Fallback>
                <p:oleObj name="Equation" r:id="rId27" imgW="33528000" imgH="17678400" progId="Equation.DSMT4">
                  <p:embed/>
                  <p:pic>
                    <p:nvPicPr>
                      <p:cNvPr id="43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019" y="3023374"/>
                        <a:ext cx="1397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15"/>
          <p:cNvSpPr txBox="1"/>
          <p:nvPr/>
        </p:nvSpPr>
        <p:spPr>
          <a:xfrm>
            <a:off x="1259632" y="1639025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令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" name="文本框 15"/>
          <p:cNvSpPr txBox="1"/>
          <p:nvPr/>
        </p:nvSpPr>
        <p:spPr>
          <a:xfrm>
            <a:off x="4499992" y="1639025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则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65" grpId="0"/>
      <p:bldP spid="23" grpId="0"/>
      <p:bldP spid="2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99592" y="466998"/>
            <a:ext cx="4392488" cy="736600"/>
            <a:chOff x="935088" y="2509292"/>
            <a:chExt cx="4392488" cy="736600"/>
          </a:xfrm>
        </p:grpSpPr>
        <p:sp>
          <p:nvSpPr>
            <p:cNvPr id="3" name="TextBox 11"/>
            <p:cNvSpPr txBox="1"/>
            <p:nvPr/>
          </p:nvSpPr>
          <p:spPr>
            <a:xfrm>
              <a:off x="935088" y="2684437"/>
              <a:ext cx="43924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</a:rPr>
                <a:t>13</a:t>
              </a:r>
              <a:r>
                <a:rPr lang="en-US" altLang="zh-CN" sz="2400" b="1" dirty="0">
                  <a:latin typeface="+mn-ea"/>
                </a:rPr>
                <a:t>  </a:t>
              </a:r>
              <a:r>
                <a:rPr lang="zh-CN" altLang="zh-CN" sz="2400" b="1" dirty="0">
                  <a:latin typeface="+mn-ea"/>
                </a:rPr>
                <a:t>设</a:t>
              </a:r>
              <a:r>
                <a:rPr lang="en-US" altLang="zh-CN" sz="2400" b="1" dirty="0">
                  <a:latin typeface="+mn-ea"/>
                </a:rPr>
                <a:t>        </a:t>
              </a:r>
              <a:r>
                <a:rPr lang="zh-CN" altLang="zh-CN" sz="2400" b="1" dirty="0">
                  <a:latin typeface="+mn-ea"/>
                </a:rPr>
                <a:t>求</a:t>
              </a:r>
              <a:r>
                <a:rPr lang="en-US" altLang="zh-CN" sz="2400" b="1" dirty="0">
                  <a:latin typeface="+mn-ea"/>
                </a:rPr>
                <a:t>  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4" name="对象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27467697"/>
                </p:ext>
              </p:extLst>
            </p:nvPr>
          </p:nvGraphicFramePr>
          <p:xfrm>
            <a:off x="2261444" y="2509292"/>
            <a:ext cx="10795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982" name="Equation" r:id="rId3" imgW="25908000" imgH="14630400" progId="Equation.DSMT4">
                    <p:embed/>
                  </p:oleObj>
                </mc:Choice>
                <mc:Fallback>
                  <p:oleObj name="Equation" r:id="rId3" imgW="25908000" imgH="14630400" progId="Equation.DSMT4">
                    <p:embed/>
                    <p:pic>
                      <p:nvPicPr>
                        <p:cNvPr id="4" name="对象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1444" y="2509292"/>
                          <a:ext cx="1079500" cy="609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62113220"/>
                </p:ext>
              </p:extLst>
            </p:nvPr>
          </p:nvGraphicFramePr>
          <p:xfrm>
            <a:off x="3812556" y="2509292"/>
            <a:ext cx="457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983" name="Equation" r:id="rId5" imgW="10972800" imgH="17678400" progId="Equation.DSMT4">
                    <p:embed/>
                  </p:oleObj>
                </mc:Choice>
                <mc:Fallback>
                  <p:oleObj name="Equation" r:id="rId5" imgW="10972800" imgH="17678400" progId="Equation.DSMT4">
                    <p:embed/>
                    <p:pic>
                      <p:nvPicPr>
                        <p:cNvPr id="5" name="对象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2556" y="2509292"/>
                          <a:ext cx="4572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691680" y="1444923"/>
          <a:ext cx="62230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84" name="Equation" r:id="rId7" imgW="14935200" imgH="17678400" progId="Equation.DSMT4">
                  <p:embed/>
                </p:oleObj>
              </mc:Choice>
              <mc:Fallback>
                <p:oleObj name="Equation" r:id="rId7" imgW="14935200" imgH="176784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1444923"/>
                        <a:ext cx="622300" cy="747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203848" y="3654425"/>
          <a:ext cx="203200" cy="16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85" name="Equation" r:id="rId9" imgW="4876800" imgH="3962400" progId="Equation.DSMT4">
                  <p:embed/>
                </p:oleObj>
              </mc:Choice>
              <mc:Fallback>
                <p:oleObj name="Equation" r:id="rId9" imgW="4876800" imgH="396240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3654425"/>
                        <a:ext cx="203200" cy="168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/>
          </p:cNvGraphicFramePr>
          <p:nvPr/>
        </p:nvGraphicFramePr>
        <p:xfrm>
          <a:off x="3170238" y="2385690"/>
          <a:ext cx="889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86" name="Equation" r:id="rId11" imgW="21336000" imgH="13106400" progId="Equation.DSMT4">
                  <p:embed/>
                </p:oleObj>
              </mc:Choice>
              <mc:Fallback>
                <p:oleObj name="Equation" r:id="rId11" imgW="21336000" imgH="13106400" progId="Equation.DSMT4">
                  <p:embed/>
                  <p:pic>
                    <p:nvPicPr>
                      <p:cNvPr id="8" name="对象 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0238" y="2385690"/>
                        <a:ext cx="8890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5"/>
          <p:cNvSpPr txBox="1"/>
          <p:nvPr/>
        </p:nvSpPr>
        <p:spPr>
          <a:xfrm>
            <a:off x="899592" y="1606773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/>
          </p:cNvGraphicFramePr>
          <p:nvPr/>
        </p:nvGraphicFramePr>
        <p:xfrm>
          <a:off x="2339752" y="1420366"/>
          <a:ext cx="825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87" name="Equation" r:id="rId13" imgW="19812000" imgH="14630400" progId="Equation.DSMT4">
                  <p:embed/>
                </p:oleObj>
              </mc:Choice>
              <mc:Fallback>
                <p:oleObj name="Equation" r:id="rId13" imgW="19812000" imgH="14630400" progId="Equation.DSMT4">
                  <p:embed/>
                  <p:pic>
                    <p:nvPicPr>
                      <p:cNvPr id="12" name="对象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420366"/>
                        <a:ext cx="8255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/>
          </p:cNvGraphicFramePr>
          <p:nvPr/>
        </p:nvGraphicFramePr>
        <p:xfrm>
          <a:off x="3203848" y="1377578"/>
          <a:ext cx="889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88" name="Equation" r:id="rId15" imgW="21336000" imgH="13106400" progId="Equation.DSMT4">
                  <p:embed/>
                </p:oleObj>
              </mc:Choice>
              <mc:Fallback>
                <p:oleObj name="Equation" r:id="rId15" imgW="21336000" imgH="13106400" progId="Equation.DSMT4">
                  <p:embed/>
                  <p:pic>
                    <p:nvPicPr>
                      <p:cNvPr id="13" name="对象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1377578"/>
                        <a:ext cx="8890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/>
          </p:cNvGraphicFramePr>
          <p:nvPr/>
        </p:nvGraphicFramePr>
        <p:xfrm>
          <a:off x="4139952" y="1419622"/>
          <a:ext cx="914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89" name="Equation" r:id="rId17" imgW="21945600" imgH="17678400" progId="Equation.DSMT4">
                  <p:embed/>
                </p:oleObj>
              </mc:Choice>
              <mc:Fallback>
                <p:oleObj name="Equation" r:id="rId17" imgW="21945600" imgH="17678400" progId="Equation.DSMT4">
                  <p:embed/>
                  <p:pic>
                    <p:nvPicPr>
                      <p:cNvPr id="14" name="对象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1419622"/>
                        <a:ext cx="914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/>
          </p:cNvGraphicFramePr>
          <p:nvPr/>
        </p:nvGraphicFramePr>
        <p:xfrm>
          <a:off x="4139952" y="2411214"/>
          <a:ext cx="787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90" name="Equation" r:id="rId19" imgW="18897600" imgH="17678400" progId="Equation.DSMT4">
                  <p:embed/>
                </p:oleObj>
              </mc:Choice>
              <mc:Fallback>
                <p:oleObj name="Equation" r:id="rId19" imgW="18897600" imgH="17678400" progId="Equation.DSMT4">
                  <p:embed/>
                  <p:pic>
                    <p:nvPicPr>
                      <p:cNvPr id="15" name="对象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2411214"/>
                        <a:ext cx="787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/>
          </p:cNvGraphicFramePr>
          <p:nvPr>
            <p:extLst/>
          </p:nvPr>
        </p:nvGraphicFramePr>
        <p:xfrm>
          <a:off x="5004048" y="2411214"/>
          <a:ext cx="52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91" name="Equation" r:id="rId21" imgW="12496800" imgH="17678400" progId="Equation.DSMT4">
                  <p:embed/>
                </p:oleObj>
              </mc:Choice>
              <mc:Fallback>
                <p:oleObj name="Equation" r:id="rId21" imgW="12496800" imgH="17678400" progId="Equation.DSMT4">
                  <p:embed/>
                  <p:pic>
                    <p:nvPicPr>
                      <p:cNvPr id="16" name="对象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2411214"/>
                        <a:ext cx="520700" cy="736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995936" y="3311525"/>
          <a:ext cx="1489075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92" name="Equation" r:id="rId23" imgW="35661600" imgH="18897600" progId="Equation.DSMT4">
                  <p:embed/>
                </p:oleObj>
              </mc:Choice>
              <mc:Fallback>
                <p:oleObj name="Equation" r:id="rId23" imgW="35661600" imgH="188976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3311525"/>
                        <a:ext cx="1489075" cy="801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/>
          </p:nvPr>
        </p:nvGraphicFramePr>
        <p:xfrm>
          <a:off x="3419872" y="3363838"/>
          <a:ext cx="58578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93" name="Equation" r:id="rId25" imgW="14020800" imgH="17678400" progId="Equation.DSMT4">
                  <p:embed/>
                </p:oleObj>
              </mc:Choice>
              <mc:Fallback>
                <p:oleObj name="Equation" r:id="rId25" imgW="14020800" imgH="176784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3363838"/>
                        <a:ext cx="585788" cy="7493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03648" y="2139702"/>
            <a:ext cx="648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四、基本求导法则与导数公式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/>
          <p:cNvSpPr txBox="1"/>
          <p:nvPr/>
        </p:nvSpPr>
        <p:spPr>
          <a:xfrm>
            <a:off x="4860032" y="2499742"/>
            <a:ext cx="2176611" cy="12351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1907704" y="2527846"/>
            <a:ext cx="2176611" cy="123519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4860032" y="1340583"/>
            <a:ext cx="2160240" cy="11193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907704" y="1347614"/>
            <a:ext cx="2160240" cy="111931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1019299" y="269874"/>
            <a:ext cx="44005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1. </a:t>
            </a: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常数和基本初等函数的导数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2198812" y="966788"/>
          <a:ext cx="571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62" name="Equation" r:id="rId3" imgW="18288000" imgH="8534400" progId="Equation.DSMT4">
                  <p:embed/>
                </p:oleObj>
              </mc:Choice>
              <mc:Fallback>
                <p:oleObj name="Equation" r:id="rId3" imgW="18288000" imgH="8534400" progId="Equation.DSMT4">
                  <p:embed/>
                  <p:pic>
                    <p:nvPicPr>
                      <p:cNvPr id="235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812" y="966788"/>
                        <a:ext cx="5715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2821112" y="981075"/>
          <a:ext cx="19050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63" name="Equation" r:id="rId5" imgW="6096000" imgH="7924800" progId="Equation.DSMT4">
                  <p:embed/>
                </p:oleObj>
              </mc:Choice>
              <mc:Fallback>
                <p:oleObj name="Equation" r:id="rId5" imgW="6096000" imgH="7924800" progId="Equation.DSMT4">
                  <p:embed/>
                  <p:pic>
                    <p:nvPicPr>
                      <p:cNvPr id="235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1112" y="981075"/>
                        <a:ext cx="190500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5008687" y="914400"/>
          <a:ext cx="6572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64" name="Equation" r:id="rId7" imgW="21031200" imgH="9753600" progId="Equation.DSMT4">
                  <p:embed/>
                </p:oleObj>
              </mc:Choice>
              <mc:Fallback>
                <p:oleObj name="Equation" r:id="rId7" imgW="21031200" imgH="9753600" progId="Equation.DSMT4">
                  <p:embed/>
                  <p:pic>
                    <p:nvPicPr>
                      <p:cNvPr id="235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8687" y="914400"/>
                        <a:ext cx="657225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/>
        </p:nvGraphicFramePr>
        <p:xfrm>
          <a:off x="5613524" y="915988"/>
          <a:ext cx="6286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65" name="Equation" r:id="rId9" imgW="20116800" imgH="9753600" progId="Equation.DSMT4">
                  <p:embed/>
                </p:oleObj>
              </mc:Choice>
              <mc:Fallback>
                <p:oleObj name="Equation" r:id="rId9" imgW="20116800" imgH="9753600" progId="Equation.DSMT4">
                  <p:embed/>
                  <p:pic>
                    <p:nvPicPr>
                      <p:cNvPr id="235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524" y="915988"/>
                        <a:ext cx="62865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2182937" y="1366838"/>
          <a:ext cx="7810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66" name="Equation" r:id="rId11" imgW="24993600" imgH="8534400" progId="Equation.DSMT4">
                  <p:embed/>
                </p:oleObj>
              </mc:Choice>
              <mc:Fallback>
                <p:oleObj name="Equation" r:id="rId11" imgW="24993600" imgH="8534400" progId="Equation.DSMT4">
                  <p:embed/>
                  <p:pic>
                    <p:nvPicPr>
                      <p:cNvPr id="2356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937" y="1366838"/>
                        <a:ext cx="78105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2957637" y="1435621"/>
          <a:ext cx="48577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67" name="Equation" r:id="rId13" imgW="15544800" imgH="6400800" progId="Equation.DSMT4">
                  <p:embed/>
                </p:oleObj>
              </mc:Choice>
              <mc:Fallback>
                <p:oleObj name="Equation" r:id="rId13" imgW="15544800" imgH="6400800" progId="Equation.DSMT4">
                  <p:embed/>
                  <p:pic>
                    <p:nvPicPr>
                      <p:cNvPr id="235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637" y="1435621"/>
                        <a:ext cx="48577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0"/>
          <p:cNvGraphicFramePr>
            <a:graphicFrameLocks noChangeAspect="1"/>
          </p:cNvGraphicFramePr>
          <p:nvPr/>
        </p:nvGraphicFramePr>
        <p:xfrm>
          <a:off x="5029324" y="1366838"/>
          <a:ext cx="819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68" name="Equation" r:id="rId15" imgW="26212800" imgH="8534400" progId="Equation.DSMT4">
                  <p:embed/>
                </p:oleObj>
              </mc:Choice>
              <mc:Fallback>
                <p:oleObj name="Equation" r:id="rId15" imgW="26212800" imgH="8534400" progId="Equation.DSMT4">
                  <p:embed/>
                  <p:pic>
                    <p:nvPicPr>
                      <p:cNvPr id="235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324" y="1366838"/>
                        <a:ext cx="81915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11"/>
          <p:cNvGraphicFramePr>
            <a:graphicFrameLocks noChangeAspect="1"/>
          </p:cNvGraphicFramePr>
          <p:nvPr/>
        </p:nvGraphicFramePr>
        <p:xfrm>
          <a:off x="5843712" y="1387996"/>
          <a:ext cx="58102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69" name="Equation" r:id="rId17" imgW="18592800" imgH="7924800" progId="Equation.DSMT4">
                  <p:embed/>
                </p:oleObj>
              </mc:Choice>
              <mc:Fallback>
                <p:oleObj name="Equation" r:id="rId17" imgW="18592800" imgH="7924800" progId="Equation.DSMT4">
                  <p:embed/>
                  <p:pic>
                    <p:nvPicPr>
                      <p:cNvPr id="235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3712" y="1387996"/>
                        <a:ext cx="581025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12"/>
          <p:cNvGraphicFramePr>
            <a:graphicFrameLocks noChangeAspect="1"/>
          </p:cNvGraphicFramePr>
          <p:nvPr/>
        </p:nvGraphicFramePr>
        <p:xfrm>
          <a:off x="2148012" y="1766888"/>
          <a:ext cx="800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70" name="Equation" r:id="rId19" imgW="25603200" imgH="8534400" progId="Equation.DSMT4">
                  <p:embed/>
                </p:oleObj>
              </mc:Choice>
              <mc:Fallback>
                <p:oleObj name="Equation" r:id="rId19" imgW="25603200" imgH="8534400" progId="Equation.DSMT4">
                  <p:embed/>
                  <p:pic>
                    <p:nvPicPr>
                      <p:cNvPr id="2356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8012" y="1766888"/>
                        <a:ext cx="8001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13"/>
          <p:cNvGraphicFramePr>
            <a:graphicFrameLocks noChangeAspect="1"/>
          </p:cNvGraphicFramePr>
          <p:nvPr/>
        </p:nvGraphicFramePr>
        <p:xfrm>
          <a:off x="2959224" y="1719263"/>
          <a:ext cx="57150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71" name="Equation" r:id="rId21" imgW="18288000" imgH="9448800" progId="Equation.DSMT4">
                  <p:embed/>
                </p:oleObj>
              </mc:Choice>
              <mc:Fallback>
                <p:oleObj name="Equation" r:id="rId21" imgW="18288000" imgH="9448800" progId="Equation.DSMT4">
                  <p:embed/>
                  <p:pic>
                    <p:nvPicPr>
                      <p:cNvPr id="2356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224" y="1719263"/>
                        <a:ext cx="571500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14"/>
          <p:cNvGraphicFramePr>
            <a:graphicFrameLocks noChangeAspect="1"/>
          </p:cNvGraphicFramePr>
          <p:nvPr/>
        </p:nvGraphicFramePr>
        <p:xfrm>
          <a:off x="5037262" y="1766888"/>
          <a:ext cx="800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72" name="Equation" r:id="rId23" imgW="25603200" imgH="8534400" progId="Equation.DSMT4">
                  <p:embed/>
                </p:oleObj>
              </mc:Choice>
              <mc:Fallback>
                <p:oleObj name="Equation" r:id="rId23" imgW="25603200" imgH="8534400" progId="Equation.DSMT4">
                  <p:embed/>
                  <p:pic>
                    <p:nvPicPr>
                      <p:cNvPr id="2356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7262" y="1766888"/>
                        <a:ext cx="8001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7" name="Object 15"/>
          <p:cNvGraphicFramePr>
            <a:graphicFrameLocks noChangeAspect="1"/>
          </p:cNvGraphicFramePr>
          <p:nvPr/>
        </p:nvGraphicFramePr>
        <p:xfrm>
          <a:off x="5838949" y="1719263"/>
          <a:ext cx="70485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73" name="Equation" r:id="rId25" imgW="22555200" imgH="9448800" progId="Equation.DSMT4">
                  <p:embed/>
                </p:oleObj>
              </mc:Choice>
              <mc:Fallback>
                <p:oleObj name="Equation" r:id="rId25" imgW="22555200" imgH="9448800" progId="Equation.DSMT4">
                  <p:embed/>
                  <p:pic>
                    <p:nvPicPr>
                      <p:cNvPr id="2356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8949" y="1719263"/>
                        <a:ext cx="704850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8" name="Object 16"/>
          <p:cNvGraphicFramePr>
            <a:graphicFrameLocks noChangeAspect="1"/>
          </p:cNvGraphicFramePr>
          <p:nvPr/>
        </p:nvGraphicFramePr>
        <p:xfrm>
          <a:off x="2148012" y="2166938"/>
          <a:ext cx="800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74" name="Equation" r:id="rId27" imgW="25603200" imgH="8534400" progId="Equation.DSMT4">
                  <p:embed/>
                </p:oleObj>
              </mc:Choice>
              <mc:Fallback>
                <p:oleObj name="Equation" r:id="rId27" imgW="25603200" imgH="8534400" progId="Equation.DSMT4">
                  <p:embed/>
                  <p:pic>
                    <p:nvPicPr>
                      <p:cNvPr id="2356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8012" y="2166938"/>
                        <a:ext cx="8001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9" name="Object 17"/>
          <p:cNvGraphicFramePr>
            <a:graphicFrameLocks noChangeAspect="1"/>
          </p:cNvGraphicFramePr>
          <p:nvPr/>
        </p:nvGraphicFramePr>
        <p:xfrm>
          <a:off x="2963987" y="2185988"/>
          <a:ext cx="84772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75" name="Equation" r:id="rId29" imgW="27127200" imgH="7315200" progId="Equation.DSMT4">
                  <p:embed/>
                </p:oleObj>
              </mc:Choice>
              <mc:Fallback>
                <p:oleObj name="Equation" r:id="rId29" imgW="27127200" imgH="7315200" progId="Equation.DSMT4">
                  <p:embed/>
                  <p:pic>
                    <p:nvPicPr>
                      <p:cNvPr id="2356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3987" y="2185988"/>
                        <a:ext cx="84772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0" name="Object 18"/>
          <p:cNvGraphicFramePr>
            <a:graphicFrameLocks noChangeAspect="1"/>
          </p:cNvGraphicFramePr>
          <p:nvPr/>
        </p:nvGraphicFramePr>
        <p:xfrm>
          <a:off x="5037262" y="2138363"/>
          <a:ext cx="80962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76" name="Equation" r:id="rId31" imgW="25908000" imgH="8534400" progId="Equation.DSMT4">
                  <p:embed/>
                </p:oleObj>
              </mc:Choice>
              <mc:Fallback>
                <p:oleObj name="Equation" r:id="rId31" imgW="25908000" imgH="8534400" progId="Equation.DSMT4">
                  <p:embed/>
                  <p:pic>
                    <p:nvPicPr>
                      <p:cNvPr id="2357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7262" y="2138363"/>
                        <a:ext cx="809625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2" name="Object 20"/>
          <p:cNvGraphicFramePr>
            <a:graphicFrameLocks noChangeAspect="1"/>
          </p:cNvGraphicFramePr>
          <p:nvPr/>
        </p:nvGraphicFramePr>
        <p:xfrm>
          <a:off x="1993156" y="3999706"/>
          <a:ext cx="6381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77" name="Equation" r:id="rId33" imgW="20421600" imgH="9753600" progId="Equation.DSMT4">
                  <p:embed/>
                </p:oleObj>
              </mc:Choice>
              <mc:Fallback>
                <p:oleObj name="Equation" r:id="rId33" imgW="20421600" imgH="9753600" progId="Equation.DSMT4">
                  <p:embed/>
                  <p:pic>
                    <p:nvPicPr>
                      <p:cNvPr id="2357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156" y="3999706"/>
                        <a:ext cx="638175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3" name="Object 21"/>
          <p:cNvGraphicFramePr>
            <a:graphicFrameLocks noChangeAspect="1"/>
          </p:cNvGraphicFramePr>
          <p:nvPr/>
        </p:nvGraphicFramePr>
        <p:xfrm>
          <a:off x="2641228" y="4015581"/>
          <a:ext cx="52387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78" name="Equation" r:id="rId35" imgW="16764000" imgH="8229600" progId="Equation.DSMT4">
                  <p:embed/>
                </p:oleObj>
              </mc:Choice>
              <mc:Fallback>
                <p:oleObj name="Equation" r:id="rId35" imgW="16764000" imgH="8229600" progId="Equation.DSMT4">
                  <p:embed/>
                  <p:pic>
                    <p:nvPicPr>
                      <p:cNvPr id="2357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228" y="4015581"/>
                        <a:ext cx="523875" cy="257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4" name="Object 22"/>
          <p:cNvGraphicFramePr>
            <a:graphicFrameLocks noChangeAspect="1"/>
          </p:cNvGraphicFramePr>
          <p:nvPr/>
        </p:nvGraphicFramePr>
        <p:xfrm>
          <a:off x="5436096" y="4002881"/>
          <a:ext cx="609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79" name="Equation" r:id="rId37" imgW="19507200" imgH="9753600" progId="Equation.DSMT4">
                  <p:embed/>
                </p:oleObj>
              </mc:Choice>
              <mc:Fallback>
                <p:oleObj name="Equation" r:id="rId37" imgW="19507200" imgH="9753600" progId="Equation.DSMT4">
                  <p:embed/>
                  <p:pic>
                    <p:nvPicPr>
                      <p:cNvPr id="2357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4002881"/>
                        <a:ext cx="6096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5" name="Object 23"/>
          <p:cNvGraphicFramePr>
            <a:graphicFrameLocks noChangeAspect="1"/>
          </p:cNvGraphicFramePr>
          <p:nvPr/>
        </p:nvGraphicFramePr>
        <p:xfrm>
          <a:off x="6086599" y="3979863"/>
          <a:ext cx="28575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80" name="Equation" r:id="rId39" imgW="9144000" imgH="9448800" progId="Equation.DSMT4">
                  <p:embed/>
                </p:oleObj>
              </mc:Choice>
              <mc:Fallback>
                <p:oleObj name="Equation" r:id="rId39" imgW="9144000" imgH="9448800" progId="Equation.DSMT4">
                  <p:embed/>
                  <p:pic>
                    <p:nvPicPr>
                      <p:cNvPr id="2357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6599" y="3979863"/>
                        <a:ext cx="285750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7" name="Object 25"/>
          <p:cNvGraphicFramePr>
            <a:graphicFrameLocks noChangeAspect="1"/>
          </p:cNvGraphicFramePr>
          <p:nvPr/>
        </p:nvGraphicFramePr>
        <p:xfrm>
          <a:off x="1998390" y="4498181"/>
          <a:ext cx="9112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81" name="Equation" r:id="rId41" imgW="29260800" imgH="9144000" progId="Equation.DSMT4">
                  <p:embed/>
                </p:oleObj>
              </mc:Choice>
              <mc:Fallback>
                <p:oleObj name="Equation" r:id="rId41" imgW="29260800" imgH="9144000" progId="Equation.DSMT4">
                  <p:embed/>
                  <p:pic>
                    <p:nvPicPr>
                      <p:cNvPr id="2357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390" y="4498181"/>
                        <a:ext cx="911225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8" name="Object 26"/>
          <p:cNvGraphicFramePr>
            <a:graphicFrameLocks noChangeAspect="1"/>
          </p:cNvGraphicFramePr>
          <p:nvPr/>
        </p:nvGraphicFramePr>
        <p:xfrm>
          <a:off x="2929260" y="4379119"/>
          <a:ext cx="427037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82" name="Equation" r:id="rId43" imgW="15240000" imgH="17678400" progId="Equation.DSMT4">
                  <p:embed/>
                </p:oleObj>
              </mc:Choice>
              <mc:Fallback>
                <p:oleObj name="Equation" r:id="rId43" imgW="15240000" imgH="17678400" progId="Equation.DSMT4">
                  <p:embed/>
                  <p:pic>
                    <p:nvPicPr>
                      <p:cNvPr id="2357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9260" y="4379119"/>
                        <a:ext cx="427037" cy="496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9" name="Object 27"/>
          <p:cNvGraphicFramePr>
            <a:graphicFrameLocks noChangeAspect="1"/>
          </p:cNvGraphicFramePr>
          <p:nvPr/>
        </p:nvGraphicFramePr>
        <p:xfrm>
          <a:off x="5470525" y="4512469"/>
          <a:ext cx="69532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83" name="Equation" r:id="rId45" imgW="22250400" imgH="8534400" progId="Equation.DSMT4">
                  <p:embed/>
                </p:oleObj>
              </mc:Choice>
              <mc:Fallback>
                <p:oleObj name="Equation" r:id="rId45" imgW="22250400" imgH="8534400" progId="Equation.DSMT4">
                  <p:embed/>
                  <p:pic>
                    <p:nvPicPr>
                      <p:cNvPr id="2357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0525" y="4512469"/>
                        <a:ext cx="695325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0" name="Object 28"/>
          <p:cNvGraphicFramePr>
            <a:graphicFrameLocks noChangeAspect="1"/>
          </p:cNvGraphicFramePr>
          <p:nvPr/>
        </p:nvGraphicFramePr>
        <p:xfrm>
          <a:off x="6159624" y="4379913"/>
          <a:ext cx="2238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84" name="Equation" r:id="rId47" imgW="7924800" imgH="17678400" progId="Equation.DSMT4">
                  <p:embed/>
                </p:oleObj>
              </mc:Choice>
              <mc:Fallback>
                <p:oleObj name="Equation" r:id="rId47" imgW="7924800" imgH="17678400" progId="Equation.DSMT4">
                  <p:embed/>
                  <p:pic>
                    <p:nvPicPr>
                      <p:cNvPr id="2358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624" y="4379913"/>
                        <a:ext cx="223838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1" name="Object 29"/>
          <p:cNvGraphicFramePr>
            <a:graphicFrameLocks noChangeAspect="1"/>
          </p:cNvGraphicFramePr>
          <p:nvPr/>
        </p:nvGraphicFramePr>
        <p:xfrm>
          <a:off x="2148012" y="2626742"/>
          <a:ext cx="105727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85" name="Equation" r:id="rId49" imgW="33832800" imgH="8534400" progId="Equation.DSMT4">
                  <p:embed/>
                </p:oleObj>
              </mc:Choice>
              <mc:Fallback>
                <p:oleObj name="Equation" r:id="rId49" imgW="33832800" imgH="8534400" progId="Equation.DSMT4">
                  <p:embed/>
                  <p:pic>
                    <p:nvPicPr>
                      <p:cNvPr id="2358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8012" y="2626742"/>
                        <a:ext cx="1057275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2" name="Object 30"/>
          <p:cNvGraphicFramePr>
            <a:graphicFrameLocks noChangeAspect="1"/>
          </p:cNvGraphicFramePr>
          <p:nvPr/>
        </p:nvGraphicFramePr>
        <p:xfrm>
          <a:off x="3204791" y="2500313"/>
          <a:ext cx="7191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86" name="Equation" r:id="rId51" imgW="25603200" imgH="19507200" progId="Equation.DSMT4">
                  <p:embed/>
                </p:oleObj>
              </mc:Choice>
              <mc:Fallback>
                <p:oleObj name="Equation" r:id="rId51" imgW="25603200" imgH="19507200" progId="Equation.DSMT4">
                  <p:embed/>
                  <p:pic>
                    <p:nvPicPr>
                      <p:cNvPr id="2358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4791" y="2500313"/>
                        <a:ext cx="719137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3" name="Object 31"/>
          <p:cNvGraphicFramePr>
            <a:graphicFrameLocks noChangeAspect="1"/>
          </p:cNvGraphicFramePr>
          <p:nvPr/>
        </p:nvGraphicFramePr>
        <p:xfrm>
          <a:off x="5065837" y="2626742"/>
          <a:ext cx="109537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87" name="Equation" r:id="rId53" imgW="35052000" imgH="8534400" progId="Equation.DSMT4">
                  <p:embed/>
                </p:oleObj>
              </mc:Choice>
              <mc:Fallback>
                <p:oleObj name="Equation" r:id="rId53" imgW="35052000" imgH="8534400" progId="Equation.DSMT4">
                  <p:embed/>
                  <p:pic>
                    <p:nvPicPr>
                      <p:cNvPr id="2358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837" y="2626742"/>
                        <a:ext cx="1095375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4" name="Object 32"/>
          <p:cNvGraphicFramePr>
            <a:graphicFrameLocks noChangeAspect="1"/>
          </p:cNvGraphicFramePr>
          <p:nvPr/>
        </p:nvGraphicFramePr>
        <p:xfrm>
          <a:off x="6153497" y="2503488"/>
          <a:ext cx="86677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88" name="Equation" r:id="rId55" imgW="30784800" imgH="19507200" progId="Equation.DSMT4">
                  <p:embed/>
                </p:oleObj>
              </mc:Choice>
              <mc:Fallback>
                <p:oleObj name="Equation" r:id="rId55" imgW="30784800" imgH="19507200" progId="Equation.DSMT4">
                  <p:embed/>
                  <p:pic>
                    <p:nvPicPr>
                      <p:cNvPr id="2358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3497" y="2503488"/>
                        <a:ext cx="866775" cy="54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5" name="Object 33"/>
          <p:cNvGraphicFramePr>
            <a:graphicFrameLocks noChangeAspect="1"/>
          </p:cNvGraphicFramePr>
          <p:nvPr/>
        </p:nvGraphicFramePr>
        <p:xfrm>
          <a:off x="2143249" y="3312542"/>
          <a:ext cx="107632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89" name="Equation" r:id="rId57" imgW="34442400" imgH="8534400" progId="Equation.DSMT4">
                  <p:embed/>
                </p:oleObj>
              </mc:Choice>
              <mc:Fallback>
                <p:oleObj name="Equation" r:id="rId57" imgW="34442400" imgH="8534400" progId="Equation.DSMT4">
                  <p:embed/>
                  <p:pic>
                    <p:nvPicPr>
                      <p:cNvPr id="2358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249" y="3312542"/>
                        <a:ext cx="1076325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6" name="Object 34"/>
          <p:cNvGraphicFramePr>
            <a:graphicFrameLocks noChangeAspect="1"/>
          </p:cNvGraphicFramePr>
          <p:nvPr/>
        </p:nvGraphicFramePr>
        <p:xfrm>
          <a:off x="3206825" y="3192463"/>
          <a:ext cx="5730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90" name="Equation" r:id="rId59" imgW="20421600" imgH="17678400" progId="Equation.DSMT4">
                  <p:embed/>
                </p:oleObj>
              </mc:Choice>
              <mc:Fallback>
                <p:oleObj name="Equation" r:id="rId59" imgW="20421600" imgH="17678400" progId="Equation.DSMT4">
                  <p:embed/>
                  <p:pic>
                    <p:nvPicPr>
                      <p:cNvPr id="2358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825" y="3192463"/>
                        <a:ext cx="573087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7" name="Object 35"/>
          <p:cNvGraphicFramePr>
            <a:graphicFrameLocks noChangeAspect="1"/>
          </p:cNvGraphicFramePr>
          <p:nvPr/>
        </p:nvGraphicFramePr>
        <p:xfrm>
          <a:off x="5022974" y="3312542"/>
          <a:ext cx="107632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91" name="Equation" r:id="rId61" imgW="34442400" imgH="8534400" progId="Equation.DSMT4">
                  <p:embed/>
                </p:oleObj>
              </mc:Choice>
              <mc:Fallback>
                <p:oleObj name="Equation" r:id="rId61" imgW="34442400" imgH="8534400" progId="Equation.DSMT4">
                  <p:embed/>
                  <p:pic>
                    <p:nvPicPr>
                      <p:cNvPr id="23587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974" y="3312542"/>
                        <a:ext cx="1076325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8" name="Object 36"/>
          <p:cNvGraphicFramePr>
            <a:graphicFrameLocks noChangeAspect="1"/>
          </p:cNvGraphicFramePr>
          <p:nvPr/>
        </p:nvGraphicFramePr>
        <p:xfrm>
          <a:off x="6121524" y="3192463"/>
          <a:ext cx="7112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92" name="Equation" r:id="rId63" imgW="25298400" imgH="17678400" progId="Equation.DSMT4">
                  <p:embed/>
                </p:oleObj>
              </mc:Choice>
              <mc:Fallback>
                <p:oleObj name="Equation" r:id="rId63" imgW="25298400" imgH="17678400" progId="Equation.DSMT4">
                  <p:embed/>
                  <p:pic>
                    <p:nvPicPr>
                      <p:cNvPr id="23588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1524" y="3192463"/>
                        <a:ext cx="711200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8"/>
          <p:cNvGraphicFramePr>
            <a:graphicFrameLocks noChangeAspect="1"/>
          </p:cNvGraphicFramePr>
          <p:nvPr/>
        </p:nvGraphicFramePr>
        <p:xfrm>
          <a:off x="5895975" y="2152650"/>
          <a:ext cx="990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93" name="Equation" r:id="rId65" imgW="31699200" imgH="7315200" progId="Equation.DSMT4">
                  <p:embed/>
                </p:oleObj>
              </mc:Choice>
              <mc:Fallback>
                <p:oleObj name="Equation" r:id="rId65" imgW="31699200" imgH="7315200" progId="Equation.DSMT4">
                  <p:embed/>
                  <p:pic>
                    <p:nvPicPr>
                      <p:cNvPr id="3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975" y="2152650"/>
                        <a:ext cx="9906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/>
          </p:cNvGraphicFramePr>
          <p:nvPr/>
        </p:nvGraphicFramePr>
        <p:xfrm>
          <a:off x="3237037" y="4033838"/>
          <a:ext cx="1231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94" name="Equation" r:id="rId67" imgW="29565600" imgH="6400800" progId="Equation.DSMT4">
                  <p:embed/>
                </p:oleObj>
              </mc:Choice>
              <mc:Fallback>
                <p:oleObj name="Equation" r:id="rId67" imgW="29565600" imgH="6400800" progId="Equation.DSMT4">
                  <p:embed/>
                  <p:pic>
                    <p:nvPicPr>
                      <p:cNvPr id="3" name="对象 2"/>
                      <p:cNvPicPr>
                        <a:picLocks noChangeArrowheads="1"/>
                      </p:cNvPicPr>
                      <p:nvPr/>
                    </p:nvPicPr>
                    <p:blipFill>
                      <a:blip r:embed="rId6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7037" y="4033838"/>
                        <a:ext cx="12319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/>
          </p:cNvGraphicFramePr>
          <p:nvPr/>
        </p:nvGraphicFramePr>
        <p:xfrm>
          <a:off x="3389437" y="4516438"/>
          <a:ext cx="1231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95" name="Equation" r:id="rId69" imgW="29565600" imgH="6400800" progId="Equation.DSMT4">
                  <p:embed/>
                </p:oleObj>
              </mc:Choice>
              <mc:Fallback>
                <p:oleObj name="Equation" r:id="rId69" imgW="29565600" imgH="6400800" progId="Equation.DSMT4">
                  <p:embed/>
                  <p:pic>
                    <p:nvPicPr>
                      <p:cNvPr id="41" name="对象 40"/>
                      <p:cNvPicPr>
                        <a:picLocks noChangeArrowheads="1"/>
                      </p:cNvPicPr>
                      <p:nvPr/>
                    </p:nvPicPr>
                    <p:blipFill>
                      <a:blip r:embed="rId7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437" y="4516438"/>
                        <a:ext cx="12319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/>
          </p:cNvGraphicFramePr>
          <p:nvPr/>
        </p:nvGraphicFramePr>
        <p:xfrm>
          <a:off x="1830520" y="1304354"/>
          <a:ext cx="293208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96" name="Equation" r:id="rId71" imgW="7924800" imgH="32308800" progId="Equation.DSMT4">
                  <p:embed/>
                </p:oleObj>
              </mc:Choice>
              <mc:Fallback>
                <p:oleObj name="Equation" r:id="rId71" imgW="7924800" imgH="32308800" progId="Equation.DSMT4">
                  <p:embed/>
                  <p:pic>
                    <p:nvPicPr>
                      <p:cNvPr id="5" name="对象 4"/>
                      <p:cNvPicPr>
                        <a:picLocks noChangeArrowheads="1"/>
                      </p:cNvPicPr>
                      <p:nvPr/>
                    </p:nvPicPr>
                    <p:blipFill>
                      <a:blip r:embed="rId7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520" y="1304354"/>
                        <a:ext cx="293208" cy="1195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/>
          </p:cNvGraphicFramePr>
          <p:nvPr/>
        </p:nvGraphicFramePr>
        <p:xfrm>
          <a:off x="1830520" y="2571750"/>
          <a:ext cx="293208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97" name="Equation" r:id="rId73" imgW="7924800" imgH="32308800" progId="Equation.DSMT4">
                  <p:embed/>
                </p:oleObj>
              </mc:Choice>
              <mc:Fallback>
                <p:oleObj name="Equation" r:id="rId73" imgW="7924800" imgH="32308800" progId="Equation.DSMT4">
                  <p:embed/>
                  <p:pic>
                    <p:nvPicPr>
                      <p:cNvPr id="44" name="对象 43"/>
                      <p:cNvPicPr>
                        <a:picLocks noChangeArrowheads="1"/>
                      </p:cNvPicPr>
                      <p:nvPr/>
                    </p:nvPicPr>
                    <p:blipFill>
                      <a:blip r:embed="rId7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520" y="2571750"/>
                        <a:ext cx="293208" cy="1195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4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1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8" grpId="0" bldLvl="0" animBg="1"/>
      <p:bldP spid="37" grpId="0" bldLvl="0" animBg="1"/>
      <p:bldP spid="2" grpId="0" bldLvl="0" animBg="1"/>
      <p:bldP spid="23555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框 47"/>
          <p:cNvSpPr txBox="1"/>
          <p:nvPr/>
        </p:nvSpPr>
        <p:spPr>
          <a:xfrm>
            <a:off x="1422716" y="3045389"/>
            <a:ext cx="2232248" cy="445945"/>
          </a:xfrm>
          <a:prstGeom prst="rect">
            <a:avLst/>
          </a:prstGeom>
          <a:solidFill>
            <a:srgbClr val="FFFF00"/>
          </a:solidFill>
          <a:ln w="19050">
            <a:solidFill>
              <a:srgbClr val="FF505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494724" y="1765765"/>
            <a:ext cx="2160240" cy="445945"/>
          </a:xfrm>
          <a:prstGeom prst="rect">
            <a:avLst/>
          </a:prstGeom>
          <a:solidFill>
            <a:srgbClr val="FFFF00"/>
          </a:solidFill>
          <a:ln w="19050">
            <a:solidFill>
              <a:srgbClr val="FF505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411510"/>
            <a:ext cx="5472608" cy="460772"/>
          </a:xfrm>
        </p:spPr>
        <p:txBody>
          <a:bodyPr>
            <a:noAutofit/>
          </a:bodyPr>
          <a:lstStyle/>
          <a:p>
            <a:pPr algn="l"/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 </a:t>
            </a:r>
            <a:r>
              <a:rPr lang="zh-CN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函数的和、差、积、商的求导法则</a:t>
            </a:r>
            <a:endParaRPr lang="zh-CN" altLang="en-US" sz="2400" b="1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/>
          </p:cNvGraphicFramePr>
          <p:nvPr/>
        </p:nvGraphicFramePr>
        <p:xfrm>
          <a:off x="1628148" y="1804665"/>
          <a:ext cx="1117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92" name="Equation" r:id="rId3" imgW="26822400" imgH="8534400" progId="Equation.DSMT4">
                  <p:embed/>
                </p:oleObj>
              </mc:Choice>
              <mc:Fallback>
                <p:oleObj name="Equation" r:id="rId3" imgW="26822400" imgH="8534400" progId="Equation.DSMT4">
                  <p:embed/>
                  <p:pic>
                    <p:nvPicPr>
                      <p:cNvPr id="2" name="对象 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148" y="1804665"/>
                        <a:ext cx="11176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/>
          </p:cNvGraphicFramePr>
          <p:nvPr/>
        </p:nvGraphicFramePr>
        <p:xfrm>
          <a:off x="2736850" y="1792288"/>
          <a:ext cx="812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93" name="Equation" r:id="rId5" imgW="19507200" imgH="8229600" progId="Equation.DSMT4">
                  <p:embed/>
                </p:oleObj>
              </mc:Choice>
              <mc:Fallback>
                <p:oleObj name="Equation" r:id="rId5" imgW="19507200" imgH="8229600" progId="Equation.DSMT4">
                  <p:embed/>
                  <p:pic>
                    <p:nvPicPr>
                      <p:cNvPr id="42" name="对象 4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850" y="1792288"/>
                        <a:ext cx="812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/>
          </p:cNvGraphicFramePr>
          <p:nvPr/>
        </p:nvGraphicFramePr>
        <p:xfrm>
          <a:off x="1403648" y="2427734"/>
          <a:ext cx="914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94" name="Equation" r:id="rId7" imgW="21945600" imgH="8534400" progId="Equation.DSMT4">
                  <p:embed/>
                </p:oleObj>
              </mc:Choice>
              <mc:Fallback>
                <p:oleObj name="Equation" r:id="rId7" imgW="21945600" imgH="8534400" progId="Equation.DSMT4">
                  <p:embed/>
                  <p:pic>
                    <p:nvPicPr>
                      <p:cNvPr id="3" name="对象 2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427734"/>
                        <a:ext cx="9144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/>
          </p:cNvGraphicFramePr>
          <p:nvPr/>
        </p:nvGraphicFramePr>
        <p:xfrm>
          <a:off x="1567253" y="3135734"/>
          <a:ext cx="838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95" name="Equation" r:id="rId9" imgW="20116800" imgH="8534400" progId="Equation.DSMT4">
                  <p:embed/>
                </p:oleObj>
              </mc:Choice>
              <mc:Fallback>
                <p:oleObj name="Equation" r:id="rId9" imgW="20116800" imgH="8534400" progId="Equation.DSMT4">
                  <p:embed/>
                  <p:pic>
                    <p:nvPicPr>
                      <p:cNvPr id="4" name="对象 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7253" y="3135734"/>
                        <a:ext cx="8382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/>
          </p:cNvGraphicFramePr>
          <p:nvPr/>
        </p:nvGraphicFramePr>
        <p:xfrm>
          <a:off x="2457450" y="3147814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96" name="Equation" r:id="rId11" imgW="26212800" imgH="8229600" progId="Equation.DSMT4">
                  <p:embed/>
                </p:oleObj>
              </mc:Choice>
              <mc:Fallback>
                <p:oleObj name="Equation" r:id="rId11" imgW="26212800" imgH="8229600" progId="Equation.DSMT4">
                  <p:embed/>
                  <p:pic>
                    <p:nvPicPr>
                      <p:cNvPr id="5" name="对象 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147814"/>
                        <a:ext cx="1092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/>
          </p:cNvGraphicFramePr>
          <p:nvPr/>
        </p:nvGraphicFramePr>
        <p:xfrm>
          <a:off x="1494724" y="3779366"/>
          <a:ext cx="762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97" name="Equation" r:id="rId13" imgW="18288000" imgH="17678400" progId="Equation.DSMT4">
                  <p:embed/>
                </p:oleObj>
              </mc:Choice>
              <mc:Fallback>
                <p:oleObj name="Equation" r:id="rId13" imgW="18288000" imgH="17678400" progId="Equation.DSMT4">
                  <p:embed/>
                  <p:pic>
                    <p:nvPicPr>
                      <p:cNvPr id="6" name="对象 5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724" y="3779366"/>
                        <a:ext cx="762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/>
          </p:cNvGraphicFramePr>
          <p:nvPr/>
        </p:nvGraphicFramePr>
        <p:xfrm>
          <a:off x="1547664" y="1131590"/>
          <a:ext cx="2184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98" name="Equation" r:id="rId15" imgW="52425600" imgH="8229600" progId="Equation.DSMT4">
                  <p:embed/>
                </p:oleObj>
              </mc:Choice>
              <mc:Fallback>
                <p:oleObj name="Equation" r:id="rId15" imgW="52425600" imgH="8229600" progId="Equation.DSMT4">
                  <p:embed/>
                  <p:pic>
                    <p:nvPicPr>
                      <p:cNvPr id="9" name="对象 8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1131590"/>
                        <a:ext cx="2184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660056" y="771550"/>
            <a:ext cx="9119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                                </a:t>
            </a:r>
            <a:r>
              <a:rPr lang="zh-CN" altLang="en-US" sz="2400" b="1" dirty="0"/>
              <a:t>可导，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436096" y="2470125"/>
            <a:ext cx="3672408" cy="461665"/>
          </a:xfrm>
          <a:prstGeom prst="rect">
            <a:avLst/>
          </a:prstGeom>
          <a:solidFill>
            <a:srgbClr val="FFFF00"/>
          </a:solidFill>
          <a:ln w="19050">
            <a:solidFill>
              <a:srgbClr val="FF505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推广到有限个函数的情形</a:t>
            </a:r>
          </a:p>
        </p:txBody>
      </p:sp>
      <p:cxnSp>
        <p:nvCxnSpPr>
          <p:cNvPr id="13" name="直接箭头连接符 12"/>
          <p:cNvCxnSpPr>
            <a:stCxn id="7" idx="3"/>
          </p:cNvCxnSpPr>
          <p:nvPr/>
        </p:nvCxnSpPr>
        <p:spPr>
          <a:xfrm>
            <a:off x="3654964" y="1988738"/>
            <a:ext cx="1781132" cy="665856"/>
          </a:xfrm>
          <a:prstGeom prst="straightConnector1">
            <a:avLst/>
          </a:prstGeom>
          <a:ln w="1905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48" idx="3"/>
          </p:cNvCxnSpPr>
          <p:nvPr/>
        </p:nvCxnSpPr>
        <p:spPr>
          <a:xfrm flipV="1">
            <a:off x="3654964" y="2715766"/>
            <a:ext cx="1781132" cy="552596"/>
          </a:xfrm>
          <a:prstGeom prst="straightConnector1">
            <a:avLst/>
          </a:prstGeom>
          <a:ln w="1905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对象 18"/>
          <p:cNvGraphicFramePr>
            <a:graphicFrameLocks/>
          </p:cNvGraphicFramePr>
          <p:nvPr/>
        </p:nvGraphicFramePr>
        <p:xfrm>
          <a:off x="2373908" y="2423666"/>
          <a:ext cx="469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99" name="Equation" r:id="rId17" imgW="11277600" imgH="7010400" progId="Equation.DSMT4">
                  <p:embed/>
                </p:oleObj>
              </mc:Choice>
              <mc:Fallback>
                <p:oleObj name="Equation" r:id="rId17" imgW="11277600" imgH="7010400" progId="Equation.DSMT4">
                  <p:embed/>
                  <p:pic>
                    <p:nvPicPr>
                      <p:cNvPr id="19" name="对象 18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3908" y="2423666"/>
                        <a:ext cx="4699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/>
          </p:cNvGraphicFramePr>
          <p:nvPr/>
        </p:nvGraphicFramePr>
        <p:xfrm>
          <a:off x="2281560" y="3779838"/>
          <a:ext cx="1930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00" name="Equation" r:id="rId19" imgW="46329600" imgH="17678400" progId="Equation.DSMT4">
                  <p:embed/>
                </p:oleObj>
              </mc:Choice>
              <mc:Fallback>
                <p:oleObj name="Equation" r:id="rId19" imgW="46329600" imgH="17678400" progId="Equation.DSMT4">
                  <p:embed/>
                  <p:pic>
                    <p:nvPicPr>
                      <p:cNvPr id="20" name="对象 19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560" y="3779838"/>
                        <a:ext cx="1930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2843808" y="2326109"/>
            <a:ext cx="2026394" cy="461665"/>
            <a:chOff x="2843808" y="2326109"/>
            <a:chExt cx="2026394" cy="461665"/>
          </a:xfrm>
        </p:grpSpPr>
        <p:sp>
          <p:nvSpPr>
            <p:cNvPr id="24587" name="Text Box 11"/>
            <p:cNvSpPr txBox="1">
              <a:spLocks noChangeArrowheads="1"/>
            </p:cNvSpPr>
            <p:nvPr/>
          </p:nvSpPr>
          <p:spPr bwMode="auto">
            <a:xfrm>
              <a:off x="2843808" y="2326109"/>
              <a:ext cx="202639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+mn-ea"/>
                </a:rPr>
                <a:t>(  </a:t>
              </a:r>
              <a:r>
                <a:rPr lang="zh-CN" altLang="en-US" sz="2400" b="1" dirty="0">
                  <a:latin typeface="+mn-ea"/>
                </a:rPr>
                <a:t>为常数 </a:t>
              </a:r>
              <a:r>
                <a:rPr lang="en-US" altLang="zh-CN" sz="2400" dirty="0">
                  <a:latin typeface="+mn-ea"/>
                </a:rPr>
                <a:t>)</a:t>
              </a:r>
              <a:r>
                <a:rPr lang="zh-CN" altLang="en-US" sz="2400" dirty="0">
                  <a:latin typeface="+mn-ea"/>
                </a:rPr>
                <a:t>，</a:t>
              </a:r>
              <a:endParaRPr lang="en-US" altLang="zh-CN" sz="2400" dirty="0">
                <a:latin typeface="+mn-ea"/>
              </a:endParaRPr>
            </a:p>
          </p:txBody>
        </p:sp>
        <p:graphicFrame>
          <p:nvGraphicFramePr>
            <p:cNvPr id="21" name="对象 20"/>
            <p:cNvGraphicFramePr>
              <a:graphicFrameLocks/>
            </p:cNvGraphicFramePr>
            <p:nvPr/>
          </p:nvGraphicFramePr>
          <p:xfrm>
            <a:off x="3131840" y="2452688"/>
            <a:ext cx="254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001" name="Equation" r:id="rId21" imgW="6096000" imgH="6705600" progId="Equation.DSMT4">
                    <p:embed/>
                  </p:oleObj>
                </mc:Choice>
                <mc:Fallback>
                  <p:oleObj name="Equation" r:id="rId21" imgW="6096000" imgH="6705600" progId="Equation.DSMT4">
                    <p:embed/>
                    <p:pic>
                      <p:nvPicPr>
                        <p:cNvPr id="21" name="对象 2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1840" y="2452688"/>
                          <a:ext cx="2540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  <p:bldP spid="7" grpId="0" bldLvl="0" animBg="1"/>
      <p:bldP spid="24578" grpId="0"/>
      <p:bldP spid="10" grpId="0"/>
      <p:bldP spid="11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721241" y="362648"/>
            <a:ext cx="31708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 </a:t>
            </a: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反函数的求导法则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>
          <a:xfrm>
            <a:off x="859453" y="1203598"/>
            <a:ext cx="165618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如果函数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3635896" y="3312914"/>
            <a:ext cx="47572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或</a:t>
            </a:r>
          </a:p>
        </p:txBody>
      </p:sp>
      <p:graphicFrame>
        <p:nvGraphicFramePr>
          <p:cNvPr id="21" name="Object 11"/>
          <p:cNvGraphicFramePr>
            <a:graphicFrameLocks noChangeAspect="1"/>
          </p:cNvGraphicFramePr>
          <p:nvPr>
            <p:extLst/>
          </p:nvPr>
        </p:nvGraphicFramePr>
        <p:xfrm>
          <a:off x="2248335" y="1292746"/>
          <a:ext cx="1079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016" name="Equation" r:id="rId3" imgW="25908000" imgH="8229600" progId="Equation.DSMT4">
                  <p:embed/>
                </p:oleObj>
              </mc:Choice>
              <mc:Fallback>
                <p:oleObj name="Equation" r:id="rId3" imgW="25908000" imgH="8229600" progId="Equation.DSMT4">
                  <p:embed/>
                  <p:pic>
                    <p:nvPicPr>
                      <p:cNvPr id="2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8335" y="1292746"/>
                        <a:ext cx="1079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3297178" y="1203598"/>
            <a:ext cx="4514910" cy="493095"/>
            <a:chOff x="971938" y="2114550"/>
            <a:chExt cx="4514910" cy="493095"/>
          </a:xfrm>
        </p:grpSpPr>
        <p:sp>
          <p:nvSpPr>
            <p:cNvPr id="23" name="Rectangle 3"/>
            <p:cNvSpPr txBox="1">
              <a:spLocks noChangeArrowheads="1"/>
            </p:cNvSpPr>
            <p:nvPr/>
          </p:nvSpPr>
          <p:spPr>
            <a:xfrm>
              <a:off x="971938" y="2114550"/>
              <a:ext cx="112362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在区间</a:t>
              </a:r>
            </a:p>
          </p:txBody>
        </p:sp>
        <p:sp>
          <p:nvSpPr>
            <p:cNvPr id="24" name="Rectangle 3"/>
            <p:cNvSpPr txBox="1">
              <a:spLocks noChangeArrowheads="1"/>
            </p:cNvSpPr>
            <p:nvPr/>
          </p:nvSpPr>
          <p:spPr>
            <a:xfrm>
              <a:off x="2312682" y="2114550"/>
              <a:ext cx="2126187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内单调可导且</a:t>
              </a:r>
            </a:p>
          </p:txBody>
        </p:sp>
        <p:graphicFrame>
          <p:nvGraphicFramePr>
            <p:cNvPr id="25" name="Object 11"/>
            <p:cNvGraphicFramePr>
              <a:graphicFrameLocks noChangeAspect="1"/>
            </p:cNvGraphicFramePr>
            <p:nvPr/>
          </p:nvGraphicFramePr>
          <p:xfrm>
            <a:off x="2051720" y="2188545"/>
            <a:ext cx="2794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017" name="Equation" r:id="rId5" imgW="6705600" imgH="10058400" progId="Equation.DSMT4">
                    <p:embed/>
                  </p:oleObj>
                </mc:Choice>
                <mc:Fallback>
                  <p:oleObj name="Equation" r:id="rId5" imgW="6705600" imgH="10058400" progId="Equation.DSMT4">
                    <p:embed/>
                    <p:pic>
                      <p:nvPicPr>
                        <p:cNvPr id="2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720" y="2188545"/>
                          <a:ext cx="279400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11"/>
            <p:cNvGraphicFramePr>
              <a:graphicFrameLocks noChangeAspect="1"/>
            </p:cNvGraphicFramePr>
            <p:nvPr/>
          </p:nvGraphicFramePr>
          <p:xfrm>
            <a:off x="4267648" y="2165077"/>
            <a:ext cx="121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018" name="Equation" r:id="rId7" imgW="29260800" imgH="8534400" progId="Equation.DSMT4">
                    <p:embed/>
                  </p:oleObj>
                </mc:Choice>
                <mc:Fallback>
                  <p:oleObj name="Equation" r:id="rId7" imgW="29260800" imgH="8534400" progId="Equation.DSMT4">
                    <p:embed/>
                    <p:pic>
                      <p:nvPicPr>
                        <p:cNvPr id="2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7648" y="2165077"/>
                          <a:ext cx="12192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Object 11"/>
          <p:cNvGraphicFramePr>
            <a:graphicFrameLocks noChangeAspect="1"/>
          </p:cNvGraphicFramePr>
          <p:nvPr/>
        </p:nvGraphicFramePr>
        <p:xfrm>
          <a:off x="1689100" y="3148013"/>
          <a:ext cx="1689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019" name="Equation" r:id="rId9" imgW="40538400" imgH="18897600" progId="Equation.DSMT4">
                  <p:embed/>
                </p:oleObj>
              </mc:Choice>
              <mc:Fallback>
                <p:oleObj name="Equation" r:id="rId9" imgW="40538400" imgH="18897600" progId="Equation.DSMT4">
                  <p:embed/>
                  <p:pic>
                    <p:nvPicPr>
                      <p:cNvPr id="2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3148013"/>
                        <a:ext cx="16891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/>
          <p:cNvGrpSpPr/>
          <p:nvPr/>
        </p:nvGrpSpPr>
        <p:grpSpPr>
          <a:xfrm>
            <a:off x="527571" y="1856456"/>
            <a:ext cx="4210473" cy="457201"/>
            <a:chOff x="255024" y="1922275"/>
            <a:chExt cx="4210473" cy="457201"/>
          </a:xfrm>
        </p:grpSpPr>
        <p:graphicFrame>
          <p:nvGraphicFramePr>
            <p:cNvPr id="29" name="Object 11"/>
            <p:cNvGraphicFramePr>
              <a:graphicFrameLocks noChangeAspect="1"/>
            </p:cNvGraphicFramePr>
            <p:nvPr/>
          </p:nvGraphicFramePr>
          <p:xfrm>
            <a:off x="255024" y="2008732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020" name="Equation" r:id="rId11" imgW="26517600" imgH="8229600" progId="Equation.DSMT4">
                    <p:embed/>
                  </p:oleObj>
                </mc:Choice>
                <mc:Fallback>
                  <p:oleObj name="Equation" r:id="rId11" imgW="26517600" imgH="8229600" progId="Equation.DSMT4">
                    <p:embed/>
                    <p:pic>
                      <p:nvPicPr>
                        <p:cNvPr id="29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024" y="2008732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11"/>
            <p:cNvGraphicFramePr>
              <a:graphicFrameLocks noChangeAspect="1"/>
            </p:cNvGraphicFramePr>
            <p:nvPr>
              <p:extLst/>
            </p:nvPr>
          </p:nvGraphicFramePr>
          <p:xfrm>
            <a:off x="1898397" y="2006637"/>
            <a:ext cx="107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021" name="Equation" r:id="rId13" imgW="25908000" imgH="8229600" progId="Equation.DSMT4">
                    <p:embed/>
                  </p:oleObj>
                </mc:Choice>
                <mc:Fallback>
                  <p:oleObj name="Equation" r:id="rId13" imgW="25908000" imgH="8229600" progId="Equation.DSMT4">
                    <p:embed/>
                    <p:pic>
                      <p:nvPicPr>
                        <p:cNvPr id="3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8397" y="2006637"/>
                          <a:ext cx="1079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Rectangle 3"/>
            <p:cNvSpPr txBox="1">
              <a:spLocks noChangeArrowheads="1"/>
            </p:cNvSpPr>
            <p:nvPr/>
          </p:nvSpPr>
          <p:spPr>
            <a:xfrm>
              <a:off x="1359924" y="1922276"/>
              <a:ext cx="510594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为</a:t>
              </a:r>
            </a:p>
          </p:txBody>
        </p:sp>
        <p:sp>
          <p:nvSpPr>
            <p:cNvPr id="32" name="Rectangle 3"/>
            <p:cNvSpPr txBox="1">
              <a:spLocks noChangeArrowheads="1"/>
            </p:cNvSpPr>
            <p:nvPr/>
          </p:nvSpPr>
          <p:spPr>
            <a:xfrm>
              <a:off x="2975418" y="1922275"/>
              <a:ext cx="1490079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的反函数，</a:t>
              </a:r>
            </a:p>
          </p:txBody>
        </p:sp>
      </p:grpSp>
      <p:graphicFrame>
        <p:nvGraphicFramePr>
          <p:cNvPr id="33" name="Object 11"/>
          <p:cNvGraphicFramePr>
            <a:graphicFrameLocks noChangeAspect="1"/>
          </p:cNvGraphicFramePr>
          <p:nvPr/>
        </p:nvGraphicFramePr>
        <p:xfrm>
          <a:off x="4819724" y="1936750"/>
          <a:ext cx="3568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022" name="Equation" r:id="rId15" imgW="85648800" imgH="10058400" progId="Equation.DSMT4">
                  <p:embed/>
                </p:oleObj>
              </mc:Choice>
              <mc:Fallback>
                <p:oleObj name="Equation" r:id="rId15" imgW="85648800" imgH="10058400" progId="Equation.DSMT4">
                  <p:embed/>
                  <p:pic>
                    <p:nvPicPr>
                      <p:cNvPr id="3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9724" y="1936750"/>
                        <a:ext cx="35687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755576" y="2460061"/>
            <a:ext cx="85571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函数</a:t>
            </a:r>
          </a:p>
        </p:txBody>
      </p:sp>
      <p:graphicFrame>
        <p:nvGraphicFramePr>
          <p:cNvPr id="36" name="Object 11"/>
          <p:cNvGraphicFramePr>
            <a:graphicFrameLocks noChangeAspect="1"/>
          </p:cNvGraphicFramePr>
          <p:nvPr>
            <p:extLst/>
          </p:nvPr>
        </p:nvGraphicFramePr>
        <p:xfrm>
          <a:off x="1517340" y="2542353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023" name="Equation" r:id="rId17" imgW="26517600" imgH="8229600" progId="Equation.DSMT4">
                  <p:embed/>
                </p:oleObj>
              </mc:Choice>
              <mc:Fallback>
                <p:oleObj name="Equation" r:id="rId17" imgW="26517600" imgH="8229600" progId="Equation.DSMT4">
                  <p:embed/>
                  <p:pic>
                    <p:nvPicPr>
                      <p:cNvPr id="3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340" y="2542353"/>
                        <a:ext cx="1104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/>
          <p:cNvGrpSpPr/>
          <p:nvPr/>
        </p:nvGrpSpPr>
        <p:grpSpPr>
          <a:xfrm>
            <a:off x="2617632" y="2428053"/>
            <a:ext cx="2818859" cy="474028"/>
            <a:chOff x="971938" y="2114550"/>
            <a:chExt cx="2818859" cy="474028"/>
          </a:xfrm>
        </p:grpSpPr>
        <p:sp>
          <p:nvSpPr>
            <p:cNvPr id="38" name="Rectangle 3"/>
            <p:cNvSpPr txBox="1">
              <a:spLocks noChangeArrowheads="1"/>
            </p:cNvSpPr>
            <p:nvPr/>
          </p:nvSpPr>
          <p:spPr>
            <a:xfrm>
              <a:off x="971938" y="2114550"/>
              <a:ext cx="112362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在区间</a:t>
              </a:r>
            </a:p>
          </p:txBody>
        </p:sp>
        <p:sp>
          <p:nvSpPr>
            <p:cNvPr id="39" name="Rectangle 3"/>
            <p:cNvSpPr txBox="1">
              <a:spLocks noChangeArrowheads="1"/>
            </p:cNvSpPr>
            <p:nvPr/>
          </p:nvSpPr>
          <p:spPr>
            <a:xfrm>
              <a:off x="2312682" y="2114550"/>
              <a:ext cx="147811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内可导且</a:t>
              </a:r>
            </a:p>
          </p:txBody>
        </p:sp>
        <p:graphicFrame>
          <p:nvGraphicFramePr>
            <p:cNvPr id="40" name="Object 11"/>
            <p:cNvGraphicFramePr>
              <a:graphicFrameLocks noChangeAspect="1"/>
            </p:cNvGraphicFramePr>
            <p:nvPr/>
          </p:nvGraphicFramePr>
          <p:xfrm>
            <a:off x="2057448" y="2207578"/>
            <a:ext cx="266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024" name="Equation" r:id="rId19" imgW="6400800" imgH="9144000" progId="Equation.DSMT4">
                    <p:embed/>
                  </p:oleObj>
                </mc:Choice>
                <mc:Fallback>
                  <p:oleObj name="Equation" r:id="rId19" imgW="6400800" imgH="9144000" progId="Equation.DSMT4">
                    <p:embed/>
                    <p:pic>
                      <p:nvPicPr>
                        <p:cNvPr id="4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448" y="2207578"/>
                          <a:ext cx="2667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" name="Object 11"/>
          <p:cNvGraphicFramePr>
            <a:graphicFrameLocks noChangeAspect="1"/>
          </p:cNvGraphicFramePr>
          <p:nvPr/>
        </p:nvGraphicFramePr>
        <p:xfrm>
          <a:off x="4533900" y="3148013"/>
          <a:ext cx="11557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025" name="Equation" r:id="rId21" imgW="27736800" imgH="28041600" progId="Equation.DSMT4">
                  <p:embed/>
                </p:oleObj>
              </mc:Choice>
              <mc:Fallback>
                <p:oleObj name="Equation" r:id="rId21" imgW="27736800" imgH="28041600" progId="Equation.DSMT4">
                  <p:embed/>
                  <p:pic>
                    <p:nvPicPr>
                      <p:cNvPr id="4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3148013"/>
                        <a:ext cx="1155700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3"/>
          <p:cNvSpPr txBox="1">
            <a:spLocks noChangeArrowheads="1"/>
          </p:cNvSpPr>
          <p:nvPr/>
        </p:nvSpPr>
        <p:spPr>
          <a:xfrm>
            <a:off x="7803213" y="1203598"/>
            <a:ext cx="873243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函数</a:t>
            </a:r>
          </a:p>
        </p:txBody>
      </p:sp>
      <p:sp>
        <p:nvSpPr>
          <p:cNvPr id="43" name="Rectangle 3"/>
          <p:cNvSpPr txBox="1">
            <a:spLocks noChangeArrowheads="1"/>
          </p:cNvSpPr>
          <p:nvPr/>
        </p:nvSpPr>
        <p:spPr>
          <a:xfrm>
            <a:off x="454240" y="2452989"/>
            <a:ext cx="51995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962447" y="373681"/>
            <a:ext cx="31708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4.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 </a:t>
            </a: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复合函数求导法则</a:t>
            </a:r>
          </a:p>
        </p:txBody>
      </p:sp>
      <p:graphicFrame>
        <p:nvGraphicFramePr>
          <p:cNvPr id="10" name="对象 9"/>
          <p:cNvGraphicFramePr>
            <a:graphicFrameLocks/>
          </p:cNvGraphicFramePr>
          <p:nvPr/>
        </p:nvGraphicFramePr>
        <p:xfrm>
          <a:off x="3323704" y="2555875"/>
          <a:ext cx="2184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02" name="Equation" r:id="rId3" imgW="52425600" imgH="17678400" progId="Equation.DSMT4">
                  <p:embed/>
                </p:oleObj>
              </mc:Choice>
              <mc:Fallback>
                <p:oleObj name="Equation" r:id="rId3" imgW="52425600" imgH="17678400" progId="Equation.DSMT4">
                  <p:embed/>
                  <p:pic>
                    <p:nvPicPr>
                      <p:cNvPr id="10" name="对象 9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3704" y="2555875"/>
                        <a:ext cx="2184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/>
          </p:cNvGraphicFramePr>
          <p:nvPr/>
        </p:nvGraphicFramePr>
        <p:xfrm>
          <a:off x="3314179" y="3795713"/>
          <a:ext cx="163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03" name="Equation" r:id="rId5" imgW="39319200" imgH="17678400" progId="Equation.DSMT4">
                  <p:embed/>
                </p:oleObj>
              </mc:Choice>
              <mc:Fallback>
                <p:oleObj name="Equation" r:id="rId5" imgW="39319200" imgH="17678400" progId="Equation.DSMT4">
                  <p:embed/>
                  <p:pic>
                    <p:nvPicPr>
                      <p:cNvPr id="11" name="对象 1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179" y="3795713"/>
                        <a:ext cx="1638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70"/>
          <p:cNvSpPr txBox="1"/>
          <p:nvPr/>
        </p:nvSpPr>
        <p:spPr>
          <a:xfrm>
            <a:off x="2524026" y="333422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或</a:t>
            </a:r>
          </a:p>
        </p:txBody>
      </p:sp>
      <p:grpSp>
        <p:nvGrpSpPr>
          <p:cNvPr id="13" name="组合 71"/>
          <p:cNvGrpSpPr/>
          <p:nvPr/>
        </p:nvGrpSpPr>
        <p:grpSpPr>
          <a:xfrm>
            <a:off x="899592" y="1055836"/>
            <a:ext cx="7200800" cy="461665"/>
            <a:chOff x="1187624" y="597917"/>
            <a:chExt cx="7200800" cy="461665"/>
          </a:xfrm>
        </p:grpSpPr>
        <p:sp>
          <p:nvSpPr>
            <p:cNvPr id="14" name="TextBox 13"/>
            <p:cNvSpPr txBox="1"/>
            <p:nvPr/>
          </p:nvSpPr>
          <p:spPr>
            <a:xfrm>
              <a:off x="1187624" y="597917"/>
              <a:ext cx="7200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latin typeface="+mn-ea"/>
                </a:rPr>
                <a:t>如果</a:t>
              </a:r>
              <a:r>
                <a:rPr lang="zh-CN" altLang="en-US" sz="2400" b="1" dirty="0">
                  <a:latin typeface="+mn-ea"/>
                </a:rPr>
                <a:t>函数</a:t>
              </a:r>
              <a:r>
                <a:rPr lang="en-US" altLang="zh-CN" sz="2400" b="1" dirty="0">
                  <a:latin typeface="+mn-ea"/>
                </a:rPr>
                <a:t>        </a:t>
              </a:r>
              <a:r>
                <a:rPr lang="zh-CN" altLang="zh-CN" sz="2400" b="1" dirty="0">
                  <a:latin typeface="+mn-ea"/>
                </a:rPr>
                <a:t>在点</a:t>
              </a:r>
              <a:r>
                <a:rPr lang="en-US" altLang="zh-CN" sz="2400" b="1" dirty="0">
                  <a:latin typeface="+mn-ea"/>
                </a:rPr>
                <a:t>  </a:t>
              </a:r>
              <a:r>
                <a:rPr lang="zh-CN" altLang="zh-CN" sz="2400" b="1" dirty="0">
                  <a:latin typeface="+mn-ea"/>
                </a:rPr>
                <a:t>可导</a:t>
              </a:r>
              <a:r>
                <a:rPr lang="en-US" altLang="zh-CN" sz="2400" b="1" dirty="0">
                  <a:latin typeface="+mn-ea"/>
                  <a:sym typeface="Symbol" panose="05050102010706020507"/>
                </a:rPr>
                <a:t></a:t>
              </a:r>
              <a:r>
                <a:rPr lang="en-US" altLang="zh-CN" sz="2400" b="1" dirty="0">
                  <a:latin typeface="+mn-ea"/>
                </a:rPr>
                <a:t> </a:t>
              </a:r>
              <a:r>
                <a:rPr lang="zh-CN" altLang="zh-CN" sz="2400" b="1" dirty="0">
                  <a:latin typeface="+mn-ea"/>
                </a:rPr>
                <a:t>函数</a:t>
              </a:r>
              <a:r>
                <a:rPr lang="en-US" altLang="zh-CN" sz="2400" b="1" dirty="0">
                  <a:latin typeface="+mn-ea"/>
                </a:rPr>
                <a:t>        </a:t>
              </a:r>
              <a:r>
                <a:rPr lang="zh-CN" altLang="zh-CN" sz="2400" b="1" dirty="0">
                  <a:latin typeface="+mn-ea"/>
                </a:rPr>
                <a:t>在点</a:t>
              </a:r>
              <a:endParaRPr lang="zh-CN" altLang="en-US" sz="2400" b="1" dirty="0">
                <a:solidFill>
                  <a:srgbClr val="0064FF"/>
                </a:solidFill>
                <a:latin typeface="+mn-ea"/>
              </a:endParaRPr>
            </a:p>
          </p:txBody>
        </p:sp>
        <p:graphicFrame>
          <p:nvGraphicFramePr>
            <p:cNvPr id="15" name="对象 14"/>
            <p:cNvGraphicFramePr>
              <a:graphicFrameLocks/>
            </p:cNvGraphicFramePr>
            <p:nvPr/>
          </p:nvGraphicFramePr>
          <p:xfrm>
            <a:off x="2555776" y="673001"/>
            <a:ext cx="1066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004" name="Equation" r:id="rId7" imgW="25603200" imgH="8229600" progId="Equation.DSMT4">
                    <p:embed/>
                  </p:oleObj>
                </mc:Choice>
                <mc:Fallback>
                  <p:oleObj name="Equation" r:id="rId7" imgW="25603200" imgH="8229600" progId="Equation.DSMT4">
                    <p:embed/>
                    <p:pic>
                      <p:nvPicPr>
                        <p:cNvPr id="15" name="对象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776" y="673001"/>
                          <a:ext cx="10668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>
              <a:graphicFrameLocks/>
            </p:cNvGraphicFramePr>
            <p:nvPr/>
          </p:nvGraphicFramePr>
          <p:xfrm>
            <a:off x="4381500" y="77179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005" name="Equation" r:id="rId9" imgW="4572000" imgH="4876800" progId="Equation.DSMT4">
                    <p:embed/>
                  </p:oleObj>
                </mc:Choice>
                <mc:Fallback>
                  <p:oleObj name="Equation" r:id="rId9" imgW="4572000" imgH="4876800" progId="Equation.DSMT4">
                    <p:embed/>
                    <p:pic>
                      <p:nvPicPr>
                        <p:cNvPr id="16" name="对象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1500" y="771798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/>
            <p:cNvGraphicFramePr>
              <a:graphicFrameLocks/>
            </p:cNvGraphicFramePr>
            <p:nvPr/>
          </p:nvGraphicFramePr>
          <p:xfrm>
            <a:off x="6156176" y="673001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006" name="Equation" r:id="rId11" imgW="26517600" imgH="8229600" progId="Equation.DSMT4">
                    <p:embed/>
                  </p:oleObj>
                </mc:Choice>
                <mc:Fallback>
                  <p:oleObj name="Equation" r:id="rId11" imgW="26517600" imgH="8229600" progId="Equation.DSMT4">
                    <p:embed/>
                    <p:pic>
                      <p:nvPicPr>
                        <p:cNvPr id="17" name="对象 1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6176" y="673001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7753672" y="1148730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07" name="Equation" r:id="rId13" imgW="25603200" imgH="8229600" progId="Equation.DSMT4">
                  <p:embed/>
                </p:oleObj>
              </mc:Choice>
              <mc:Fallback>
                <p:oleObj name="Equation" r:id="rId13" imgW="25603200" imgH="82296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3672" y="1148730"/>
                        <a:ext cx="1066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9"/>
          <p:cNvGrpSpPr/>
          <p:nvPr/>
        </p:nvGrpSpPr>
        <p:grpSpPr>
          <a:xfrm>
            <a:off x="323528" y="1733525"/>
            <a:ext cx="7488832" cy="461665"/>
            <a:chOff x="1331640" y="1233215"/>
            <a:chExt cx="7488832" cy="461665"/>
          </a:xfrm>
        </p:grpSpPr>
        <p:sp>
          <p:nvSpPr>
            <p:cNvPr id="23" name="TextBox 22"/>
            <p:cNvSpPr txBox="1"/>
            <p:nvPr/>
          </p:nvSpPr>
          <p:spPr>
            <a:xfrm>
              <a:off x="1331640" y="1233215"/>
              <a:ext cx="7488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latin typeface="+mn-ea"/>
                </a:rPr>
                <a:t>可导</a:t>
              </a:r>
              <a:r>
                <a:rPr lang="en-US" altLang="zh-CN" sz="2400" b="1" dirty="0">
                  <a:latin typeface="+mn-ea"/>
                  <a:sym typeface="Symbol" panose="05050102010706020507"/>
                </a:rPr>
                <a:t> </a:t>
              </a:r>
              <a:r>
                <a:rPr lang="zh-CN" altLang="en-US" sz="2400" b="1" dirty="0">
                  <a:latin typeface="+mn-ea"/>
                </a:rPr>
                <a:t>则复合函数          在点  可导，且</a:t>
              </a:r>
              <a:r>
                <a:rPr lang="zh-CN" altLang="zh-CN" sz="2400" b="1" dirty="0">
                  <a:latin typeface="+mn-ea"/>
                </a:rPr>
                <a:t>其导数为</a:t>
              </a:r>
              <a:r>
                <a:rPr lang="en-US" altLang="zh-CN" sz="2400" b="1" dirty="0">
                  <a:latin typeface="+mn-ea"/>
                </a:rPr>
                <a:t>   </a:t>
              </a:r>
              <a:endParaRPr lang="zh-CN" altLang="en-US" sz="2400" b="1" dirty="0">
                <a:solidFill>
                  <a:srgbClr val="0064FF"/>
                </a:solidFill>
                <a:latin typeface="+mn-ea"/>
              </a:endParaRPr>
            </a:p>
          </p:txBody>
        </p:sp>
        <p:graphicFrame>
          <p:nvGraphicFramePr>
            <p:cNvPr id="24" name="对象 23"/>
            <p:cNvGraphicFramePr>
              <a:graphicFrameLocks/>
            </p:cNvGraphicFramePr>
            <p:nvPr/>
          </p:nvGraphicFramePr>
          <p:xfrm>
            <a:off x="3779912" y="1292746"/>
            <a:ext cx="1473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008" name="Equation" r:id="rId15" imgW="35356800" imgH="8229600" progId="Equation.DSMT4">
                    <p:embed/>
                  </p:oleObj>
                </mc:Choice>
                <mc:Fallback>
                  <p:oleObj name="Equation" r:id="rId15" imgW="35356800" imgH="8229600" progId="Equation.DSMT4">
                    <p:embed/>
                    <p:pic>
                      <p:nvPicPr>
                        <p:cNvPr id="24" name="对象 2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912" y="1292746"/>
                          <a:ext cx="14732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/>
            <p:cNvGraphicFramePr>
              <a:graphicFrameLocks/>
            </p:cNvGraphicFramePr>
            <p:nvPr/>
          </p:nvGraphicFramePr>
          <p:xfrm>
            <a:off x="6037684" y="141962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009" name="Equation" r:id="rId17" imgW="4572000" imgH="4876800" progId="Equation.DSMT4">
                    <p:embed/>
                  </p:oleObj>
                </mc:Choice>
                <mc:Fallback>
                  <p:oleObj name="Equation" r:id="rId17" imgW="4572000" imgH="4876800" progId="Equation.DSMT4">
                    <p:embed/>
                    <p:pic>
                      <p:nvPicPr>
                        <p:cNvPr id="25" name="对象 2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7684" y="1419622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 txBox="1"/>
          <p:nvPr/>
        </p:nvSpPr>
        <p:spPr>
          <a:xfrm>
            <a:off x="899592" y="642143"/>
            <a:ext cx="619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400" b="1" dirty="0">
                <a:latin typeface="+mn-ea"/>
              </a:rPr>
              <a:t>  </a:t>
            </a:r>
            <a:r>
              <a:rPr lang="zh-CN" altLang="zh-CN" sz="2400" b="1" dirty="0">
                <a:latin typeface="+mn-ea"/>
              </a:rPr>
              <a:t>设</a:t>
            </a:r>
            <a:r>
              <a:rPr lang="en-US" altLang="zh-CN" sz="2400" b="1" dirty="0">
                <a:latin typeface="+mn-ea"/>
              </a:rPr>
              <a:t>              </a:t>
            </a:r>
            <a:r>
              <a:rPr lang="zh-CN" altLang="en-US" sz="2400" b="1" dirty="0">
                <a:latin typeface="+mn-ea"/>
              </a:rPr>
              <a:t>（</a:t>
            </a: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为常数</a:t>
            </a:r>
            <a:r>
              <a:rPr lang="en-US" altLang="zh-CN" sz="2400" b="1" dirty="0">
                <a:latin typeface="+mn-ea"/>
              </a:rPr>
              <a:t>), </a:t>
            </a:r>
            <a:r>
              <a:rPr lang="zh-CN" altLang="zh-CN" sz="2400" b="1" dirty="0">
                <a:latin typeface="+mn-ea"/>
              </a:rPr>
              <a:t>求</a:t>
            </a:r>
            <a:r>
              <a:rPr lang="en-US" altLang="zh-CN" sz="2400" dirty="0">
                <a:latin typeface="+mn-ea"/>
              </a:rPr>
              <a:t>   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4" name="对象 3"/>
          <p:cNvGraphicFramePr>
            <a:graphicFrameLocks/>
          </p:cNvGraphicFramePr>
          <p:nvPr/>
        </p:nvGraphicFramePr>
        <p:xfrm>
          <a:off x="2127250" y="652463"/>
          <a:ext cx="1943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16" name="Equation" r:id="rId3" imgW="46634400" imgH="9753600" progId="Equation.DSMT4">
                  <p:embed/>
                </p:oleObj>
              </mc:Choice>
              <mc:Fallback>
                <p:oleObj name="Equation" r:id="rId3" imgW="46634400" imgH="9753600" progId="Equation.DSMT4">
                  <p:embed/>
                  <p:pic>
                    <p:nvPicPr>
                      <p:cNvPr id="4" name="对象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0" y="652463"/>
                        <a:ext cx="1943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/>
          </p:cNvGraphicFramePr>
          <p:nvPr/>
        </p:nvGraphicFramePr>
        <p:xfrm>
          <a:off x="6419056" y="483518"/>
          <a:ext cx="457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17" name="Equation" r:id="rId5" imgW="10972800" imgH="17678400" progId="Equation.DSMT4">
                  <p:embed/>
                </p:oleObj>
              </mc:Choice>
              <mc:Fallback>
                <p:oleObj name="Equation" r:id="rId5" imgW="10972800" imgH="17678400" progId="Equation.DSMT4">
                  <p:embed/>
                  <p:pic>
                    <p:nvPicPr>
                      <p:cNvPr id="5" name="对象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056" y="483518"/>
                        <a:ext cx="4572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691680" y="1444923"/>
          <a:ext cx="62230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18" name="Equation" r:id="rId7" imgW="14935200" imgH="17678400" progId="Equation.DSMT4">
                  <p:embed/>
                </p:oleObj>
              </mc:Choice>
              <mc:Fallback>
                <p:oleObj name="Equation" r:id="rId7" imgW="14935200" imgH="176784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1444923"/>
                        <a:ext cx="622300" cy="747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123728" y="2764762"/>
          <a:ext cx="376872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19" name="Equation" r:id="rId9" imgW="90220800" imgH="8229600" progId="Equation.DSMT4">
                  <p:embed/>
                </p:oleObj>
              </mc:Choice>
              <mc:Fallback>
                <p:oleObj name="Equation" r:id="rId9" imgW="90220800" imgH="822960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2764762"/>
                        <a:ext cx="3768725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/>
          </p:cNvGraphicFramePr>
          <p:nvPr/>
        </p:nvGraphicFramePr>
        <p:xfrm>
          <a:off x="4373364" y="2187284"/>
          <a:ext cx="774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20" name="Equation" r:id="rId11" imgW="18592800" imgH="6705600" progId="Equation.DSMT4">
                  <p:embed/>
                </p:oleObj>
              </mc:Choice>
              <mc:Fallback>
                <p:oleObj name="Equation" r:id="rId11" imgW="18592800" imgH="6705600" progId="Equation.DSMT4">
                  <p:embed/>
                  <p:pic>
                    <p:nvPicPr>
                      <p:cNvPr id="8" name="对象 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364" y="2187284"/>
                        <a:ext cx="7747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5"/>
          <p:cNvSpPr txBox="1"/>
          <p:nvPr/>
        </p:nvSpPr>
        <p:spPr>
          <a:xfrm>
            <a:off x="899592" y="1606773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            </a:t>
            </a:r>
            <a:endParaRPr lang="en-US" altLang="zh-CN" sz="2000" b="1" dirty="0">
              <a:solidFill>
                <a:srgbClr val="0064FF"/>
              </a:solidFill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/>
          </p:cNvGraphicFramePr>
          <p:nvPr/>
        </p:nvGraphicFramePr>
        <p:xfrm>
          <a:off x="3225552" y="1580778"/>
          <a:ext cx="914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21" name="Equation" r:id="rId13" imgW="21945600" imgH="8229600" progId="Equation.DSMT4">
                  <p:embed/>
                </p:oleObj>
              </mc:Choice>
              <mc:Fallback>
                <p:oleObj name="Equation" r:id="rId13" imgW="21945600" imgH="8229600" progId="Equation.DSMT4">
                  <p:embed/>
                  <p:pic>
                    <p:nvPicPr>
                      <p:cNvPr id="12" name="对象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552" y="1580778"/>
                        <a:ext cx="914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/>
          </p:cNvGraphicFramePr>
          <p:nvPr/>
        </p:nvGraphicFramePr>
        <p:xfrm>
          <a:off x="4453508" y="780657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22" name="Equation" r:id="rId15" imgW="4572000" imgH="4876800" progId="Equation.DSMT4">
                  <p:embed/>
                </p:oleObj>
              </mc:Choice>
              <mc:Fallback>
                <p:oleObj name="Equation" r:id="rId15" imgW="4572000" imgH="4876800" progId="Equation.DSMT4">
                  <p:embed/>
                  <p:pic>
                    <p:nvPicPr>
                      <p:cNvPr id="9" name="对象 8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3508" y="780657"/>
                        <a:ext cx="1905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098675" y="3996662"/>
          <a:ext cx="259715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23" name="Equation" r:id="rId17" imgW="62179200" imgH="9753600" progId="Equation.DSMT4">
                  <p:embed/>
                </p:oleObj>
              </mc:Choice>
              <mc:Fallback>
                <p:oleObj name="Equation" r:id="rId17" imgW="62179200" imgH="97536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3996662"/>
                        <a:ext cx="2597150" cy="41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/>
          </p:cNvGraphicFramePr>
          <p:nvPr/>
        </p:nvGraphicFramePr>
        <p:xfrm>
          <a:off x="4174232" y="1635646"/>
          <a:ext cx="685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24" name="Equation" r:id="rId19" imgW="16459200" imgH="6705600" progId="Equation.DSMT4">
                  <p:embed/>
                </p:oleObj>
              </mc:Choice>
              <mc:Fallback>
                <p:oleObj name="Equation" r:id="rId19" imgW="16459200" imgH="6705600" progId="Equation.DSMT4">
                  <p:embed/>
                  <p:pic>
                    <p:nvPicPr>
                      <p:cNvPr id="13" name="对象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4232" y="1635646"/>
                        <a:ext cx="6858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/>
          </p:cNvGraphicFramePr>
          <p:nvPr/>
        </p:nvGraphicFramePr>
        <p:xfrm>
          <a:off x="2327275" y="1635646"/>
          <a:ext cx="952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25" name="Equation" r:id="rId21" imgW="22860000" imgH="8534400" progId="Equation.DSMT4">
                  <p:embed/>
                </p:oleObj>
              </mc:Choice>
              <mc:Fallback>
                <p:oleObj name="Equation" r:id="rId21" imgW="22860000" imgH="8534400" progId="Equation.DSMT4">
                  <p:embed/>
                  <p:pic>
                    <p:nvPicPr>
                      <p:cNvPr id="15" name="对象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5" y="1635646"/>
                        <a:ext cx="9525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/>
          </p:cNvGraphicFramePr>
          <p:nvPr/>
        </p:nvGraphicFramePr>
        <p:xfrm>
          <a:off x="4903788" y="1563638"/>
          <a:ext cx="100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26" name="Equation" r:id="rId23" imgW="24079200" imgH="9753600" progId="Equation.DSMT4">
                  <p:embed/>
                </p:oleObj>
              </mc:Choice>
              <mc:Fallback>
                <p:oleObj name="Equation" r:id="rId23" imgW="24079200" imgH="9753600" progId="Equation.DSMT4">
                  <p:embed/>
                  <p:pic>
                    <p:nvPicPr>
                      <p:cNvPr id="16" name="对象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3788" y="1563638"/>
                        <a:ext cx="10033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/>
          </p:cNvGraphicFramePr>
          <p:nvPr/>
        </p:nvGraphicFramePr>
        <p:xfrm>
          <a:off x="2123728" y="2267800"/>
          <a:ext cx="10668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27" name="Equation" r:id="rId25" imgW="25603200" imgH="5181600" progId="Equation.DSMT4">
                  <p:embed/>
                </p:oleObj>
              </mc:Choice>
              <mc:Fallback>
                <p:oleObj name="Equation" r:id="rId25" imgW="25603200" imgH="5181600" progId="Equation.DSMT4">
                  <p:embed/>
                  <p:pic>
                    <p:nvPicPr>
                      <p:cNvPr id="17" name="对象 16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2267800"/>
                        <a:ext cx="10668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123728" y="3309275"/>
          <a:ext cx="4227513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28" name="Equation" r:id="rId27" imgW="101193600" imgH="9753600" progId="Equation.DSMT4">
                  <p:embed/>
                </p:oleObj>
              </mc:Choice>
              <mc:Fallback>
                <p:oleObj name="Equation" r:id="rId27" imgW="101193600" imgH="97536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309275"/>
                        <a:ext cx="4227513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/>
          </p:cNvGraphicFramePr>
          <p:nvPr/>
        </p:nvGraphicFramePr>
        <p:xfrm>
          <a:off x="3203848" y="2267676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29" name="Equation" r:id="rId29" imgW="4572000" imgH="4876800" progId="Equation.DSMT4">
                  <p:embed/>
                </p:oleObj>
              </mc:Choice>
              <mc:Fallback>
                <p:oleObj name="Equation" r:id="rId29" imgW="4572000" imgH="4876800" progId="Equation.DSMT4">
                  <p:embed/>
                  <p:pic>
                    <p:nvPicPr>
                      <p:cNvPr id="19" name="对象 18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267676"/>
                        <a:ext cx="1905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/>
          </p:cNvGraphicFramePr>
          <p:nvPr/>
        </p:nvGraphicFramePr>
        <p:xfrm>
          <a:off x="3419872" y="2139702"/>
          <a:ext cx="952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30" name="Equation" r:id="rId31" imgW="22860000" imgH="8229600" progId="Equation.DSMT4">
                  <p:embed/>
                </p:oleObj>
              </mc:Choice>
              <mc:Fallback>
                <p:oleObj name="Equation" r:id="rId31" imgW="22860000" imgH="8229600" progId="Equation.DSMT4">
                  <p:embed/>
                  <p:pic>
                    <p:nvPicPr>
                      <p:cNvPr id="20" name="对象 19"/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2139702"/>
                        <a:ext cx="952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/>
          </p:cNvGraphicFramePr>
          <p:nvPr>
            <p:extLst/>
          </p:nvPr>
        </p:nvGraphicFramePr>
        <p:xfrm>
          <a:off x="6856413" y="1603375"/>
          <a:ext cx="1498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31" name="Equation" r:id="rId33" imgW="35966400" imgH="9753600" progId="Equation.DSMT4">
                  <p:embed/>
                </p:oleObj>
              </mc:Choice>
              <mc:Fallback>
                <p:oleObj name="Equation" r:id="rId33" imgW="35966400" imgH="9753600" progId="Equation.DSMT4">
                  <p:embed/>
                  <p:pic>
                    <p:nvPicPr>
                      <p:cNvPr id="24" name="对象 23"/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6413" y="1603375"/>
                        <a:ext cx="1498600" cy="406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905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round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/>
          </p:cNvGraphicFramePr>
          <p:nvPr/>
        </p:nvGraphicFramePr>
        <p:xfrm>
          <a:off x="6203950" y="2182844"/>
          <a:ext cx="863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32" name="Equation" r:id="rId35" imgW="20726400" imgH="8534400" progId="Equation.DSMT4">
                  <p:embed/>
                </p:oleObj>
              </mc:Choice>
              <mc:Fallback>
                <p:oleObj name="Equation" r:id="rId35" imgW="20726400" imgH="8534400" progId="Equation.DSMT4">
                  <p:embed/>
                  <p:pic>
                    <p:nvPicPr>
                      <p:cNvPr id="25" name="对象 24"/>
                      <p:cNvPicPr>
                        <a:picLocks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3950" y="2182844"/>
                        <a:ext cx="8636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/>
          </p:cNvGraphicFramePr>
          <p:nvPr>
            <p:extLst/>
          </p:nvPr>
        </p:nvGraphicFramePr>
        <p:xfrm>
          <a:off x="5148064" y="2140800"/>
          <a:ext cx="101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33" name="Equation" r:id="rId37" imgW="24384000" imgH="8229600" progId="Equation.DSMT4">
                  <p:embed/>
                </p:oleObj>
              </mc:Choice>
              <mc:Fallback>
                <p:oleObj name="Equation" r:id="rId37" imgW="24384000" imgH="8229600" progId="Equation.DSMT4">
                  <p:embed/>
                  <p:pic>
                    <p:nvPicPr>
                      <p:cNvPr id="26" name="对象 25"/>
                      <p:cNvPicPr>
                        <a:picLocks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2140800"/>
                        <a:ext cx="10160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/>
          </p:cNvGraphicFramePr>
          <p:nvPr/>
        </p:nvGraphicFramePr>
        <p:xfrm>
          <a:off x="5932016" y="2898608"/>
          <a:ext cx="584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34" name="Equation" r:id="rId39" imgW="14020800" imgH="5181600" progId="Equation.DSMT4">
                  <p:embed/>
                </p:oleObj>
              </mc:Choice>
              <mc:Fallback>
                <p:oleObj name="Equation" r:id="rId39" imgW="14020800" imgH="5181600" progId="Equation.DSMT4">
                  <p:embed/>
                  <p:pic>
                    <p:nvPicPr>
                      <p:cNvPr id="2" name="对象 1"/>
                      <p:cNvPicPr>
                        <a:picLocks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2016" y="2898608"/>
                        <a:ext cx="5842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5"/>
          <p:cNvSpPr txBox="1"/>
          <p:nvPr/>
        </p:nvSpPr>
        <p:spPr>
          <a:xfrm>
            <a:off x="874665" y="1417065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5954208"/>
              </p:ext>
            </p:extLst>
          </p:nvPr>
        </p:nvGraphicFramePr>
        <p:xfrm>
          <a:off x="3394945" y="1272305"/>
          <a:ext cx="3873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28" name="Equation" r:id="rId3" imgW="3873240" imgH="685800" progId="Equation.DSMT4">
                  <p:embed/>
                </p:oleObj>
              </mc:Choice>
              <mc:Fallback>
                <p:oleObj name="Equation" r:id="rId3" imgW="3873240" imgH="685800" progId="Equation.DSMT4">
                  <p:embed/>
                  <p:pic>
                    <p:nvPicPr>
                      <p:cNvPr id="15" name="对象 14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945" y="1272305"/>
                        <a:ext cx="38735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CE64015-CBC1-4C4E-B9D1-1B8E8DD163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495700"/>
              </p:ext>
            </p:extLst>
          </p:nvPr>
        </p:nvGraphicFramePr>
        <p:xfrm>
          <a:off x="1012076" y="2638095"/>
          <a:ext cx="952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29" name="Equation" r:id="rId5" imgW="952200" imgH="330120" progId="Equation.DSMT4">
                  <p:embed/>
                </p:oleObj>
              </mc:Choice>
              <mc:Fallback>
                <p:oleObj name="Equation" r:id="rId5" imgW="952200" imgH="3301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DCE64015-CBC1-4C4E-B9D1-1B8E8DD163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12076" y="2638095"/>
                        <a:ext cx="952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31947BA-339A-4E6D-9452-566CD752D0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876697"/>
              </p:ext>
            </p:extLst>
          </p:nvPr>
        </p:nvGraphicFramePr>
        <p:xfrm>
          <a:off x="2655726" y="2421769"/>
          <a:ext cx="4356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30" name="Equation" r:id="rId7" imgW="4356000" imgH="685800" progId="Equation.DSMT4">
                  <p:embed/>
                </p:oleObj>
              </mc:Choice>
              <mc:Fallback>
                <p:oleObj name="Equation" r:id="rId7" imgW="4356000" imgH="6858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D31947BA-339A-4E6D-9452-566CD752D0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55726" y="2421769"/>
                        <a:ext cx="43561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F427878-D0C6-40E1-BD26-64ECD2F270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3678439"/>
              </p:ext>
            </p:extLst>
          </p:nvPr>
        </p:nvGraphicFramePr>
        <p:xfrm>
          <a:off x="2672500" y="3734221"/>
          <a:ext cx="1600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31" name="Equation" r:id="rId9" imgW="1600200" imgH="685800" progId="Equation.DSMT4">
                  <p:embed/>
                </p:oleObj>
              </mc:Choice>
              <mc:Fallback>
                <p:oleObj name="Equation" r:id="rId9" imgW="1600200" imgH="6858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0F427878-D0C6-40E1-BD26-64ECD2F270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72500" y="3734221"/>
                        <a:ext cx="16002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780ECE1-E0F2-463A-BB6C-51F87CCA1C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554484"/>
              </p:ext>
            </p:extLst>
          </p:nvPr>
        </p:nvGraphicFramePr>
        <p:xfrm>
          <a:off x="1001413" y="3801936"/>
          <a:ext cx="1587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32" name="Equation" r:id="rId11" imgW="1587240" imgH="330120" progId="Equation.DSMT4">
                  <p:embed/>
                </p:oleObj>
              </mc:Choice>
              <mc:Fallback>
                <p:oleObj name="Equation" r:id="rId11" imgW="1587240" imgH="3301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E780ECE1-E0F2-463A-BB6C-51F87CCA1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01413" y="3801936"/>
                        <a:ext cx="1587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2D47BDC-7EE6-4CEF-A536-2B3C75425D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820919"/>
              </p:ext>
            </p:extLst>
          </p:nvPr>
        </p:nvGraphicFramePr>
        <p:xfrm>
          <a:off x="4356287" y="3726272"/>
          <a:ext cx="14097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33" name="Equation" r:id="rId13" imgW="1409400" imgH="647640" progId="Equation.DSMT4">
                  <p:embed/>
                </p:oleObj>
              </mc:Choice>
              <mc:Fallback>
                <p:oleObj name="Equation" r:id="rId13" imgW="1409400" imgH="6476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72D47BDC-7EE6-4CEF-A536-2B3C75425D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56287" y="3726272"/>
                        <a:ext cx="14097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242C0A1B-0223-489B-89BE-F59F6CE06A8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515100" y="3359150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34" name="Equation" r:id="rId15" imgW="177480" imgH="291960" progId="Equation.DSMT4">
                  <p:embed/>
                </p:oleObj>
              </mc:Choice>
              <mc:Fallback>
                <p:oleObj name="Equation" r:id="rId15" imgW="177480" imgH="29196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242C0A1B-0223-489B-89BE-F59F6CE06A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15100" y="3359150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D78CD760-7A52-428C-BBBE-EDB68FA15D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819220"/>
              </p:ext>
            </p:extLst>
          </p:nvPr>
        </p:nvGraphicFramePr>
        <p:xfrm>
          <a:off x="5773610" y="3726272"/>
          <a:ext cx="1587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35" name="Equation" r:id="rId17" imgW="1587240" imgH="685800" progId="Equation.DSMT4">
                  <p:embed/>
                </p:oleObj>
              </mc:Choice>
              <mc:Fallback>
                <p:oleObj name="Equation" r:id="rId17" imgW="1587240" imgH="6858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D78CD760-7A52-428C-BBBE-EDB68FA15D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73610" y="3726272"/>
                        <a:ext cx="15875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B2F4ACA0-A611-403D-95D2-4C411A1963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393349"/>
              </p:ext>
            </p:extLst>
          </p:nvPr>
        </p:nvGraphicFramePr>
        <p:xfrm>
          <a:off x="7452320" y="3690203"/>
          <a:ext cx="14097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36" name="Equation" r:id="rId19" imgW="1409400" imgH="647640" progId="Equation.DSMT4">
                  <p:embed/>
                </p:oleObj>
              </mc:Choice>
              <mc:Fallback>
                <p:oleObj name="Equation" r:id="rId19" imgW="1409400" imgH="64764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B2F4ACA0-A611-403D-95D2-4C411A1963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452320" y="3690203"/>
                        <a:ext cx="14097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EF35A1DE-CCE8-4B80-A247-C0A0A8BE17D7}"/>
              </a:ext>
            </a:extLst>
          </p:cNvPr>
          <p:cNvGrpSpPr/>
          <p:nvPr/>
        </p:nvGrpSpPr>
        <p:grpSpPr>
          <a:xfrm>
            <a:off x="882026" y="224260"/>
            <a:ext cx="5014368" cy="774700"/>
            <a:chOff x="179512" y="464725"/>
            <a:chExt cx="5014368" cy="774700"/>
          </a:xfrm>
        </p:grpSpPr>
        <p:sp>
          <p:nvSpPr>
            <p:cNvPr id="3" name="TextBox 11"/>
            <p:cNvSpPr txBox="1"/>
            <p:nvPr/>
          </p:nvSpPr>
          <p:spPr>
            <a:xfrm>
              <a:off x="179512" y="642143"/>
              <a:ext cx="47525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400" b="1" dirty="0">
                  <a:latin typeface="+mn-ea"/>
                </a:rPr>
                <a:t>  </a:t>
              </a:r>
              <a:r>
                <a:rPr lang="zh-CN" altLang="zh-CN" sz="2400" b="1" dirty="0">
                  <a:latin typeface="+mn-ea"/>
                </a:rPr>
                <a:t>设</a:t>
              </a:r>
              <a:r>
                <a:rPr lang="en-US" altLang="zh-CN" sz="2400" b="1" dirty="0">
                  <a:latin typeface="+mn-ea"/>
                </a:rPr>
                <a:t>                  </a:t>
              </a:r>
              <a:r>
                <a:rPr lang="zh-CN" altLang="zh-CN" sz="2400" b="1" dirty="0">
                  <a:latin typeface="+mn-ea"/>
                </a:rPr>
                <a:t>求</a:t>
              </a:r>
              <a:r>
                <a:rPr lang="en-US" altLang="zh-CN" sz="2400" dirty="0">
                  <a:latin typeface="+mn-ea"/>
                </a:rPr>
                <a:t>   </a:t>
              </a:r>
              <a:endParaRPr lang="zh-CN" altLang="en-US" sz="2400" dirty="0">
                <a:latin typeface="+mn-ea"/>
              </a:endParaRP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02D040A1-DF0B-4D6D-97E9-16A15762A3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021826"/>
                </p:ext>
              </p:extLst>
            </p:nvPr>
          </p:nvGraphicFramePr>
          <p:xfrm>
            <a:off x="1572754" y="464725"/>
            <a:ext cx="25654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237" name="Equation" r:id="rId21" imgW="2565360" imgH="774360" progId="Equation.DSMT4">
                    <p:embed/>
                  </p:oleObj>
                </mc:Choice>
                <mc:Fallback>
                  <p:oleObj name="Equation" r:id="rId21" imgW="2565360" imgH="77436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02D040A1-DF0B-4D6D-97E9-16A15762A37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572754" y="464725"/>
                          <a:ext cx="25654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C41A1919-D158-4919-8FC6-640CE1EB17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2758283"/>
                </p:ext>
              </p:extLst>
            </p:nvPr>
          </p:nvGraphicFramePr>
          <p:xfrm>
            <a:off x="4800180" y="545305"/>
            <a:ext cx="3937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238" name="Equation" r:id="rId23" imgW="393480" imgH="609480" progId="Equation.DSMT4">
                    <p:embed/>
                  </p:oleObj>
                </mc:Choice>
                <mc:Fallback>
                  <p:oleObj name="Equation" r:id="rId23" imgW="393480" imgH="60948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C41A1919-D158-4919-8FC6-640CE1EB174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800180" y="545305"/>
                          <a:ext cx="3937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6A7309EC-64F8-41A9-9A05-BD5A7D82F3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880114"/>
              </p:ext>
            </p:extLst>
          </p:nvPr>
        </p:nvGraphicFramePr>
        <p:xfrm>
          <a:off x="1505171" y="1519641"/>
          <a:ext cx="444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39" name="Equation" r:id="rId25" imgW="444240" imgH="304560" progId="Equation.DSMT4">
                  <p:embed/>
                </p:oleObj>
              </mc:Choice>
              <mc:Fallback>
                <p:oleObj name="Equation" r:id="rId25" imgW="444240" imgH="30456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6A7309EC-64F8-41A9-9A05-BD5A7D82F3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05171" y="1519641"/>
                        <a:ext cx="4445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C90552E7-17BC-4D8D-9BD8-A4511D5BA2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053788"/>
              </p:ext>
            </p:extLst>
          </p:nvPr>
        </p:nvGraphicFramePr>
        <p:xfrm>
          <a:off x="2022919" y="1424404"/>
          <a:ext cx="749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40" name="Equation" r:id="rId27" imgW="749160" imgH="330120" progId="Equation.DSMT4">
                  <p:embed/>
                </p:oleObj>
              </mc:Choice>
              <mc:Fallback>
                <p:oleObj name="Equation" r:id="rId27" imgW="749160" imgH="33012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C90552E7-17BC-4D8D-9BD8-A4511D5BA2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022919" y="1424404"/>
                        <a:ext cx="749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7BAABF8E-25C3-41FB-8FA4-2CD9EC8E91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194411"/>
              </p:ext>
            </p:extLst>
          </p:nvPr>
        </p:nvGraphicFramePr>
        <p:xfrm>
          <a:off x="2772219" y="1473767"/>
          <a:ext cx="55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41" name="Equation" r:id="rId29" imgW="558720" imgH="342720" progId="Equation.DSMT4">
                  <p:embed/>
                </p:oleObj>
              </mc:Choice>
              <mc:Fallback>
                <p:oleObj name="Equation" r:id="rId29" imgW="558720" imgH="34272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7BAABF8E-25C3-41FB-8FA4-2CD9EC8E91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772219" y="1473767"/>
                        <a:ext cx="558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A1696BBD-EDC0-4B63-A603-EA16E58734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925913"/>
              </p:ext>
            </p:extLst>
          </p:nvPr>
        </p:nvGraphicFramePr>
        <p:xfrm>
          <a:off x="2045943" y="2659167"/>
          <a:ext cx="558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42" name="Equation" r:id="rId31" imgW="558720" imgH="291960" progId="Equation.DSMT4">
                  <p:embed/>
                </p:oleObj>
              </mc:Choice>
              <mc:Fallback>
                <p:oleObj name="Equation" r:id="rId31" imgW="558720" imgH="29196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A1696BBD-EDC0-4B63-A603-EA16E58734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045943" y="2659167"/>
                        <a:ext cx="558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668A1DD-187B-49B6-86AA-A7BE9A14AE7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11760" y="627534"/>
          <a:ext cx="1600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42" name="Equation" r:id="rId3" imgW="1600200" imgH="685800" progId="Equation.DSMT4">
                  <p:embed/>
                </p:oleObj>
              </mc:Choice>
              <mc:Fallback>
                <p:oleObj name="Equation" r:id="rId3" imgW="1600200" imgH="6858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2668A1DD-187B-49B6-86AA-A7BE9A14AE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1760" y="627534"/>
                        <a:ext cx="16002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2F7913E-690F-4D03-A5B0-5A37CA2164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785069"/>
              </p:ext>
            </p:extLst>
          </p:nvPr>
        </p:nvGraphicFramePr>
        <p:xfrm>
          <a:off x="740673" y="695249"/>
          <a:ext cx="1587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43" name="Equation" r:id="rId5" imgW="1587240" imgH="330120" progId="Equation.DSMT4">
                  <p:embed/>
                </p:oleObj>
              </mc:Choice>
              <mc:Fallback>
                <p:oleObj name="Equation" r:id="rId5" imgW="1587240" imgH="3301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2F7913E-690F-4D03-A5B0-5A37CA2164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0673" y="695249"/>
                        <a:ext cx="1587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9F765BE-468D-4D06-8A01-569630B8DAB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95547" y="619585"/>
          <a:ext cx="14097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44" name="Equation" r:id="rId7" imgW="1409400" imgH="647640" progId="Equation.DSMT4">
                  <p:embed/>
                </p:oleObj>
              </mc:Choice>
              <mc:Fallback>
                <p:oleObj name="Equation" r:id="rId7" imgW="1409400" imgH="647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9F765BE-468D-4D06-8A01-569630B8DA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95547" y="619585"/>
                        <a:ext cx="14097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90E6EC5-4F7D-4978-AD77-80C887C0B77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850686" y="253677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45" name="Equation" r:id="rId9" imgW="914400" imgH="306720" progId="Equation.DSMT4">
                  <p:embed/>
                </p:oleObj>
              </mc:Choice>
              <mc:Fallback>
                <p:oleObj name="Equation" r:id="rId9" imgW="914400" imgH="306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90E6EC5-4F7D-4978-AD77-80C887C0B7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50686" y="253677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A62E539-C0A0-494D-AA63-F954E3CAD17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512870" y="619585"/>
          <a:ext cx="1587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46" name="Equation" r:id="rId11" imgW="1587240" imgH="685800" progId="Equation.DSMT4">
                  <p:embed/>
                </p:oleObj>
              </mc:Choice>
              <mc:Fallback>
                <p:oleObj name="Equation" r:id="rId11" imgW="1587240" imgH="6858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A62E539-C0A0-494D-AA63-F954E3CAD1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12870" y="619585"/>
                        <a:ext cx="15875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2329AF2-577C-44E8-94AE-9107EA0632E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191580" y="583516"/>
          <a:ext cx="14097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47" name="Equation" r:id="rId13" imgW="1409400" imgH="647640" progId="Equation.DSMT4">
                  <p:embed/>
                </p:oleObj>
              </mc:Choice>
              <mc:Fallback>
                <p:oleObj name="Equation" r:id="rId13" imgW="1409400" imgH="6476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2329AF2-577C-44E8-94AE-9107EA0632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91580" y="583516"/>
                        <a:ext cx="14097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84FA7AD-8CA7-48E8-A23E-A59600ABC5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153636"/>
              </p:ext>
            </p:extLst>
          </p:nvPr>
        </p:nvGraphicFramePr>
        <p:xfrm>
          <a:off x="740673" y="1635646"/>
          <a:ext cx="1587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48" name="Equation" r:id="rId15" imgW="1587240" imgH="330120" progId="Equation.DSMT4">
                  <p:embed/>
                </p:oleObj>
              </mc:Choice>
              <mc:Fallback>
                <p:oleObj name="Equation" r:id="rId15" imgW="1587240" imgH="3301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84FA7AD-8CA7-48E8-A23E-A59600ABC5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40673" y="1635646"/>
                        <a:ext cx="1587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0630B1C-7078-49C2-9EE9-E184CFF3322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11760" y="1491630"/>
          <a:ext cx="1600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49" name="Equation" r:id="rId17" imgW="1600200" imgH="685800" progId="Equation.DSMT4">
                  <p:embed/>
                </p:oleObj>
              </mc:Choice>
              <mc:Fallback>
                <p:oleObj name="Equation" r:id="rId17" imgW="1600200" imgH="6858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0630B1C-7078-49C2-9EE9-E184CFF332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1760" y="1491630"/>
                        <a:ext cx="16002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A42B54A-5610-4E0E-8408-4300A77F6F5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25900" y="1492250"/>
          <a:ext cx="1092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0" name="Equation" r:id="rId18" imgW="1091880" imgH="685800" progId="Equation.DSMT4">
                  <p:embed/>
                </p:oleObj>
              </mc:Choice>
              <mc:Fallback>
                <p:oleObj name="Equation" r:id="rId18" imgW="1091880" imgH="6858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7A42B54A-5610-4E0E-8408-4300A77F6F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025900" y="1492250"/>
                        <a:ext cx="10922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FE73C2A-B959-4F43-85FE-CA62A7EAEDB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210533" y="1517434"/>
          <a:ext cx="1587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1" name="Equation" r:id="rId20" imgW="1587240" imgH="685800" progId="Equation.DSMT4">
                  <p:embed/>
                </p:oleObj>
              </mc:Choice>
              <mc:Fallback>
                <p:oleObj name="Equation" r:id="rId20" imgW="1587240" imgH="6858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FE73C2A-B959-4F43-85FE-CA62A7EAE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10533" y="1517434"/>
                        <a:ext cx="15875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6E73420-E190-4973-AB8C-94329E2899C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890466" y="1532091"/>
          <a:ext cx="1092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2" name="Equation" r:id="rId21" imgW="1091880" imgH="685800" progId="Equation.DSMT4">
                  <p:embed/>
                </p:oleObj>
              </mc:Choice>
              <mc:Fallback>
                <p:oleObj name="Equation" r:id="rId21" imgW="1091880" imgH="685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6E73420-E190-4973-AB8C-94329E2899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890466" y="1532091"/>
                        <a:ext cx="10922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09E6B2F-2ABD-45CE-94A0-79B89A62C7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183283"/>
              </p:ext>
            </p:extLst>
          </p:nvPr>
        </p:nvGraphicFramePr>
        <p:xfrm>
          <a:off x="740606" y="2571750"/>
          <a:ext cx="1587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3" name="Equation" r:id="rId22" imgW="1587240" imgH="330120" progId="Equation.DSMT4">
                  <p:embed/>
                </p:oleObj>
              </mc:Choice>
              <mc:Fallback>
                <p:oleObj name="Equation" r:id="rId22" imgW="1587240" imgH="3301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B09E6B2F-2ABD-45CE-94A0-79B89A62C7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40606" y="2571750"/>
                        <a:ext cx="1587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BE5EE7F-3727-4A1C-8C9C-A188158D705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25700" y="2427734"/>
          <a:ext cx="1600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4" name="Equation" r:id="rId24" imgW="1600200" imgH="685800" progId="Equation.DSMT4">
                  <p:embed/>
                </p:oleObj>
              </mc:Choice>
              <mc:Fallback>
                <p:oleObj name="Equation" r:id="rId24" imgW="1600200" imgH="6858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FBE5EE7F-3727-4A1C-8C9C-A188158D70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5700" y="2427734"/>
                        <a:ext cx="16002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6A6158E-F064-48B6-8DE0-04440944E88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90707" y="2430540"/>
          <a:ext cx="889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5" name="Equation" r:id="rId25" imgW="888840" imgH="685800" progId="Equation.DSMT4">
                  <p:embed/>
                </p:oleObj>
              </mc:Choice>
              <mc:Fallback>
                <p:oleObj name="Equation" r:id="rId25" imgW="888840" imgH="6858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D6A6158E-F064-48B6-8DE0-04440944E8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090707" y="2430540"/>
                        <a:ext cx="8890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071BF40-B3B8-4AD2-926A-57E38248D93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979707" y="2472537"/>
          <a:ext cx="1587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6" name="Equation" r:id="rId27" imgW="1587240" imgH="685800" progId="Equation.DSMT4">
                  <p:embed/>
                </p:oleObj>
              </mc:Choice>
              <mc:Fallback>
                <p:oleObj name="Equation" r:id="rId27" imgW="1587240" imgH="6858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4071BF40-B3B8-4AD2-926A-57E38248D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79707" y="2472537"/>
                        <a:ext cx="15875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2AD7FC1-7061-4985-AE5D-6465EF25DB9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604218" y="2472537"/>
          <a:ext cx="889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7" name="Equation" r:id="rId28" imgW="888840" imgH="685800" progId="Equation.DSMT4">
                  <p:embed/>
                </p:oleObj>
              </mc:Choice>
              <mc:Fallback>
                <p:oleObj name="Equation" r:id="rId28" imgW="888840" imgH="6858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F2AD7FC1-7061-4985-AE5D-6465EF25D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604218" y="2472537"/>
                        <a:ext cx="8890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97B55390-FB19-4D72-BF00-056B655E4F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172695"/>
              </p:ext>
            </p:extLst>
          </p:nvPr>
        </p:nvGraphicFramePr>
        <p:xfrm>
          <a:off x="740606" y="3750092"/>
          <a:ext cx="1587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8" name="Equation" r:id="rId29" imgW="1587240" imgH="330120" progId="Equation.DSMT4">
                  <p:embed/>
                </p:oleObj>
              </mc:Choice>
              <mc:Fallback>
                <p:oleObj name="Equation" r:id="rId29" imgW="1587240" imgH="3301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97B55390-FB19-4D72-BF00-056B655E4F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40606" y="3750092"/>
                        <a:ext cx="1587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3088DB1-D580-4CB0-91B2-8F1AB52F2C5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93963" y="3579813"/>
          <a:ext cx="18542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9" name="Equation" r:id="rId31" imgW="1854000" imgH="711000" progId="Equation.DSMT4">
                  <p:embed/>
                </p:oleObj>
              </mc:Choice>
              <mc:Fallback>
                <p:oleObj name="Equation" r:id="rId31" imgW="1854000" imgH="71100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D3088DB1-D580-4CB0-91B2-8F1AB52F2C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493963" y="3579813"/>
                        <a:ext cx="18542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A614D3AA-8C3B-4600-B9E3-CF01379636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653365"/>
              </p:ext>
            </p:extLst>
          </p:nvPr>
        </p:nvGraphicFramePr>
        <p:xfrm>
          <a:off x="4394201" y="3747482"/>
          <a:ext cx="1587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60" name="Equation" r:id="rId33" imgW="1587240" imgH="330120" progId="Equation.DSMT4">
                  <p:embed/>
                </p:oleObj>
              </mc:Choice>
              <mc:Fallback>
                <p:oleObj name="Equation" r:id="rId33" imgW="1587240" imgH="3301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A614D3AA-8C3B-4600-B9E3-CF01379636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394201" y="3747482"/>
                        <a:ext cx="1587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39B852F9-DA07-4655-8771-43186C430BE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037606" y="3639689"/>
          <a:ext cx="1320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61" name="Equation" r:id="rId35" imgW="1320480" imgH="685800" progId="Equation.DSMT4">
                  <p:embed/>
                </p:oleObj>
              </mc:Choice>
              <mc:Fallback>
                <p:oleObj name="Equation" r:id="rId35" imgW="1320480" imgH="6858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39B852F9-DA07-4655-8771-43186C430B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037606" y="3639689"/>
                        <a:ext cx="13208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631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BB4F9769-41EA-4A10-A26F-239C52A41D07}"/>
              </a:ext>
            </a:extLst>
          </p:cNvPr>
          <p:cNvGrpSpPr/>
          <p:nvPr/>
        </p:nvGrpSpPr>
        <p:grpSpPr>
          <a:xfrm>
            <a:off x="827584" y="699542"/>
            <a:ext cx="5759822" cy="609600"/>
            <a:chOff x="772914" y="405009"/>
            <a:chExt cx="5759822" cy="609600"/>
          </a:xfrm>
        </p:grpSpPr>
        <p:sp>
          <p:nvSpPr>
            <p:cNvPr id="13" name="Rectangle 2">
              <a:extLst>
                <a:ext uri="{FF2B5EF4-FFF2-40B4-BE49-F238E27FC236}">
                  <a16:creationId xmlns:a16="http://schemas.microsoft.com/office/drawing/2014/main" id="{CE87EC18-3266-496B-B60D-384AB126B04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72914" y="405009"/>
              <a:ext cx="1243013" cy="6096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</a:t>
              </a:r>
            </a:p>
          </p:txBody>
        </p:sp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742E1264-F238-42BA-9D42-DD84CE387E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3236" y="405009"/>
              <a:ext cx="685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求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C70113BC-8F8A-4A7A-AA59-DBEA0F3723D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547411" y="481960"/>
            <a:ext cx="3962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210" name="Equation" r:id="rId3" imgW="3962160" imgH="342720" progId="Equation.DSMT4">
                    <p:embed/>
                  </p:oleObj>
                </mc:Choice>
                <mc:Fallback>
                  <p:oleObj name="Equation" r:id="rId3" imgW="3962160" imgH="34272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C70113BC-8F8A-4A7A-AA59-DBEA0F3723D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47411" y="481960"/>
                          <a:ext cx="3962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4A2184A2-1261-47F6-8208-C50270EE2BD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796136" y="496192"/>
            <a:ext cx="736600" cy="314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211" name="Equation" r:id="rId5" imgW="736560" imgH="355320" progId="Equation.DSMT4">
                    <p:embed/>
                  </p:oleObj>
                </mc:Choice>
                <mc:Fallback>
                  <p:oleObj name="Equation" r:id="rId5" imgW="736560" imgH="3553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4A2184A2-1261-47F6-8208-C50270EE2BD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796136" y="496192"/>
                          <a:ext cx="736600" cy="3144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Text Box 6">
            <a:extLst>
              <a:ext uri="{FF2B5EF4-FFF2-40B4-BE49-F238E27FC236}">
                <a16:creationId xmlns:a16="http://schemas.microsoft.com/office/drawing/2014/main" id="{C3F0EB33-7B8A-4828-91FB-FB53CF43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237" y="1374805"/>
            <a:ext cx="4413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利用导数定义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E2BEEBDC-7F6E-4372-A6DE-3CC038AC76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360584"/>
              </p:ext>
            </p:extLst>
          </p:nvPr>
        </p:nvGraphicFramePr>
        <p:xfrm>
          <a:off x="755576" y="1915689"/>
          <a:ext cx="290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12" name="Equation" r:id="rId7" imgW="2908080" imgH="736560" progId="Equation.DSMT4">
                  <p:embed/>
                </p:oleObj>
              </mc:Choice>
              <mc:Fallback>
                <p:oleObj name="Equation" r:id="rId7" imgW="2908080" imgH="7365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E2BEEBDC-7F6E-4372-A6DE-3CC038AC76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5576" y="1915689"/>
                        <a:ext cx="2908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13CACA0E-175C-449E-A676-D6199FBD28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307155"/>
              </p:ext>
            </p:extLst>
          </p:nvPr>
        </p:nvGraphicFramePr>
        <p:xfrm>
          <a:off x="3768006" y="2123529"/>
          <a:ext cx="3479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13" name="Equation" r:id="rId9" imgW="3479760" imgH="482400" progId="Equation.DSMT4">
                  <p:embed/>
                </p:oleObj>
              </mc:Choice>
              <mc:Fallback>
                <p:oleObj name="Equation" r:id="rId9" imgW="3479760" imgH="4824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13CACA0E-175C-449E-A676-D6199FBD28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68006" y="2123529"/>
                        <a:ext cx="3479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68E36F00-238D-4D6C-AF10-FD7C000621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390360"/>
              </p:ext>
            </p:extLst>
          </p:nvPr>
        </p:nvGraphicFramePr>
        <p:xfrm>
          <a:off x="7252057" y="2136816"/>
          <a:ext cx="825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14" name="Equation" r:id="rId11" imgW="825480" imgH="342720" progId="Equation.DSMT4">
                  <p:embed/>
                </p:oleObj>
              </mc:Choice>
              <mc:Fallback>
                <p:oleObj name="Equation" r:id="rId11" imgW="825480" imgH="34272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68E36F00-238D-4D6C-AF10-FD7C000621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52057" y="2136816"/>
                        <a:ext cx="825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0">
            <a:extLst>
              <a:ext uri="{FF2B5EF4-FFF2-40B4-BE49-F238E27FC236}">
                <a16:creationId xmlns:a16="http://schemas.microsoft.com/office/drawing/2014/main" id="{5CFA10F2-5404-4F03-9EA3-EB0191DF6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13" y="2777342"/>
            <a:ext cx="37909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方法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   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利用求导公式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DEF81A83-BA66-4498-B4FF-FB0F01098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300200"/>
              </p:ext>
            </p:extLst>
          </p:nvPr>
        </p:nvGraphicFramePr>
        <p:xfrm>
          <a:off x="691161" y="3612522"/>
          <a:ext cx="927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15" name="Equation" r:id="rId13" imgW="927000" imgH="355320" progId="Equation.DSMT4">
                  <p:embed/>
                </p:oleObj>
              </mc:Choice>
              <mc:Fallback>
                <p:oleObj name="Equation" r:id="rId13" imgW="927000" imgH="35532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DEF81A83-BA66-4498-B4FF-FB0F010983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1161" y="3612522"/>
                        <a:ext cx="927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A94ABFD4-C78E-48B2-A4C1-1DF0D14B31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551280"/>
              </p:ext>
            </p:extLst>
          </p:nvPr>
        </p:nvGraphicFramePr>
        <p:xfrm>
          <a:off x="1618261" y="3612522"/>
          <a:ext cx="469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16" name="Equation" r:id="rId15" imgW="469800" imgH="355320" progId="Equation.DSMT4">
                  <p:embed/>
                </p:oleObj>
              </mc:Choice>
              <mc:Fallback>
                <p:oleObj name="Equation" r:id="rId15" imgW="469800" imgH="35532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A94ABFD4-C78E-48B2-A4C1-1DF0D14B31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18261" y="3612522"/>
                        <a:ext cx="469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A0B47FE5-CC6F-4A43-8001-A3D291C71B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9332702"/>
              </p:ext>
            </p:extLst>
          </p:nvPr>
        </p:nvGraphicFramePr>
        <p:xfrm>
          <a:off x="2065631" y="3606006"/>
          <a:ext cx="3035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17" name="Equation" r:id="rId17" imgW="3035160" imgH="342720" progId="Equation.DSMT4">
                  <p:embed/>
                </p:oleObj>
              </mc:Choice>
              <mc:Fallback>
                <p:oleObj name="Equation" r:id="rId17" imgW="3035160" imgH="34272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A0B47FE5-CC6F-4A43-8001-A3D291C71B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65631" y="3606006"/>
                        <a:ext cx="3035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3EBD0D6F-DF66-4A44-8489-876E8F5756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40220"/>
              </p:ext>
            </p:extLst>
          </p:nvPr>
        </p:nvGraphicFramePr>
        <p:xfrm>
          <a:off x="5126906" y="3624498"/>
          <a:ext cx="381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18" name="Equation" r:id="rId19" imgW="380880" imgH="228600" progId="Equation.DSMT4">
                  <p:embed/>
                </p:oleObj>
              </mc:Choice>
              <mc:Fallback>
                <p:oleObj name="Equation" r:id="rId19" imgW="380880" imgH="22860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3EBD0D6F-DF66-4A44-8489-876E8F575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126906" y="3624498"/>
                        <a:ext cx="381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D37BDAEC-842C-4F26-8609-27961CC6B3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26871"/>
              </p:ext>
            </p:extLst>
          </p:nvPr>
        </p:nvGraphicFramePr>
        <p:xfrm>
          <a:off x="5527571" y="3560998"/>
          <a:ext cx="3098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19" name="Equation" r:id="rId21" imgW="3098520" imgH="355320" progId="Equation.DSMT4">
                  <p:embed/>
                </p:oleObj>
              </mc:Choice>
              <mc:Fallback>
                <p:oleObj name="Equation" r:id="rId21" imgW="3098520" imgH="35532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D37BDAEC-842C-4F26-8609-27961CC6B3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527571" y="3560998"/>
                        <a:ext cx="3098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4713C081-EE88-4A41-AB88-25241AA48A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095048"/>
              </p:ext>
            </p:extLst>
          </p:nvPr>
        </p:nvGraphicFramePr>
        <p:xfrm>
          <a:off x="735189" y="4353383"/>
          <a:ext cx="1536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20" name="Equation" r:id="rId23" imgW="1536480" imgH="355320" progId="Equation.DSMT4">
                  <p:embed/>
                </p:oleObj>
              </mc:Choice>
              <mc:Fallback>
                <p:oleObj name="Equation" r:id="rId23" imgW="1536480" imgH="35532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4713C081-EE88-4A41-AB88-25241AA48A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5189" y="4353383"/>
                        <a:ext cx="1536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66A29057-0C04-4E53-BF8C-62A3C7397A7A}"/>
              </a:ext>
            </a:extLst>
          </p:cNvPr>
          <p:cNvGrpSpPr/>
          <p:nvPr/>
        </p:nvGrpSpPr>
        <p:grpSpPr>
          <a:xfrm>
            <a:off x="2915816" y="1780866"/>
            <a:ext cx="2017826" cy="517269"/>
            <a:chOff x="2915816" y="1476612"/>
            <a:chExt cx="2017826" cy="517269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F8F46630-AD1A-49E1-816A-89A19C2799AD}"/>
                </a:ext>
              </a:extLst>
            </p:cNvPr>
            <p:cNvSpPr/>
            <p:nvPr/>
          </p:nvSpPr>
          <p:spPr>
            <a:xfrm>
              <a:off x="2915816" y="1532216"/>
              <a:ext cx="847939" cy="461665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A4927630-2BCF-4F85-9E55-008AC0C32AB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866842" y="1476612"/>
            <a:ext cx="1066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221" name="Equation" r:id="rId25" imgW="1066680" imgH="342720" progId="Equation.DSMT4">
                    <p:embed/>
                  </p:oleObj>
                </mc:Choice>
                <mc:Fallback>
                  <p:oleObj name="Equation" r:id="rId25" imgW="1066680" imgH="3427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A4927630-2BCF-4F85-9E55-008AC0C32AB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866842" y="1476612"/>
                          <a:ext cx="1066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本框 15">
            <a:extLst>
              <a:ext uri="{FF2B5EF4-FFF2-40B4-BE49-F238E27FC236}">
                <a16:creationId xmlns:a16="http://schemas.microsoft.com/office/drawing/2014/main" id="{3B9F1CD6-D9E7-4E02-8C51-2B967814AFB4}"/>
              </a:ext>
            </a:extLst>
          </p:cNvPr>
          <p:cNvSpPr txBox="1"/>
          <p:nvPr/>
        </p:nvSpPr>
        <p:spPr>
          <a:xfrm>
            <a:off x="759721" y="39401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练习题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86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AAED2B96-E907-4B18-BF88-EBF6E039D2DB}"/>
              </a:ext>
            </a:extLst>
          </p:cNvPr>
          <p:cNvGrpSpPr/>
          <p:nvPr/>
        </p:nvGrpSpPr>
        <p:grpSpPr>
          <a:xfrm>
            <a:off x="755576" y="555526"/>
            <a:ext cx="7848872" cy="609600"/>
            <a:chOff x="827584" y="395288"/>
            <a:chExt cx="7848872" cy="60960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D08B0172-3CCC-442F-81EE-13A8A950756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27584" y="395288"/>
              <a:ext cx="7848872" cy="6096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         可导，                           求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46BAFFD0-E225-4972-8C91-D75FBB28A9C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19672" y="48351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165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46BAFFD0-E225-4972-8C91-D75FBB28A9C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19672" y="48351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745860EC-4207-44D1-9A16-306977DA80C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131840" y="395288"/>
            <a:ext cx="2070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166" name="Equation" r:id="rId5" imgW="2070000" imgH="406080" progId="Equation.DSMT4">
                    <p:embed/>
                  </p:oleObj>
                </mc:Choice>
                <mc:Fallback>
                  <p:oleObj name="Equation" r:id="rId5" imgW="2070000" imgH="40608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745860EC-4207-44D1-9A16-306977DA80C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31840" y="395288"/>
                          <a:ext cx="2070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38B016CA-1309-4797-AD4F-CE02D0B17ED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652120" y="446088"/>
            <a:ext cx="330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167" name="Equation" r:id="rId7" imgW="330120" imgH="355320" progId="Equation.DSMT4">
                    <p:embed/>
                  </p:oleObj>
                </mc:Choice>
                <mc:Fallback>
                  <p:oleObj name="Equation" r:id="rId7" imgW="330120" imgH="3553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38B016CA-1309-4797-AD4F-CE02D0B17ED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652120" y="446088"/>
                          <a:ext cx="330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文本框 15">
            <a:extLst>
              <a:ext uri="{FF2B5EF4-FFF2-40B4-BE49-F238E27FC236}">
                <a16:creationId xmlns:a16="http://schemas.microsoft.com/office/drawing/2014/main" id="{9560D285-6959-45CE-B7AC-3AD19FC63B60}"/>
              </a:ext>
            </a:extLst>
          </p:cNvPr>
          <p:cNvSpPr txBox="1"/>
          <p:nvPr/>
        </p:nvSpPr>
        <p:spPr>
          <a:xfrm>
            <a:off x="678087" y="1419622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F6C524C-ADCB-4D7D-99D6-04719A2DD90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31333" y="1525687"/>
          <a:ext cx="520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68" name="Equation" r:id="rId9" imgW="520560" imgH="355320" progId="Equation.DSMT4">
                  <p:embed/>
                </p:oleObj>
              </mc:Choice>
              <mc:Fallback>
                <p:oleObj name="Equation" r:id="rId9" imgW="520560" imgH="355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F6C524C-ADCB-4D7D-99D6-04719A2DD9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31333" y="1525687"/>
                        <a:ext cx="520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4ECB151-7894-4358-BBAC-525EB6D0803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79712" y="1447254"/>
          <a:ext cx="1752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69" name="Equation" r:id="rId11" imgW="1752480" imgH="406080" progId="Equation.DSMT4">
                  <p:embed/>
                </p:oleObj>
              </mc:Choice>
              <mc:Fallback>
                <p:oleObj name="Equation" r:id="rId11" imgW="1752480" imgH="4060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4ECB151-7894-4358-BBAC-525EB6D080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79712" y="1447254"/>
                        <a:ext cx="1752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28F3A8B-B65E-4B12-A176-A74395BF1F9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797300" y="1263650"/>
          <a:ext cx="2133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70" name="Equation" r:id="rId13" imgW="2133360" imgH="774360" progId="Equation.DSMT4">
                  <p:embed/>
                </p:oleObj>
              </mc:Choice>
              <mc:Fallback>
                <p:oleObj name="Equation" r:id="rId13" imgW="2133360" imgH="7743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28F3A8B-B65E-4B12-A176-A74395BF1F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97300" y="1263650"/>
                        <a:ext cx="2133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D98687C-B9C9-497B-9DC1-4B43FC9D653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31812" y="2236788"/>
          <a:ext cx="3149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71" name="Equation" r:id="rId15" imgW="3149280" imgH="406080" progId="Equation.DSMT4">
                  <p:embed/>
                </p:oleObj>
              </mc:Choice>
              <mc:Fallback>
                <p:oleObj name="Equation" r:id="rId15" imgW="3149280" imgH="406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D98687C-B9C9-497B-9DC1-4B43FC9D6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31812" y="2236788"/>
                        <a:ext cx="3149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A8B64C4-6E7C-4E04-AF09-B40B2A2CEA9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07282" y="3069842"/>
          <a:ext cx="4775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72" name="Equation" r:id="rId17" imgW="4775040" imgH="406080" progId="Equation.DSMT4">
                  <p:embed/>
                </p:oleObj>
              </mc:Choice>
              <mc:Fallback>
                <p:oleObj name="Equation" r:id="rId17" imgW="4775040" imgH="4060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1A8B64C4-6E7C-4E04-AF09-B40B2A2CEA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07282" y="3069842"/>
                        <a:ext cx="4775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6F2CD70-FB38-482B-A6A5-1F964BEBD69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31812" y="3981650"/>
          <a:ext cx="4305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73" name="Equation" r:id="rId19" imgW="4305240" imgH="406080" progId="Equation.DSMT4">
                  <p:embed/>
                </p:oleObj>
              </mc:Choice>
              <mc:Fallback>
                <p:oleObj name="Equation" r:id="rId19" imgW="4305240" imgH="4060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6F2CD70-FB38-482B-A6A5-1F964BEBD6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731812" y="3981650"/>
                        <a:ext cx="4305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551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B4DE949-5912-4BB5-8826-599F266C7DF0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555526"/>
            <a:ext cx="7848872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设曲线               与                在原点相切，求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F275792-9924-419F-BC9D-F6A8BD55B6A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95736" y="627534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78" name="Equation" r:id="rId3" imgW="1104840" imgH="342720" progId="Equation.DSMT4">
                  <p:embed/>
                </p:oleObj>
              </mc:Choice>
              <mc:Fallback>
                <p:oleObj name="Equation" r:id="rId3" imgW="110484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F275792-9924-419F-BC9D-F6A8BD55B6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736" y="627534"/>
                        <a:ext cx="110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128452C-915E-46A2-8C82-AC911E0300D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684710" y="627534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79" name="Equation" r:id="rId5" imgW="1066680" imgH="342720" progId="Equation.DSMT4">
                  <p:embed/>
                </p:oleObj>
              </mc:Choice>
              <mc:Fallback>
                <p:oleObj name="Equation" r:id="rId5" imgW="106668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128452C-915E-46A2-8C82-AC911E0300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84710" y="627534"/>
                        <a:ext cx="1066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F7795F3-A92C-4789-BFD5-E94FC936A77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020272" y="348134"/>
          <a:ext cx="1689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80" name="Equation" r:id="rId7" imgW="1688760" imgH="901440" progId="Equation.DSMT4">
                  <p:embed/>
                </p:oleObj>
              </mc:Choice>
              <mc:Fallback>
                <p:oleObj name="Equation" r:id="rId7" imgW="1688760" imgH="9014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F7795F3-A92C-4789-BFD5-E94FC936A7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20272" y="348134"/>
                        <a:ext cx="16891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15">
            <a:extLst>
              <a:ext uri="{FF2B5EF4-FFF2-40B4-BE49-F238E27FC236}">
                <a16:creationId xmlns:a16="http://schemas.microsoft.com/office/drawing/2014/main" id="{3FC556B7-24F8-43CE-AF12-180C96A989DA}"/>
              </a:ext>
            </a:extLst>
          </p:cNvPr>
          <p:cNvSpPr txBox="1"/>
          <p:nvPr/>
        </p:nvSpPr>
        <p:spPr>
          <a:xfrm>
            <a:off x="683568" y="123713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文本框 15">
            <a:extLst>
              <a:ext uri="{FF2B5EF4-FFF2-40B4-BE49-F238E27FC236}">
                <a16:creationId xmlns:a16="http://schemas.microsoft.com/office/drawing/2014/main" id="{9E64C9A9-12BC-4F7B-AC38-8EBE944E1783}"/>
              </a:ext>
            </a:extLst>
          </p:cNvPr>
          <p:cNvSpPr txBox="1"/>
          <p:nvPr/>
        </p:nvSpPr>
        <p:spPr>
          <a:xfrm>
            <a:off x="1234916" y="1216677"/>
            <a:ext cx="268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由题意，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6BF85F7-8B19-4BE5-AC80-90E4F07EA6E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94076" y="1276059"/>
          <a:ext cx="1981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81" name="Equation" r:id="rId9" imgW="1981080" imgH="342720" progId="Equation.DSMT4">
                  <p:embed/>
                </p:oleObj>
              </mc:Choice>
              <mc:Fallback>
                <p:oleObj name="Equation" r:id="rId9" imgW="198108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6BF85F7-8B19-4BE5-AC80-90E4F07EA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94076" y="1276059"/>
                        <a:ext cx="1981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CFC5FF5-B3C5-4167-A245-3E23874F03F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94076" y="1923678"/>
          <a:ext cx="3556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82" name="Equation" r:id="rId11" imgW="3555720" imgH="380880" progId="Equation.DSMT4">
                  <p:embed/>
                </p:oleObj>
              </mc:Choice>
              <mc:Fallback>
                <p:oleObj name="Equation" r:id="rId11" imgW="3555720" imgH="3808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CFC5FF5-B3C5-4167-A245-3E23874F0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94076" y="1923678"/>
                        <a:ext cx="3556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4D46CF4-8848-4D1C-8822-480FF777895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55936" y="2838823"/>
          <a:ext cx="1879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83" name="Equation" r:id="rId13" imgW="1879560" imgH="901440" progId="Equation.DSMT4">
                  <p:embed/>
                </p:oleObj>
              </mc:Choice>
              <mc:Fallback>
                <p:oleObj name="Equation" r:id="rId13" imgW="1879560" imgH="9014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4D46CF4-8848-4D1C-8822-480FF77789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55936" y="2838823"/>
                        <a:ext cx="18796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E77656E-A4C3-41A5-9D93-329467D7DDF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35536" y="2435938"/>
          <a:ext cx="26289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84" name="Equation" r:id="rId15" imgW="2628720" imgH="1625400" progId="Equation.DSMT4">
                  <p:embed/>
                </p:oleObj>
              </mc:Choice>
              <mc:Fallback>
                <p:oleObj name="Equation" r:id="rId15" imgW="2628720" imgH="16254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8E77656E-A4C3-41A5-9D93-329467D7DD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35536" y="2435938"/>
                        <a:ext cx="2628900" cy="162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034C458-E190-476C-AE56-927DE83B821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868144" y="3063230"/>
          <a:ext cx="172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85" name="Equation" r:id="rId17" imgW="1726920" imgH="380880" progId="Equation.DSMT4">
                  <p:embed/>
                </p:oleObj>
              </mc:Choice>
              <mc:Fallback>
                <p:oleObj name="Equation" r:id="rId17" imgW="1726920" imgH="380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3034C458-E190-476C-AE56-927DE83B82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868144" y="3063230"/>
                        <a:ext cx="1727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057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E7092FC6-9C4B-44DC-8C72-1DE426D9898F}"/>
              </a:ext>
            </a:extLst>
          </p:cNvPr>
          <p:cNvSpPr txBox="1">
            <a:spLocks noChangeArrowheads="1"/>
          </p:cNvSpPr>
          <p:nvPr/>
        </p:nvSpPr>
        <p:spPr>
          <a:xfrm>
            <a:off x="519758" y="451852"/>
            <a:ext cx="810448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              则         在         处可导的一个充要条件是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 ).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9579DF8-DE4B-46C2-97A7-CC7EEBB93B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0107607"/>
              </p:ext>
            </p:extLst>
          </p:nvPr>
        </p:nvGraphicFramePr>
        <p:xfrm>
          <a:off x="1103537" y="509002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189" name="Equation" r:id="rId3" imgW="1143000" imgH="342720" progId="Equation.DSMT4">
                  <p:embed/>
                </p:oleObj>
              </mc:Choice>
              <mc:Fallback>
                <p:oleObj name="Equation" r:id="rId3" imgW="114300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9579DF8-DE4B-46C2-97A7-CC7EEBB93B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3537" y="509002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1C1E0E4-6513-4718-9C2F-A01D8A6D59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330695"/>
              </p:ext>
            </p:extLst>
          </p:nvPr>
        </p:nvGraphicFramePr>
        <p:xfrm>
          <a:off x="2512539" y="519097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190" name="Equation" r:id="rId5" imgW="622080" imgH="342720" progId="Equation.DSMT4">
                  <p:embed/>
                </p:oleObj>
              </mc:Choice>
              <mc:Fallback>
                <p:oleObj name="Equation" r:id="rId5" imgW="62208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1C1E0E4-6513-4718-9C2F-A01D8A6D59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2539" y="519097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9FCE15F-2F06-4E39-BCA6-9016C6B1F4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630835"/>
              </p:ext>
            </p:extLst>
          </p:nvPr>
        </p:nvGraphicFramePr>
        <p:xfrm>
          <a:off x="3489121" y="558147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191" name="Equation" r:id="rId7" imgW="647640" imgH="279360" progId="Equation.DSMT4">
                  <p:embed/>
                </p:oleObj>
              </mc:Choice>
              <mc:Fallback>
                <p:oleObj name="Equation" r:id="rId7" imgW="64764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9FCE15F-2F06-4E39-BCA6-9016C6B1F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89121" y="558147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5BD20F38-154B-41A6-A8B6-A72B5AE268D5}"/>
              </a:ext>
            </a:extLst>
          </p:cNvPr>
          <p:cNvGrpSpPr/>
          <p:nvPr/>
        </p:nvGrpSpPr>
        <p:grpSpPr>
          <a:xfrm>
            <a:off x="635033" y="1491630"/>
            <a:ext cx="3755012" cy="736600"/>
            <a:chOff x="1033012" y="1660798"/>
            <a:chExt cx="3755012" cy="736600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6F1DD51B-D406-4B92-A17E-C5E945CF95E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33012" y="1775108"/>
              <a:ext cx="375501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(A)                          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存在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 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BFE3EF94-A23E-45D4-8392-6BF10A0AB50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84906" y="1660798"/>
            <a:ext cx="2235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192" name="Equation" r:id="rId9" imgW="2234880" imgH="736560" progId="Equation.DSMT4">
                    <p:embed/>
                  </p:oleObj>
                </mc:Choice>
                <mc:Fallback>
                  <p:oleObj name="Equation" r:id="rId9" imgW="2234880" imgH="73656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BFE3EF94-A23E-45D4-8392-6BF10A0AB50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84906" y="1660798"/>
                          <a:ext cx="22352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A9508FA-C1DF-4038-ACC1-8049E3AED93A}"/>
              </a:ext>
            </a:extLst>
          </p:cNvPr>
          <p:cNvGrpSpPr/>
          <p:nvPr/>
        </p:nvGrpSpPr>
        <p:grpSpPr>
          <a:xfrm>
            <a:off x="4539590" y="1488653"/>
            <a:ext cx="3755012" cy="736600"/>
            <a:chOff x="1033012" y="1660798"/>
            <a:chExt cx="3755012" cy="736600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F1933862-F15D-4381-B21F-1E17E91BCC9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33012" y="1775108"/>
              <a:ext cx="375501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(B)                   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存在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 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7358718E-AF66-49C9-8AFD-AC396F82AF7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09120" y="1660798"/>
            <a:ext cx="1778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193" name="Equation" r:id="rId11" imgW="1777680" imgH="736560" progId="Equation.DSMT4">
                    <p:embed/>
                  </p:oleObj>
                </mc:Choice>
                <mc:Fallback>
                  <p:oleObj name="Equation" r:id="rId11" imgW="1777680" imgH="73656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7358718E-AF66-49C9-8AFD-AC396F82AF7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609120" y="1660798"/>
                          <a:ext cx="17780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AD5FFAD-979B-47FC-9A77-3AC295EEE893}"/>
              </a:ext>
            </a:extLst>
          </p:cNvPr>
          <p:cNvGrpSpPr/>
          <p:nvPr/>
        </p:nvGrpSpPr>
        <p:grpSpPr>
          <a:xfrm>
            <a:off x="926395" y="2748360"/>
            <a:ext cx="4730248" cy="464318"/>
            <a:chOff x="827584" y="3828669"/>
            <a:chExt cx="4730248" cy="464318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701CA7C3-EABE-4108-A22E-6980AA96AAC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27584" y="3828669"/>
              <a:ext cx="238546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分析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存在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endParaRP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09C84009-22F6-4A59-8D2B-85C290C521F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77416" y="3902876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194" name="Equation" r:id="rId13" imgW="685800" imgH="355320" progId="Equation.DSMT4">
                    <p:embed/>
                  </p:oleObj>
                </mc:Choice>
                <mc:Fallback>
                  <p:oleObj name="Equation" r:id="rId13" imgW="685800" imgH="35532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09C84009-22F6-4A59-8D2B-85C290C521F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77416" y="3902876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箭头: 左右 20">
              <a:extLst>
                <a:ext uri="{FF2B5EF4-FFF2-40B4-BE49-F238E27FC236}">
                  <a16:creationId xmlns:a16="http://schemas.microsoft.com/office/drawing/2014/main" id="{3F91045C-77B9-4A07-A510-A109DBF94220}"/>
                </a:ext>
              </a:extLst>
            </p:cNvPr>
            <p:cNvSpPr/>
            <p:nvPr/>
          </p:nvSpPr>
          <p:spPr>
            <a:xfrm>
              <a:off x="3114744" y="3984095"/>
              <a:ext cx="792088" cy="197244"/>
            </a:xfrm>
            <a:prstGeom prst="leftRightArrow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2DEAC77B-5913-4DDE-8749-763044D676E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906832" y="3873887"/>
            <a:ext cx="16510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195" name="Equation" r:id="rId15" imgW="1650960" imgH="419040" progId="Equation.DSMT4">
                    <p:embed/>
                  </p:oleObj>
                </mc:Choice>
                <mc:Fallback>
                  <p:oleObj name="Equation" r:id="rId15" imgW="1650960" imgH="41904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2DEAC77B-5913-4DDE-8749-763044D676E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906832" y="3873887"/>
                          <a:ext cx="16510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4985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BD82B76B-D83C-466D-97A2-DFF331DFFE44}"/>
              </a:ext>
            </a:extLst>
          </p:cNvPr>
          <p:cNvSpPr txBox="1">
            <a:spLocks noChangeArrowheads="1"/>
          </p:cNvSpPr>
          <p:nvPr/>
        </p:nvSpPr>
        <p:spPr>
          <a:xfrm>
            <a:off x="801436" y="1445155"/>
            <a:ext cx="129614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解析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9A51FB2-A5F5-40F9-9E50-E21745B14BB9}"/>
              </a:ext>
            </a:extLst>
          </p:cNvPr>
          <p:cNvGrpSpPr/>
          <p:nvPr/>
        </p:nvGrpSpPr>
        <p:grpSpPr>
          <a:xfrm>
            <a:off x="905957" y="280801"/>
            <a:ext cx="3755012" cy="736600"/>
            <a:chOff x="1033012" y="1660798"/>
            <a:chExt cx="3755012" cy="73660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6A18C129-E167-4914-AF64-0B41A5EDA49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33012" y="1775108"/>
              <a:ext cx="375501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(A)                          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存在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 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FEC625E8-C409-4B0C-B062-7F217AB5853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84906" y="1660798"/>
            <a:ext cx="2235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228" name="Equation" r:id="rId3" imgW="2234880" imgH="736560" progId="Equation.DSMT4">
                    <p:embed/>
                  </p:oleObj>
                </mc:Choice>
                <mc:Fallback>
                  <p:oleObj name="Equation" r:id="rId3" imgW="2234880" imgH="73656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FEC625E8-C409-4B0C-B062-7F217AB5853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84906" y="1660798"/>
                          <a:ext cx="22352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D59F1C9-BD56-4FF5-A2B3-3735E40035C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07960" y="1326364"/>
          <a:ext cx="2235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229" name="Equation" r:id="rId5" imgW="2234880" imgH="736560" progId="Equation.DSMT4">
                  <p:embed/>
                </p:oleObj>
              </mc:Choice>
              <mc:Fallback>
                <p:oleObj name="Equation" r:id="rId5" imgW="223488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D59F1C9-BD56-4FF5-A2B3-3735E4003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7960" y="1326364"/>
                        <a:ext cx="2235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58616F2-C77A-4323-AD72-22CB0A1E0CB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61188" y="2415506"/>
          <a:ext cx="3225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230" name="Equation" r:id="rId6" imgW="3225600" imgH="736560" progId="Equation.DSMT4">
                  <p:embed/>
                </p:oleObj>
              </mc:Choice>
              <mc:Fallback>
                <p:oleObj name="Equation" r:id="rId6" imgW="322560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58616F2-C77A-4323-AD72-22CB0A1E0C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61188" y="2415506"/>
                        <a:ext cx="3225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A80C0AD-D998-49DD-A9E0-1144B26DE42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772130" y="1330101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231" name="Equation" r:id="rId8" imgW="1066680" imgH="342720" progId="Equation.DSMT4">
                  <p:embed/>
                </p:oleObj>
              </mc:Choice>
              <mc:Fallback>
                <p:oleObj name="Equation" r:id="rId8" imgW="106668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5A80C0AD-D998-49DD-A9E0-1144B26DE4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72130" y="1330101"/>
                        <a:ext cx="1066800" cy="342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椭圆 9">
            <a:extLst>
              <a:ext uri="{FF2B5EF4-FFF2-40B4-BE49-F238E27FC236}">
                <a16:creationId xmlns:a16="http://schemas.microsoft.com/office/drawing/2014/main" id="{94B81561-3B9A-4F74-B7E6-E67953756A7F}"/>
              </a:ext>
            </a:extLst>
          </p:cNvPr>
          <p:cNvSpPr/>
          <p:nvPr/>
        </p:nvSpPr>
        <p:spPr>
          <a:xfrm>
            <a:off x="3777504" y="2326606"/>
            <a:ext cx="709484" cy="457200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26DD4CF-A0F9-40D8-B555-926651282B1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772130" y="2456898"/>
          <a:ext cx="2641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232" name="Equation" r:id="rId10" imgW="2641320" imgH="723600" progId="Equation.DSMT4">
                  <p:embed/>
                </p:oleObj>
              </mc:Choice>
              <mc:Fallback>
                <p:oleObj name="Equation" r:id="rId10" imgW="2641320" imgH="723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26DD4CF-A0F9-40D8-B555-926651282B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72130" y="2456898"/>
                        <a:ext cx="2641600" cy="723900"/>
                      </a:xfrm>
                      <a:prstGeom prst="rect">
                        <a:avLst/>
                      </a:prstGeom>
                      <a:ln>
                        <a:solidFill>
                          <a:srgbClr val="0066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椭圆 11">
            <a:extLst>
              <a:ext uri="{FF2B5EF4-FFF2-40B4-BE49-F238E27FC236}">
                <a16:creationId xmlns:a16="http://schemas.microsoft.com/office/drawing/2014/main" id="{09072D94-42BE-433A-95F3-6593AE5CCD33}"/>
              </a:ext>
            </a:extLst>
          </p:cNvPr>
          <p:cNvSpPr/>
          <p:nvPr/>
        </p:nvSpPr>
        <p:spPr>
          <a:xfrm>
            <a:off x="2725560" y="2818848"/>
            <a:ext cx="1136234" cy="457200"/>
          </a:xfrm>
          <a:prstGeom prst="ellipse">
            <a:avLst/>
          </a:prstGeom>
          <a:noFill/>
          <a:ln w="635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10B5D3C-F4F8-47D5-BC1B-7E8034DBC566}"/>
              </a:ext>
            </a:extLst>
          </p:cNvPr>
          <p:cNvCxnSpPr>
            <a:endCxn id="10" idx="7"/>
          </p:cNvCxnSpPr>
          <p:nvPr/>
        </p:nvCxnSpPr>
        <p:spPr>
          <a:xfrm flipH="1">
            <a:off x="4383086" y="1665504"/>
            <a:ext cx="389044" cy="7280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B20C3F2-E18F-445C-944F-8AAF13109F88}"/>
              </a:ext>
            </a:extLst>
          </p:cNvPr>
          <p:cNvCxnSpPr>
            <a:cxnSpLocks/>
            <a:endCxn id="12" idx="6"/>
          </p:cNvCxnSpPr>
          <p:nvPr/>
        </p:nvCxnSpPr>
        <p:spPr>
          <a:xfrm flipH="1">
            <a:off x="3861794" y="3003798"/>
            <a:ext cx="910336" cy="43650"/>
          </a:xfrm>
          <a:prstGeom prst="straightConnector1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E9ED60BB-FBB1-4466-AC01-A7F9EBAF899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61188" y="3486415"/>
          <a:ext cx="1219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233" name="Equation" r:id="rId12" imgW="1218960" imgH="723600" progId="Equation.DSMT4">
                  <p:embed/>
                </p:oleObj>
              </mc:Choice>
              <mc:Fallback>
                <p:oleObj name="Equation" r:id="rId12" imgW="1218960" imgH="7236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E9ED60BB-FBB1-4466-AC01-A7F9EBAF89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61188" y="3486415"/>
                        <a:ext cx="1219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E06E5515-97B3-42D2-B716-5EE342BB790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64682" y="3762343"/>
          <a:ext cx="1663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234" name="Equation" r:id="rId14" imgW="1663560" imgH="342720" progId="Equation.DSMT4">
                  <p:embed/>
                </p:oleObj>
              </mc:Choice>
              <mc:Fallback>
                <p:oleObj name="Equation" r:id="rId14" imgW="1663560" imgH="3427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E06E5515-97B3-42D2-B716-5EE342BB79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464682" y="3762343"/>
                        <a:ext cx="1663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519C7368-4999-4F98-89BC-11FCE467FD46}"/>
              </a:ext>
            </a:extLst>
          </p:cNvPr>
          <p:cNvGrpSpPr/>
          <p:nvPr/>
        </p:nvGrpSpPr>
        <p:grpSpPr>
          <a:xfrm>
            <a:off x="811690" y="4288947"/>
            <a:ext cx="7920880" cy="457200"/>
            <a:chOff x="811690" y="4288947"/>
            <a:chExt cx="7920880" cy="457200"/>
          </a:xfrm>
        </p:grpSpPr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B5AB67EA-C57B-4AF3-9C5C-D12542EA60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660969" y="4288947"/>
              <a:ext cx="1826150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必要条件</a:t>
              </a:r>
            </a:p>
          </p:txBody>
        </p:sp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B6C5AB98-BD3B-4FA7-8B6A-09D83489CDB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11690" y="4288947"/>
              <a:ext cx="7920880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存在          存在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endParaRP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89C0813F-E5CF-4CE2-BA93-E6306F9901C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184988" y="4365195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235" name="Equation" r:id="rId16" imgW="685800" imgH="355320" progId="Equation.DSMT4">
                    <p:embed/>
                  </p:oleObj>
                </mc:Choice>
                <mc:Fallback>
                  <p:oleObj name="Equation" r:id="rId16" imgW="685800" imgH="35532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89C0813F-E5CF-4CE2-BA93-E6306F9901C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184988" y="4365195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E5A2B251-1AB3-49C8-A5A9-F0852935AAD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293677" y="4340140"/>
            <a:ext cx="698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236" name="Equation" r:id="rId18" imgW="698400" imgH="380880" progId="Equation.DSMT4">
                    <p:embed/>
                  </p:oleObj>
                </mc:Choice>
                <mc:Fallback>
                  <p:oleObj name="Equation" r:id="rId18" imgW="698400" imgH="38088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E5A2B251-1AB3-49C8-A5A9-F0852935AAD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293677" y="4340140"/>
                          <a:ext cx="698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箭头: 右 26">
              <a:extLst>
                <a:ext uri="{FF2B5EF4-FFF2-40B4-BE49-F238E27FC236}">
                  <a16:creationId xmlns:a16="http://schemas.microsoft.com/office/drawing/2014/main" id="{CD35E772-E503-4B14-8208-65715A5D4D10}"/>
                </a:ext>
              </a:extLst>
            </p:cNvPr>
            <p:cNvSpPr/>
            <p:nvPr/>
          </p:nvSpPr>
          <p:spPr>
            <a:xfrm>
              <a:off x="2471842" y="4442304"/>
              <a:ext cx="732006" cy="175376"/>
            </a:xfrm>
            <a:prstGeom prst="rightArrow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739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A8E2D149-359A-484B-9A42-4D4D5838DA4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97328" y="2543726"/>
          <a:ext cx="2667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198" name="Equation" r:id="rId3" imgW="2666880" imgH="825480" progId="Equation.DSMT4">
                  <p:embed/>
                </p:oleObj>
              </mc:Choice>
              <mc:Fallback>
                <p:oleObj name="Equation" r:id="rId3" imgW="2666880" imgH="82548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A8E2D149-359A-484B-9A42-4D4D5838DA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7328" y="2543726"/>
                        <a:ext cx="26670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">
            <a:extLst>
              <a:ext uri="{FF2B5EF4-FFF2-40B4-BE49-F238E27FC236}">
                <a16:creationId xmlns:a16="http://schemas.microsoft.com/office/drawing/2014/main" id="{BB83EC4D-2BE3-44AD-834A-DBF566AD5E04}"/>
              </a:ext>
            </a:extLst>
          </p:cNvPr>
          <p:cNvSpPr txBox="1">
            <a:spLocks noChangeArrowheads="1"/>
          </p:cNvSpPr>
          <p:nvPr/>
        </p:nvSpPr>
        <p:spPr>
          <a:xfrm>
            <a:off x="941016" y="790695"/>
            <a:ext cx="129614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解析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23B2FCE-3C63-493A-B20C-D01C8FC0BEB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71567" y="1594401"/>
          <a:ext cx="1778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199" name="Equation" r:id="rId5" imgW="1777680" imgH="736560" progId="Equation.DSMT4">
                  <p:embed/>
                </p:oleObj>
              </mc:Choice>
              <mc:Fallback>
                <p:oleObj name="Equation" r:id="rId5" imgW="177768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23B2FCE-3C63-493A-B20C-D01C8FC0BE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71567" y="1594401"/>
                        <a:ext cx="1778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64CB540-2F45-45EC-8853-7338F1F995F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90473" y="2094002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200" name="Equation" r:id="rId7" imgW="1066680" imgH="342720" progId="Equation.DSMT4">
                  <p:embed/>
                </p:oleObj>
              </mc:Choice>
              <mc:Fallback>
                <p:oleObj name="Equation" r:id="rId7" imgW="106668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64CB540-2F45-45EC-8853-7338F1F995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90473" y="2094002"/>
                        <a:ext cx="1066800" cy="342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椭圆 8">
            <a:extLst>
              <a:ext uri="{FF2B5EF4-FFF2-40B4-BE49-F238E27FC236}">
                <a16:creationId xmlns:a16="http://schemas.microsoft.com/office/drawing/2014/main" id="{2A6FBD3B-4BDB-4EDA-92EC-B6A769A88519}"/>
              </a:ext>
            </a:extLst>
          </p:cNvPr>
          <p:cNvSpPr/>
          <p:nvPr/>
        </p:nvSpPr>
        <p:spPr>
          <a:xfrm>
            <a:off x="3012831" y="2604451"/>
            <a:ext cx="709484" cy="457200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EBE721C-CFE2-473B-995E-6D69A7B7BD4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349917" y="2971087"/>
          <a:ext cx="196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201" name="Equation" r:id="rId9" imgW="1968480" imgH="393480" progId="Equation.DSMT4">
                  <p:embed/>
                </p:oleObj>
              </mc:Choice>
              <mc:Fallback>
                <p:oleObj name="Equation" r:id="rId9" imgW="1968480" imgH="3934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EBE721C-CFE2-473B-995E-6D69A7B7BD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49917" y="2971087"/>
                        <a:ext cx="1968500" cy="393700"/>
                      </a:xfrm>
                      <a:prstGeom prst="rect">
                        <a:avLst/>
                      </a:prstGeom>
                      <a:ln>
                        <a:solidFill>
                          <a:srgbClr val="3366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椭圆 10">
            <a:extLst>
              <a:ext uri="{FF2B5EF4-FFF2-40B4-BE49-F238E27FC236}">
                <a16:creationId xmlns:a16="http://schemas.microsoft.com/office/drawing/2014/main" id="{FCD47F7E-F96F-4AFC-A9F9-7C6B90F134AA}"/>
              </a:ext>
            </a:extLst>
          </p:cNvPr>
          <p:cNvSpPr/>
          <p:nvPr/>
        </p:nvSpPr>
        <p:spPr>
          <a:xfrm>
            <a:off x="2060567" y="2969176"/>
            <a:ext cx="1219200" cy="509850"/>
          </a:xfrm>
          <a:prstGeom prst="ellipse">
            <a:avLst/>
          </a:prstGeom>
          <a:noFill/>
          <a:ln w="635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1A14568-5F44-4CF8-AFDB-1B32C7C0ED8D}"/>
              </a:ext>
            </a:extLst>
          </p:cNvPr>
          <p:cNvCxnSpPr>
            <a:cxnSpLocks/>
          </p:cNvCxnSpPr>
          <p:nvPr/>
        </p:nvCxnSpPr>
        <p:spPr>
          <a:xfrm flipH="1">
            <a:off x="3664892" y="2436902"/>
            <a:ext cx="425581" cy="2851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A726540-DDD9-45ED-94C1-895F1146DA24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3279767" y="3206776"/>
            <a:ext cx="1070150" cy="17325"/>
          </a:xfrm>
          <a:prstGeom prst="straightConnector1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EDFB954-5A93-4EB2-8461-2AEC51B71A1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97328" y="3713740"/>
          <a:ext cx="1155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202" name="Equation" r:id="rId11" imgW="1155600" imgH="355320" progId="Equation.DSMT4">
                  <p:embed/>
                </p:oleObj>
              </mc:Choice>
              <mc:Fallback>
                <p:oleObj name="Equation" r:id="rId11" imgW="1155600" imgH="3553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8EDFB954-5A93-4EB2-8461-2AEC51B71A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97328" y="3713740"/>
                        <a:ext cx="1155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725D6F87-BB76-4C39-8D74-6C9D251D9253}"/>
              </a:ext>
            </a:extLst>
          </p:cNvPr>
          <p:cNvGrpSpPr/>
          <p:nvPr/>
        </p:nvGrpSpPr>
        <p:grpSpPr>
          <a:xfrm>
            <a:off x="1029336" y="24070"/>
            <a:ext cx="3755012" cy="736600"/>
            <a:chOff x="1033012" y="1648552"/>
            <a:chExt cx="3755012" cy="736600"/>
          </a:xfrm>
        </p:grpSpPr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8EAB40F7-0BCE-4A92-A3A3-1C8C2CEF18A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33012" y="1775108"/>
              <a:ext cx="375501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(B)                   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存在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 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46D6D243-5065-4699-8532-B4A81FD3C15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51999" y="1648552"/>
            <a:ext cx="1778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203" name="Equation" r:id="rId13" imgW="1777680" imgH="736560" progId="Equation.DSMT4">
                    <p:embed/>
                  </p:oleObj>
                </mc:Choice>
                <mc:Fallback>
                  <p:oleObj name="Equation" r:id="rId13" imgW="1777680" imgH="73656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46D6D243-5065-4699-8532-B4A81FD3C15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51999" y="1648552"/>
                          <a:ext cx="17780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Rectangle 3">
            <a:extLst>
              <a:ext uri="{FF2B5EF4-FFF2-40B4-BE49-F238E27FC236}">
                <a16:creationId xmlns:a16="http://schemas.microsoft.com/office/drawing/2014/main" id="{5E3699F7-6838-4C50-8F10-2B89C4DC3A3C}"/>
              </a:ext>
            </a:extLst>
          </p:cNvPr>
          <p:cNvSpPr txBox="1">
            <a:spLocks noChangeArrowheads="1"/>
          </p:cNvSpPr>
          <p:nvPr/>
        </p:nvSpPr>
        <p:spPr>
          <a:xfrm>
            <a:off x="2797723" y="3881139"/>
            <a:ext cx="182615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充要条件</a:t>
            </a:r>
          </a:p>
        </p:txBody>
      </p:sp>
    </p:spTree>
    <p:extLst>
      <p:ext uri="{BB962C8B-B14F-4D97-AF65-F5344CB8AC3E}">
        <p14:creationId xmlns:p14="http://schemas.microsoft.com/office/powerpoint/2010/main" val="74398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3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C599751E-6D8D-405A-9C60-FA246F38A00E}"/>
              </a:ext>
            </a:extLst>
          </p:cNvPr>
          <p:cNvGrpSpPr/>
          <p:nvPr/>
        </p:nvGrpSpPr>
        <p:grpSpPr>
          <a:xfrm>
            <a:off x="899592" y="248642"/>
            <a:ext cx="3544292" cy="787400"/>
            <a:chOff x="899592" y="248642"/>
            <a:chExt cx="3544292" cy="7874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F632F4AA-3AD0-4BEF-BFE5-ECD035B04FF6}"/>
                </a:ext>
              </a:extLst>
            </p:cNvPr>
            <p:cNvSpPr/>
            <p:nvPr/>
          </p:nvSpPr>
          <p:spPr>
            <a:xfrm>
              <a:off x="899592" y="411510"/>
              <a:ext cx="32403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5.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                          求</a:t>
              </a:r>
              <a:endParaRPr lang="zh-CN" altLang="en-US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D5D75906-B7E8-418C-AA74-73BFA3F4FD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8153391"/>
                </p:ext>
              </p:extLst>
            </p:nvPr>
          </p:nvGraphicFramePr>
          <p:xfrm>
            <a:off x="1763688" y="411510"/>
            <a:ext cx="1816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260" name="Equation" r:id="rId3" imgW="1815840" imgH="406080" progId="Equation.DSMT4">
                    <p:embed/>
                  </p:oleObj>
                </mc:Choice>
                <mc:Fallback>
                  <p:oleObj name="Equation" r:id="rId3" imgW="181584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63688" y="411510"/>
                          <a:ext cx="1816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59146409-323B-425A-8B8C-5A8F706344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6666813"/>
                </p:ext>
              </p:extLst>
            </p:nvPr>
          </p:nvGraphicFramePr>
          <p:xfrm>
            <a:off x="3986684" y="248642"/>
            <a:ext cx="4572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261" name="Equation" r:id="rId5" imgW="457200" imgH="787320" progId="Equation.DSMT4">
                    <p:embed/>
                  </p:oleObj>
                </mc:Choice>
                <mc:Fallback>
                  <p:oleObj name="Equation" r:id="rId5" imgW="457200" imgH="787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86684" y="248642"/>
                          <a:ext cx="4572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15">
            <a:extLst>
              <a:ext uri="{FF2B5EF4-FFF2-40B4-BE49-F238E27FC236}">
                <a16:creationId xmlns:a16="http://schemas.microsoft.com/office/drawing/2014/main" id="{D4A51AE3-58C9-4505-BB8E-FBAAA59F5941}"/>
              </a:ext>
            </a:extLst>
          </p:cNvPr>
          <p:cNvSpPr txBox="1"/>
          <p:nvPr/>
        </p:nvSpPr>
        <p:spPr>
          <a:xfrm>
            <a:off x="827584" y="140328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A16578F-33AF-4418-948C-A4E3657E4F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878583"/>
              </p:ext>
            </p:extLst>
          </p:nvPr>
        </p:nvGraphicFramePr>
        <p:xfrm>
          <a:off x="2267744" y="1268541"/>
          <a:ext cx="1384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262" name="Equation" r:id="rId7" imgW="1384200" imgH="736560" progId="Equation.DSMT4">
                  <p:embed/>
                </p:oleObj>
              </mc:Choice>
              <mc:Fallback>
                <p:oleObj name="Equation" r:id="rId7" imgW="13842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67744" y="1268541"/>
                        <a:ext cx="1384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15">
            <a:extLst>
              <a:ext uri="{FF2B5EF4-FFF2-40B4-BE49-F238E27FC236}">
                <a16:creationId xmlns:a16="http://schemas.microsoft.com/office/drawing/2014/main" id="{4314999F-C232-4D73-B4FE-8ECE26BF7FC9}"/>
              </a:ext>
            </a:extLst>
          </p:cNvPr>
          <p:cNvSpPr txBox="1"/>
          <p:nvPr/>
        </p:nvSpPr>
        <p:spPr>
          <a:xfrm>
            <a:off x="1404730" y="1403283"/>
            <a:ext cx="935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因为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" name="文本框 15">
            <a:extLst>
              <a:ext uri="{FF2B5EF4-FFF2-40B4-BE49-F238E27FC236}">
                <a16:creationId xmlns:a16="http://schemas.microsoft.com/office/drawing/2014/main" id="{8D65A302-5B51-4888-A2DF-A406F52E879C}"/>
              </a:ext>
            </a:extLst>
          </p:cNvPr>
          <p:cNvSpPr txBox="1"/>
          <p:nvPr/>
        </p:nvSpPr>
        <p:spPr>
          <a:xfrm>
            <a:off x="3986684" y="1403282"/>
            <a:ext cx="3249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由反函数求导法则得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9BCAA7C-82CC-4DDF-8610-42F801D5D5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909095"/>
              </p:ext>
            </p:extLst>
          </p:nvPr>
        </p:nvGraphicFramePr>
        <p:xfrm>
          <a:off x="2423860" y="2585910"/>
          <a:ext cx="21463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263" name="Equation" r:id="rId9" imgW="2145960" imgH="1104840" progId="Equation.DSMT4">
                  <p:embed/>
                </p:oleObj>
              </mc:Choice>
              <mc:Fallback>
                <p:oleObj name="Equation" r:id="rId9" imgW="2145960" imgH="1104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23860" y="2585910"/>
                        <a:ext cx="21463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713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9091C8B-8717-43FF-B217-AA303275BB2E}"/>
              </a:ext>
            </a:extLst>
          </p:cNvPr>
          <p:cNvSpPr/>
          <p:nvPr/>
        </p:nvSpPr>
        <p:spPr>
          <a:xfrm>
            <a:off x="827584" y="411510"/>
            <a:ext cx="936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                        </a:t>
            </a:r>
            <a:endParaRPr lang="zh-CN" altLang="en-US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49ED6AA-B739-4179-A2E8-E15E2F20DA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6830"/>
              </p:ext>
            </p:extLst>
          </p:nvPr>
        </p:nvGraphicFramePr>
        <p:xfrm>
          <a:off x="1619672" y="197842"/>
          <a:ext cx="3035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01" name="Equation" r:id="rId3" imgW="3035160" imgH="888840" progId="Equation.DSMT4">
                  <p:embed/>
                </p:oleObj>
              </mc:Choice>
              <mc:Fallback>
                <p:oleObj name="Equation" r:id="rId3" imgW="303516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672" y="197842"/>
                        <a:ext cx="30353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9A667F90-5093-4356-BF6D-4CE800EB4198}"/>
              </a:ext>
            </a:extLst>
          </p:cNvPr>
          <p:cNvSpPr/>
          <p:nvPr/>
        </p:nvSpPr>
        <p:spPr>
          <a:xfrm>
            <a:off x="4654972" y="41151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E6C85B5-B5EB-4CBB-9C94-B4B443FB14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798432"/>
              </p:ext>
            </p:extLst>
          </p:nvPr>
        </p:nvGraphicFramePr>
        <p:xfrm>
          <a:off x="5076056" y="464542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02" name="Equation" r:id="rId5" imgW="685800" imgH="355320" progId="Equation.DSMT4">
                  <p:embed/>
                </p:oleObj>
              </mc:Choice>
              <mc:Fallback>
                <p:oleObj name="Equation" r:id="rId5" imgW="6858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76056" y="464542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15">
            <a:extLst>
              <a:ext uri="{FF2B5EF4-FFF2-40B4-BE49-F238E27FC236}">
                <a16:creationId xmlns:a16="http://schemas.microsoft.com/office/drawing/2014/main" id="{6593A679-EFC2-41B0-A348-9FDD6B3A1270}"/>
              </a:ext>
            </a:extLst>
          </p:cNvPr>
          <p:cNvSpPr txBox="1"/>
          <p:nvPr/>
        </p:nvSpPr>
        <p:spPr>
          <a:xfrm>
            <a:off x="719572" y="1523977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633F80-FF37-4C71-B183-7C3650ADE1B8}"/>
              </a:ext>
            </a:extLst>
          </p:cNvPr>
          <p:cNvSpPr/>
          <p:nvPr/>
        </p:nvSpPr>
        <p:spPr>
          <a:xfrm>
            <a:off x="1266460" y="152397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</a:t>
            </a:r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25A6F80-8BFD-44E6-8BF1-88A0DA3139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8373427"/>
              </p:ext>
            </p:extLst>
          </p:nvPr>
        </p:nvGraphicFramePr>
        <p:xfrm>
          <a:off x="1769621" y="1310309"/>
          <a:ext cx="3009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03" name="Equation" r:id="rId7" imgW="3009600" imgH="888840" progId="Equation.DSMT4">
                  <p:embed/>
                </p:oleObj>
              </mc:Choice>
              <mc:Fallback>
                <p:oleObj name="Equation" r:id="rId7" imgW="300960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69621" y="1310309"/>
                        <a:ext cx="30099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9A57502-1B9E-4D5A-A4D9-A47EEBDFD7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5262294"/>
              </p:ext>
            </p:extLst>
          </p:nvPr>
        </p:nvGraphicFramePr>
        <p:xfrm>
          <a:off x="5350011" y="1310308"/>
          <a:ext cx="2857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04" name="Equation" r:id="rId9" imgW="2857320" imgH="812520" progId="Equation.DSMT4">
                  <p:embed/>
                </p:oleObj>
              </mc:Choice>
              <mc:Fallback>
                <p:oleObj name="Equation" r:id="rId9" imgW="28573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50011" y="1310308"/>
                        <a:ext cx="2857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13336849-3BA8-4BCB-9B3E-74E0CC18D94C}"/>
              </a:ext>
            </a:extLst>
          </p:cNvPr>
          <p:cNvSpPr/>
          <p:nvPr/>
        </p:nvSpPr>
        <p:spPr>
          <a:xfrm>
            <a:off x="4829033" y="148587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en-US" dirty="0"/>
          </a:p>
        </p:txBody>
      </p:sp>
      <p:sp>
        <p:nvSpPr>
          <p:cNvPr id="11" name="文本框 15">
            <a:extLst>
              <a:ext uri="{FF2B5EF4-FFF2-40B4-BE49-F238E27FC236}">
                <a16:creationId xmlns:a16="http://schemas.microsoft.com/office/drawing/2014/main" id="{267B7488-FF3B-41FE-AC73-ABC0827C3F22}"/>
              </a:ext>
            </a:extLst>
          </p:cNvPr>
          <p:cNvSpPr txBox="1"/>
          <p:nvPr/>
        </p:nvSpPr>
        <p:spPr>
          <a:xfrm>
            <a:off x="689105" y="2422776"/>
            <a:ext cx="1080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从而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50E6175-B08E-4256-8591-78E305391B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952290"/>
              </p:ext>
            </p:extLst>
          </p:nvPr>
        </p:nvGraphicFramePr>
        <p:xfrm>
          <a:off x="1712471" y="2295284"/>
          <a:ext cx="3124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05" name="Equation" r:id="rId11" imgW="3124080" imgH="812520" progId="Equation.DSMT4">
                  <p:embed/>
                </p:oleObj>
              </mc:Choice>
              <mc:Fallback>
                <p:oleObj name="Equation" r:id="rId11" imgW="31240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12471" y="2295284"/>
                        <a:ext cx="3124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08330AC-8E53-4B7A-9290-53F19531BD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568859"/>
              </p:ext>
            </p:extLst>
          </p:nvPr>
        </p:nvGraphicFramePr>
        <p:xfrm>
          <a:off x="1619672" y="3176807"/>
          <a:ext cx="5715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06" name="Equation" r:id="rId13" imgW="5715000" imgH="939600" progId="Equation.DSMT4">
                  <p:embed/>
                </p:oleObj>
              </mc:Choice>
              <mc:Fallback>
                <p:oleObj name="Equation" r:id="rId13" imgW="571500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19672" y="3176807"/>
                        <a:ext cx="57150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179120E-FB7A-4B5C-86F2-55DF9C4CAD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439454"/>
              </p:ext>
            </p:extLst>
          </p:nvPr>
        </p:nvGraphicFramePr>
        <p:xfrm>
          <a:off x="2339752" y="4272558"/>
          <a:ext cx="4686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07" name="Equation" r:id="rId15" imgW="4686120" imgH="812520" progId="Equation.DSMT4">
                  <p:embed/>
                </p:oleObj>
              </mc:Choice>
              <mc:Fallback>
                <p:oleObj name="Equation" r:id="rId15" imgW="46861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39752" y="4272558"/>
                        <a:ext cx="4686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5393DA31-1FBE-4B9A-BE05-9D7C47D9FC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539566"/>
              </p:ext>
            </p:extLst>
          </p:nvPr>
        </p:nvGraphicFramePr>
        <p:xfrm>
          <a:off x="6948264" y="302993"/>
          <a:ext cx="1549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08" name="Equation" r:id="rId17" imgW="1549080" imgH="723600" progId="Equation.DSMT4">
                  <p:embed/>
                </p:oleObj>
              </mc:Choice>
              <mc:Fallback>
                <p:oleObj name="Equation" r:id="rId17" imgW="15490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48264" y="302993"/>
                        <a:ext cx="1549400" cy="723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71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F040B93-1990-4241-B007-D66B63712C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364669"/>
              </p:ext>
            </p:extLst>
          </p:nvPr>
        </p:nvGraphicFramePr>
        <p:xfrm>
          <a:off x="2044700" y="2094902"/>
          <a:ext cx="5054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364" name="Equation" r:id="rId3" imgW="5054400" imgH="723600" progId="Equation.DSMT4">
                  <p:embed/>
                </p:oleObj>
              </mc:Choice>
              <mc:Fallback>
                <p:oleObj name="Equation" r:id="rId3" imgW="50544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44700" y="2094902"/>
                        <a:ext cx="5054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C49FAD4-443E-47A6-BEC7-C2DCA1BBA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956270"/>
              </p:ext>
            </p:extLst>
          </p:nvPr>
        </p:nvGraphicFramePr>
        <p:xfrm>
          <a:off x="2228850" y="411510"/>
          <a:ext cx="4686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365" name="Equation" r:id="rId5" imgW="4686120" imgH="812520" progId="Equation.DSMT4">
                  <p:embed/>
                </p:oleObj>
              </mc:Choice>
              <mc:Fallback>
                <p:oleObj name="Equation" r:id="rId5" imgW="4686120" imgH="8125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D179120E-FB7A-4B5C-86F2-55DF9C4CAD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28850" y="411510"/>
                        <a:ext cx="4686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15">
            <a:extLst>
              <a:ext uri="{FF2B5EF4-FFF2-40B4-BE49-F238E27FC236}">
                <a16:creationId xmlns:a16="http://schemas.microsoft.com/office/drawing/2014/main" id="{36C8BBF6-DBDB-46CC-A8D9-7DDF9635C226}"/>
              </a:ext>
            </a:extLst>
          </p:cNvPr>
          <p:cNvSpPr txBox="1"/>
          <p:nvPr/>
        </p:nvSpPr>
        <p:spPr>
          <a:xfrm>
            <a:off x="827584" y="222602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故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000" b="1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32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DE22991-F161-4AFC-A859-18C628954BEF}"/>
              </a:ext>
            </a:extLst>
          </p:cNvPr>
          <p:cNvSpPr txBox="1"/>
          <p:nvPr/>
        </p:nvSpPr>
        <p:spPr>
          <a:xfrm>
            <a:off x="755576" y="1563638"/>
            <a:ext cx="7776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五、知识延拓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几类函数的导数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EDF0F2-8070-4D5A-89DE-2063575E5FB6}"/>
              </a:ext>
            </a:extLst>
          </p:cNvPr>
          <p:cNvSpPr txBox="1"/>
          <p:nvPr/>
        </p:nvSpPr>
        <p:spPr>
          <a:xfrm>
            <a:off x="1475656" y="2499742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、奇函数和偶函数的导数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11FD85-C0C6-443F-9466-562EDCA17522}"/>
              </a:ext>
            </a:extLst>
          </p:cNvPr>
          <p:cNvSpPr txBox="1"/>
          <p:nvPr/>
        </p:nvSpPr>
        <p:spPr>
          <a:xfrm>
            <a:off x="1043608" y="3143458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、周期函数的导数</a:t>
            </a:r>
          </a:p>
        </p:txBody>
      </p:sp>
    </p:spTree>
    <p:extLst>
      <p:ext uri="{BB962C8B-B14F-4D97-AF65-F5344CB8AC3E}">
        <p14:creationId xmlns:p14="http://schemas.microsoft.com/office/powerpoint/2010/main" val="38163844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02BFF6-B8B5-4612-88E5-9E3761189217}"/>
              </a:ext>
            </a:extLst>
          </p:cNvPr>
          <p:cNvSpPr txBox="1"/>
          <p:nvPr/>
        </p:nvSpPr>
        <p:spPr>
          <a:xfrm>
            <a:off x="890730" y="388767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、奇函数和偶函数的导数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DA0A3C-0C96-4AD2-87D8-FDFCD27F9E2B}"/>
              </a:ext>
            </a:extLst>
          </p:cNvPr>
          <p:cNvSpPr txBox="1"/>
          <p:nvPr/>
        </p:nvSpPr>
        <p:spPr>
          <a:xfrm>
            <a:off x="737110" y="1060579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4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4C2D1B-D0E0-4A3C-8DE2-3942263BA506}"/>
              </a:ext>
            </a:extLst>
          </p:cNvPr>
          <p:cNvSpPr txBox="1"/>
          <p:nvPr/>
        </p:nvSpPr>
        <p:spPr>
          <a:xfrm>
            <a:off x="1691680" y="1034297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可导的奇函数的导数是偶函数，可导的偶函数的导数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9408C5-9CF0-4A5C-BFAA-837873CECC47}"/>
              </a:ext>
            </a:extLst>
          </p:cNvPr>
          <p:cNvSpPr txBox="1"/>
          <p:nvPr/>
        </p:nvSpPr>
        <p:spPr>
          <a:xfrm>
            <a:off x="1718823" y="1539483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是奇函数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2FAD5C-D999-4BEA-9509-BC6F47312ABD}"/>
              </a:ext>
            </a:extLst>
          </p:cNvPr>
          <p:cNvSpPr txBox="1"/>
          <p:nvPr/>
        </p:nvSpPr>
        <p:spPr>
          <a:xfrm>
            <a:off x="826274" y="2110085"/>
            <a:ext cx="649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证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42525C6-19C3-4550-981C-85A12E7ADEF9}"/>
              </a:ext>
            </a:extLst>
          </p:cNvPr>
          <p:cNvGrpSpPr/>
          <p:nvPr/>
        </p:nvGrpSpPr>
        <p:grpSpPr>
          <a:xfrm>
            <a:off x="1366989" y="2110085"/>
            <a:ext cx="4573164" cy="461665"/>
            <a:chOff x="1366989" y="2110085"/>
            <a:chExt cx="4573164" cy="461665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71066AC-B3EA-4EC1-9671-C8816E2F5BE9}"/>
                </a:ext>
              </a:extLst>
            </p:cNvPr>
            <p:cNvSpPr txBox="1"/>
            <p:nvPr/>
          </p:nvSpPr>
          <p:spPr>
            <a:xfrm>
              <a:off x="1366989" y="2110085"/>
              <a:ext cx="45731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设函数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为可导的偶函数，则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F78D2EA8-BE77-4A19-8E29-DDC9239B45A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352638" y="222885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219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F78D2EA8-BE77-4A19-8E29-DDC9239B45A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52638" y="2228850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E60EF24-EBAD-4953-817C-1DB87975CD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772965"/>
              </p:ext>
            </p:extLst>
          </p:nvPr>
        </p:nvGraphicFramePr>
        <p:xfrm>
          <a:off x="5940835" y="2213006"/>
          <a:ext cx="1752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220" name="Equation" r:id="rId5" imgW="1752480" imgH="342720" progId="Equation.DSMT4">
                  <p:embed/>
                </p:oleObj>
              </mc:Choice>
              <mc:Fallback>
                <p:oleObj name="Equation" r:id="rId5" imgW="175248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E60EF24-EBAD-4953-817C-1DB87975CD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40835" y="2213006"/>
                        <a:ext cx="1752600" cy="342900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EA6C1EFD-3073-46A6-8962-16E6A8916054}"/>
              </a:ext>
            </a:extLst>
          </p:cNvPr>
          <p:cNvGrpSpPr/>
          <p:nvPr/>
        </p:nvGrpSpPr>
        <p:grpSpPr>
          <a:xfrm>
            <a:off x="826274" y="2729333"/>
            <a:ext cx="2737614" cy="461665"/>
            <a:chOff x="826274" y="2729333"/>
            <a:chExt cx="2737614" cy="461665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DD02AB7-C56D-4B21-B2D0-0319B9DD1B96}"/>
                </a:ext>
              </a:extLst>
            </p:cNvPr>
            <p:cNvSpPr txBox="1"/>
            <p:nvPr/>
          </p:nvSpPr>
          <p:spPr>
            <a:xfrm>
              <a:off x="826274" y="2729333"/>
              <a:ext cx="27376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两边关于  求导得  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67775BE6-F824-4436-B22F-F8106015B5E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95081" y="293948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221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67775BE6-F824-4436-B22F-F8106015B5E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95081" y="2939480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2F41DCA-D643-4D41-A658-253590936BE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65513" y="2830273"/>
          <a:ext cx="2070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222" name="Equation" r:id="rId9" imgW="2070000" imgH="355320" progId="Equation.DSMT4">
                  <p:embed/>
                </p:oleObj>
              </mc:Choice>
              <mc:Fallback>
                <p:oleObj name="Equation" r:id="rId9" imgW="2070000" imgH="355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92F41DCA-D643-4D41-A658-253590936B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65513" y="2830273"/>
                        <a:ext cx="2070100" cy="355600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D12A36C7-A6EB-49D2-9297-1A05705BF9B2}"/>
              </a:ext>
            </a:extLst>
          </p:cNvPr>
          <p:cNvGrpSpPr/>
          <p:nvPr/>
        </p:nvGrpSpPr>
        <p:grpSpPr>
          <a:xfrm>
            <a:off x="5650810" y="2754634"/>
            <a:ext cx="3241670" cy="461665"/>
            <a:chOff x="5650810" y="2754634"/>
            <a:chExt cx="3241670" cy="461665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D92F945-523D-4B3B-9107-ADAEF69F5CC5}"/>
                </a:ext>
              </a:extLst>
            </p:cNvPr>
            <p:cNvSpPr txBox="1"/>
            <p:nvPr/>
          </p:nvSpPr>
          <p:spPr>
            <a:xfrm>
              <a:off x="5650810" y="2754634"/>
              <a:ext cx="32416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故     为奇函数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920FC3AF-69CB-474C-8CC0-2B7A56DE8F4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072489" y="2855629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223" name="Equation" r:id="rId11" imgW="685800" imgH="355320" progId="Equation.DSMT4">
                    <p:embed/>
                  </p:oleObj>
                </mc:Choice>
                <mc:Fallback>
                  <p:oleObj name="Equation" r:id="rId11" imgW="685800" imgH="3553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920FC3AF-69CB-474C-8CC0-2B7A56DE8F4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072489" y="2855629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BBEE7F4D-6975-4DDE-B02D-6C67EC51E522}"/>
              </a:ext>
            </a:extLst>
          </p:cNvPr>
          <p:cNvSpPr txBox="1"/>
          <p:nvPr/>
        </p:nvSpPr>
        <p:spPr>
          <a:xfrm>
            <a:off x="890730" y="3401145"/>
            <a:ext cx="728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同理可证可导的奇函数的导数是奇函数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96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C3CCEC1E-FE4A-4B40-8DE4-AC42E65D12D0}"/>
              </a:ext>
            </a:extLst>
          </p:cNvPr>
          <p:cNvGrpSpPr/>
          <p:nvPr/>
        </p:nvGrpSpPr>
        <p:grpSpPr>
          <a:xfrm>
            <a:off x="611560" y="233294"/>
            <a:ext cx="7992888" cy="466213"/>
            <a:chOff x="683568" y="406962"/>
            <a:chExt cx="7992888" cy="46621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22C9B341-E895-4072-AA9A-012B87834FFC}"/>
                </a:ext>
              </a:extLst>
            </p:cNvPr>
            <p:cNvSpPr txBox="1"/>
            <p:nvPr/>
          </p:nvSpPr>
          <p:spPr>
            <a:xfrm>
              <a:off x="683568" y="411510"/>
              <a:ext cx="1008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问题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1</a:t>
              </a:r>
              <a:endPara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BDA54CF-43A1-4AD4-8FA6-B413D694D2AF}"/>
                </a:ext>
              </a:extLst>
            </p:cNvPr>
            <p:cNvSpPr txBox="1"/>
            <p:nvPr/>
          </p:nvSpPr>
          <p:spPr>
            <a:xfrm>
              <a:off x="1547664" y="406962"/>
              <a:ext cx="7128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若     连续且为奇函数，    是否一定为偶函数？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9304C0FE-987C-4A29-A92C-41561F525A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8432604"/>
                </p:ext>
              </p:extLst>
            </p:nvPr>
          </p:nvGraphicFramePr>
          <p:xfrm>
            <a:off x="1979712" y="515301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443" name="Equation" r:id="rId3" imgW="685800" imgH="355320" progId="Equation.DSMT4">
                    <p:embed/>
                  </p:oleObj>
                </mc:Choice>
                <mc:Fallback>
                  <p:oleObj name="Equation" r:id="rId3" imgW="6858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79712" y="515301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AE14A7D6-63FB-48B9-B4B3-0DFDCB06D6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390462"/>
                </p:ext>
              </p:extLst>
            </p:nvPr>
          </p:nvGraphicFramePr>
          <p:xfrm>
            <a:off x="5048684" y="484173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444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48684" y="484173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9C5E077-36D6-4A32-BBB3-17E9584EEEA0}"/>
              </a:ext>
            </a:extLst>
          </p:cNvPr>
          <p:cNvGrpSpPr/>
          <p:nvPr/>
        </p:nvGrpSpPr>
        <p:grpSpPr>
          <a:xfrm>
            <a:off x="630374" y="841379"/>
            <a:ext cx="7992888" cy="466213"/>
            <a:chOff x="683568" y="1167267"/>
            <a:chExt cx="7992888" cy="466213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CFBCD2C-3917-40B3-BB47-0D9AB8E98A95}"/>
                </a:ext>
              </a:extLst>
            </p:cNvPr>
            <p:cNvSpPr txBox="1"/>
            <p:nvPr/>
          </p:nvSpPr>
          <p:spPr>
            <a:xfrm>
              <a:off x="683568" y="1171815"/>
              <a:ext cx="1008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问题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2</a:t>
              </a:r>
              <a:endPara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60C5D16-B202-4EEE-BB7F-D600FE8BFCA1}"/>
                </a:ext>
              </a:extLst>
            </p:cNvPr>
            <p:cNvSpPr txBox="1"/>
            <p:nvPr/>
          </p:nvSpPr>
          <p:spPr>
            <a:xfrm>
              <a:off x="1547664" y="1167267"/>
              <a:ext cx="7128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若     连续且为偶函数，    是否一定为奇函数？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38173630-6830-4339-8292-B3FCE6CAB0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7732805"/>
                </p:ext>
              </p:extLst>
            </p:nvPr>
          </p:nvGraphicFramePr>
          <p:xfrm>
            <a:off x="1979712" y="1275606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445" name="Equation" r:id="rId7" imgW="685800" imgH="355320" progId="Equation.DSMT4">
                    <p:embed/>
                  </p:oleObj>
                </mc:Choice>
                <mc:Fallback>
                  <p:oleObj name="Equation" r:id="rId7" imgW="685800" imgH="3553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9304C0FE-987C-4A29-A92C-41561F525A2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79712" y="1275606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3A7691A1-1D44-4189-97E0-F483D46DC8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1453558"/>
                </p:ext>
              </p:extLst>
            </p:nvPr>
          </p:nvGraphicFramePr>
          <p:xfrm>
            <a:off x="5123766" y="127560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446" name="Equation" r:id="rId9" imgW="622080" imgH="342720" progId="Equation.DSMT4">
                    <p:embed/>
                  </p:oleObj>
                </mc:Choice>
                <mc:Fallback>
                  <p:oleObj name="Equation" r:id="rId9" imgW="62208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AE14A7D6-63FB-48B9-B4B3-0DFDCB06D62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23766" y="127560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BD002EB3-1AE8-4854-A684-38478FD816D5}"/>
              </a:ext>
            </a:extLst>
          </p:cNvPr>
          <p:cNvSpPr/>
          <p:nvPr/>
        </p:nvSpPr>
        <p:spPr>
          <a:xfrm>
            <a:off x="630374" y="144605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cs typeface="微软雅黑" panose="020B0503020204020204" charset="-122"/>
              </a:rPr>
              <a:t>解析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DEBC46-1D58-468B-A9C9-8E5A2EC1A92D}"/>
              </a:ext>
            </a:extLst>
          </p:cNvPr>
          <p:cNvSpPr txBox="1"/>
          <p:nvPr/>
        </p:nvSpPr>
        <p:spPr>
          <a:xfrm>
            <a:off x="1494470" y="1411383"/>
            <a:ext cx="5905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问题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连续奇函数的原函数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一定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为偶函数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8598BE-F551-46D5-BF50-F517FE5F2D53}"/>
              </a:ext>
            </a:extLst>
          </p:cNvPr>
          <p:cNvSpPr/>
          <p:nvPr/>
        </p:nvSpPr>
        <p:spPr>
          <a:xfrm>
            <a:off x="634992" y="1989195"/>
            <a:ext cx="82476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64FF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rgbClr val="0064FF"/>
                </a:solidFill>
                <a:latin typeface="宋体" panose="02010600030101010101" pitchFamily="2" charset="-122"/>
              </a:rPr>
              <a:t>注 </a:t>
            </a:r>
            <a:r>
              <a:rPr lang="zh-CN" altLang="en-US" sz="2000" b="1" dirty="0">
                <a:latin typeface="宋体" panose="02010600030101010101" pitchFamily="2" charset="-122"/>
              </a:rPr>
              <a:t>连续奇函数的积分上限函数一定是偶函数，而一个连续函数所有的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6A11D2-B8C6-4EF7-BA51-4AAD388DB0E4}"/>
              </a:ext>
            </a:extLst>
          </p:cNvPr>
          <p:cNvSpPr txBox="1"/>
          <p:nvPr/>
        </p:nvSpPr>
        <p:spPr>
          <a:xfrm>
            <a:off x="651905" y="2873738"/>
            <a:ext cx="2305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问题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2 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不一定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10866A-802B-4E7E-86CA-4CE4F8CC4F01}"/>
              </a:ext>
            </a:extLst>
          </p:cNvPr>
          <p:cNvSpPr/>
          <p:nvPr/>
        </p:nvSpPr>
        <p:spPr>
          <a:xfrm>
            <a:off x="323528" y="2448687"/>
            <a:ext cx="74309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</a:rPr>
              <a:t>原函数之间相差一个常数，偶函数加上一个常数仍为偶函数</a:t>
            </a:r>
            <a:r>
              <a:rPr lang="en-US" altLang="zh-CN" sz="2000" b="1" dirty="0">
                <a:latin typeface="宋体" panose="02010600030101010101" pitchFamily="2" charset="-122"/>
              </a:rPr>
              <a:t>.</a:t>
            </a:r>
            <a:r>
              <a:rPr lang="en-US" altLang="zh-CN" sz="2000" b="1" dirty="0">
                <a:solidFill>
                  <a:srgbClr val="0066FF"/>
                </a:solidFill>
                <a:latin typeface="宋体" panose="02010600030101010101" pitchFamily="2" charset="-122"/>
              </a:rPr>
              <a:t>)</a:t>
            </a:r>
            <a:endParaRPr lang="zh-CN" altLang="en-US" dirty="0">
              <a:solidFill>
                <a:srgbClr val="0066FF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F01B402-2A41-4A0C-8340-9A37E8FB6084}"/>
              </a:ext>
            </a:extLst>
          </p:cNvPr>
          <p:cNvSpPr/>
          <p:nvPr/>
        </p:nvSpPr>
        <p:spPr>
          <a:xfrm>
            <a:off x="651905" y="341238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endParaRPr lang="zh-CN" altLang="en-US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0234016-0F45-446D-9556-974A635E1904}"/>
              </a:ext>
            </a:extLst>
          </p:cNvPr>
          <p:cNvGrpSpPr/>
          <p:nvPr/>
        </p:nvGrpSpPr>
        <p:grpSpPr>
          <a:xfrm>
            <a:off x="1147139" y="3360344"/>
            <a:ext cx="7129748" cy="464115"/>
            <a:chOff x="1474700" y="4077874"/>
            <a:chExt cx="7129748" cy="46411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E4E67FB-D87B-4F77-AA45-ED96980E1312}"/>
                </a:ext>
              </a:extLst>
            </p:cNvPr>
            <p:cNvSpPr/>
            <p:nvPr/>
          </p:nvSpPr>
          <p:spPr>
            <a:xfrm>
              <a:off x="2823946" y="4077874"/>
              <a:ext cx="578050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微软雅黑" panose="020B0503020204020204" charset="-122"/>
                </a:rPr>
                <a:t> 为偶函数，但             不是奇函数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微软雅黑" panose="020B0503020204020204" charset="-122"/>
                </a:rPr>
                <a:t>.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微软雅黑" panose="020B0503020204020204" charset="-122"/>
                </a:rPr>
                <a:t> </a:t>
              </a:r>
              <a:endParaRPr lang="zh-CN" altLang="en-US" dirty="0"/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EA2C47DD-1E50-41E0-B382-32BEDAA2B6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6914184"/>
                </p:ext>
              </p:extLst>
            </p:nvPr>
          </p:nvGraphicFramePr>
          <p:xfrm>
            <a:off x="1474700" y="4186389"/>
            <a:ext cx="1587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447" name="Equation" r:id="rId11" imgW="1587240" imgH="355320" progId="Equation.DSMT4">
                    <p:embed/>
                  </p:oleObj>
                </mc:Choice>
                <mc:Fallback>
                  <p:oleObj name="Equation" r:id="rId11" imgW="158724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474700" y="4186389"/>
                          <a:ext cx="1587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28741609-84A9-4484-8606-9552C746EE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2039810"/>
                </p:ext>
              </p:extLst>
            </p:nvPr>
          </p:nvGraphicFramePr>
          <p:xfrm>
            <a:off x="4951004" y="4137256"/>
            <a:ext cx="1854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448" name="Equation" r:id="rId13" imgW="1854000" imgH="342720" progId="Equation.DSMT4">
                    <p:embed/>
                  </p:oleObj>
                </mc:Choice>
                <mc:Fallback>
                  <p:oleObj name="Equation" r:id="rId13" imgW="18540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951004" y="4137256"/>
                          <a:ext cx="1854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矩形 31">
            <a:extLst>
              <a:ext uri="{FF2B5EF4-FFF2-40B4-BE49-F238E27FC236}">
                <a16:creationId xmlns:a16="http://schemas.microsoft.com/office/drawing/2014/main" id="{54C02EBD-5C88-493E-B2F2-CC9FABB6AD98}"/>
              </a:ext>
            </a:extLst>
          </p:cNvPr>
          <p:cNvSpPr/>
          <p:nvPr/>
        </p:nvSpPr>
        <p:spPr>
          <a:xfrm>
            <a:off x="641037" y="4027749"/>
            <a:ext cx="82416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64FF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rgbClr val="0064FF"/>
                </a:solidFill>
                <a:latin typeface="宋体" panose="02010600030101010101" pitchFamily="2" charset="-122"/>
              </a:rPr>
              <a:t>注 </a:t>
            </a:r>
            <a:r>
              <a:rPr lang="zh-CN" altLang="en-US" sz="2000" b="1" dirty="0">
                <a:latin typeface="宋体" panose="02010600030101010101" pitchFamily="2" charset="-122"/>
              </a:rPr>
              <a:t>连续偶函数的积分上限函数一定是奇函数，且连续偶函数存在唯一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A1930D3-6FDD-4427-B1C5-5D664F438753}"/>
              </a:ext>
            </a:extLst>
          </p:cNvPr>
          <p:cNvSpPr/>
          <p:nvPr/>
        </p:nvSpPr>
        <p:spPr>
          <a:xfrm>
            <a:off x="390184" y="4481641"/>
            <a:ext cx="31016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</a:rPr>
              <a:t>为奇函数的原函数</a:t>
            </a:r>
            <a:r>
              <a:rPr lang="en-US" altLang="zh-CN" sz="2000" b="1" dirty="0">
                <a:latin typeface="宋体" panose="02010600030101010101" pitchFamily="2" charset="-122"/>
              </a:rPr>
              <a:t>.</a:t>
            </a:r>
            <a:r>
              <a:rPr lang="en-US" altLang="zh-CN" sz="2000" b="1" dirty="0">
                <a:solidFill>
                  <a:srgbClr val="0066FF"/>
                </a:solidFill>
                <a:latin typeface="宋体" panose="02010600030101010101" pitchFamily="2" charset="-122"/>
              </a:rPr>
              <a:t>)</a:t>
            </a:r>
            <a:endParaRPr lang="zh-CN" altLang="en-US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31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7" grpId="0"/>
      <p:bldP spid="22" grpId="0"/>
      <p:bldP spid="23" grpId="0"/>
      <p:bldP spid="32" grpId="0"/>
      <p:bldP spid="3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290BE02-31E3-4DC6-96E6-7EE2A0256037}"/>
              </a:ext>
            </a:extLst>
          </p:cNvPr>
          <p:cNvSpPr txBox="1"/>
          <p:nvPr/>
        </p:nvSpPr>
        <p:spPr>
          <a:xfrm>
            <a:off x="737110" y="347658"/>
            <a:ext cx="3042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、周期函数的导数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3A6A65-C8D3-4E91-A526-0EFE08432F2F}"/>
              </a:ext>
            </a:extLst>
          </p:cNvPr>
          <p:cNvSpPr txBox="1"/>
          <p:nvPr/>
        </p:nvSpPr>
        <p:spPr>
          <a:xfrm>
            <a:off x="737110" y="1060579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5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2AF912-A7AC-428C-A619-D61CB7231FB3}"/>
              </a:ext>
            </a:extLst>
          </p:cNvPr>
          <p:cNvSpPr txBox="1"/>
          <p:nvPr/>
        </p:nvSpPr>
        <p:spPr>
          <a:xfrm>
            <a:off x="1691680" y="1060578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以  为周期的可导周期函数的导数仍然是以  为周期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2BBF0BC-BEBF-48A2-BD5C-9C375D7D77C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56305" y="1151710"/>
          <a:ext cx="127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290" name="Equation" r:id="rId3" imgW="126720" imgH="279360" progId="Equation.DSMT4">
                  <p:embed/>
                </p:oleObj>
              </mc:Choice>
              <mc:Fallback>
                <p:oleObj name="Equation" r:id="rId3" imgW="126720" imgH="279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2BBF0BC-BEBF-48A2-BD5C-9C375D7D77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56305" y="1151710"/>
                        <a:ext cx="1270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9EEE786-9FB7-4534-ADCE-4BA1EE9D893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68344" y="1172085"/>
          <a:ext cx="127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291" name="Equation" r:id="rId5" imgW="126720" imgH="279360" progId="Equation.DSMT4">
                  <p:embed/>
                </p:oleObj>
              </mc:Choice>
              <mc:Fallback>
                <p:oleObj name="Equation" r:id="rId5" imgW="12672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9EEE786-9FB7-4534-ADCE-4BA1EE9D89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68344" y="1172085"/>
                        <a:ext cx="1270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85C908E6-4AA1-4D62-8E08-3634B1541465}"/>
              </a:ext>
            </a:extLst>
          </p:cNvPr>
          <p:cNvSpPr txBox="1"/>
          <p:nvPr/>
        </p:nvSpPr>
        <p:spPr>
          <a:xfrm>
            <a:off x="250754" y="1635646"/>
            <a:ext cx="2032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的周期函数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AFC7884-665D-44E1-A451-B98B341C77DA}"/>
              </a:ext>
            </a:extLst>
          </p:cNvPr>
          <p:cNvSpPr txBox="1"/>
          <p:nvPr/>
        </p:nvSpPr>
        <p:spPr>
          <a:xfrm>
            <a:off x="826274" y="2110085"/>
            <a:ext cx="649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证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BF10904-C355-4A9E-85F4-22DEA157B99F}"/>
              </a:ext>
            </a:extLst>
          </p:cNvPr>
          <p:cNvGrpSpPr/>
          <p:nvPr/>
        </p:nvGrpSpPr>
        <p:grpSpPr>
          <a:xfrm>
            <a:off x="1366988" y="2110085"/>
            <a:ext cx="7237459" cy="461665"/>
            <a:chOff x="1366988" y="2110085"/>
            <a:chExt cx="7237459" cy="461665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12653F4-F63F-4606-B46E-C7458AF8D04B}"/>
                </a:ext>
              </a:extLst>
            </p:cNvPr>
            <p:cNvSpPr txBox="1"/>
            <p:nvPr/>
          </p:nvSpPr>
          <p:spPr>
            <a:xfrm>
              <a:off x="1366988" y="2110085"/>
              <a:ext cx="72374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设函数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可导，且是以  为周期的周期函数，则  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CE8495D8-5B8E-4F52-B169-7705FC8C121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339752" y="216946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292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CE8495D8-5B8E-4F52-B169-7705FC8C121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39752" y="216946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B0AE83B8-F248-4F91-9733-7DE6802872D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868380" y="2232967"/>
            <a:ext cx="127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293" name="Equation" r:id="rId9" imgW="126720" imgH="279360" progId="Equation.DSMT4">
                    <p:embed/>
                  </p:oleObj>
                </mc:Choice>
                <mc:Fallback>
                  <p:oleObj name="Equation" r:id="rId9" imgW="126720" imgH="27936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B0AE83B8-F248-4F91-9733-7DE6802872D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868380" y="2232967"/>
                          <a:ext cx="1270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C55A0A0-0DDB-42C4-88A7-CFE4AC2D35B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347864" y="2812419"/>
          <a:ext cx="195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294" name="Equation" r:id="rId11" imgW="1955520" imgH="342720" progId="Equation.DSMT4">
                  <p:embed/>
                </p:oleObj>
              </mc:Choice>
              <mc:Fallback>
                <p:oleObj name="Equation" r:id="rId11" imgW="195552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C55A0A0-0DDB-42C4-88A7-CFE4AC2D35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47864" y="2812419"/>
                        <a:ext cx="1955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AC37C0FB-C0DA-466F-A761-C4E3EB49A55E}"/>
              </a:ext>
            </a:extLst>
          </p:cNvPr>
          <p:cNvGrpSpPr/>
          <p:nvPr/>
        </p:nvGrpSpPr>
        <p:grpSpPr>
          <a:xfrm>
            <a:off x="797077" y="3219822"/>
            <a:ext cx="2838819" cy="461665"/>
            <a:chOff x="797077" y="3219822"/>
            <a:chExt cx="2838819" cy="461665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6B07AA0-F4D1-4997-89D1-C2517C75C9A7}"/>
                </a:ext>
              </a:extLst>
            </p:cNvPr>
            <p:cNvSpPr txBox="1"/>
            <p:nvPr/>
          </p:nvSpPr>
          <p:spPr>
            <a:xfrm>
              <a:off x="797077" y="3219822"/>
              <a:ext cx="28388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两边关于  求导得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4E62718F-6A06-4A66-9FA2-3A3D5A19C7D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49252" y="339969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295" name="Equation" r:id="rId13" imgW="190440" imgH="203040" progId="Equation.DSMT4">
                    <p:embed/>
                  </p:oleObj>
                </mc:Choice>
                <mc:Fallback>
                  <p:oleObj name="Equation" r:id="rId13" imgW="190440" imgH="20304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4E62718F-6A06-4A66-9FA2-3A3D5A19C7D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149252" y="3399696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1A18D19-0E3A-400D-81BC-BEC77D0E6D4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139952" y="3313710"/>
          <a:ext cx="3035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296" name="Equation" r:id="rId15" imgW="3035160" imgH="355320" progId="Equation.DSMT4">
                  <p:embed/>
                </p:oleObj>
              </mc:Choice>
              <mc:Fallback>
                <p:oleObj name="Equation" r:id="rId15" imgW="3035160" imgH="3553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91A18D19-0E3A-400D-81BC-BEC77D0E6D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39952" y="3313710"/>
                        <a:ext cx="3035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CE16541F-1A27-46FD-AE2E-66394C601263}"/>
              </a:ext>
            </a:extLst>
          </p:cNvPr>
          <p:cNvSpPr txBox="1"/>
          <p:nvPr/>
        </p:nvSpPr>
        <p:spPr>
          <a:xfrm>
            <a:off x="826274" y="4049304"/>
            <a:ext cx="649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即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B4D9781D-2537-45B9-A6A7-8BFC0E43D88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19872" y="4232374"/>
          <a:ext cx="2070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297" name="Equation" r:id="rId17" imgW="2070000" imgH="355320" progId="Equation.DSMT4">
                  <p:embed/>
                </p:oleObj>
              </mc:Choice>
              <mc:Fallback>
                <p:oleObj name="Equation" r:id="rId17" imgW="2070000" imgH="3553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B4D9781D-2537-45B9-A6A7-8BFC0E43D8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19872" y="4232374"/>
                        <a:ext cx="2070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964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14B74097-6303-444F-829D-737F358C175B}"/>
              </a:ext>
            </a:extLst>
          </p:cNvPr>
          <p:cNvGrpSpPr/>
          <p:nvPr/>
        </p:nvGrpSpPr>
        <p:grpSpPr>
          <a:xfrm>
            <a:off x="1272704" y="2429811"/>
            <a:ext cx="4379006" cy="461665"/>
            <a:chOff x="1272704" y="2180752"/>
            <a:chExt cx="4379006" cy="461665"/>
          </a:xfrm>
        </p:grpSpPr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2CCD42B8-6B90-4664-B2D9-BC062B508C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3057324"/>
                </p:ext>
              </p:extLst>
            </p:nvPr>
          </p:nvGraphicFramePr>
          <p:xfrm>
            <a:off x="1272704" y="2233785"/>
            <a:ext cx="195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344" name="Equation" r:id="rId3" imgW="1955520" imgH="355320" progId="Equation.DSMT4">
                    <p:embed/>
                  </p:oleObj>
                </mc:Choice>
                <mc:Fallback>
                  <p:oleObj name="Equation" r:id="rId3" imgW="1955520" imgH="3553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B9E1E096-05A2-4647-8CB9-4661F4AB046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72704" y="2233785"/>
                          <a:ext cx="195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440AD15-000E-4BD9-A8FB-53445FE8FDE5}"/>
                </a:ext>
              </a:extLst>
            </p:cNvPr>
            <p:cNvSpPr/>
            <p:nvPr/>
          </p:nvSpPr>
          <p:spPr>
            <a:xfrm>
              <a:off x="3228504" y="2180752"/>
              <a:ext cx="242320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</a:rPr>
                <a:t>是周期函数，但</a:t>
              </a:r>
              <a:endParaRPr lang="zh-CN" altLang="en-US" dirty="0"/>
            </a:p>
          </p:txBody>
        </p:sp>
      </p:grp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28FCB82-36FE-4461-9DD8-E19A0FD0D4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2337890"/>
              </p:ext>
            </p:extLst>
          </p:nvPr>
        </p:nvGraphicFramePr>
        <p:xfrm>
          <a:off x="5835573" y="2515112"/>
          <a:ext cx="1905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345" name="Equation" r:id="rId5" imgW="1904760" imgH="342720" progId="Equation.DSMT4">
                  <p:embed/>
                </p:oleObj>
              </mc:Choice>
              <mc:Fallback>
                <p:oleObj name="Equation" r:id="rId5" imgW="1904760" imgH="3427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B52346EE-1CB7-488E-9432-31355E0118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35573" y="2515112"/>
                        <a:ext cx="1905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2B5064C5-04F3-47FB-91BA-E33871606427}"/>
              </a:ext>
            </a:extLst>
          </p:cNvPr>
          <p:cNvSpPr/>
          <p:nvPr/>
        </p:nvSpPr>
        <p:spPr>
          <a:xfrm>
            <a:off x="635809" y="3250535"/>
            <a:ext cx="24240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</a:rPr>
              <a:t>不是周期函数</a:t>
            </a:r>
            <a:r>
              <a:rPr lang="en-US" altLang="zh-CN" sz="2400" b="1" dirty="0">
                <a:latin typeface="宋体" panose="02010600030101010101" pitchFamily="2" charset="-122"/>
              </a:rPr>
              <a:t>.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B12784-1EAB-4DB3-AB2F-DC85C126E1A6}"/>
              </a:ext>
            </a:extLst>
          </p:cNvPr>
          <p:cNvSpPr txBox="1"/>
          <p:nvPr/>
        </p:nvSpPr>
        <p:spPr>
          <a:xfrm>
            <a:off x="611560" y="573851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问题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364595D-A3F2-4B1B-99F2-D49E2FC7E847}"/>
              </a:ext>
            </a:extLst>
          </p:cNvPr>
          <p:cNvSpPr txBox="1"/>
          <p:nvPr/>
        </p:nvSpPr>
        <p:spPr>
          <a:xfrm>
            <a:off x="1331640" y="573851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若     为连续的周期函数，    是否一定为周期函数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?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66A371F-BEAE-41C0-816B-EC4E14D00E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881531"/>
              </p:ext>
            </p:extLst>
          </p:nvPr>
        </p:nvGraphicFramePr>
        <p:xfrm>
          <a:off x="1907704" y="679916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346" name="Equation" r:id="rId7" imgW="685800" imgH="355320" progId="Equation.DSMT4">
                  <p:embed/>
                </p:oleObj>
              </mc:Choice>
              <mc:Fallback>
                <p:oleObj name="Equation" r:id="rId7" imgW="6858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07704" y="679916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1977DF7-59B3-4D85-B182-9F0165708C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473144"/>
              </p:ext>
            </p:extLst>
          </p:nvPr>
        </p:nvGraphicFramePr>
        <p:xfrm>
          <a:off x="5292080" y="678451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347" name="Equation" r:id="rId9" imgW="622080" imgH="342720" progId="Equation.DSMT4">
                  <p:embed/>
                </p:oleObj>
              </mc:Choice>
              <mc:Fallback>
                <p:oleObj name="Equation" r:id="rId9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92080" y="678451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2F92E235-6C2C-47AC-8120-B341C619E37C}"/>
              </a:ext>
            </a:extLst>
          </p:cNvPr>
          <p:cNvSpPr/>
          <p:nvPr/>
        </p:nvSpPr>
        <p:spPr>
          <a:xfrm>
            <a:off x="611560" y="1378255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cs typeface="微软雅黑" panose="020B0503020204020204" charset="-122"/>
              </a:rPr>
              <a:t>解析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71CA19-E65D-472D-9444-A750A53F7ADE}"/>
              </a:ext>
            </a:extLst>
          </p:cNvPr>
          <p:cNvSpPr/>
          <p:nvPr/>
        </p:nvSpPr>
        <p:spPr>
          <a:xfrm>
            <a:off x="1488645" y="1402676"/>
            <a:ext cx="12682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微软雅黑" panose="020B0503020204020204" charset="-122"/>
              </a:rPr>
              <a:t>不一定</a:t>
            </a:r>
            <a:r>
              <a:rPr lang="en-US" altLang="zh-CN" sz="2400" b="1" dirty="0">
                <a:latin typeface="宋体" panose="02010600030101010101" pitchFamily="2" charset="-122"/>
                <a:cs typeface="微软雅黑" panose="020B0503020204020204" charset="-122"/>
              </a:rPr>
              <a:t>.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2EB19B-DE6D-499A-9AB8-D7965723D025}"/>
              </a:ext>
            </a:extLst>
          </p:cNvPr>
          <p:cNvSpPr/>
          <p:nvPr/>
        </p:nvSpPr>
        <p:spPr>
          <a:xfrm>
            <a:off x="635809" y="239422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406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DEA9F6FB-B06B-4E55-84D3-7D9C068C3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699542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作业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4BE167F-4466-4A4C-8BBA-DCCB715FF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524" y="1347614"/>
            <a:ext cx="52546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习题册第二章 第一节 和第二节；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2779B884-B03E-436C-AA6C-5BA58C58A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524" y="1777078"/>
            <a:ext cx="77029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课后习题：</a:t>
            </a:r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习题</a:t>
            </a:r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2-2.   </a:t>
            </a:r>
            <a:endParaRPr lang="zh-CN" altLang="en-US" sz="2000" b="1" dirty="0">
              <a:solidFill>
                <a:srgbClr val="00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4609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32324"/>
            <a:ext cx="3744416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B756A06D-6A23-4B15-AB06-BCDD6EB363EF}"/>
              </a:ext>
            </a:extLst>
          </p:cNvPr>
          <p:cNvSpPr txBox="1">
            <a:spLocks/>
          </p:cNvSpPr>
          <p:nvPr/>
        </p:nvSpPr>
        <p:spPr>
          <a:xfrm>
            <a:off x="4644008" y="2211710"/>
            <a:ext cx="3933258" cy="856399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solidFill>
                  <a:srgbClr val="002060"/>
                </a:solidFill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</p:spTree>
    <p:extLst>
      <p:ext uri="{BB962C8B-B14F-4D97-AF65-F5344CB8AC3E}">
        <p14:creationId xmlns:p14="http://schemas.microsoft.com/office/powerpoint/2010/main" val="46229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8782</TotalTime>
  <Words>1208</Words>
  <Application>Microsoft Office PowerPoint</Application>
  <PresentationFormat>全屏显示(16:9)</PresentationFormat>
  <Paragraphs>316</Paragraphs>
  <Slides>59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59</vt:i4>
      </vt:variant>
    </vt:vector>
  </HeadingPairs>
  <TitlesOfParts>
    <vt:vector size="73" baseType="lpstr">
      <vt:lpstr>等线</vt:lpstr>
      <vt:lpstr>等线 Light</vt:lpstr>
      <vt:lpstr>楷体</vt:lpstr>
      <vt:lpstr>楷体_GB2312</vt:lpstr>
      <vt:lpstr>隶书</vt:lpstr>
      <vt:lpstr>宋体</vt:lpstr>
      <vt:lpstr>微软雅黑</vt:lpstr>
      <vt:lpstr>Arial</vt:lpstr>
      <vt:lpstr>Calibri</vt:lpstr>
      <vt:lpstr>Symbol</vt:lpstr>
      <vt:lpstr>Times New Roman</vt:lpstr>
      <vt:lpstr>Office 主题</vt:lpstr>
      <vt:lpstr>Equation</vt:lpstr>
      <vt:lpstr>MathType 7.0 Equation</vt:lpstr>
      <vt:lpstr>PowerPoint 演示文稿</vt:lpstr>
      <vt:lpstr>PowerPoint 演示文稿</vt:lpstr>
      <vt:lpstr>一、 函数的和、差、积、商的求导法则</vt:lpstr>
      <vt:lpstr>PowerPoint 演示文稿</vt:lpstr>
      <vt:lpstr>PowerPoint 演示文稿</vt:lpstr>
      <vt:lpstr>PowerPoint 演示文稿</vt:lpstr>
      <vt:lpstr>PowerPoint 演示文稿</vt:lpstr>
      <vt:lpstr>二、反函数的求导法则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例9 求下列函数的导数: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函数的和、差、积、商的求导法则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802</cp:revision>
  <dcterms:created xsi:type="dcterms:W3CDTF">2018-09-27T06:48:14Z</dcterms:created>
  <dcterms:modified xsi:type="dcterms:W3CDTF">2023-10-12T14:41:12Z</dcterms:modified>
</cp:coreProperties>
</file>