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346" r:id="rId2"/>
    <p:sldId id="347" r:id="rId3"/>
    <p:sldId id="292" r:id="rId4"/>
    <p:sldId id="315" r:id="rId5"/>
    <p:sldId id="340" r:id="rId6"/>
    <p:sldId id="294" r:id="rId7"/>
    <p:sldId id="316" r:id="rId8"/>
    <p:sldId id="317" r:id="rId9"/>
    <p:sldId id="344" r:id="rId10"/>
    <p:sldId id="319" r:id="rId11"/>
    <p:sldId id="322" r:id="rId12"/>
    <p:sldId id="373" r:id="rId13"/>
    <p:sldId id="324" r:id="rId14"/>
    <p:sldId id="326" r:id="rId15"/>
    <p:sldId id="328" r:id="rId16"/>
    <p:sldId id="358" r:id="rId17"/>
    <p:sldId id="359" r:id="rId18"/>
    <p:sldId id="360" r:id="rId19"/>
    <p:sldId id="329" r:id="rId20"/>
    <p:sldId id="330" r:id="rId21"/>
    <p:sldId id="357" r:id="rId22"/>
    <p:sldId id="331" r:id="rId23"/>
    <p:sldId id="332" r:id="rId24"/>
    <p:sldId id="333" r:id="rId25"/>
    <p:sldId id="353" r:id="rId26"/>
    <p:sldId id="349" r:id="rId27"/>
    <p:sldId id="334" r:id="rId28"/>
    <p:sldId id="335" r:id="rId29"/>
    <p:sldId id="327" r:id="rId30"/>
    <p:sldId id="336" r:id="rId31"/>
    <p:sldId id="352" r:id="rId32"/>
    <p:sldId id="362" r:id="rId33"/>
    <p:sldId id="363" r:id="rId34"/>
    <p:sldId id="364" r:id="rId35"/>
    <p:sldId id="365" r:id="rId36"/>
    <p:sldId id="366" r:id="rId37"/>
    <p:sldId id="374" r:id="rId38"/>
    <p:sldId id="375" r:id="rId39"/>
    <p:sldId id="376" r:id="rId40"/>
    <p:sldId id="377" r:id="rId41"/>
    <p:sldId id="367" r:id="rId42"/>
    <p:sldId id="368" r:id="rId43"/>
    <p:sldId id="369" r:id="rId44"/>
    <p:sldId id="370" r:id="rId45"/>
    <p:sldId id="371" r:id="rId46"/>
    <p:sldId id="372" r:id="rId47"/>
    <p:sldId id="378" r:id="rId48"/>
    <p:sldId id="356" r:id="rId49"/>
    <p:sldId id="379" r:id="rId50"/>
    <p:sldId id="380" r:id="rId51"/>
    <p:sldId id="381" r:id="rId52"/>
    <p:sldId id="382" r:id="rId53"/>
    <p:sldId id="383" r:id="rId54"/>
    <p:sldId id="361" r:id="rId55"/>
    <p:sldId id="299" r:id="rId5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" userDrawn="1">
          <p15:clr>
            <a:srgbClr val="A4A3A4"/>
          </p15:clr>
        </p15:guide>
        <p15:guide id="2" pos="793" userDrawn="1">
          <p15:clr>
            <a:srgbClr val="A4A3A4"/>
          </p15:clr>
        </p15:guide>
        <p15:guide id="3" orient="horz" pos="25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00FFFF"/>
    <a:srgbClr val="4234FE"/>
    <a:srgbClr val="2F42FB"/>
    <a:srgbClr val="FFFFCC"/>
    <a:srgbClr val="FF00FF"/>
    <a:srgbClr val="30D63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712" autoAdjust="0"/>
  </p:normalViewPr>
  <p:slideViewPr>
    <p:cSldViewPr>
      <p:cViewPr varScale="1">
        <p:scale>
          <a:sx n="138" d="100"/>
          <a:sy n="138" d="100"/>
        </p:scale>
        <p:origin x="786" y="108"/>
      </p:cViewPr>
      <p:guideLst>
        <p:guide orient="horz" pos="1348"/>
        <p:guide pos="793"/>
        <p:guide orient="horz" pos="252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6.wmf"/><Relationship Id="rId18" Type="http://schemas.openxmlformats.org/officeDocument/2006/relationships/image" Target="../media/image21.wmf"/><Relationship Id="rId3" Type="http://schemas.openxmlformats.org/officeDocument/2006/relationships/image" Target="../media/image6.wmf"/><Relationship Id="rId21" Type="http://schemas.openxmlformats.org/officeDocument/2006/relationships/image" Target="../media/image24.wmf"/><Relationship Id="rId7" Type="http://schemas.openxmlformats.org/officeDocument/2006/relationships/image" Target="../media/image10.wmf"/><Relationship Id="rId12" Type="http://schemas.openxmlformats.org/officeDocument/2006/relationships/image" Target="../media/image15.wmf"/><Relationship Id="rId17" Type="http://schemas.openxmlformats.org/officeDocument/2006/relationships/image" Target="../media/image20.wmf"/><Relationship Id="rId2" Type="http://schemas.openxmlformats.org/officeDocument/2006/relationships/image" Target="../media/image5.wmf"/><Relationship Id="rId16" Type="http://schemas.openxmlformats.org/officeDocument/2006/relationships/image" Target="../media/image19.wmf"/><Relationship Id="rId20" Type="http://schemas.openxmlformats.org/officeDocument/2006/relationships/image" Target="../media/image23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11" Type="http://schemas.openxmlformats.org/officeDocument/2006/relationships/image" Target="../media/image14.wmf"/><Relationship Id="rId5" Type="http://schemas.openxmlformats.org/officeDocument/2006/relationships/image" Target="../media/image8.wmf"/><Relationship Id="rId15" Type="http://schemas.openxmlformats.org/officeDocument/2006/relationships/image" Target="../media/image18.wmf"/><Relationship Id="rId23" Type="http://schemas.openxmlformats.org/officeDocument/2006/relationships/image" Target="../media/image26.wmf"/><Relationship Id="rId10" Type="http://schemas.openxmlformats.org/officeDocument/2006/relationships/image" Target="../media/image13.wmf"/><Relationship Id="rId19" Type="http://schemas.openxmlformats.org/officeDocument/2006/relationships/image" Target="../media/image22.wmf"/><Relationship Id="rId4" Type="http://schemas.openxmlformats.org/officeDocument/2006/relationships/image" Target="../media/image7.wmf"/><Relationship Id="rId9" Type="http://schemas.openxmlformats.org/officeDocument/2006/relationships/image" Target="../media/image12.wmf"/><Relationship Id="rId14" Type="http://schemas.openxmlformats.org/officeDocument/2006/relationships/image" Target="../media/image17.wmf"/><Relationship Id="rId22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image" Target="../media/image39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12" Type="http://schemas.openxmlformats.org/officeDocument/2006/relationships/image" Target="../media/image38.wmf"/><Relationship Id="rId17" Type="http://schemas.openxmlformats.org/officeDocument/2006/relationships/image" Target="../media/image43.wmf"/><Relationship Id="rId2" Type="http://schemas.openxmlformats.org/officeDocument/2006/relationships/image" Target="../media/image28.wmf"/><Relationship Id="rId16" Type="http://schemas.openxmlformats.org/officeDocument/2006/relationships/image" Target="../media/image42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11" Type="http://schemas.openxmlformats.org/officeDocument/2006/relationships/image" Target="../media/image37.wmf"/><Relationship Id="rId5" Type="http://schemas.openxmlformats.org/officeDocument/2006/relationships/image" Target="../media/image31.wmf"/><Relationship Id="rId15" Type="http://schemas.openxmlformats.org/officeDocument/2006/relationships/image" Target="../media/image4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Relationship Id="rId14" Type="http://schemas.openxmlformats.org/officeDocument/2006/relationships/image" Target="../media/image4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image" Target="../media/image54.wmf"/><Relationship Id="rId7" Type="http://schemas.openxmlformats.org/officeDocument/2006/relationships/image" Target="../media/image58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9" Type="http://schemas.openxmlformats.org/officeDocument/2006/relationships/image" Target="../media/image6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54.wmf"/><Relationship Id="rId7" Type="http://schemas.openxmlformats.org/officeDocument/2006/relationships/image" Target="../media/image63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10" Type="http://schemas.openxmlformats.org/officeDocument/2006/relationships/image" Target="../media/image66.wmf"/><Relationship Id="rId4" Type="http://schemas.openxmlformats.org/officeDocument/2006/relationships/image" Target="../media/image55.wmf"/><Relationship Id="rId9" Type="http://schemas.openxmlformats.org/officeDocument/2006/relationships/image" Target="../media/image6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11" Type="http://schemas.openxmlformats.org/officeDocument/2006/relationships/image" Target="../media/image77.wmf"/><Relationship Id="rId5" Type="http://schemas.openxmlformats.org/officeDocument/2006/relationships/image" Target="../media/image71.wmf"/><Relationship Id="rId10" Type="http://schemas.openxmlformats.org/officeDocument/2006/relationships/image" Target="../media/image76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image" Target="../media/image88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12" Type="http://schemas.openxmlformats.org/officeDocument/2006/relationships/image" Target="../media/image87.wmf"/><Relationship Id="rId2" Type="http://schemas.openxmlformats.org/officeDocument/2006/relationships/image" Target="../media/image29.wmf"/><Relationship Id="rId1" Type="http://schemas.openxmlformats.org/officeDocument/2006/relationships/image" Target="../media/image78.wmf"/><Relationship Id="rId6" Type="http://schemas.openxmlformats.org/officeDocument/2006/relationships/image" Target="../media/image82.wmf"/><Relationship Id="rId11" Type="http://schemas.openxmlformats.org/officeDocument/2006/relationships/image" Target="../media/image86.wmf"/><Relationship Id="rId5" Type="http://schemas.openxmlformats.org/officeDocument/2006/relationships/image" Target="../media/image81.wmf"/><Relationship Id="rId10" Type="http://schemas.openxmlformats.org/officeDocument/2006/relationships/image" Target="../media/image85.wmf"/><Relationship Id="rId4" Type="http://schemas.openxmlformats.org/officeDocument/2006/relationships/image" Target="../media/image80.wmf"/><Relationship Id="rId9" Type="http://schemas.openxmlformats.org/officeDocument/2006/relationships/image" Target="../media/image8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00.wmf"/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12" Type="http://schemas.openxmlformats.org/officeDocument/2006/relationships/image" Target="../media/image99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11" Type="http://schemas.openxmlformats.org/officeDocument/2006/relationships/image" Target="../media/image98.wmf"/><Relationship Id="rId5" Type="http://schemas.openxmlformats.org/officeDocument/2006/relationships/image" Target="../media/image93.wmf"/><Relationship Id="rId10" Type="http://schemas.openxmlformats.org/officeDocument/2006/relationships/image" Target="../media/image53.wmf"/><Relationship Id="rId4" Type="http://schemas.openxmlformats.org/officeDocument/2006/relationships/image" Target="../media/image92.wmf"/><Relationship Id="rId9" Type="http://schemas.openxmlformats.org/officeDocument/2006/relationships/image" Target="../media/image97.wmf"/><Relationship Id="rId14" Type="http://schemas.openxmlformats.org/officeDocument/2006/relationships/image" Target="../media/image10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7" Type="http://schemas.openxmlformats.org/officeDocument/2006/relationships/image" Target="../media/image122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Relationship Id="rId9" Type="http://schemas.openxmlformats.org/officeDocument/2006/relationships/image" Target="../media/image13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7" Type="http://schemas.openxmlformats.org/officeDocument/2006/relationships/image" Target="../media/image144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3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3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3" Type="http://schemas.openxmlformats.org/officeDocument/2006/relationships/image" Target="../media/image152.wmf"/><Relationship Id="rId7" Type="http://schemas.openxmlformats.org/officeDocument/2006/relationships/image" Target="../media/image156.wmf"/><Relationship Id="rId12" Type="http://schemas.openxmlformats.org/officeDocument/2006/relationships/image" Target="../media/image161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6" Type="http://schemas.openxmlformats.org/officeDocument/2006/relationships/image" Target="../media/image155.wmf"/><Relationship Id="rId11" Type="http://schemas.openxmlformats.org/officeDocument/2006/relationships/image" Target="../media/image160.wmf"/><Relationship Id="rId5" Type="http://schemas.openxmlformats.org/officeDocument/2006/relationships/image" Target="../media/image154.wmf"/><Relationship Id="rId10" Type="http://schemas.openxmlformats.org/officeDocument/2006/relationships/image" Target="../media/image159.wmf"/><Relationship Id="rId4" Type="http://schemas.openxmlformats.org/officeDocument/2006/relationships/image" Target="../media/image153.wmf"/><Relationship Id="rId9" Type="http://schemas.openxmlformats.org/officeDocument/2006/relationships/image" Target="../media/image15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11" Type="http://schemas.openxmlformats.org/officeDocument/2006/relationships/image" Target="../media/image172.wmf"/><Relationship Id="rId5" Type="http://schemas.openxmlformats.org/officeDocument/2006/relationships/image" Target="../media/image166.wmf"/><Relationship Id="rId10" Type="http://schemas.openxmlformats.org/officeDocument/2006/relationships/image" Target="../media/image171.wmf"/><Relationship Id="rId4" Type="http://schemas.openxmlformats.org/officeDocument/2006/relationships/image" Target="../media/image165.wmf"/><Relationship Id="rId9" Type="http://schemas.openxmlformats.org/officeDocument/2006/relationships/image" Target="../media/image170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73.wmf"/><Relationship Id="rId6" Type="http://schemas.openxmlformats.org/officeDocument/2006/relationships/image" Target="../media/image176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wmf"/><Relationship Id="rId7" Type="http://schemas.openxmlformats.org/officeDocument/2006/relationships/image" Target="../media/image183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Relationship Id="rId6" Type="http://schemas.openxmlformats.org/officeDocument/2006/relationships/image" Target="../media/image182.wmf"/><Relationship Id="rId5" Type="http://schemas.openxmlformats.org/officeDocument/2006/relationships/image" Target="../media/image181.wmf"/><Relationship Id="rId4" Type="http://schemas.openxmlformats.org/officeDocument/2006/relationships/image" Target="../media/image18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3" Type="http://schemas.openxmlformats.org/officeDocument/2006/relationships/image" Target="../media/image186.wmf"/><Relationship Id="rId7" Type="http://schemas.openxmlformats.org/officeDocument/2006/relationships/image" Target="../media/image190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6" Type="http://schemas.openxmlformats.org/officeDocument/2006/relationships/image" Target="../media/image189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Relationship Id="rId9" Type="http://schemas.openxmlformats.org/officeDocument/2006/relationships/image" Target="../media/image19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image" Target="../media/image195.wmf"/><Relationship Id="rId7" Type="http://schemas.openxmlformats.org/officeDocument/2006/relationships/image" Target="../media/image199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image" Target="../media/image213.wmf"/><Relationship Id="rId18" Type="http://schemas.openxmlformats.org/officeDocument/2006/relationships/image" Target="../media/image75.wmf"/><Relationship Id="rId3" Type="http://schemas.openxmlformats.org/officeDocument/2006/relationships/image" Target="../media/image203.wmf"/><Relationship Id="rId21" Type="http://schemas.openxmlformats.org/officeDocument/2006/relationships/image" Target="../media/image219.wmf"/><Relationship Id="rId7" Type="http://schemas.openxmlformats.org/officeDocument/2006/relationships/image" Target="../media/image207.wmf"/><Relationship Id="rId12" Type="http://schemas.openxmlformats.org/officeDocument/2006/relationships/image" Target="../media/image212.wmf"/><Relationship Id="rId17" Type="http://schemas.openxmlformats.org/officeDocument/2006/relationships/image" Target="../media/image217.emf"/><Relationship Id="rId25" Type="http://schemas.openxmlformats.org/officeDocument/2006/relationships/image" Target="../media/image223.wmf"/><Relationship Id="rId2" Type="http://schemas.openxmlformats.org/officeDocument/2006/relationships/image" Target="../media/image202.wmf"/><Relationship Id="rId16" Type="http://schemas.openxmlformats.org/officeDocument/2006/relationships/image" Target="../media/image216.wmf"/><Relationship Id="rId20" Type="http://schemas.openxmlformats.org/officeDocument/2006/relationships/image" Target="../media/image218.wmf"/><Relationship Id="rId1" Type="http://schemas.openxmlformats.org/officeDocument/2006/relationships/image" Target="../media/image201.wmf"/><Relationship Id="rId6" Type="http://schemas.openxmlformats.org/officeDocument/2006/relationships/image" Target="../media/image206.wmf"/><Relationship Id="rId11" Type="http://schemas.openxmlformats.org/officeDocument/2006/relationships/image" Target="../media/image211.wmf"/><Relationship Id="rId24" Type="http://schemas.openxmlformats.org/officeDocument/2006/relationships/image" Target="../media/image222.wmf"/><Relationship Id="rId5" Type="http://schemas.openxmlformats.org/officeDocument/2006/relationships/image" Target="../media/image205.wmf"/><Relationship Id="rId15" Type="http://schemas.openxmlformats.org/officeDocument/2006/relationships/image" Target="../media/image215.wmf"/><Relationship Id="rId23" Type="http://schemas.openxmlformats.org/officeDocument/2006/relationships/image" Target="../media/image221.wmf"/><Relationship Id="rId10" Type="http://schemas.openxmlformats.org/officeDocument/2006/relationships/image" Target="../media/image210.wmf"/><Relationship Id="rId19" Type="http://schemas.openxmlformats.org/officeDocument/2006/relationships/image" Target="../media/image76.wmf"/><Relationship Id="rId4" Type="http://schemas.openxmlformats.org/officeDocument/2006/relationships/image" Target="../media/image204.wmf"/><Relationship Id="rId9" Type="http://schemas.openxmlformats.org/officeDocument/2006/relationships/image" Target="../media/image209.wmf"/><Relationship Id="rId14" Type="http://schemas.openxmlformats.org/officeDocument/2006/relationships/image" Target="../media/image214.wmf"/><Relationship Id="rId22" Type="http://schemas.openxmlformats.org/officeDocument/2006/relationships/image" Target="../media/image220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wmf"/><Relationship Id="rId2" Type="http://schemas.openxmlformats.org/officeDocument/2006/relationships/image" Target="../media/image225.wmf"/><Relationship Id="rId1" Type="http://schemas.openxmlformats.org/officeDocument/2006/relationships/image" Target="../media/image224.wmf"/><Relationship Id="rId6" Type="http://schemas.openxmlformats.org/officeDocument/2006/relationships/image" Target="../media/image229.wmf"/><Relationship Id="rId5" Type="http://schemas.openxmlformats.org/officeDocument/2006/relationships/image" Target="../media/image228.wmf"/><Relationship Id="rId4" Type="http://schemas.openxmlformats.org/officeDocument/2006/relationships/image" Target="../media/image22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wmf"/><Relationship Id="rId13" Type="http://schemas.openxmlformats.org/officeDocument/2006/relationships/image" Target="../media/image242.wmf"/><Relationship Id="rId3" Type="http://schemas.openxmlformats.org/officeDocument/2006/relationships/image" Target="../media/image232.wmf"/><Relationship Id="rId7" Type="http://schemas.openxmlformats.org/officeDocument/2006/relationships/image" Target="../media/image236.wmf"/><Relationship Id="rId12" Type="http://schemas.openxmlformats.org/officeDocument/2006/relationships/image" Target="../media/image241.wmf"/><Relationship Id="rId2" Type="http://schemas.openxmlformats.org/officeDocument/2006/relationships/image" Target="../media/image231.wmf"/><Relationship Id="rId1" Type="http://schemas.openxmlformats.org/officeDocument/2006/relationships/image" Target="../media/image230.wmf"/><Relationship Id="rId6" Type="http://schemas.openxmlformats.org/officeDocument/2006/relationships/image" Target="../media/image235.wmf"/><Relationship Id="rId11" Type="http://schemas.openxmlformats.org/officeDocument/2006/relationships/image" Target="../media/image240.wmf"/><Relationship Id="rId5" Type="http://schemas.openxmlformats.org/officeDocument/2006/relationships/image" Target="../media/image234.wmf"/><Relationship Id="rId10" Type="http://schemas.openxmlformats.org/officeDocument/2006/relationships/image" Target="../media/image239.wmf"/><Relationship Id="rId4" Type="http://schemas.openxmlformats.org/officeDocument/2006/relationships/image" Target="../media/image233.wmf"/><Relationship Id="rId9" Type="http://schemas.openxmlformats.org/officeDocument/2006/relationships/image" Target="../media/image238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3" Type="http://schemas.openxmlformats.org/officeDocument/2006/relationships/image" Target="../media/image245.wmf"/><Relationship Id="rId7" Type="http://schemas.openxmlformats.org/officeDocument/2006/relationships/image" Target="../media/image249.wmf"/><Relationship Id="rId2" Type="http://schemas.openxmlformats.org/officeDocument/2006/relationships/image" Target="../media/image244.wmf"/><Relationship Id="rId1" Type="http://schemas.openxmlformats.org/officeDocument/2006/relationships/image" Target="../media/image243.wmf"/><Relationship Id="rId6" Type="http://schemas.openxmlformats.org/officeDocument/2006/relationships/image" Target="../media/image248.wmf"/><Relationship Id="rId11" Type="http://schemas.openxmlformats.org/officeDocument/2006/relationships/image" Target="../media/image253.wmf"/><Relationship Id="rId5" Type="http://schemas.openxmlformats.org/officeDocument/2006/relationships/image" Target="../media/image247.wmf"/><Relationship Id="rId10" Type="http://schemas.openxmlformats.org/officeDocument/2006/relationships/image" Target="../media/image252.wmf"/><Relationship Id="rId4" Type="http://schemas.openxmlformats.org/officeDocument/2006/relationships/image" Target="../media/image246.wmf"/><Relationship Id="rId9" Type="http://schemas.openxmlformats.org/officeDocument/2006/relationships/image" Target="../media/image25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wmf"/><Relationship Id="rId7" Type="http://schemas.openxmlformats.org/officeDocument/2006/relationships/image" Target="../media/image260.wmf"/><Relationship Id="rId2" Type="http://schemas.openxmlformats.org/officeDocument/2006/relationships/image" Target="../media/image255.wmf"/><Relationship Id="rId1" Type="http://schemas.openxmlformats.org/officeDocument/2006/relationships/image" Target="../media/image254.wmf"/><Relationship Id="rId6" Type="http://schemas.openxmlformats.org/officeDocument/2006/relationships/image" Target="../media/image259.wmf"/><Relationship Id="rId5" Type="http://schemas.openxmlformats.org/officeDocument/2006/relationships/image" Target="../media/image258.wmf"/><Relationship Id="rId4" Type="http://schemas.openxmlformats.org/officeDocument/2006/relationships/image" Target="../media/image257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3" Type="http://schemas.openxmlformats.org/officeDocument/2006/relationships/image" Target="../media/image263.wmf"/><Relationship Id="rId7" Type="http://schemas.openxmlformats.org/officeDocument/2006/relationships/image" Target="../media/image267.wmf"/><Relationship Id="rId12" Type="http://schemas.openxmlformats.org/officeDocument/2006/relationships/image" Target="../media/image272.wmf"/><Relationship Id="rId2" Type="http://schemas.openxmlformats.org/officeDocument/2006/relationships/image" Target="../media/image262.wmf"/><Relationship Id="rId1" Type="http://schemas.openxmlformats.org/officeDocument/2006/relationships/image" Target="../media/image261.wmf"/><Relationship Id="rId6" Type="http://schemas.openxmlformats.org/officeDocument/2006/relationships/image" Target="../media/image266.wmf"/><Relationship Id="rId11" Type="http://schemas.openxmlformats.org/officeDocument/2006/relationships/image" Target="../media/image271.wmf"/><Relationship Id="rId5" Type="http://schemas.openxmlformats.org/officeDocument/2006/relationships/image" Target="../media/image265.wmf"/><Relationship Id="rId10" Type="http://schemas.openxmlformats.org/officeDocument/2006/relationships/image" Target="../media/image270.wmf"/><Relationship Id="rId4" Type="http://schemas.openxmlformats.org/officeDocument/2006/relationships/image" Target="../media/image264.wmf"/><Relationship Id="rId9" Type="http://schemas.openxmlformats.org/officeDocument/2006/relationships/image" Target="../media/image26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3" Type="http://schemas.openxmlformats.org/officeDocument/2006/relationships/image" Target="../media/image275.wmf"/><Relationship Id="rId7" Type="http://schemas.openxmlformats.org/officeDocument/2006/relationships/image" Target="../media/image278.wmf"/><Relationship Id="rId2" Type="http://schemas.openxmlformats.org/officeDocument/2006/relationships/image" Target="../media/image274.wmf"/><Relationship Id="rId1" Type="http://schemas.openxmlformats.org/officeDocument/2006/relationships/image" Target="../media/image273.wmf"/><Relationship Id="rId6" Type="http://schemas.openxmlformats.org/officeDocument/2006/relationships/image" Target="../media/image277.wmf"/><Relationship Id="rId5" Type="http://schemas.openxmlformats.org/officeDocument/2006/relationships/image" Target="../media/image236.wmf"/><Relationship Id="rId10" Type="http://schemas.openxmlformats.org/officeDocument/2006/relationships/image" Target="../media/image281.wmf"/><Relationship Id="rId4" Type="http://schemas.openxmlformats.org/officeDocument/2006/relationships/image" Target="../media/image276.wmf"/><Relationship Id="rId9" Type="http://schemas.openxmlformats.org/officeDocument/2006/relationships/image" Target="../media/image280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wmf"/><Relationship Id="rId13" Type="http://schemas.openxmlformats.org/officeDocument/2006/relationships/image" Target="../media/image294.wmf"/><Relationship Id="rId18" Type="http://schemas.openxmlformats.org/officeDocument/2006/relationships/image" Target="../media/image299.wmf"/><Relationship Id="rId3" Type="http://schemas.openxmlformats.org/officeDocument/2006/relationships/image" Target="../media/image284.wmf"/><Relationship Id="rId7" Type="http://schemas.openxmlformats.org/officeDocument/2006/relationships/image" Target="../media/image288.wmf"/><Relationship Id="rId12" Type="http://schemas.openxmlformats.org/officeDocument/2006/relationships/image" Target="../media/image293.wmf"/><Relationship Id="rId17" Type="http://schemas.openxmlformats.org/officeDocument/2006/relationships/image" Target="../media/image298.wmf"/><Relationship Id="rId2" Type="http://schemas.openxmlformats.org/officeDocument/2006/relationships/image" Target="../media/image283.wmf"/><Relationship Id="rId16" Type="http://schemas.openxmlformats.org/officeDocument/2006/relationships/image" Target="../media/image297.wmf"/><Relationship Id="rId1" Type="http://schemas.openxmlformats.org/officeDocument/2006/relationships/image" Target="../media/image282.wmf"/><Relationship Id="rId6" Type="http://schemas.openxmlformats.org/officeDocument/2006/relationships/image" Target="../media/image287.wmf"/><Relationship Id="rId11" Type="http://schemas.openxmlformats.org/officeDocument/2006/relationships/image" Target="../media/image292.wmf"/><Relationship Id="rId5" Type="http://schemas.openxmlformats.org/officeDocument/2006/relationships/image" Target="../media/image286.wmf"/><Relationship Id="rId15" Type="http://schemas.openxmlformats.org/officeDocument/2006/relationships/image" Target="../media/image296.wmf"/><Relationship Id="rId10" Type="http://schemas.openxmlformats.org/officeDocument/2006/relationships/image" Target="../media/image291.wmf"/><Relationship Id="rId19" Type="http://schemas.openxmlformats.org/officeDocument/2006/relationships/image" Target="../media/image300.wmf"/><Relationship Id="rId4" Type="http://schemas.openxmlformats.org/officeDocument/2006/relationships/image" Target="../media/image285.wmf"/><Relationship Id="rId9" Type="http://schemas.openxmlformats.org/officeDocument/2006/relationships/image" Target="../media/image290.wmf"/><Relationship Id="rId14" Type="http://schemas.openxmlformats.org/officeDocument/2006/relationships/image" Target="../media/image295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wmf"/><Relationship Id="rId13" Type="http://schemas.openxmlformats.org/officeDocument/2006/relationships/image" Target="../media/image313.wmf"/><Relationship Id="rId3" Type="http://schemas.openxmlformats.org/officeDocument/2006/relationships/image" Target="../media/image303.wmf"/><Relationship Id="rId7" Type="http://schemas.openxmlformats.org/officeDocument/2006/relationships/image" Target="../media/image307.wmf"/><Relationship Id="rId12" Type="http://schemas.openxmlformats.org/officeDocument/2006/relationships/image" Target="../media/image312.wmf"/><Relationship Id="rId2" Type="http://schemas.openxmlformats.org/officeDocument/2006/relationships/image" Target="../media/image302.wmf"/><Relationship Id="rId1" Type="http://schemas.openxmlformats.org/officeDocument/2006/relationships/image" Target="../media/image301.wmf"/><Relationship Id="rId6" Type="http://schemas.openxmlformats.org/officeDocument/2006/relationships/image" Target="../media/image306.wmf"/><Relationship Id="rId11" Type="http://schemas.openxmlformats.org/officeDocument/2006/relationships/image" Target="../media/image311.wmf"/><Relationship Id="rId5" Type="http://schemas.openxmlformats.org/officeDocument/2006/relationships/image" Target="../media/image305.wmf"/><Relationship Id="rId15" Type="http://schemas.openxmlformats.org/officeDocument/2006/relationships/image" Target="../media/image315.wmf"/><Relationship Id="rId10" Type="http://schemas.openxmlformats.org/officeDocument/2006/relationships/image" Target="../media/image310.wmf"/><Relationship Id="rId4" Type="http://schemas.openxmlformats.org/officeDocument/2006/relationships/image" Target="../media/image304.wmf"/><Relationship Id="rId9" Type="http://schemas.openxmlformats.org/officeDocument/2006/relationships/image" Target="../media/image309.wmf"/><Relationship Id="rId14" Type="http://schemas.openxmlformats.org/officeDocument/2006/relationships/image" Target="../media/image314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wmf"/><Relationship Id="rId13" Type="http://schemas.openxmlformats.org/officeDocument/2006/relationships/image" Target="../media/image322.wmf"/><Relationship Id="rId3" Type="http://schemas.openxmlformats.org/officeDocument/2006/relationships/image" Target="../media/image305.wmf"/><Relationship Id="rId7" Type="http://schemas.openxmlformats.org/officeDocument/2006/relationships/image" Target="../media/image316.wmf"/><Relationship Id="rId12" Type="http://schemas.openxmlformats.org/officeDocument/2006/relationships/image" Target="../media/image321.wmf"/><Relationship Id="rId2" Type="http://schemas.openxmlformats.org/officeDocument/2006/relationships/image" Target="../media/image304.wmf"/><Relationship Id="rId1" Type="http://schemas.openxmlformats.org/officeDocument/2006/relationships/image" Target="../media/image303.wmf"/><Relationship Id="rId6" Type="http://schemas.openxmlformats.org/officeDocument/2006/relationships/image" Target="../media/image308.wmf"/><Relationship Id="rId11" Type="http://schemas.openxmlformats.org/officeDocument/2006/relationships/image" Target="../media/image320.wmf"/><Relationship Id="rId5" Type="http://schemas.openxmlformats.org/officeDocument/2006/relationships/image" Target="../media/image307.wmf"/><Relationship Id="rId15" Type="http://schemas.openxmlformats.org/officeDocument/2006/relationships/image" Target="../media/image324.wmf"/><Relationship Id="rId10" Type="http://schemas.openxmlformats.org/officeDocument/2006/relationships/image" Target="../media/image319.wmf"/><Relationship Id="rId4" Type="http://schemas.openxmlformats.org/officeDocument/2006/relationships/image" Target="../media/image306.wmf"/><Relationship Id="rId9" Type="http://schemas.openxmlformats.org/officeDocument/2006/relationships/image" Target="../media/image318.wmf"/><Relationship Id="rId14" Type="http://schemas.openxmlformats.org/officeDocument/2006/relationships/image" Target="../media/image323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wmf"/><Relationship Id="rId13" Type="http://schemas.openxmlformats.org/officeDocument/2006/relationships/image" Target="../media/image326.wmf"/><Relationship Id="rId3" Type="http://schemas.openxmlformats.org/officeDocument/2006/relationships/image" Target="../media/image305.wmf"/><Relationship Id="rId7" Type="http://schemas.openxmlformats.org/officeDocument/2006/relationships/image" Target="../media/image325.wmf"/><Relationship Id="rId12" Type="http://schemas.openxmlformats.org/officeDocument/2006/relationships/image" Target="../media/image321.wmf"/><Relationship Id="rId2" Type="http://schemas.openxmlformats.org/officeDocument/2006/relationships/image" Target="../media/image304.wmf"/><Relationship Id="rId1" Type="http://schemas.openxmlformats.org/officeDocument/2006/relationships/image" Target="../media/image303.wmf"/><Relationship Id="rId6" Type="http://schemas.openxmlformats.org/officeDocument/2006/relationships/image" Target="../media/image308.wmf"/><Relationship Id="rId11" Type="http://schemas.openxmlformats.org/officeDocument/2006/relationships/image" Target="../media/image320.wmf"/><Relationship Id="rId5" Type="http://schemas.openxmlformats.org/officeDocument/2006/relationships/image" Target="../media/image307.wmf"/><Relationship Id="rId15" Type="http://schemas.openxmlformats.org/officeDocument/2006/relationships/image" Target="../media/image328.wmf"/><Relationship Id="rId10" Type="http://schemas.openxmlformats.org/officeDocument/2006/relationships/image" Target="../media/image319.wmf"/><Relationship Id="rId4" Type="http://schemas.openxmlformats.org/officeDocument/2006/relationships/image" Target="../media/image306.wmf"/><Relationship Id="rId9" Type="http://schemas.openxmlformats.org/officeDocument/2006/relationships/image" Target="../media/image318.wmf"/><Relationship Id="rId14" Type="http://schemas.openxmlformats.org/officeDocument/2006/relationships/image" Target="../media/image327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wmf"/><Relationship Id="rId13" Type="http://schemas.openxmlformats.org/officeDocument/2006/relationships/image" Target="../media/image330.wmf"/><Relationship Id="rId3" Type="http://schemas.openxmlformats.org/officeDocument/2006/relationships/image" Target="../media/image305.wmf"/><Relationship Id="rId7" Type="http://schemas.openxmlformats.org/officeDocument/2006/relationships/image" Target="../media/image329.wmf"/><Relationship Id="rId12" Type="http://schemas.openxmlformats.org/officeDocument/2006/relationships/image" Target="../media/image321.wmf"/><Relationship Id="rId2" Type="http://schemas.openxmlformats.org/officeDocument/2006/relationships/image" Target="../media/image304.wmf"/><Relationship Id="rId1" Type="http://schemas.openxmlformats.org/officeDocument/2006/relationships/image" Target="../media/image303.wmf"/><Relationship Id="rId6" Type="http://schemas.openxmlformats.org/officeDocument/2006/relationships/image" Target="../media/image308.wmf"/><Relationship Id="rId11" Type="http://schemas.openxmlformats.org/officeDocument/2006/relationships/image" Target="../media/image320.wmf"/><Relationship Id="rId5" Type="http://schemas.openxmlformats.org/officeDocument/2006/relationships/image" Target="../media/image307.wmf"/><Relationship Id="rId15" Type="http://schemas.openxmlformats.org/officeDocument/2006/relationships/image" Target="../media/image331.wmf"/><Relationship Id="rId10" Type="http://schemas.openxmlformats.org/officeDocument/2006/relationships/image" Target="../media/image319.wmf"/><Relationship Id="rId4" Type="http://schemas.openxmlformats.org/officeDocument/2006/relationships/image" Target="../media/image306.wmf"/><Relationship Id="rId9" Type="http://schemas.openxmlformats.org/officeDocument/2006/relationships/image" Target="../media/image318.wmf"/><Relationship Id="rId14" Type="http://schemas.openxmlformats.org/officeDocument/2006/relationships/image" Target="../media/image327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13" Type="http://schemas.openxmlformats.org/officeDocument/2006/relationships/image" Target="../media/image344.wmf"/><Relationship Id="rId3" Type="http://schemas.openxmlformats.org/officeDocument/2006/relationships/image" Target="../media/image334.wmf"/><Relationship Id="rId7" Type="http://schemas.openxmlformats.org/officeDocument/2006/relationships/image" Target="../media/image338.wmf"/><Relationship Id="rId12" Type="http://schemas.openxmlformats.org/officeDocument/2006/relationships/image" Target="../media/image343.wmf"/><Relationship Id="rId2" Type="http://schemas.openxmlformats.org/officeDocument/2006/relationships/image" Target="../media/image333.wmf"/><Relationship Id="rId1" Type="http://schemas.openxmlformats.org/officeDocument/2006/relationships/image" Target="../media/image332.wmf"/><Relationship Id="rId6" Type="http://schemas.openxmlformats.org/officeDocument/2006/relationships/image" Target="../media/image337.wmf"/><Relationship Id="rId11" Type="http://schemas.openxmlformats.org/officeDocument/2006/relationships/image" Target="../media/image342.wmf"/><Relationship Id="rId5" Type="http://schemas.openxmlformats.org/officeDocument/2006/relationships/image" Target="../media/image336.wmf"/><Relationship Id="rId10" Type="http://schemas.openxmlformats.org/officeDocument/2006/relationships/image" Target="../media/image341.wmf"/><Relationship Id="rId4" Type="http://schemas.openxmlformats.org/officeDocument/2006/relationships/image" Target="../media/image335.wmf"/><Relationship Id="rId9" Type="http://schemas.openxmlformats.org/officeDocument/2006/relationships/image" Target="../media/image340.wmf"/><Relationship Id="rId14" Type="http://schemas.openxmlformats.org/officeDocument/2006/relationships/image" Target="../media/image345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3" Type="http://schemas.openxmlformats.org/officeDocument/2006/relationships/image" Target="../media/image348.wmf"/><Relationship Id="rId7" Type="http://schemas.openxmlformats.org/officeDocument/2006/relationships/image" Target="../media/image352.wmf"/><Relationship Id="rId2" Type="http://schemas.openxmlformats.org/officeDocument/2006/relationships/image" Target="../media/image347.wmf"/><Relationship Id="rId1" Type="http://schemas.openxmlformats.org/officeDocument/2006/relationships/image" Target="../media/image346.wmf"/><Relationship Id="rId6" Type="http://schemas.openxmlformats.org/officeDocument/2006/relationships/image" Target="../media/image351.wmf"/><Relationship Id="rId5" Type="http://schemas.openxmlformats.org/officeDocument/2006/relationships/image" Target="../media/image350.wmf"/><Relationship Id="rId4" Type="http://schemas.openxmlformats.org/officeDocument/2006/relationships/image" Target="../media/image349.wmf"/><Relationship Id="rId9" Type="http://schemas.openxmlformats.org/officeDocument/2006/relationships/image" Target="../media/image354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wmf"/><Relationship Id="rId3" Type="http://schemas.openxmlformats.org/officeDocument/2006/relationships/image" Target="../media/image348.wmf"/><Relationship Id="rId7" Type="http://schemas.openxmlformats.org/officeDocument/2006/relationships/image" Target="../media/image357.wmf"/><Relationship Id="rId2" Type="http://schemas.openxmlformats.org/officeDocument/2006/relationships/image" Target="../media/image347.wmf"/><Relationship Id="rId1" Type="http://schemas.openxmlformats.org/officeDocument/2006/relationships/image" Target="../media/image346.wmf"/><Relationship Id="rId6" Type="http://schemas.openxmlformats.org/officeDocument/2006/relationships/image" Target="../media/image356.wmf"/><Relationship Id="rId5" Type="http://schemas.openxmlformats.org/officeDocument/2006/relationships/image" Target="../media/image355.wmf"/><Relationship Id="rId10" Type="http://schemas.openxmlformats.org/officeDocument/2006/relationships/image" Target="../media/image360.wmf"/><Relationship Id="rId4" Type="http://schemas.openxmlformats.org/officeDocument/2006/relationships/image" Target="../media/image349.wmf"/><Relationship Id="rId9" Type="http://schemas.openxmlformats.org/officeDocument/2006/relationships/image" Target="../media/image359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3.wmf"/><Relationship Id="rId2" Type="http://schemas.openxmlformats.org/officeDocument/2006/relationships/image" Target="../media/image362.wmf"/><Relationship Id="rId1" Type="http://schemas.openxmlformats.org/officeDocument/2006/relationships/image" Target="../media/image361.wmf"/><Relationship Id="rId6" Type="http://schemas.openxmlformats.org/officeDocument/2006/relationships/image" Target="../media/image366.wmf"/><Relationship Id="rId5" Type="http://schemas.openxmlformats.org/officeDocument/2006/relationships/image" Target="../media/image365.wmf"/><Relationship Id="rId4" Type="http://schemas.openxmlformats.org/officeDocument/2006/relationships/image" Target="../media/image364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4.wmf"/><Relationship Id="rId3" Type="http://schemas.openxmlformats.org/officeDocument/2006/relationships/image" Target="../media/image369.wmf"/><Relationship Id="rId7" Type="http://schemas.openxmlformats.org/officeDocument/2006/relationships/image" Target="../media/image373.wmf"/><Relationship Id="rId2" Type="http://schemas.openxmlformats.org/officeDocument/2006/relationships/image" Target="../media/image368.wmf"/><Relationship Id="rId1" Type="http://schemas.openxmlformats.org/officeDocument/2006/relationships/image" Target="../media/image367.wmf"/><Relationship Id="rId6" Type="http://schemas.openxmlformats.org/officeDocument/2006/relationships/image" Target="../media/image372.wmf"/><Relationship Id="rId5" Type="http://schemas.openxmlformats.org/officeDocument/2006/relationships/image" Target="../media/image371.wmf"/><Relationship Id="rId4" Type="http://schemas.openxmlformats.org/officeDocument/2006/relationships/image" Target="../media/image370.wmf"/><Relationship Id="rId9" Type="http://schemas.openxmlformats.org/officeDocument/2006/relationships/image" Target="../media/image375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wmf"/><Relationship Id="rId3" Type="http://schemas.openxmlformats.org/officeDocument/2006/relationships/image" Target="../media/image378.wmf"/><Relationship Id="rId7" Type="http://schemas.openxmlformats.org/officeDocument/2006/relationships/image" Target="../media/image375.wmf"/><Relationship Id="rId2" Type="http://schemas.openxmlformats.org/officeDocument/2006/relationships/image" Target="../media/image377.wmf"/><Relationship Id="rId1" Type="http://schemas.openxmlformats.org/officeDocument/2006/relationships/image" Target="../media/image376.wmf"/><Relationship Id="rId6" Type="http://schemas.openxmlformats.org/officeDocument/2006/relationships/image" Target="../media/image374.wmf"/><Relationship Id="rId11" Type="http://schemas.openxmlformats.org/officeDocument/2006/relationships/image" Target="../media/image383.wmf"/><Relationship Id="rId5" Type="http://schemas.openxmlformats.org/officeDocument/2006/relationships/image" Target="../media/image373.wmf"/><Relationship Id="rId10" Type="http://schemas.openxmlformats.org/officeDocument/2006/relationships/image" Target="../media/image382.wmf"/><Relationship Id="rId4" Type="http://schemas.openxmlformats.org/officeDocument/2006/relationships/image" Target="../media/image379.wmf"/><Relationship Id="rId9" Type="http://schemas.openxmlformats.org/officeDocument/2006/relationships/image" Target="../media/image381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wmf"/><Relationship Id="rId3" Type="http://schemas.openxmlformats.org/officeDocument/2006/relationships/image" Target="../media/image386.wmf"/><Relationship Id="rId7" Type="http://schemas.openxmlformats.org/officeDocument/2006/relationships/image" Target="../media/image390.wmf"/><Relationship Id="rId2" Type="http://schemas.openxmlformats.org/officeDocument/2006/relationships/image" Target="../media/image385.wmf"/><Relationship Id="rId1" Type="http://schemas.openxmlformats.org/officeDocument/2006/relationships/image" Target="../media/image384.wmf"/><Relationship Id="rId6" Type="http://schemas.openxmlformats.org/officeDocument/2006/relationships/image" Target="../media/image389.wmf"/><Relationship Id="rId11" Type="http://schemas.openxmlformats.org/officeDocument/2006/relationships/image" Target="../media/image394.wmf"/><Relationship Id="rId5" Type="http://schemas.openxmlformats.org/officeDocument/2006/relationships/image" Target="../media/image388.wmf"/><Relationship Id="rId10" Type="http://schemas.openxmlformats.org/officeDocument/2006/relationships/image" Target="../media/image393.wmf"/><Relationship Id="rId4" Type="http://schemas.openxmlformats.org/officeDocument/2006/relationships/image" Target="../media/image387.wmf"/><Relationship Id="rId9" Type="http://schemas.openxmlformats.org/officeDocument/2006/relationships/image" Target="../media/image392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2.wmf"/><Relationship Id="rId3" Type="http://schemas.openxmlformats.org/officeDocument/2006/relationships/image" Target="../media/image397.wmf"/><Relationship Id="rId7" Type="http://schemas.openxmlformats.org/officeDocument/2006/relationships/image" Target="../media/image401.wmf"/><Relationship Id="rId2" Type="http://schemas.openxmlformats.org/officeDocument/2006/relationships/image" Target="../media/image396.wmf"/><Relationship Id="rId1" Type="http://schemas.openxmlformats.org/officeDocument/2006/relationships/image" Target="../media/image395.wmf"/><Relationship Id="rId6" Type="http://schemas.openxmlformats.org/officeDocument/2006/relationships/image" Target="../media/image400.wmf"/><Relationship Id="rId5" Type="http://schemas.openxmlformats.org/officeDocument/2006/relationships/image" Target="../media/image399.wmf"/><Relationship Id="rId4" Type="http://schemas.openxmlformats.org/officeDocument/2006/relationships/image" Target="../media/image398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wmf"/><Relationship Id="rId3" Type="http://schemas.openxmlformats.org/officeDocument/2006/relationships/image" Target="../media/image405.wmf"/><Relationship Id="rId7" Type="http://schemas.openxmlformats.org/officeDocument/2006/relationships/image" Target="../media/image409.wmf"/><Relationship Id="rId12" Type="http://schemas.openxmlformats.org/officeDocument/2006/relationships/image" Target="../media/image414.wmf"/><Relationship Id="rId2" Type="http://schemas.openxmlformats.org/officeDocument/2006/relationships/image" Target="../media/image404.wmf"/><Relationship Id="rId1" Type="http://schemas.openxmlformats.org/officeDocument/2006/relationships/image" Target="../media/image403.wmf"/><Relationship Id="rId6" Type="http://schemas.openxmlformats.org/officeDocument/2006/relationships/image" Target="../media/image408.wmf"/><Relationship Id="rId11" Type="http://schemas.openxmlformats.org/officeDocument/2006/relationships/image" Target="../media/image413.wmf"/><Relationship Id="rId5" Type="http://schemas.openxmlformats.org/officeDocument/2006/relationships/image" Target="../media/image407.wmf"/><Relationship Id="rId10" Type="http://schemas.openxmlformats.org/officeDocument/2006/relationships/image" Target="../media/image412.wmf"/><Relationship Id="rId4" Type="http://schemas.openxmlformats.org/officeDocument/2006/relationships/image" Target="../media/image406.wmf"/><Relationship Id="rId9" Type="http://schemas.openxmlformats.org/officeDocument/2006/relationships/image" Target="../media/image411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wmf"/><Relationship Id="rId3" Type="http://schemas.openxmlformats.org/officeDocument/2006/relationships/image" Target="../media/image416.wmf"/><Relationship Id="rId7" Type="http://schemas.openxmlformats.org/officeDocument/2006/relationships/image" Target="../media/image420.wmf"/><Relationship Id="rId12" Type="http://schemas.openxmlformats.org/officeDocument/2006/relationships/image" Target="../media/image425.wmf"/><Relationship Id="rId2" Type="http://schemas.openxmlformats.org/officeDocument/2006/relationships/image" Target="../media/image414.wmf"/><Relationship Id="rId1" Type="http://schemas.openxmlformats.org/officeDocument/2006/relationships/image" Target="../media/image415.wmf"/><Relationship Id="rId6" Type="http://schemas.openxmlformats.org/officeDocument/2006/relationships/image" Target="../media/image419.wmf"/><Relationship Id="rId11" Type="http://schemas.openxmlformats.org/officeDocument/2006/relationships/image" Target="../media/image424.wmf"/><Relationship Id="rId5" Type="http://schemas.openxmlformats.org/officeDocument/2006/relationships/image" Target="../media/image418.wmf"/><Relationship Id="rId10" Type="http://schemas.openxmlformats.org/officeDocument/2006/relationships/image" Target="../media/image423.wmf"/><Relationship Id="rId4" Type="http://schemas.openxmlformats.org/officeDocument/2006/relationships/image" Target="../media/image417.wmf"/><Relationship Id="rId9" Type="http://schemas.openxmlformats.org/officeDocument/2006/relationships/image" Target="../media/image422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8.wmf"/><Relationship Id="rId7" Type="http://schemas.openxmlformats.org/officeDocument/2006/relationships/image" Target="../media/image432.wmf"/><Relationship Id="rId2" Type="http://schemas.openxmlformats.org/officeDocument/2006/relationships/image" Target="../media/image427.wmf"/><Relationship Id="rId1" Type="http://schemas.openxmlformats.org/officeDocument/2006/relationships/image" Target="../media/image426.wmf"/><Relationship Id="rId6" Type="http://schemas.openxmlformats.org/officeDocument/2006/relationships/image" Target="../media/image431.wmf"/><Relationship Id="rId5" Type="http://schemas.openxmlformats.org/officeDocument/2006/relationships/image" Target="../media/image430.wmf"/><Relationship Id="rId4" Type="http://schemas.openxmlformats.org/officeDocument/2006/relationships/image" Target="../media/image429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3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1.wmf"/><Relationship Id="rId3" Type="http://schemas.openxmlformats.org/officeDocument/2006/relationships/image" Target="../media/image436.wmf"/><Relationship Id="rId7" Type="http://schemas.openxmlformats.org/officeDocument/2006/relationships/image" Target="../media/image440.wmf"/><Relationship Id="rId2" Type="http://schemas.openxmlformats.org/officeDocument/2006/relationships/image" Target="../media/image435.wmf"/><Relationship Id="rId1" Type="http://schemas.openxmlformats.org/officeDocument/2006/relationships/image" Target="../media/image434.wmf"/><Relationship Id="rId6" Type="http://schemas.openxmlformats.org/officeDocument/2006/relationships/image" Target="../media/image439.wmf"/><Relationship Id="rId5" Type="http://schemas.openxmlformats.org/officeDocument/2006/relationships/image" Target="../media/image438.wmf"/><Relationship Id="rId10" Type="http://schemas.openxmlformats.org/officeDocument/2006/relationships/image" Target="../media/image443.wmf"/><Relationship Id="rId4" Type="http://schemas.openxmlformats.org/officeDocument/2006/relationships/image" Target="../media/image437.wmf"/><Relationship Id="rId9" Type="http://schemas.openxmlformats.org/officeDocument/2006/relationships/image" Target="../media/image442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6.wmf"/><Relationship Id="rId2" Type="http://schemas.openxmlformats.org/officeDocument/2006/relationships/image" Target="../media/image445.wmf"/><Relationship Id="rId1" Type="http://schemas.openxmlformats.org/officeDocument/2006/relationships/image" Target="../media/image444.wmf"/><Relationship Id="rId6" Type="http://schemas.openxmlformats.org/officeDocument/2006/relationships/image" Target="../media/image449.wmf"/><Relationship Id="rId5" Type="http://schemas.openxmlformats.org/officeDocument/2006/relationships/image" Target="../media/image448.wmf"/><Relationship Id="rId4" Type="http://schemas.openxmlformats.org/officeDocument/2006/relationships/image" Target="../media/image447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2.wmf"/><Relationship Id="rId2" Type="http://schemas.openxmlformats.org/officeDocument/2006/relationships/image" Target="../media/image451.wmf"/><Relationship Id="rId1" Type="http://schemas.openxmlformats.org/officeDocument/2006/relationships/image" Target="../media/image450.wmf"/><Relationship Id="rId6" Type="http://schemas.openxmlformats.org/officeDocument/2006/relationships/image" Target="../media/image455.wmf"/><Relationship Id="rId5" Type="http://schemas.openxmlformats.org/officeDocument/2006/relationships/image" Target="../media/image454.wmf"/><Relationship Id="rId4" Type="http://schemas.openxmlformats.org/officeDocument/2006/relationships/image" Target="../media/image453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7.wmf"/><Relationship Id="rId2" Type="http://schemas.openxmlformats.org/officeDocument/2006/relationships/image" Target="../media/image456.wmf"/><Relationship Id="rId1" Type="http://schemas.openxmlformats.org/officeDocument/2006/relationships/image" Target="../media/image451.wmf"/><Relationship Id="rId6" Type="http://schemas.openxmlformats.org/officeDocument/2006/relationships/image" Target="../media/image460.wmf"/><Relationship Id="rId5" Type="http://schemas.openxmlformats.org/officeDocument/2006/relationships/image" Target="../media/image459.wmf"/><Relationship Id="rId4" Type="http://schemas.openxmlformats.org/officeDocument/2006/relationships/image" Target="../media/image458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3.wmf"/><Relationship Id="rId2" Type="http://schemas.openxmlformats.org/officeDocument/2006/relationships/image" Target="../media/image462.wmf"/><Relationship Id="rId1" Type="http://schemas.openxmlformats.org/officeDocument/2006/relationships/image" Target="../media/image461.wmf"/><Relationship Id="rId6" Type="http://schemas.openxmlformats.org/officeDocument/2006/relationships/image" Target="../media/image466.wmf"/><Relationship Id="rId5" Type="http://schemas.openxmlformats.org/officeDocument/2006/relationships/image" Target="../media/image465.wmf"/><Relationship Id="rId4" Type="http://schemas.openxmlformats.org/officeDocument/2006/relationships/image" Target="../media/image4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44A87-FA52-4697-AFA5-4E735299638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674B3-2808-4482-9472-BB184457748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893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4B3-2808-4482-9472-BB184457748C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233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4B3-2808-4482-9472-BB184457748C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233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5674B3-2808-4482-9472-BB184457748C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4B3-2808-4482-9472-BB184457748C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699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BC0268-565B-4C2B-A008-D7995EB7A07E}"/>
              </a:ext>
            </a:extLst>
          </p:cNvPr>
          <p:cNvSpPr txBox="1"/>
          <p:nvPr userDrawn="1"/>
        </p:nvSpPr>
        <p:spPr>
          <a:xfrm>
            <a:off x="5293060" y="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1800" dirty="0"/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696C80-EB71-4E01-BE28-435270489AC8}"/>
              </a:ext>
            </a:extLst>
          </p:cNvPr>
          <p:cNvSpPr txBox="1"/>
          <p:nvPr userDrawn="1"/>
        </p:nvSpPr>
        <p:spPr>
          <a:xfrm>
            <a:off x="4355976" y="-1981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26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.bin"/><Relationship Id="rId18" Type="http://schemas.openxmlformats.org/officeDocument/2006/relationships/image" Target="../media/image11.wmf"/><Relationship Id="rId26" Type="http://schemas.openxmlformats.org/officeDocument/2006/relationships/image" Target="../media/image15.wmf"/><Relationship Id="rId39" Type="http://schemas.openxmlformats.org/officeDocument/2006/relationships/oleObject" Target="../embeddings/oleObject22.bin"/><Relationship Id="rId21" Type="http://schemas.openxmlformats.org/officeDocument/2006/relationships/oleObject" Target="../embeddings/oleObject13.bin"/><Relationship Id="rId34" Type="http://schemas.openxmlformats.org/officeDocument/2006/relationships/image" Target="../media/image19.wmf"/><Relationship Id="rId42" Type="http://schemas.openxmlformats.org/officeDocument/2006/relationships/oleObject" Target="../embeddings/oleObject24.bin"/><Relationship Id="rId47" Type="http://schemas.openxmlformats.org/officeDocument/2006/relationships/image" Target="../media/image25.wmf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0.wmf"/><Relationship Id="rId29" Type="http://schemas.openxmlformats.org/officeDocument/2006/relationships/oleObject" Target="../embeddings/oleObject17.bin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14.wmf"/><Relationship Id="rId32" Type="http://schemas.openxmlformats.org/officeDocument/2006/relationships/image" Target="../media/image18.wmf"/><Relationship Id="rId37" Type="http://schemas.openxmlformats.org/officeDocument/2006/relationships/oleObject" Target="../embeddings/oleObject21.bin"/><Relationship Id="rId40" Type="http://schemas.openxmlformats.org/officeDocument/2006/relationships/oleObject" Target="../embeddings/oleObject23.bin"/><Relationship Id="rId45" Type="http://schemas.openxmlformats.org/officeDocument/2006/relationships/image" Target="../media/image24.wmf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4.bin"/><Relationship Id="rId28" Type="http://schemas.openxmlformats.org/officeDocument/2006/relationships/image" Target="../media/image16.wmf"/><Relationship Id="rId36" Type="http://schemas.openxmlformats.org/officeDocument/2006/relationships/image" Target="../media/image20.wmf"/><Relationship Id="rId49" Type="http://schemas.openxmlformats.org/officeDocument/2006/relationships/image" Target="../media/image26.wmf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2.bin"/><Relationship Id="rId31" Type="http://schemas.openxmlformats.org/officeDocument/2006/relationships/oleObject" Target="../embeddings/oleObject18.bin"/><Relationship Id="rId44" Type="http://schemas.openxmlformats.org/officeDocument/2006/relationships/oleObject" Target="../embeddings/oleObject25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Relationship Id="rId27" Type="http://schemas.openxmlformats.org/officeDocument/2006/relationships/oleObject" Target="../embeddings/oleObject16.bin"/><Relationship Id="rId30" Type="http://schemas.openxmlformats.org/officeDocument/2006/relationships/image" Target="../media/image17.wmf"/><Relationship Id="rId35" Type="http://schemas.openxmlformats.org/officeDocument/2006/relationships/oleObject" Target="../embeddings/oleObject20.bin"/><Relationship Id="rId43" Type="http://schemas.openxmlformats.org/officeDocument/2006/relationships/image" Target="../media/image23.wmf"/><Relationship Id="rId48" Type="http://schemas.openxmlformats.org/officeDocument/2006/relationships/oleObject" Target="../embeddings/oleObject27.bin"/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1.bin"/><Relationship Id="rId25" Type="http://schemas.openxmlformats.org/officeDocument/2006/relationships/oleObject" Target="../embeddings/oleObject15.bin"/><Relationship Id="rId33" Type="http://schemas.openxmlformats.org/officeDocument/2006/relationships/oleObject" Target="../embeddings/oleObject19.bin"/><Relationship Id="rId38" Type="http://schemas.openxmlformats.org/officeDocument/2006/relationships/image" Target="../media/image21.wmf"/><Relationship Id="rId46" Type="http://schemas.openxmlformats.org/officeDocument/2006/relationships/oleObject" Target="../embeddings/oleObject26.bin"/><Relationship Id="rId20" Type="http://schemas.openxmlformats.org/officeDocument/2006/relationships/image" Target="../media/image12.wmf"/><Relationship Id="rId41" Type="http://schemas.openxmlformats.org/officeDocument/2006/relationships/image" Target="../media/image2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wmf"/><Relationship Id="rId18" Type="http://schemas.openxmlformats.org/officeDocument/2006/relationships/oleObject" Target="../embeddings/oleObject35.bin"/><Relationship Id="rId26" Type="http://schemas.openxmlformats.org/officeDocument/2006/relationships/oleObject" Target="../embeddings/oleObject40.bin"/><Relationship Id="rId39" Type="http://schemas.openxmlformats.org/officeDocument/2006/relationships/oleObject" Target="../embeddings/oleObject47.bin"/><Relationship Id="rId21" Type="http://schemas.openxmlformats.org/officeDocument/2006/relationships/image" Target="../media/image34.wmf"/><Relationship Id="rId34" Type="http://schemas.openxmlformats.org/officeDocument/2006/relationships/image" Target="../media/image40.w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3.wmf"/><Relationship Id="rId25" Type="http://schemas.openxmlformats.org/officeDocument/2006/relationships/image" Target="../media/image36.wmf"/><Relationship Id="rId33" Type="http://schemas.openxmlformats.org/officeDocument/2006/relationships/oleObject" Target="../embeddings/oleObject44.bin"/><Relationship Id="rId38" Type="http://schemas.openxmlformats.org/officeDocument/2006/relationships/image" Target="../media/image42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7.bin"/><Relationship Id="rId29" Type="http://schemas.openxmlformats.org/officeDocument/2006/relationships/oleObject" Target="../embeddings/oleObject42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0.wmf"/><Relationship Id="rId24" Type="http://schemas.openxmlformats.org/officeDocument/2006/relationships/oleObject" Target="../embeddings/oleObject39.bin"/><Relationship Id="rId32" Type="http://schemas.openxmlformats.org/officeDocument/2006/relationships/image" Target="../media/image39.wmf"/><Relationship Id="rId37" Type="http://schemas.openxmlformats.org/officeDocument/2006/relationships/oleObject" Target="../embeddings/oleObject46.bin"/><Relationship Id="rId40" Type="http://schemas.openxmlformats.org/officeDocument/2006/relationships/image" Target="../media/image43.wmf"/><Relationship Id="rId5" Type="http://schemas.openxmlformats.org/officeDocument/2006/relationships/image" Target="../media/image27.wmf"/><Relationship Id="rId15" Type="http://schemas.openxmlformats.org/officeDocument/2006/relationships/image" Target="../media/image32.wmf"/><Relationship Id="rId23" Type="http://schemas.openxmlformats.org/officeDocument/2006/relationships/image" Target="../media/image35.wmf"/><Relationship Id="rId28" Type="http://schemas.openxmlformats.org/officeDocument/2006/relationships/image" Target="../media/image37.wmf"/><Relationship Id="rId36" Type="http://schemas.openxmlformats.org/officeDocument/2006/relationships/image" Target="../media/image41.wmf"/><Relationship Id="rId10" Type="http://schemas.openxmlformats.org/officeDocument/2006/relationships/oleObject" Target="../embeddings/oleObject31.bin"/><Relationship Id="rId19" Type="http://schemas.openxmlformats.org/officeDocument/2006/relationships/oleObject" Target="../embeddings/oleObject36.bin"/><Relationship Id="rId31" Type="http://schemas.openxmlformats.org/officeDocument/2006/relationships/oleObject" Target="../embeddings/oleObject43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8.bin"/><Relationship Id="rId27" Type="http://schemas.openxmlformats.org/officeDocument/2006/relationships/oleObject" Target="../embeddings/oleObject41.bin"/><Relationship Id="rId30" Type="http://schemas.openxmlformats.org/officeDocument/2006/relationships/image" Target="../media/image38.wmf"/><Relationship Id="rId35" Type="http://schemas.openxmlformats.org/officeDocument/2006/relationships/oleObject" Target="../embeddings/oleObject45.bin"/><Relationship Id="rId8" Type="http://schemas.openxmlformats.org/officeDocument/2006/relationships/oleObject" Target="../embeddings/oleObject30.bin"/><Relationship Id="rId3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51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0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4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58.wmf"/><Relationship Id="rId26" Type="http://schemas.openxmlformats.org/officeDocument/2006/relationships/oleObject" Target="../embeddings/oleObject70.bin"/><Relationship Id="rId3" Type="http://schemas.openxmlformats.org/officeDocument/2006/relationships/oleObject" Target="../embeddings/oleObject56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64.bin"/><Relationship Id="rId25" Type="http://schemas.openxmlformats.org/officeDocument/2006/relationships/oleObject" Target="../embeddings/oleObject6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7.wmf"/><Relationship Id="rId20" Type="http://schemas.openxmlformats.org/officeDocument/2006/relationships/image" Target="../media/image59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61.bin"/><Relationship Id="rId24" Type="http://schemas.openxmlformats.org/officeDocument/2006/relationships/oleObject" Target="../embeddings/oleObject68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10" Type="http://schemas.openxmlformats.org/officeDocument/2006/relationships/oleObject" Target="../embeddings/oleObject60.bin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56.wmf"/><Relationship Id="rId22" Type="http://schemas.openxmlformats.org/officeDocument/2006/relationships/image" Target="../media/image60.wmf"/><Relationship Id="rId27" Type="http://schemas.openxmlformats.org/officeDocument/2006/relationships/oleObject" Target="../embeddings/oleObject7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62.wmf"/><Relationship Id="rId26" Type="http://schemas.openxmlformats.org/officeDocument/2006/relationships/image" Target="../media/image65.wmf"/><Relationship Id="rId3" Type="http://schemas.openxmlformats.org/officeDocument/2006/relationships/oleObject" Target="../embeddings/oleObject72.bin"/><Relationship Id="rId21" Type="http://schemas.openxmlformats.org/officeDocument/2006/relationships/oleObject" Target="../embeddings/oleObject84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1.wmf"/><Relationship Id="rId20" Type="http://schemas.openxmlformats.org/officeDocument/2006/relationships/oleObject" Target="../embeddings/oleObject83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64.wmf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5.bin"/><Relationship Id="rId28" Type="http://schemas.openxmlformats.org/officeDocument/2006/relationships/image" Target="../media/image66.wmf"/><Relationship Id="rId10" Type="http://schemas.openxmlformats.org/officeDocument/2006/relationships/oleObject" Target="../embeddings/oleObject76.bin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52.wmf"/><Relationship Id="rId9" Type="http://schemas.openxmlformats.org/officeDocument/2006/relationships/oleObject" Target="../embeddings/oleObject75.bin"/><Relationship Id="rId14" Type="http://schemas.openxmlformats.org/officeDocument/2006/relationships/oleObject" Target="../embeddings/oleObject79.bin"/><Relationship Id="rId22" Type="http://schemas.openxmlformats.org/officeDocument/2006/relationships/image" Target="../media/image63.wmf"/><Relationship Id="rId27" Type="http://schemas.openxmlformats.org/officeDocument/2006/relationships/oleObject" Target="../embeddings/oleObject8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93.bin"/><Relationship Id="rId18" Type="http://schemas.openxmlformats.org/officeDocument/2006/relationships/image" Target="../media/image74.wmf"/><Relationship Id="rId3" Type="http://schemas.openxmlformats.org/officeDocument/2006/relationships/oleObject" Target="../embeddings/oleObject88.bin"/><Relationship Id="rId21" Type="http://schemas.openxmlformats.org/officeDocument/2006/relationships/oleObject" Target="../embeddings/oleObject97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9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3.wmf"/><Relationship Id="rId20" Type="http://schemas.openxmlformats.org/officeDocument/2006/relationships/image" Target="../media/image75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92.bin"/><Relationship Id="rId24" Type="http://schemas.openxmlformats.org/officeDocument/2006/relationships/image" Target="../media/image77.wmf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23" Type="http://schemas.openxmlformats.org/officeDocument/2006/relationships/oleObject" Target="../embeddings/oleObject98.bin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96.bin"/><Relationship Id="rId4" Type="http://schemas.openxmlformats.org/officeDocument/2006/relationships/image" Target="../media/image67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72.wmf"/><Relationship Id="rId22" Type="http://schemas.openxmlformats.org/officeDocument/2006/relationships/image" Target="../media/image7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81.wmf"/><Relationship Id="rId18" Type="http://schemas.openxmlformats.org/officeDocument/2006/relationships/oleObject" Target="../embeddings/oleObject106.bin"/><Relationship Id="rId26" Type="http://schemas.openxmlformats.org/officeDocument/2006/relationships/image" Target="../media/image86.wmf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84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83.wmf"/><Relationship Id="rId25" Type="http://schemas.openxmlformats.org/officeDocument/2006/relationships/oleObject" Target="../embeddings/oleObject110.bin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05.bin"/><Relationship Id="rId20" Type="http://schemas.openxmlformats.org/officeDocument/2006/relationships/oleObject" Target="../embeddings/oleObject107.bin"/><Relationship Id="rId29" Type="http://schemas.openxmlformats.org/officeDocument/2006/relationships/oleObject" Target="../embeddings/oleObject112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80.wmf"/><Relationship Id="rId24" Type="http://schemas.openxmlformats.org/officeDocument/2006/relationships/image" Target="../media/image85.wmf"/><Relationship Id="rId5" Type="http://schemas.openxmlformats.org/officeDocument/2006/relationships/image" Target="../media/image78.wmf"/><Relationship Id="rId15" Type="http://schemas.openxmlformats.org/officeDocument/2006/relationships/image" Target="../media/image82.wmf"/><Relationship Id="rId23" Type="http://schemas.openxmlformats.org/officeDocument/2006/relationships/oleObject" Target="../embeddings/oleObject109.bin"/><Relationship Id="rId28" Type="http://schemas.openxmlformats.org/officeDocument/2006/relationships/image" Target="../media/image87.wmf"/><Relationship Id="rId10" Type="http://schemas.openxmlformats.org/officeDocument/2006/relationships/oleObject" Target="../embeddings/oleObject102.bin"/><Relationship Id="rId19" Type="http://schemas.openxmlformats.org/officeDocument/2006/relationships/image" Target="../media/image30.w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104.bin"/><Relationship Id="rId22" Type="http://schemas.openxmlformats.org/officeDocument/2006/relationships/oleObject" Target="../embeddings/oleObject108.bin"/><Relationship Id="rId27" Type="http://schemas.openxmlformats.org/officeDocument/2006/relationships/oleObject" Target="../embeddings/oleObject111.bin"/><Relationship Id="rId30" Type="http://schemas.openxmlformats.org/officeDocument/2006/relationships/image" Target="../media/image8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96.wmf"/><Relationship Id="rId26" Type="http://schemas.openxmlformats.org/officeDocument/2006/relationships/oleObject" Target="../embeddings/oleObject125.bin"/><Relationship Id="rId3" Type="http://schemas.openxmlformats.org/officeDocument/2006/relationships/oleObject" Target="../embeddings/oleObject113.bin"/><Relationship Id="rId21" Type="http://schemas.openxmlformats.org/officeDocument/2006/relationships/oleObject" Target="../embeddings/oleObject122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93.wmf"/><Relationship Id="rId17" Type="http://schemas.openxmlformats.org/officeDocument/2006/relationships/oleObject" Target="../embeddings/oleObject120.bin"/><Relationship Id="rId25" Type="http://schemas.openxmlformats.org/officeDocument/2006/relationships/image" Target="../media/image98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95.wmf"/><Relationship Id="rId20" Type="http://schemas.openxmlformats.org/officeDocument/2006/relationships/image" Target="../media/image97.wmf"/><Relationship Id="rId29" Type="http://schemas.openxmlformats.org/officeDocument/2006/relationships/image" Target="../media/image100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117.bin"/><Relationship Id="rId24" Type="http://schemas.openxmlformats.org/officeDocument/2006/relationships/oleObject" Target="../embeddings/oleObject124.bin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23" Type="http://schemas.openxmlformats.org/officeDocument/2006/relationships/image" Target="../media/image53.wmf"/><Relationship Id="rId28" Type="http://schemas.openxmlformats.org/officeDocument/2006/relationships/oleObject" Target="../embeddings/oleObject126.bin"/><Relationship Id="rId10" Type="http://schemas.openxmlformats.org/officeDocument/2006/relationships/image" Target="../media/image92.wmf"/><Relationship Id="rId19" Type="http://schemas.openxmlformats.org/officeDocument/2006/relationships/oleObject" Target="../embeddings/oleObject121.bin"/><Relationship Id="rId31" Type="http://schemas.openxmlformats.org/officeDocument/2006/relationships/image" Target="../media/image101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94.wmf"/><Relationship Id="rId22" Type="http://schemas.openxmlformats.org/officeDocument/2006/relationships/oleObject" Target="../embeddings/oleObject123.bin"/><Relationship Id="rId27" Type="http://schemas.openxmlformats.org/officeDocument/2006/relationships/image" Target="../media/image99.wmf"/><Relationship Id="rId30" Type="http://schemas.openxmlformats.org/officeDocument/2006/relationships/oleObject" Target="../embeddings/oleObject12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133.bin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0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0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12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5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3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1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oleObject" Target="../embeddings/oleObject147.bin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20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22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10" Type="http://schemas.openxmlformats.org/officeDocument/2006/relationships/image" Target="../media/image119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2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oleObject" Target="../embeddings/oleObject154.bin"/><Relationship Id="rId18" Type="http://schemas.openxmlformats.org/officeDocument/2006/relationships/image" Target="../media/image130.wmf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27.wmf"/><Relationship Id="rId17" Type="http://schemas.openxmlformats.org/officeDocument/2006/relationships/oleObject" Target="../embeddings/oleObject15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29.wmf"/><Relationship Id="rId20" Type="http://schemas.openxmlformats.org/officeDocument/2006/relationships/image" Target="../media/image13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10" Type="http://schemas.openxmlformats.org/officeDocument/2006/relationships/image" Target="../media/image126.wmf"/><Relationship Id="rId19" Type="http://schemas.openxmlformats.org/officeDocument/2006/relationships/oleObject" Target="../embeddings/oleObject157.bin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2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63.bin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36.w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38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62.bin"/><Relationship Id="rId5" Type="http://schemas.openxmlformats.org/officeDocument/2006/relationships/oleObject" Target="../embeddings/oleObject159.bin"/><Relationship Id="rId15" Type="http://schemas.openxmlformats.org/officeDocument/2006/relationships/oleObject" Target="../embeddings/oleObject164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13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oleObject" Target="../embeddings/oleObject170.bin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42.w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44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69.bin"/><Relationship Id="rId5" Type="http://schemas.openxmlformats.org/officeDocument/2006/relationships/oleObject" Target="../embeddings/oleObject166.bin"/><Relationship Id="rId15" Type="http://schemas.openxmlformats.org/officeDocument/2006/relationships/oleObject" Target="../embeddings/oleObject171.bin"/><Relationship Id="rId10" Type="http://schemas.openxmlformats.org/officeDocument/2006/relationships/image" Target="../media/image135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4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77.bin"/><Relationship Id="rId3" Type="http://schemas.openxmlformats.org/officeDocument/2006/relationships/oleObject" Target="../embeddings/oleObject172.bin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48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76.bin"/><Relationship Id="rId5" Type="http://schemas.openxmlformats.org/officeDocument/2006/relationships/oleObject" Target="../embeddings/oleObject173.bin"/><Relationship Id="rId10" Type="http://schemas.openxmlformats.org/officeDocument/2006/relationships/image" Target="../media/image135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4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13" Type="http://schemas.openxmlformats.org/officeDocument/2006/relationships/oleObject" Target="../embeddings/oleObject183.bin"/><Relationship Id="rId18" Type="http://schemas.openxmlformats.org/officeDocument/2006/relationships/image" Target="../media/image157.wmf"/><Relationship Id="rId26" Type="http://schemas.openxmlformats.org/officeDocument/2006/relationships/oleObject" Target="../embeddings/oleObject190.bin"/><Relationship Id="rId3" Type="http://schemas.openxmlformats.org/officeDocument/2006/relationships/oleObject" Target="../embeddings/oleObject178.bin"/><Relationship Id="rId21" Type="http://schemas.openxmlformats.org/officeDocument/2006/relationships/oleObject" Target="../embeddings/oleObject187.bin"/><Relationship Id="rId7" Type="http://schemas.openxmlformats.org/officeDocument/2006/relationships/oleObject" Target="../embeddings/oleObject180.bin"/><Relationship Id="rId12" Type="http://schemas.openxmlformats.org/officeDocument/2006/relationships/image" Target="../media/image154.wmf"/><Relationship Id="rId17" Type="http://schemas.openxmlformats.org/officeDocument/2006/relationships/oleObject" Target="../embeddings/oleObject185.bin"/><Relationship Id="rId25" Type="http://schemas.openxmlformats.org/officeDocument/2006/relationships/image" Target="../media/image160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56.wmf"/><Relationship Id="rId20" Type="http://schemas.openxmlformats.org/officeDocument/2006/relationships/image" Target="../media/image158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1.wmf"/><Relationship Id="rId11" Type="http://schemas.openxmlformats.org/officeDocument/2006/relationships/oleObject" Target="../embeddings/oleObject182.bin"/><Relationship Id="rId24" Type="http://schemas.openxmlformats.org/officeDocument/2006/relationships/oleObject" Target="../embeddings/oleObject189.bin"/><Relationship Id="rId5" Type="http://schemas.openxmlformats.org/officeDocument/2006/relationships/oleObject" Target="../embeddings/oleObject179.bin"/><Relationship Id="rId15" Type="http://schemas.openxmlformats.org/officeDocument/2006/relationships/oleObject" Target="../embeddings/oleObject184.bin"/><Relationship Id="rId23" Type="http://schemas.openxmlformats.org/officeDocument/2006/relationships/oleObject" Target="../embeddings/oleObject188.bin"/><Relationship Id="rId10" Type="http://schemas.openxmlformats.org/officeDocument/2006/relationships/image" Target="../media/image153.wmf"/><Relationship Id="rId19" Type="http://schemas.openxmlformats.org/officeDocument/2006/relationships/oleObject" Target="../embeddings/oleObject186.bin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81.bin"/><Relationship Id="rId14" Type="http://schemas.openxmlformats.org/officeDocument/2006/relationships/image" Target="../media/image155.wmf"/><Relationship Id="rId22" Type="http://schemas.openxmlformats.org/officeDocument/2006/relationships/image" Target="../media/image159.wmf"/><Relationship Id="rId27" Type="http://schemas.openxmlformats.org/officeDocument/2006/relationships/image" Target="../media/image16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13" Type="http://schemas.openxmlformats.org/officeDocument/2006/relationships/image" Target="../media/image166.wmf"/><Relationship Id="rId18" Type="http://schemas.openxmlformats.org/officeDocument/2006/relationships/oleObject" Target="../embeddings/oleObject198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70.wmf"/><Relationship Id="rId7" Type="http://schemas.openxmlformats.org/officeDocument/2006/relationships/image" Target="../media/image163.wmf"/><Relationship Id="rId12" Type="http://schemas.openxmlformats.org/officeDocument/2006/relationships/oleObject" Target="../embeddings/oleObject195.bin"/><Relationship Id="rId17" Type="http://schemas.openxmlformats.org/officeDocument/2006/relationships/image" Target="../media/image168.wmf"/><Relationship Id="rId25" Type="http://schemas.openxmlformats.org/officeDocument/2006/relationships/image" Target="../media/image172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97.bin"/><Relationship Id="rId20" Type="http://schemas.openxmlformats.org/officeDocument/2006/relationships/oleObject" Target="../embeddings/oleObject199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165.wmf"/><Relationship Id="rId24" Type="http://schemas.openxmlformats.org/officeDocument/2006/relationships/oleObject" Target="../embeddings/oleObject201.bin"/><Relationship Id="rId5" Type="http://schemas.openxmlformats.org/officeDocument/2006/relationships/image" Target="../media/image162.wmf"/><Relationship Id="rId15" Type="http://schemas.openxmlformats.org/officeDocument/2006/relationships/image" Target="../media/image167.wmf"/><Relationship Id="rId23" Type="http://schemas.openxmlformats.org/officeDocument/2006/relationships/image" Target="../media/image171.wmf"/><Relationship Id="rId10" Type="http://schemas.openxmlformats.org/officeDocument/2006/relationships/oleObject" Target="../embeddings/oleObject194.bin"/><Relationship Id="rId19" Type="http://schemas.openxmlformats.org/officeDocument/2006/relationships/image" Target="../media/image169.wmf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164.wmf"/><Relationship Id="rId14" Type="http://schemas.openxmlformats.org/officeDocument/2006/relationships/oleObject" Target="../embeddings/oleObject196.bin"/><Relationship Id="rId22" Type="http://schemas.openxmlformats.org/officeDocument/2006/relationships/oleObject" Target="../embeddings/oleObject20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oleObject" Target="../embeddings/oleObject205.bin"/><Relationship Id="rId3" Type="http://schemas.openxmlformats.org/officeDocument/2006/relationships/oleObject" Target="../embeddings/oleObject202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75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204.bin"/><Relationship Id="rId5" Type="http://schemas.openxmlformats.org/officeDocument/2006/relationships/oleObject" Target="../embeddings/oleObject191.bin"/><Relationship Id="rId10" Type="http://schemas.openxmlformats.org/officeDocument/2006/relationships/image" Target="../media/image174.wmf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17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oleObject" Target="../embeddings/oleObject211.bin"/><Relationship Id="rId3" Type="http://schemas.openxmlformats.org/officeDocument/2006/relationships/oleObject" Target="../embeddings/oleObject206.bin"/><Relationship Id="rId7" Type="http://schemas.openxmlformats.org/officeDocument/2006/relationships/oleObject" Target="../embeddings/oleObject208.bin"/><Relationship Id="rId12" Type="http://schemas.openxmlformats.org/officeDocument/2006/relationships/image" Target="../media/image181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83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210.bin"/><Relationship Id="rId5" Type="http://schemas.openxmlformats.org/officeDocument/2006/relationships/oleObject" Target="../embeddings/oleObject207.bin"/><Relationship Id="rId15" Type="http://schemas.openxmlformats.org/officeDocument/2006/relationships/oleObject" Target="../embeddings/oleObject212.bin"/><Relationship Id="rId10" Type="http://schemas.openxmlformats.org/officeDocument/2006/relationships/image" Target="../media/image180.wmf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209.bin"/><Relationship Id="rId14" Type="http://schemas.openxmlformats.org/officeDocument/2006/relationships/image" Target="../media/image18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191.wmf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188.wmf"/><Relationship Id="rId17" Type="http://schemas.openxmlformats.org/officeDocument/2006/relationships/oleObject" Target="../embeddings/oleObject220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90.wmf"/><Relationship Id="rId20" Type="http://schemas.openxmlformats.org/officeDocument/2006/relationships/image" Target="../media/image192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217.bin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10" Type="http://schemas.openxmlformats.org/officeDocument/2006/relationships/image" Target="../media/image187.wmf"/><Relationship Id="rId19" Type="http://schemas.openxmlformats.org/officeDocument/2006/relationships/oleObject" Target="../embeddings/oleObject221.bin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18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oleObject" Target="../embeddings/oleObject227.bin"/><Relationship Id="rId18" Type="http://schemas.openxmlformats.org/officeDocument/2006/relationships/image" Target="../media/image200.wmf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197.wmf"/><Relationship Id="rId17" Type="http://schemas.openxmlformats.org/officeDocument/2006/relationships/oleObject" Target="../embeddings/oleObject22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99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94.wmf"/><Relationship Id="rId11" Type="http://schemas.openxmlformats.org/officeDocument/2006/relationships/oleObject" Target="../embeddings/oleObject226.bin"/><Relationship Id="rId5" Type="http://schemas.openxmlformats.org/officeDocument/2006/relationships/oleObject" Target="../embeddings/oleObject223.bin"/><Relationship Id="rId15" Type="http://schemas.openxmlformats.org/officeDocument/2006/relationships/oleObject" Target="../embeddings/oleObject228.bin"/><Relationship Id="rId10" Type="http://schemas.openxmlformats.org/officeDocument/2006/relationships/image" Target="../media/image196.wmf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198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208.wmf"/><Relationship Id="rId26" Type="http://schemas.openxmlformats.org/officeDocument/2006/relationships/image" Target="../media/image212.wmf"/><Relationship Id="rId39" Type="http://schemas.openxmlformats.org/officeDocument/2006/relationships/oleObject" Target="../embeddings/oleObject248.bin"/><Relationship Id="rId21" Type="http://schemas.openxmlformats.org/officeDocument/2006/relationships/oleObject" Target="../embeddings/oleObject239.bin"/><Relationship Id="rId34" Type="http://schemas.openxmlformats.org/officeDocument/2006/relationships/image" Target="../media/image216.wmf"/><Relationship Id="rId42" Type="http://schemas.openxmlformats.org/officeDocument/2006/relationships/image" Target="../media/image218.wmf"/><Relationship Id="rId47" Type="http://schemas.openxmlformats.org/officeDocument/2006/relationships/oleObject" Target="../embeddings/oleObject252.bin"/><Relationship Id="rId50" Type="http://schemas.openxmlformats.org/officeDocument/2006/relationships/image" Target="../media/image222.wmf"/><Relationship Id="rId7" Type="http://schemas.openxmlformats.org/officeDocument/2006/relationships/oleObject" Target="../embeddings/oleObject23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07.wmf"/><Relationship Id="rId29" Type="http://schemas.openxmlformats.org/officeDocument/2006/relationships/oleObject" Target="../embeddings/oleObject243.bin"/><Relationship Id="rId11" Type="http://schemas.openxmlformats.org/officeDocument/2006/relationships/oleObject" Target="../embeddings/oleObject234.bin"/><Relationship Id="rId24" Type="http://schemas.openxmlformats.org/officeDocument/2006/relationships/image" Target="../media/image211.wmf"/><Relationship Id="rId32" Type="http://schemas.openxmlformats.org/officeDocument/2006/relationships/image" Target="../media/image215.wmf"/><Relationship Id="rId37" Type="http://schemas.openxmlformats.org/officeDocument/2006/relationships/oleObject" Target="../embeddings/oleObject247.bin"/><Relationship Id="rId40" Type="http://schemas.openxmlformats.org/officeDocument/2006/relationships/image" Target="../media/image76.wmf"/><Relationship Id="rId45" Type="http://schemas.openxmlformats.org/officeDocument/2006/relationships/oleObject" Target="../embeddings/oleObject251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23" Type="http://schemas.openxmlformats.org/officeDocument/2006/relationships/oleObject" Target="../embeddings/oleObject240.bin"/><Relationship Id="rId28" Type="http://schemas.openxmlformats.org/officeDocument/2006/relationships/image" Target="../media/image213.wmf"/><Relationship Id="rId36" Type="http://schemas.openxmlformats.org/officeDocument/2006/relationships/image" Target="../media/image217.emf"/><Relationship Id="rId49" Type="http://schemas.openxmlformats.org/officeDocument/2006/relationships/oleObject" Target="../embeddings/oleObject253.bin"/><Relationship Id="rId10" Type="http://schemas.openxmlformats.org/officeDocument/2006/relationships/image" Target="../media/image204.wmf"/><Relationship Id="rId19" Type="http://schemas.openxmlformats.org/officeDocument/2006/relationships/oleObject" Target="../embeddings/oleObject238.bin"/><Relationship Id="rId31" Type="http://schemas.openxmlformats.org/officeDocument/2006/relationships/oleObject" Target="../embeddings/oleObject244.bin"/><Relationship Id="rId44" Type="http://schemas.openxmlformats.org/officeDocument/2006/relationships/image" Target="../media/image219.wmf"/><Relationship Id="rId52" Type="http://schemas.openxmlformats.org/officeDocument/2006/relationships/image" Target="../media/image223.wmf"/><Relationship Id="rId4" Type="http://schemas.openxmlformats.org/officeDocument/2006/relationships/image" Target="../media/image201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06.wmf"/><Relationship Id="rId22" Type="http://schemas.openxmlformats.org/officeDocument/2006/relationships/image" Target="../media/image210.wmf"/><Relationship Id="rId27" Type="http://schemas.openxmlformats.org/officeDocument/2006/relationships/oleObject" Target="../embeddings/oleObject242.bin"/><Relationship Id="rId30" Type="http://schemas.openxmlformats.org/officeDocument/2006/relationships/image" Target="../media/image214.wmf"/><Relationship Id="rId35" Type="http://schemas.openxmlformats.org/officeDocument/2006/relationships/oleObject" Target="../embeddings/oleObject246.bin"/><Relationship Id="rId43" Type="http://schemas.openxmlformats.org/officeDocument/2006/relationships/oleObject" Target="../embeddings/oleObject250.bin"/><Relationship Id="rId48" Type="http://schemas.openxmlformats.org/officeDocument/2006/relationships/image" Target="../media/image221.wmf"/><Relationship Id="rId8" Type="http://schemas.openxmlformats.org/officeDocument/2006/relationships/image" Target="../media/image203.wmf"/><Relationship Id="rId51" Type="http://schemas.openxmlformats.org/officeDocument/2006/relationships/oleObject" Target="../embeddings/oleObject254.bin"/><Relationship Id="rId3" Type="http://schemas.openxmlformats.org/officeDocument/2006/relationships/oleObject" Target="../embeddings/oleObject230.bin"/><Relationship Id="rId12" Type="http://schemas.openxmlformats.org/officeDocument/2006/relationships/image" Target="../media/image205.wmf"/><Relationship Id="rId17" Type="http://schemas.openxmlformats.org/officeDocument/2006/relationships/oleObject" Target="../embeddings/oleObject237.bin"/><Relationship Id="rId25" Type="http://schemas.openxmlformats.org/officeDocument/2006/relationships/oleObject" Target="../embeddings/oleObject241.bin"/><Relationship Id="rId33" Type="http://schemas.openxmlformats.org/officeDocument/2006/relationships/oleObject" Target="../embeddings/oleObject245.bin"/><Relationship Id="rId38" Type="http://schemas.openxmlformats.org/officeDocument/2006/relationships/image" Target="../media/image75.wmf"/><Relationship Id="rId46" Type="http://schemas.openxmlformats.org/officeDocument/2006/relationships/image" Target="../media/image220.wmf"/><Relationship Id="rId20" Type="http://schemas.openxmlformats.org/officeDocument/2006/relationships/image" Target="../media/image209.wmf"/><Relationship Id="rId41" Type="http://schemas.openxmlformats.org/officeDocument/2006/relationships/oleObject" Target="../embeddings/oleObject249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0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13" Type="http://schemas.openxmlformats.org/officeDocument/2006/relationships/oleObject" Target="../embeddings/oleObject260.bin"/><Relationship Id="rId3" Type="http://schemas.openxmlformats.org/officeDocument/2006/relationships/oleObject" Target="../embeddings/oleObject255.bin"/><Relationship Id="rId7" Type="http://schemas.openxmlformats.org/officeDocument/2006/relationships/oleObject" Target="../embeddings/oleObject257.bin"/><Relationship Id="rId12" Type="http://schemas.openxmlformats.org/officeDocument/2006/relationships/image" Target="../media/image22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25.wmf"/><Relationship Id="rId11" Type="http://schemas.openxmlformats.org/officeDocument/2006/relationships/oleObject" Target="../embeddings/oleObject259.bin"/><Relationship Id="rId5" Type="http://schemas.openxmlformats.org/officeDocument/2006/relationships/oleObject" Target="../embeddings/oleObject256.bin"/><Relationship Id="rId10" Type="http://schemas.openxmlformats.org/officeDocument/2006/relationships/image" Target="../media/image227.wmf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258.bin"/><Relationship Id="rId14" Type="http://schemas.openxmlformats.org/officeDocument/2006/relationships/image" Target="../media/image229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wmf"/><Relationship Id="rId13" Type="http://schemas.openxmlformats.org/officeDocument/2006/relationships/oleObject" Target="../embeddings/oleObject266.bin"/><Relationship Id="rId18" Type="http://schemas.openxmlformats.org/officeDocument/2006/relationships/image" Target="../media/image237.wmf"/><Relationship Id="rId26" Type="http://schemas.openxmlformats.org/officeDocument/2006/relationships/image" Target="../media/image241.wmf"/><Relationship Id="rId3" Type="http://schemas.openxmlformats.org/officeDocument/2006/relationships/oleObject" Target="../embeddings/oleObject261.bin"/><Relationship Id="rId21" Type="http://schemas.openxmlformats.org/officeDocument/2006/relationships/oleObject" Target="../embeddings/oleObject270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34.wmf"/><Relationship Id="rId17" Type="http://schemas.openxmlformats.org/officeDocument/2006/relationships/oleObject" Target="../embeddings/oleObject268.bin"/><Relationship Id="rId25" Type="http://schemas.openxmlformats.org/officeDocument/2006/relationships/oleObject" Target="../embeddings/oleObject27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36.wmf"/><Relationship Id="rId20" Type="http://schemas.openxmlformats.org/officeDocument/2006/relationships/image" Target="../media/image238.e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31.wmf"/><Relationship Id="rId11" Type="http://schemas.openxmlformats.org/officeDocument/2006/relationships/oleObject" Target="../embeddings/oleObject265.bin"/><Relationship Id="rId24" Type="http://schemas.openxmlformats.org/officeDocument/2006/relationships/image" Target="../media/image240.wmf"/><Relationship Id="rId5" Type="http://schemas.openxmlformats.org/officeDocument/2006/relationships/oleObject" Target="../embeddings/oleObject262.bin"/><Relationship Id="rId15" Type="http://schemas.openxmlformats.org/officeDocument/2006/relationships/oleObject" Target="../embeddings/oleObject267.bin"/><Relationship Id="rId23" Type="http://schemas.openxmlformats.org/officeDocument/2006/relationships/oleObject" Target="../embeddings/oleObject271.bin"/><Relationship Id="rId28" Type="http://schemas.openxmlformats.org/officeDocument/2006/relationships/image" Target="../media/image242.wmf"/><Relationship Id="rId10" Type="http://schemas.openxmlformats.org/officeDocument/2006/relationships/image" Target="../media/image233.wmf"/><Relationship Id="rId19" Type="http://schemas.openxmlformats.org/officeDocument/2006/relationships/oleObject" Target="../embeddings/oleObject269.bin"/><Relationship Id="rId4" Type="http://schemas.openxmlformats.org/officeDocument/2006/relationships/image" Target="../media/image230.wmf"/><Relationship Id="rId9" Type="http://schemas.openxmlformats.org/officeDocument/2006/relationships/oleObject" Target="../embeddings/oleObject264.bin"/><Relationship Id="rId14" Type="http://schemas.openxmlformats.org/officeDocument/2006/relationships/image" Target="../media/image235.wmf"/><Relationship Id="rId22" Type="http://schemas.openxmlformats.org/officeDocument/2006/relationships/image" Target="../media/image239.wmf"/><Relationship Id="rId27" Type="http://schemas.openxmlformats.org/officeDocument/2006/relationships/oleObject" Target="../embeddings/oleObject27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oleObject" Target="../embeddings/oleObject279.bin"/><Relationship Id="rId18" Type="http://schemas.openxmlformats.org/officeDocument/2006/relationships/image" Target="../media/image250.wmf"/><Relationship Id="rId3" Type="http://schemas.openxmlformats.org/officeDocument/2006/relationships/oleObject" Target="../embeddings/oleObject274.bin"/><Relationship Id="rId21" Type="http://schemas.openxmlformats.org/officeDocument/2006/relationships/oleObject" Target="../embeddings/oleObject283.bin"/><Relationship Id="rId7" Type="http://schemas.openxmlformats.org/officeDocument/2006/relationships/oleObject" Target="../embeddings/oleObject276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28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49.wmf"/><Relationship Id="rId20" Type="http://schemas.openxmlformats.org/officeDocument/2006/relationships/image" Target="../media/image251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78.bin"/><Relationship Id="rId24" Type="http://schemas.openxmlformats.org/officeDocument/2006/relationships/image" Target="../media/image253.wmf"/><Relationship Id="rId5" Type="http://schemas.openxmlformats.org/officeDocument/2006/relationships/oleObject" Target="../embeddings/oleObject275.bin"/><Relationship Id="rId15" Type="http://schemas.openxmlformats.org/officeDocument/2006/relationships/oleObject" Target="../embeddings/oleObject280.bin"/><Relationship Id="rId23" Type="http://schemas.openxmlformats.org/officeDocument/2006/relationships/oleObject" Target="../embeddings/oleObject284.bin"/><Relationship Id="rId10" Type="http://schemas.openxmlformats.org/officeDocument/2006/relationships/image" Target="../media/image246.wmf"/><Relationship Id="rId19" Type="http://schemas.openxmlformats.org/officeDocument/2006/relationships/oleObject" Target="../embeddings/oleObject282.bin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77.bin"/><Relationship Id="rId14" Type="http://schemas.openxmlformats.org/officeDocument/2006/relationships/image" Target="../media/image248.wmf"/><Relationship Id="rId22" Type="http://schemas.openxmlformats.org/officeDocument/2006/relationships/image" Target="../media/image25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13" Type="http://schemas.openxmlformats.org/officeDocument/2006/relationships/oleObject" Target="../embeddings/oleObject290.bin"/><Relationship Id="rId3" Type="http://schemas.openxmlformats.org/officeDocument/2006/relationships/oleObject" Target="../embeddings/oleObject285.bin"/><Relationship Id="rId7" Type="http://schemas.openxmlformats.org/officeDocument/2006/relationships/oleObject" Target="../embeddings/oleObject287.bin"/><Relationship Id="rId12" Type="http://schemas.openxmlformats.org/officeDocument/2006/relationships/image" Target="../media/image258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60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55.wmf"/><Relationship Id="rId11" Type="http://schemas.openxmlformats.org/officeDocument/2006/relationships/oleObject" Target="../embeddings/oleObject289.bin"/><Relationship Id="rId5" Type="http://schemas.openxmlformats.org/officeDocument/2006/relationships/oleObject" Target="../embeddings/oleObject286.bin"/><Relationship Id="rId15" Type="http://schemas.openxmlformats.org/officeDocument/2006/relationships/oleObject" Target="../embeddings/oleObject291.bin"/><Relationship Id="rId10" Type="http://schemas.openxmlformats.org/officeDocument/2006/relationships/image" Target="../media/image257.wmf"/><Relationship Id="rId4" Type="http://schemas.openxmlformats.org/officeDocument/2006/relationships/image" Target="../media/image254.wmf"/><Relationship Id="rId9" Type="http://schemas.openxmlformats.org/officeDocument/2006/relationships/oleObject" Target="../embeddings/oleObject288.bin"/><Relationship Id="rId14" Type="http://schemas.openxmlformats.org/officeDocument/2006/relationships/image" Target="../media/image25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13" Type="http://schemas.openxmlformats.org/officeDocument/2006/relationships/oleObject" Target="../embeddings/oleObject297.bin"/><Relationship Id="rId18" Type="http://schemas.openxmlformats.org/officeDocument/2006/relationships/image" Target="../media/image268.wmf"/><Relationship Id="rId26" Type="http://schemas.openxmlformats.org/officeDocument/2006/relationships/image" Target="../media/image272.wmf"/><Relationship Id="rId3" Type="http://schemas.openxmlformats.org/officeDocument/2006/relationships/oleObject" Target="../embeddings/oleObject292.bin"/><Relationship Id="rId21" Type="http://schemas.openxmlformats.org/officeDocument/2006/relationships/oleObject" Target="../embeddings/oleObject301.bin"/><Relationship Id="rId7" Type="http://schemas.openxmlformats.org/officeDocument/2006/relationships/oleObject" Target="../embeddings/oleObject294.bin"/><Relationship Id="rId12" Type="http://schemas.openxmlformats.org/officeDocument/2006/relationships/image" Target="../media/image265.wmf"/><Relationship Id="rId17" Type="http://schemas.openxmlformats.org/officeDocument/2006/relationships/oleObject" Target="../embeddings/oleObject299.bin"/><Relationship Id="rId25" Type="http://schemas.openxmlformats.org/officeDocument/2006/relationships/oleObject" Target="../embeddings/oleObject30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67.wmf"/><Relationship Id="rId20" Type="http://schemas.openxmlformats.org/officeDocument/2006/relationships/image" Target="../media/image269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62.wmf"/><Relationship Id="rId11" Type="http://schemas.openxmlformats.org/officeDocument/2006/relationships/oleObject" Target="../embeddings/oleObject296.bin"/><Relationship Id="rId24" Type="http://schemas.openxmlformats.org/officeDocument/2006/relationships/image" Target="../media/image271.wmf"/><Relationship Id="rId5" Type="http://schemas.openxmlformats.org/officeDocument/2006/relationships/oleObject" Target="../embeddings/oleObject293.bin"/><Relationship Id="rId15" Type="http://schemas.openxmlformats.org/officeDocument/2006/relationships/oleObject" Target="../embeddings/oleObject298.bin"/><Relationship Id="rId23" Type="http://schemas.openxmlformats.org/officeDocument/2006/relationships/oleObject" Target="../embeddings/oleObject302.bin"/><Relationship Id="rId10" Type="http://schemas.openxmlformats.org/officeDocument/2006/relationships/image" Target="../media/image264.wmf"/><Relationship Id="rId19" Type="http://schemas.openxmlformats.org/officeDocument/2006/relationships/oleObject" Target="../embeddings/oleObject300.bin"/><Relationship Id="rId4" Type="http://schemas.openxmlformats.org/officeDocument/2006/relationships/image" Target="../media/image261.wmf"/><Relationship Id="rId9" Type="http://schemas.openxmlformats.org/officeDocument/2006/relationships/oleObject" Target="../embeddings/oleObject295.bin"/><Relationship Id="rId14" Type="http://schemas.openxmlformats.org/officeDocument/2006/relationships/image" Target="../media/image266.wmf"/><Relationship Id="rId22" Type="http://schemas.openxmlformats.org/officeDocument/2006/relationships/image" Target="../media/image27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wmf"/><Relationship Id="rId13" Type="http://schemas.openxmlformats.org/officeDocument/2006/relationships/oleObject" Target="../embeddings/oleObject309.bin"/><Relationship Id="rId18" Type="http://schemas.openxmlformats.org/officeDocument/2006/relationships/image" Target="../media/image279.wmf"/><Relationship Id="rId3" Type="http://schemas.openxmlformats.org/officeDocument/2006/relationships/oleObject" Target="../embeddings/oleObject304.bin"/><Relationship Id="rId21" Type="http://schemas.openxmlformats.org/officeDocument/2006/relationships/oleObject" Target="../embeddings/oleObject313.bin"/><Relationship Id="rId7" Type="http://schemas.openxmlformats.org/officeDocument/2006/relationships/oleObject" Target="../embeddings/oleObject306.bin"/><Relationship Id="rId12" Type="http://schemas.openxmlformats.org/officeDocument/2006/relationships/image" Target="../media/image236.wmf"/><Relationship Id="rId17" Type="http://schemas.openxmlformats.org/officeDocument/2006/relationships/oleObject" Target="../embeddings/oleObject31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78.wmf"/><Relationship Id="rId20" Type="http://schemas.openxmlformats.org/officeDocument/2006/relationships/image" Target="../media/image280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74.wmf"/><Relationship Id="rId11" Type="http://schemas.openxmlformats.org/officeDocument/2006/relationships/oleObject" Target="../embeddings/oleObject308.bin"/><Relationship Id="rId5" Type="http://schemas.openxmlformats.org/officeDocument/2006/relationships/oleObject" Target="../embeddings/oleObject305.bin"/><Relationship Id="rId15" Type="http://schemas.openxmlformats.org/officeDocument/2006/relationships/oleObject" Target="../embeddings/oleObject310.bin"/><Relationship Id="rId10" Type="http://schemas.openxmlformats.org/officeDocument/2006/relationships/image" Target="../media/image276.wmf"/><Relationship Id="rId19" Type="http://schemas.openxmlformats.org/officeDocument/2006/relationships/oleObject" Target="../embeddings/oleObject312.bin"/><Relationship Id="rId4" Type="http://schemas.openxmlformats.org/officeDocument/2006/relationships/image" Target="../media/image273.wmf"/><Relationship Id="rId9" Type="http://schemas.openxmlformats.org/officeDocument/2006/relationships/oleObject" Target="../embeddings/oleObject307.bin"/><Relationship Id="rId14" Type="http://schemas.openxmlformats.org/officeDocument/2006/relationships/image" Target="../media/image277.wmf"/><Relationship Id="rId22" Type="http://schemas.openxmlformats.org/officeDocument/2006/relationships/image" Target="../media/image281.wmf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19.bin"/><Relationship Id="rId18" Type="http://schemas.openxmlformats.org/officeDocument/2006/relationships/image" Target="../media/image289.wmf"/><Relationship Id="rId26" Type="http://schemas.openxmlformats.org/officeDocument/2006/relationships/image" Target="../media/image293.wmf"/><Relationship Id="rId39" Type="http://schemas.openxmlformats.org/officeDocument/2006/relationships/oleObject" Target="../embeddings/oleObject333.bin"/><Relationship Id="rId21" Type="http://schemas.openxmlformats.org/officeDocument/2006/relationships/oleObject" Target="../embeddings/oleObject323.bin"/><Relationship Id="rId34" Type="http://schemas.openxmlformats.org/officeDocument/2006/relationships/image" Target="../media/image296.wmf"/><Relationship Id="rId42" Type="http://schemas.openxmlformats.org/officeDocument/2006/relationships/image" Target="../media/image300.wmf"/><Relationship Id="rId7" Type="http://schemas.openxmlformats.org/officeDocument/2006/relationships/oleObject" Target="../embeddings/oleObject31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88.wmf"/><Relationship Id="rId20" Type="http://schemas.openxmlformats.org/officeDocument/2006/relationships/image" Target="../media/image290.wmf"/><Relationship Id="rId29" Type="http://schemas.openxmlformats.org/officeDocument/2006/relationships/image" Target="../media/image294.wmf"/><Relationship Id="rId41" Type="http://schemas.openxmlformats.org/officeDocument/2006/relationships/oleObject" Target="../embeddings/oleObject334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83.wmf"/><Relationship Id="rId11" Type="http://schemas.openxmlformats.org/officeDocument/2006/relationships/oleObject" Target="../embeddings/oleObject318.bin"/><Relationship Id="rId24" Type="http://schemas.openxmlformats.org/officeDocument/2006/relationships/image" Target="../media/image292.wmf"/><Relationship Id="rId32" Type="http://schemas.openxmlformats.org/officeDocument/2006/relationships/image" Target="../media/image295.wmf"/><Relationship Id="rId37" Type="http://schemas.openxmlformats.org/officeDocument/2006/relationships/oleObject" Target="../embeddings/oleObject332.bin"/><Relationship Id="rId40" Type="http://schemas.openxmlformats.org/officeDocument/2006/relationships/image" Target="../media/image299.wmf"/><Relationship Id="rId5" Type="http://schemas.openxmlformats.org/officeDocument/2006/relationships/oleObject" Target="../embeddings/oleObject315.bin"/><Relationship Id="rId15" Type="http://schemas.openxmlformats.org/officeDocument/2006/relationships/oleObject" Target="../embeddings/oleObject320.bin"/><Relationship Id="rId23" Type="http://schemas.openxmlformats.org/officeDocument/2006/relationships/oleObject" Target="../embeddings/oleObject324.bin"/><Relationship Id="rId28" Type="http://schemas.openxmlformats.org/officeDocument/2006/relationships/oleObject" Target="../embeddings/oleObject327.bin"/><Relationship Id="rId36" Type="http://schemas.openxmlformats.org/officeDocument/2006/relationships/image" Target="../media/image297.wmf"/><Relationship Id="rId10" Type="http://schemas.openxmlformats.org/officeDocument/2006/relationships/image" Target="../media/image285.wmf"/><Relationship Id="rId19" Type="http://schemas.openxmlformats.org/officeDocument/2006/relationships/oleObject" Target="../embeddings/oleObject322.bin"/><Relationship Id="rId31" Type="http://schemas.openxmlformats.org/officeDocument/2006/relationships/oleObject" Target="../embeddings/oleObject329.bin"/><Relationship Id="rId4" Type="http://schemas.openxmlformats.org/officeDocument/2006/relationships/image" Target="../media/image282.wmf"/><Relationship Id="rId9" Type="http://schemas.openxmlformats.org/officeDocument/2006/relationships/oleObject" Target="../embeddings/oleObject317.bin"/><Relationship Id="rId14" Type="http://schemas.openxmlformats.org/officeDocument/2006/relationships/image" Target="../media/image287.wmf"/><Relationship Id="rId22" Type="http://schemas.openxmlformats.org/officeDocument/2006/relationships/image" Target="../media/image291.wmf"/><Relationship Id="rId27" Type="http://schemas.openxmlformats.org/officeDocument/2006/relationships/oleObject" Target="../embeddings/oleObject326.bin"/><Relationship Id="rId30" Type="http://schemas.openxmlformats.org/officeDocument/2006/relationships/oleObject" Target="../embeddings/oleObject328.bin"/><Relationship Id="rId35" Type="http://schemas.openxmlformats.org/officeDocument/2006/relationships/oleObject" Target="../embeddings/oleObject331.bin"/><Relationship Id="rId8" Type="http://schemas.openxmlformats.org/officeDocument/2006/relationships/image" Target="../media/image284.wmf"/><Relationship Id="rId3" Type="http://schemas.openxmlformats.org/officeDocument/2006/relationships/oleObject" Target="../embeddings/oleObject314.bin"/><Relationship Id="rId12" Type="http://schemas.openxmlformats.org/officeDocument/2006/relationships/image" Target="../media/image286.wmf"/><Relationship Id="rId17" Type="http://schemas.openxmlformats.org/officeDocument/2006/relationships/oleObject" Target="../embeddings/oleObject321.bin"/><Relationship Id="rId25" Type="http://schemas.openxmlformats.org/officeDocument/2006/relationships/oleObject" Target="../embeddings/oleObject325.bin"/><Relationship Id="rId33" Type="http://schemas.openxmlformats.org/officeDocument/2006/relationships/oleObject" Target="../embeddings/oleObject330.bin"/><Relationship Id="rId38" Type="http://schemas.openxmlformats.org/officeDocument/2006/relationships/image" Target="../media/image29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wmf"/><Relationship Id="rId13" Type="http://schemas.openxmlformats.org/officeDocument/2006/relationships/oleObject" Target="../embeddings/oleObject340.bin"/><Relationship Id="rId18" Type="http://schemas.openxmlformats.org/officeDocument/2006/relationships/image" Target="../media/image308.wmf"/><Relationship Id="rId26" Type="http://schemas.openxmlformats.org/officeDocument/2006/relationships/image" Target="../media/image312.wmf"/><Relationship Id="rId3" Type="http://schemas.openxmlformats.org/officeDocument/2006/relationships/oleObject" Target="../embeddings/oleObject335.bin"/><Relationship Id="rId21" Type="http://schemas.openxmlformats.org/officeDocument/2006/relationships/oleObject" Target="../embeddings/oleObject344.bin"/><Relationship Id="rId7" Type="http://schemas.openxmlformats.org/officeDocument/2006/relationships/oleObject" Target="../embeddings/oleObject337.bin"/><Relationship Id="rId12" Type="http://schemas.openxmlformats.org/officeDocument/2006/relationships/image" Target="../media/image305.wmf"/><Relationship Id="rId17" Type="http://schemas.openxmlformats.org/officeDocument/2006/relationships/oleObject" Target="../embeddings/oleObject342.bin"/><Relationship Id="rId25" Type="http://schemas.openxmlformats.org/officeDocument/2006/relationships/oleObject" Target="../embeddings/oleObject34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07.wmf"/><Relationship Id="rId20" Type="http://schemas.openxmlformats.org/officeDocument/2006/relationships/image" Target="../media/image309.wmf"/><Relationship Id="rId29" Type="http://schemas.openxmlformats.org/officeDocument/2006/relationships/oleObject" Target="../embeddings/oleObject348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02.wmf"/><Relationship Id="rId11" Type="http://schemas.openxmlformats.org/officeDocument/2006/relationships/oleObject" Target="../embeddings/oleObject339.bin"/><Relationship Id="rId24" Type="http://schemas.openxmlformats.org/officeDocument/2006/relationships/image" Target="../media/image311.wmf"/><Relationship Id="rId32" Type="http://schemas.openxmlformats.org/officeDocument/2006/relationships/image" Target="../media/image315.wmf"/><Relationship Id="rId5" Type="http://schemas.openxmlformats.org/officeDocument/2006/relationships/oleObject" Target="../embeddings/oleObject336.bin"/><Relationship Id="rId15" Type="http://schemas.openxmlformats.org/officeDocument/2006/relationships/oleObject" Target="../embeddings/oleObject341.bin"/><Relationship Id="rId23" Type="http://schemas.openxmlformats.org/officeDocument/2006/relationships/oleObject" Target="../embeddings/oleObject345.bin"/><Relationship Id="rId28" Type="http://schemas.openxmlformats.org/officeDocument/2006/relationships/image" Target="../media/image313.wmf"/><Relationship Id="rId10" Type="http://schemas.openxmlformats.org/officeDocument/2006/relationships/image" Target="../media/image304.wmf"/><Relationship Id="rId19" Type="http://schemas.openxmlformats.org/officeDocument/2006/relationships/oleObject" Target="../embeddings/oleObject343.bin"/><Relationship Id="rId31" Type="http://schemas.openxmlformats.org/officeDocument/2006/relationships/oleObject" Target="../embeddings/oleObject349.bin"/><Relationship Id="rId4" Type="http://schemas.openxmlformats.org/officeDocument/2006/relationships/image" Target="../media/image301.wmf"/><Relationship Id="rId9" Type="http://schemas.openxmlformats.org/officeDocument/2006/relationships/oleObject" Target="../embeddings/oleObject338.bin"/><Relationship Id="rId14" Type="http://schemas.openxmlformats.org/officeDocument/2006/relationships/image" Target="../media/image306.wmf"/><Relationship Id="rId22" Type="http://schemas.openxmlformats.org/officeDocument/2006/relationships/image" Target="../media/image310.wmf"/><Relationship Id="rId27" Type="http://schemas.openxmlformats.org/officeDocument/2006/relationships/oleObject" Target="../embeddings/oleObject347.bin"/><Relationship Id="rId30" Type="http://schemas.openxmlformats.org/officeDocument/2006/relationships/image" Target="../media/image314.wmf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55.bin"/><Relationship Id="rId18" Type="http://schemas.openxmlformats.org/officeDocument/2006/relationships/image" Target="../media/image317.wmf"/><Relationship Id="rId26" Type="http://schemas.openxmlformats.org/officeDocument/2006/relationships/image" Target="../media/image321.wmf"/><Relationship Id="rId3" Type="http://schemas.openxmlformats.org/officeDocument/2006/relationships/oleObject" Target="../embeddings/oleObject350.bin"/><Relationship Id="rId21" Type="http://schemas.openxmlformats.org/officeDocument/2006/relationships/oleObject" Target="../embeddings/oleObject359.bin"/><Relationship Id="rId34" Type="http://schemas.openxmlformats.org/officeDocument/2006/relationships/image" Target="../media/image324.wmf"/><Relationship Id="rId7" Type="http://schemas.openxmlformats.org/officeDocument/2006/relationships/oleObject" Target="../embeddings/oleObject352.bin"/><Relationship Id="rId12" Type="http://schemas.openxmlformats.org/officeDocument/2006/relationships/image" Target="../media/image307.wmf"/><Relationship Id="rId17" Type="http://schemas.openxmlformats.org/officeDocument/2006/relationships/oleObject" Target="../embeddings/oleObject357.bin"/><Relationship Id="rId25" Type="http://schemas.openxmlformats.org/officeDocument/2006/relationships/oleObject" Target="../embeddings/oleObject361.bin"/><Relationship Id="rId33" Type="http://schemas.openxmlformats.org/officeDocument/2006/relationships/oleObject" Target="../embeddings/oleObject36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16.wmf"/><Relationship Id="rId20" Type="http://schemas.openxmlformats.org/officeDocument/2006/relationships/image" Target="../media/image318.wmf"/><Relationship Id="rId29" Type="http://schemas.openxmlformats.org/officeDocument/2006/relationships/oleObject" Target="../embeddings/oleObject364.bin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04.wmf"/><Relationship Id="rId11" Type="http://schemas.openxmlformats.org/officeDocument/2006/relationships/oleObject" Target="../embeddings/oleObject354.bin"/><Relationship Id="rId24" Type="http://schemas.openxmlformats.org/officeDocument/2006/relationships/image" Target="../media/image320.wmf"/><Relationship Id="rId32" Type="http://schemas.openxmlformats.org/officeDocument/2006/relationships/image" Target="../media/image323.wmf"/><Relationship Id="rId5" Type="http://schemas.openxmlformats.org/officeDocument/2006/relationships/oleObject" Target="../embeddings/oleObject351.bin"/><Relationship Id="rId15" Type="http://schemas.openxmlformats.org/officeDocument/2006/relationships/oleObject" Target="../embeddings/oleObject356.bin"/><Relationship Id="rId23" Type="http://schemas.openxmlformats.org/officeDocument/2006/relationships/oleObject" Target="../embeddings/oleObject360.bin"/><Relationship Id="rId28" Type="http://schemas.openxmlformats.org/officeDocument/2006/relationships/oleObject" Target="../embeddings/oleObject363.bin"/><Relationship Id="rId10" Type="http://schemas.openxmlformats.org/officeDocument/2006/relationships/image" Target="../media/image306.wmf"/><Relationship Id="rId19" Type="http://schemas.openxmlformats.org/officeDocument/2006/relationships/oleObject" Target="../embeddings/oleObject358.bin"/><Relationship Id="rId31" Type="http://schemas.openxmlformats.org/officeDocument/2006/relationships/oleObject" Target="../embeddings/oleObject365.bin"/><Relationship Id="rId4" Type="http://schemas.openxmlformats.org/officeDocument/2006/relationships/image" Target="../media/image303.wmf"/><Relationship Id="rId9" Type="http://schemas.openxmlformats.org/officeDocument/2006/relationships/oleObject" Target="../embeddings/oleObject353.bin"/><Relationship Id="rId14" Type="http://schemas.openxmlformats.org/officeDocument/2006/relationships/image" Target="../media/image308.wmf"/><Relationship Id="rId22" Type="http://schemas.openxmlformats.org/officeDocument/2006/relationships/image" Target="../media/image319.wmf"/><Relationship Id="rId27" Type="http://schemas.openxmlformats.org/officeDocument/2006/relationships/oleObject" Target="../embeddings/oleObject362.bin"/><Relationship Id="rId30" Type="http://schemas.openxmlformats.org/officeDocument/2006/relationships/image" Target="../media/image322.wmf"/><Relationship Id="rId8" Type="http://schemas.openxmlformats.org/officeDocument/2006/relationships/image" Target="../media/image305.w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72.bin"/><Relationship Id="rId18" Type="http://schemas.openxmlformats.org/officeDocument/2006/relationships/image" Target="../media/image317.wmf"/><Relationship Id="rId26" Type="http://schemas.openxmlformats.org/officeDocument/2006/relationships/image" Target="../media/image321.wmf"/><Relationship Id="rId21" Type="http://schemas.openxmlformats.org/officeDocument/2006/relationships/oleObject" Target="../embeddings/oleObject376.bin"/><Relationship Id="rId34" Type="http://schemas.openxmlformats.org/officeDocument/2006/relationships/oleObject" Target="../embeddings/oleObject385.bin"/><Relationship Id="rId7" Type="http://schemas.openxmlformats.org/officeDocument/2006/relationships/oleObject" Target="../embeddings/oleObject369.bin"/><Relationship Id="rId12" Type="http://schemas.openxmlformats.org/officeDocument/2006/relationships/image" Target="../media/image307.wmf"/><Relationship Id="rId17" Type="http://schemas.openxmlformats.org/officeDocument/2006/relationships/oleObject" Target="../embeddings/oleObject374.bin"/><Relationship Id="rId25" Type="http://schemas.openxmlformats.org/officeDocument/2006/relationships/oleObject" Target="../embeddings/oleObject378.bin"/><Relationship Id="rId33" Type="http://schemas.openxmlformats.org/officeDocument/2006/relationships/image" Target="../media/image326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25.wmf"/><Relationship Id="rId20" Type="http://schemas.openxmlformats.org/officeDocument/2006/relationships/image" Target="../media/image318.wmf"/><Relationship Id="rId29" Type="http://schemas.openxmlformats.org/officeDocument/2006/relationships/oleObject" Target="../embeddings/oleObject381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04.wmf"/><Relationship Id="rId11" Type="http://schemas.openxmlformats.org/officeDocument/2006/relationships/oleObject" Target="../embeddings/oleObject371.bin"/><Relationship Id="rId24" Type="http://schemas.openxmlformats.org/officeDocument/2006/relationships/image" Target="../media/image320.wmf"/><Relationship Id="rId32" Type="http://schemas.openxmlformats.org/officeDocument/2006/relationships/oleObject" Target="../embeddings/oleObject384.bin"/><Relationship Id="rId37" Type="http://schemas.openxmlformats.org/officeDocument/2006/relationships/image" Target="../media/image328.wmf"/><Relationship Id="rId5" Type="http://schemas.openxmlformats.org/officeDocument/2006/relationships/oleObject" Target="../embeddings/oleObject368.bin"/><Relationship Id="rId15" Type="http://schemas.openxmlformats.org/officeDocument/2006/relationships/oleObject" Target="../embeddings/oleObject373.bin"/><Relationship Id="rId23" Type="http://schemas.openxmlformats.org/officeDocument/2006/relationships/oleObject" Target="../embeddings/oleObject377.bin"/><Relationship Id="rId28" Type="http://schemas.openxmlformats.org/officeDocument/2006/relationships/oleObject" Target="../embeddings/oleObject380.bin"/><Relationship Id="rId36" Type="http://schemas.openxmlformats.org/officeDocument/2006/relationships/oleObject" Target="../embeddings/oleObject386.bin"/><Relationship Id="rId10" Type="http://schemas.openxmlformats.org/officeDocument/2006/relationships/image" Target="../media/image306.wmf"/><Relationship Id="rId19" Type="http://schemas.openxmlformats.org/officeDocument/2006/relationships/oleObject" Target="../embeddings/oleObject375.bin"/><Relationship Id="rId31" Type="http://schemas.openxmlformats.org/officeDocument/2006/relationships/oleObject" Target="../embeddings/oleObject383.bin"/><Relationship Id="rId4" Type="http://schemas.openxmlformats.org/officeDocument/2006/relationships/image" Target="../media/image303.wmf"/><Relationship Id="rId9" Type="http://schemas.openxmlformats.org/officeDocument/2006/relationships/oleObject" Target="../embeddings/oleObject370.bin"/><Relationship Id="rId14" Type="http://schemas.openxmlformats.org/officeDocument/2006/relationships/image" Target="../media/image308.wmf"/><Relationship Id="rId22" Type="http://schemas.openxmlformats.org/officeDocument/2006/relationships/image" Target="../media/image319.wmf"/><Relationship Id="rId27" Type="http://schemas.openxmlformats.org/officeDocument/2006/relationships/oleObject" Target="../embeddings/oleObject379.bin"/><Relationship Id="rId30" Type="http://schemas.openxmlformats.org/officeDocument/2006/relationships/oleObject" Target="../embeddings/oleObject382.bin"/><Relationship Id="rId35" Type="http://schemas.openxmlformats.org/officeDocument/2006/relationships/image" Target="../media/image327.wmf"/><Relationship Id="rId8" Type="http://schemas.openxmlformats.org/officeDocument/2006/relationships/image" Target="../media/image305.wmf"/><Relationship Id="rId3" Type="http://schemas.openxmlformats.org/officeDocument/2006/relationships/oleObject" Target="../embeddings/oleObject367.bin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92.bin"/><Relationship Id="rId18" Type="http://schemas.openxmlformats.org/officeDocument/2006/relationships/image" Target="../media/image317.wmf"/><Relationship Id="rId26" Type="http://schemas.openxmlformats.org/officeDocument/2006/relationships/image" Target="../media/image321.wmf"/><Relationship Id="rId3" Type="http://schemas.openxmlformats.org/officeDocument/2006/relationships/oleObject" Target="../embeddings/oleObject387.bin"/><Relationship Id="rId21" Type="http://schemas.openxmlformats.org/officeDocument/2006/relationships/oleObject" Target="../embeddings/oleObject396.bin"/><Relationship Id="rId34" Type="http://schemas.openxmlformats.org/officeDocument/2006/relationships/oleObject" Target="../embeddings/oleObject404.bin"/><Relationship Id="rId7" Type="http://schemas.openxmlformats.org/officeDocument/2006/relationships/oleObject" Target="../embeddings/oleObject389.bin"/><Relationship Id="rId12" Type="http://schemas.openxmlformats.org/officeDocument/2006/relationships/image" Target="../media/image307.wmf"/><Relationship Id="rId17" Type="http://schemas.openxmlformats.org/officeDocument/2006/relationships/oleObject" Target="../embeddings/oleObject394.bin"/><Relationship Id="rId25" Type="http://schemas.openxmlformats.org/officeDocument/2006/relationships/oleObject" Target="../embeddings/oleObject398.bin"/><Relationship Id="rId33" Type="http://schemas.openxmlformats.org/officeDocument/2006/relationships/image" Target="../media/image327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29.wmf"/><Relationship Id="rId20" Type="http://schemas.openxmlformats.org/officeDocument/2006/relationships/image" Target="../media/image318.wmf"/><Relationship Id="rId29" Type="http://schemas.openxmlformats.org/officeDocument/2006/relationships/oleObject" Target="../embeddings/oleObject401.bin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04.wmf"/><Relationship Id="rId11" Type="http://schemas.openxmlformats.org/officeDocument/2006/relationships/oleObject" Target="../embeddings/oleObject391.bin"/><Relationship Id="rId24" Type="http://schemas.openxmlformats.org/officeDocument/2006/relationships/image" Target="../media/image320.wmf"/><Relationship Id="rId32" Type="http://schemas.openxmlformats.org/officeDocument/2006/relationships/oleObject" Target="../embeddings/oleObject403.bin"/><Relationship Id="rId5" Type="http://schemas.openxmlformats.org/officeDocument/2006/relationships/oleObject" Target="../embeddings/oleObject388.bin"/><Relationship Id="rId15" Type="http://schemas.openxmlformats.org/officeDocument/2006/relationships/oleObject" Target="../embeddings/oleObject393.bin"/><Relationship Id="rId23" Type="http://schemas.openxmlformats.org/officeDocument/2006/relationships/oleObject" Target="../embeddings/oleObject397.bin"/><Relationship Id="rId28" Type="http://schemas.openxmlformats.org/officeDocument/2006/relationships/oleObject" Target="../embeddings/oleObject400.bin"/><Relationship Id="rId10" Type="http://schemas.openxmlformats.org/officeDocument/2006/relationships/image" Target="../media/image306.wmf"/><Relationship Id="rId19" Type="http://schemas.openxmlformats.org/officeDocument/2006/relationships/oleObject" Target="../embeddings/oleObject395.bin"/><Relationship Id="rId31" Type="http://schemas.openxmlformats.org/officeDocument/2006/relationships/image" Target="../media/image330.wmf"/><Relationship Id="rId4" Type="http://schemas.openxmlformats.org/officeDocument/2006/relationships/image" Target="../media/image303.wmf"/><Relationship Id="rId9" Type="http://schemas.openxmlformats.org/officeDocument/2006/relationships/oleObject" Target="../embeddings/oleObject390.bin"/><Relationship Id="rId14" Type="http://schemas.openxmlformats.org/officeDocument/2006/relationships/image" Target="../media/image308.wmf"/><Relationship Id="rId22" Type="http://schemas.openxmlformats.org/officeDocument/2006/relationships/image" Target="../media/image319.wmf"/><Relationship Id="rId27" Type="http://schemas.openxmlformats.org/officeDocument/2006/relationships/oleObject" Target="../embeddings/oleObject399.bin"/><Relationship Id="rId30" Type="http://schemas.openxmlformats.org/officeDocument/2006/relationships/oleObject" Target="../embeddings/oleObject402.bin"/><Relationship Id="rId35" Type="http://schemas.openxmlformats.org/officeDocument/2006/relationships/image" Target="../media/image331.wmf"/><Relationship Id="rId8" Type="http://schemas.openxmlformats.org/officeDocument/2006/relationships/image" Target="../media/image305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wmf"/><Relationship Id="rId13" Type="http://schemas.openxmlformats.org/officeDocument/2006/relationships/oleObject" Target="../embeddings/oleObject410.bin"/><Relationship Id="rId18" Type="http://schemas.openxmlformats.org/officeDocument/2006/relationships/image" Target="../media/image339.wmf"/><Relationship Id="rId26" Type="http://schemas.openxmlformats.org/officeDocument/2006/relationships/image" Target="../media/image343.wmf"/><Relationship Id="rId3" Type="http://schemas.openxmlformats.org/officeDocument/2006/relationships/oleObject" Target="../embeddings/oleObject405.bin"/><Relationship Id="rId21" Type="http://schemas.openxmlformats.org/officeDocument/2006/relationships/oleObject" Target="../embeddings/oleObject414.bin"/><Relationship Id="rId7" Type="http://schemas.openxmlformats.org/officeDocument/2006/relationships/oleObject" Target="../embeddings/oleObject407.bin"/><Relationship Id="rId12" Type="http://schemas.openxmlformats.org/officeDocument/2006/relationships/image" Target="../media/image336.wmf"/><Relationship Id="rId17" Type="http://schemas.openxmlformats.org/officeDocument/2006/relationships/oleObject" Target="../embeddings/oleObject412.bin"/><Relationship Id="rId25" Type="http://schemas.openxmlformats.org/officeDocument/2006/relationships/oleObject" Target="../embeddings/oleObject41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38.wmf"/><Relationship Id="rId20" Type="http://schemas.openxmlformats.org/officeDocument/2006/relationships/image" Target="../media/image340.wmf"/><Relationship Id="rId29" Type="http://schemas.openxmlformats.org/officeDocument/2006/relationships/oleObject" Target="../embeddings/oleObject418.bin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33.wmf"/><Relationship Id="rId11" Type="http://schemas.openxmlformats.org/officeDocument/2006/relationships/oleObject" Target="../embeddings/oleObject409.bin"/><Relationship Id="rId24" Type="http://schemas.openxmlformats.org/officeDocument/2006/relationships/image" Target="../media/image342.wmf"/><Relationship Id="rId5" Type="http://schemas.openxmlformats.org/officeDocument/2006/relationships/oleObject" Target="../embeddings/oleObject406.bin"/><Relationship Id="rId15" Type="http://schemas.openxmlformats.org/officeDocument/2006/relationships/oleObject" Target="../embeddings/oleObject411.bin"/><Relationship Id="rId23" Type="http://schemas.openxmlformats.org/officeDocument/2006/relationships/oleObject" Target="../embeddings/oleObject415.bin"/><Relationship Id="rId28" Type="http://schemas.openxmlformats.org/officeDocument/2006/relationships/image" Target="../media/image344.wmf"/><Relationship Id="rId10" Type="http://schemas.openxmlformats.org/officeDocument/2006/relationships/image" Target="../media/image335.wmf"/><Relationship Id="rId19" Type="http://schemas.openxmlformats.org/officeDocument/2006/relationships/oleObject" Target="../embeddings/oleObject413.bin"/><Relationship Id="rId4" Type="http://schemas.openxmlformats.org/officeDocument/2006/relationships/image" Target="../media/image332.wmf"/><Relationship Id="rId9" Type="http://schemas.openxmlformats.org/officeDocument/2006/relationships/oleObject" Target="../embeddings/oleObject408.bin"/><Relationship Id="rId14" Type="http://schemas.openxmlformats.org/officeDocument/2006/relationships/image" Target="../media/image337.wmf"/><Relationship Id="rId22" Type="http://schemas.openxmlformats.org/officeDocument/2006/relationships/image" Target="../media/image341.wmf"/><Relationship Id="rId27" Type="http://schemas.openxmlformats.org/officeDocument/2006/relationships/oleObject" Target="../embeddings/oleObject417.bin"/><Relationship Id="rId30" Type="http://schemas.openxmlformats.org/officeDocument/2006/relationships/image" Target="../media/image34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wmf"/><Relationship Id="rId13" Type="http://schemas.openxmlformats.org/officeDocument/2006/relationships/oleObject" Target="../embeddings/oleObject424.bin"/><Relationship Id="rId18" Type="http://schemas.openxmlformats.org/officeDocument/2006/relationships/image" Target="../media/image353.wmf"/><Relationship Id="rId3" Type="http://schemas.openxmlformats.org/officeDocument/2006/relationships/oleObject" Target="../embeddings/oleObject419.bin"/><Relationship Id="rId7" Type="http://schemas.openxmlformats.org/officeDocument/2006/relationships/oleObject" Target="../embeddings/oleObject421.bin"/><Relationship Id="rId12" Type="http://schemas.openxmlformats.org/officeDocument/2006/relationships/image" Target="../media/image350.wmf"/><Relationship Id="rId17" Type="http://schemas.openxmlformats.org/officeDocument/2006/relationships/oleObject" Target="../embeddings/oleObject42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52.wmf"/><Relationship Id="rId20" Type="http://schemas.openxmlformats.org/officeDocument/2006/relationships/image" Target="../media/image354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47.wmf"/><Relationship Id="rId11" Type="http://schemas.openxmlformats.org/officeDocument/2006/relationships/oleObject" Target="../embeddings/oleObject423.bin"/><Relationship Id="rId5" Type="http://schemas.openxmlformats.org/officeDocument/2006/relationships/oleObject" Target="../embeddings/oleObject420.bin"/><Relationship Id="rId15" Type="http://schemas.openxmlformats.org/officeDocument/2006/relationships/oleObject" Target="../embeddings/oleObject425.bin"/><Relationship Id="rId10" Type="http://schemas.openxmlformats.org/officeDocument/2006/relationships/image" Target="../media/image349.wmf"/><Relationship Id="rId19" Type="http://schemas.openxmlformats.org/officeDocument/2006/relationships/oleObject" Target="../embeddings/oleObject427.bin"/><Relationship Id="rId4" Type="http://schemas.openxmlformats.org/officeDocument/2006/relationships/image" Target="../media/image346.wmf"/><Relationship Id="rId9" Type="http://schemas.openxmlformats.org/officeDocument/2006/relationships/oleObject" Target="../embeddings/oleObject422.bin"/><Relationship Id="rId14" Type="http://schemas.openxmlformats.org/officeDocument/2006/relationships/image" Target="../media/image351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wmf"/><Relationship Id="rId13" Type="http://schemas.openxmlformats.org/officeDocument/2006/relationships/oleObject" Target="../embeddings/oleObject432.bin"/><Relationship Id="rId18" Type="http://schemas.openxmlformats.org/officeDocument/2006/relationships/image" Target="../media/image358.wmf"/><Relationship Id="rId3" Type="http://schemas.openxmlformats.org/officeDocument/2006/relationships/oleObject" Target="../embeddings/oleObject428.bin"/><Relationship Id="rId21" Type="http://schemas.openxmlformats.org/officeDocument/2006/relationships/oleObject" Target="../embeddings/oleObject436.bin"/><Relationship Id="rId7" Type="http://schemas.openxmlformats.org/officeDocument/2006/relationships/oleObject" Target="../embeddings/oleObject430.bin"/><Relationship Id="rId12" Type="http://schemas.openxmlformats.org/officeDocument/2006/relationships/image" Target="../media/image355.wmf"/><Relationship Id="rId17" Type="http://schemas.openxmlformats.org/officeDocument/2006/relationships/oleObject" Target="../embeddings/oleObject43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57.wmf"/><Relationship Id="rId20" Type="http://schemas.openxmlformats.org/officeDocument/2006/relationships/image" Target="../media/image359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47.wmf"/><Relationship Id="rId11" Type="http://schemas.openxmlformats.org/officeDocument/2006/relationships/oleObject" Target="../embeddings/oleObject431.bin"/><Relationship Id="rId5" Type="http://schemas.openxmlformats.org/officeDocument/2006/relationships/oleObject" Target="../embeddings/oleObject429.bin"/><Relationship Id="rId15" Type="http://schemas.openxmlformats.org/officeDocument/2006/relationships/oleObject" Target="../embeddings/oleObject433.bin"/><Relationship Id="rId10" Type="http://schemas.openxmlformats.org/officeDocument/2006/relationships/image" Target="../media/image349.wmf"/><Relationship Id="rId19" Type="http://schemas.openxmlformats.org/officeDocument/2006/relationships/oleObject" Target="../embeddings/oleObject435.bin"/><Relationship Id="rId4" Type="http://schemas.openxmlformats.org/officeDocument/2006/relationships/image" Target="../media/image346.wmf"/><Relationship Id="rId9" Type="http://schemas.openxmlformats.org/officeDocument/2006/relationships/oleObject" Target="../embeddings/oleObject422.bin"/><Relationship Id="rId14" Type="http://schemas.openxmlformats.org/officeDocument/2006/relationships/image" Target="../media/image356.wmf"/><Relationship Id="rId22" Type="http://schemas.openxmlformats.org/officeDocument/2006/relationships/image" Target="../media/image360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3.wmf"/><Relationship Id="rId13" Type="http://schemas.openxmlformats.org/officeDocument/2006/relationships/oleObject" Target="../embeddings/oleObject442.bin"/><Relationship Id="rId3" Type="http://schemas.openxmlformats.org/officeDocument/2006/relationships/oleObject" Target="../embeddings/oleObject437.bin"/><Relationship Id="rId7" Type="http://schemas.openxmlformats.org/officeDocument/2006/relationships/oleObject" Target="../embeddings/oleObject439.bin"/><Relationship Id="rId12" Type="http://schemas.openxmlformats.org/officeDocument/2006/relationships/image" Target="../media/image36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62.wmf"/><Relationship Id="rId11" Type="http://schemas.openxmlformats.org/officeDocument/2006/relationships/oleObject" Target="../embeddings/oleObject441.bin"/><Relationship Id="rId5" Type="http://schemas.openxmlformats.org/officeDocument/2006/relationships/oleObject" Target="../embeddings/oleObject438.bin"/><Relationship Id="rId10" Type="http://schemas.openxmlformats.org/officeDocument/2006/relationships/image" Target="../media/image364.wmf"/><Relationship Id="rId4" Type="http://schemas.openxmlformats.org/officeDocument/2006/relationships/image" Target="../media/image361.wmf"/><Relationship Id="rId9" Type="http://schemas.openxmlformats.org/officeDocument/2006/relationships/oleObject" Target="../embeddings/oleObject440.bin"/><Relationship Id="rId14" Type="http://schemas.openxmlformats.org/officeDocument/2006/relationships/image" Target="../media/image366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9.wmf"/><Relationship Id="rId13" Type="http://schemas.openxmlformats.org/officeDocument/2006/relationships/oleObject" Target="../embeddings/oleObject448.bin"/><Relationship Id="rId18" Type="http://schemas.openxmlformats.org/officeDocument/2006/relationships/oleObject" Target="../embeddings/oleObject451.bin"/><Relationship Id="rId3" Type="http://schemas.openxmlformats.org/officeDocument/2006/relationships/oleObject" Target="../embeddings/oleObject443.bin"/><Relationship Id="rId21" Type="http://schemas.openxmlformats.org/officeDocument/2006/relationships/image" Target="../media/image375.wmf"/><Relationship Id="rId7" Type="http://schemas.openxmlformats.org/officeDocument/2006/relationships/oleObject" Target="../embeddings/oleObject445.bin"/><Relationship Id="rId12" Type="http://schemas.openxmlformats.org/officeDocument/2006/relationships/image" Target="../media/image371.wmf"/><Relationship Id="rId17" Type="http://schemas.openxmlformats.org/officeDocument/2006/relationships/image" Target="../media/image373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450.bin"/><Relationship Id="rId20" Type="http://schemas.openxmlformats.org/officeDocument/2006/relationships/oleObject" Target="../embeddings/oleObject452.bin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68.wmf"/><Relationship Id="rId11" Type="http://schemas.openxmlformats.org/officeDocument/2006/relationships/oleObject" Target="../embeddings/oleObject447.bin"/><Relationship Id="rId5" Type="http://schemas.openxmlformats.org/officeDocument/2006/relationships/oleObject" Target="../embeddings/oleObject444.bin"/><Relationship Id="rId15" Type="http://schemas.openxmlformats.org/officeDocument/2006/relationships/image" Target="../media/image372.wmf"/><Relationship Id="rId10" Type="http://schemas.openxmlformats.org/officeDocument/2006/relationships/image" Target="../media/image370.wmf"/><Relationship Id="rId19" Type="http://schemas.openxmlformats.org/officeDocument/2006/relationships/image" Target="../media/image374.wmf"/><Relationship Id="rId4" Type="http://schemas.openxmlformats.org/officeDocument/2006/relationships/image" Target="../media/image367.wmf"/><Relationship Id="rId9" Type="http://schemas.openxmlformats.org/officeDocument/2006/relationships/oleObject" Target="../embeddings/oleObject446.bin"/><Relationship Id="rId14" Type="http://schemas.openxmlformats.org/officeDocument/2006/relationships/oleObject" Target="../embeddings/oleObject449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wmf"/><Relationship Id="rId13" Type="http://schemas.openxmlformats.org/officeDocument/2006/relationships/oleObject" Target="../embeddings/oleObject458.bin"/><Relationship Id="rId18" Type="http://schemas.openxmlformats.org/officeDocument/2006/relationships/image" Target="../media/image380.wmf"/><Relationship Id="rId3" Type="http://schemas.openxmlformats.org/officeDocument/2006/relationships/oleObject" Target="../embeddings/oleObject453.bin"/><Relationship Id="rId21" Type="http://schemas.openxmlformats.org/officeDocument/2006/relationships/oleObject" Target="../embeddings/oleObject462.bin"/><Relationship Id="rId7" Type="http://schemas.openxmlformats.org/officeDocument/2006/relationships/oleObject" Target="../embeddings/oleObject455.bin"/><Relationship Id="rId12" Type="http://schemas.openxmlformats.org/officeDocument/2006/relationships/image" Target="../media/image373.wmf"/><Relationship Id="rId17" Type="http://schemas.openxmlformats.org/officeDocument/2006/relationships/oleObject" Target="../embeddings/oleObject460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75.wmf"/><Relationship Id="rId20" Type="http://schemas.openxmlformats.org/officeDocument/2006/relationships/image" Target="../media/image381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77.wmf"/><Relationship Id="rId11" Type="http://schemas.openxmlformats.org/officeDocument/2006/relationships/oleObject" Target="../embeddings/oleObject457.bin"/><Relationship Id="rId24" Type="http://schemas.openxmlformats.org/officeDocument/2006/relationships/image" Target="../media/image383.wmf"/><Relationship Id="rId5" Type="http://schemas.openxmlformats.org/officeDocument/2006/relationships/oleObject" Target="../embeddings/oleObject454.bin"/><Relationship Id="rId15" Type="http://schemas.openxmlformats.org/officeDocument/2006/relationships/oleObject" Target="../embeddings/oleObject459.bin"/><Relationship Id="rId23" Type="http://schemas.openxmlformats.org/officeDocument/2006/relationships/oleObject" Target="../embeddings/oleObject463.bin"/><Relationship Id="rId10" Type="http://schemas.openxmlformats.org/officeDocument/2006/relationships/image" Target="../media/image379.wmf"/><Relationship Id="rId19" Type="http://schemas.openxmlformats.org/officeDocument/2006/relationships/oleObject" Target="../embeddings/oleObject461.bin"/><Relationship Id="rId4" Type="http://schemas.openxmlformats.org/officeDocument/2006/relationships/image" Target="../media/image376.wmf"/><Relationship Id="rId9" Type="http://schemas.openxmlformats.org/officeDocument/2006/relationships/oleObject" Target="../embeddings/oleObject456.bin"/><Relationship Id="rId14" Type="http://schemas.openxmlformats.org/officeDocument/2006/relationships/image" Target="../media/image374.wmf"/><Relationship Id="rId22" Type="http://schemas.openxmlformats.org/officeDocument/2006/relationships/image" Target="../media/image382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6.wmf"/><Relationship Id="rId13" Type="http://schemas.openxmlformats.org/officeDocument/2006/relationships/oleObject" Target="../embeddings/oleObject469.bin"/><Relationship Id="rId18" Type="http://schemas.openxmlformats.org/officeDocument/2006/relationships/image" Target="../media/image391.wmf"/><Relationship Id="rId3" Type="http://schemas.openxmlformats.org/officeDocument/2006/relationships/oleObject" Target="../embeddings/oleObject464.bin"/><Relationship Id="rId21" Type="http://schemas.openxmlformats.org/officeDocument/2006/relationships/oleObject" Target="../embeddings/oleObject473.bin"/><Relationship Id="rId7" Type="http://schemas.openxmlformats.org/officeDocument/2006/relationships/oleObject" Target="../embeddings/oleObject466.bin"/><Relationship Id="rId12" Type="http://schemas.openxmlformats.org/officeDocument/2006/relationships/image" Target="../media/image388.wmf"/><Relationship Id="rId17" Type="http://schemas.openxmlformats.org/officeDocument/2006/relationships/oleObject" Target="../embeddings/oleObject47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90.wmf"/><Relationship Id="rId20" Type="http://schemas.openxmlformats.org/officeDocument/2006/relationships/image" Target="../media/image392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85.wmf"/><Relationship Id="rId11" Type="http://schemas.openxmlformats.org/officeDocument/2006/relationships/oleObject" Target="../embeddings/oleObject468.bin"/><Relationship Id="rId24" Type="http://schemas.openxmlformats.org/officeDocument/2006/relationships/image" Target="../media/image394.wmf"/><Relationship Id="rId5" Type="http://schemas.openxmlformats.org/officeDocument/2006/relationships/oleObject" Target="../embeddings/oleObject465.bin"/><Relationship Id="rId15" Type="http://schemas.openxmlformats.org/officeDocument/2006/relationships/oleObject" Target="../embeddings/oleObject470.bin"/><Relationship Id="rId23" Type="http://schemas.openxmlformats.org/officeDocument/2006/relationships/oleObject" Target="../embeddings/oleObject474.bin"/><Relationship Id="rId10" Type="http://schemas.openxmlformats.org/officeDocument/2006/relationships/image" Target="../media/image387.wmf"/><Relationship Id="rId19" Type="http://schemas.openxmlformats.org/officeDocument/2006/relationships/oleObject" Target="../embeddings/oleObject472.bin"/><Relationship Id="rId4" Type="http://schemas.openxmlformats.org/officeDocument/2006/relationships/image" Target="../media/image384.wmf"/><Relationship Id="rId9" Type="http://schemas.openxmlformats.org/officeDocument/2006/relationships/oleObject" Target="../embeddings/oleObject467.bin"/><Relationship Id="rId14" Type="http://schemas.openxmlformats.org/officeDocument/2006/relationships/image" Target="../media/image389.wmf"/><Relationship Id="rId22" Type="http://schemas.openxmlformats.org/officeDocument/2006/relationships/image" Target="../media/image393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wmf"/><Relationship Id="rId13" Type="http://schemas.openxmlformats.org/officeDocument/2006/relationships/oleObject" Target="../embeddings/oleObject480.bin"/><Relationship Id="rId18" Type="http://schemas.openxmlformats.org/officeDocument/2006/relationships/image" Target="../media/image402.wmf"/><Relationship Id="rId3" Type="http://schemas.openxmlformats.org/officeDocument/2006/relationships/oleObject" Target="../embeddings/oleObject475.bin"/><Relationship Id="rId7" Type="http://schemas.openxmlformats.org/officeDocument/2006/relationships/oleObject" Target="../embeddings/oleObject477.bin"/><Relationship Id="rId12" Type="http://schemas.openxmlformats.org/officeDocument/2006/relationships/image" Target="../media/image399.wmf"/><Relationship Id="rId17" Type="http://schemas.openxmlformats.org/officeDocument/2006/relationships/oleObject" Target="../embeddings/oleObject48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01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96.wmf"/><Relationship Id="rId11" Type="http://schemas.openxmlformats.org/officeDocument/2006/relationships/oleObject" Target="../embeddings/oleObject479.bin"/><Relationship Id="rId5" Type="http://schemas.openxmlformats.org/officeDocument/2006/relationships/oleObject" Target="../embeddings/oleObject476.bin"/><Relationship Id="rId15" Type="http://schemas.openxmlformats.org/officeDocument/2006/relationships/oleObject" Target="../embeddings/oleObject481.bin"/><Relationship Id="rId10" Type="http://schemas.openxmlformats.org/officeDocument/2006/relationships/image" Target="../media/image398.wmf"/><Relationship Id="rId4" Type="http://schemas.openxmlformats.org/officeDocument/2006/relationships/image" Target="../media/image395.wmf"/><Relationship Id="rId9" Type="http://schemas.openxmlformats.org/officeDocument/2006/relationships/oleObject" Target="../embeddings/oleObject478.bin"/><Relationship Id="rId14" Type="http://schemas.openxmlformats.org/officeDocument/2006/relationships/image" Target="../media/image400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5.wmf"/><Relationship Id="rId13" Type="http://schemas.openxmlformats.org/officeDocument/2006/relationships/oleObject" Target="../embeddings/oleObject488.bin"/><Relationship Id="rId18" Type="http://schemas.openxmlformats.org/officeDocument/2006/relationships/image" Target="../media/image410.wmf"/><Relationship Id="rId26" Type="http://schemas.openxmlformats.org/officeDocument/2006/relationships/image" Target="../media/image414.wmf"/><Relationship Id="rId3" Type="http://schemas.openxmlformats.org/officeDocument/2006/relationships/oleObject" Target="../embeddings/oleObject483.bin"/><Relationship Id="rId21" Type="http://schemas.openxmlformats.org/officeDocument/2006/relationships/oleObject" Target="../embeddings/oleObject492.bin"/><Relationship Id="rId7" Type="http://schemas.openxmlformats.org/officeDocument/2006/relationships/oleObject" Target="../embeddings/oleObject485.bin"/><Relationship Id="rId12" Type="http://schemas.openxmlformats.org/officeDocument/2006/relationships/image" Target="../media/image407.wmf"/><Relationship Id="rId17" Type="http://schemas.openxmlformats.org/officeDocument/2006/relationships/oleObject" Target="../embeddings/oleObject490.bin"/><Relationship Id="rId25" Type="http://schemas.openxmlformats.org/officeDocument/2006/relationships/oleObject" Target="../embeddings/oleObject49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09.wmf"/><Relationship Id="rId20" Type="http://schemas.openxmlformats.org/officeDocument/2006/relationships/image" Target="../media/image411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404.wmf"/><Relationship Id="rId11" Type="http://schemas.openxmlformats.org/officeDocument/2006/relationships/oleObject" Target="../embeddings/oleObject487.bin"/><Relationship Id="rId24" Type="http://schemas.openxmlformats.org/officeDocument/2006/relationships/image" Target="../media/image413.wmf"/><Relationship Id="rId5" Type="http://schemas.openxmlformats.org/officeDocument/2006/relationships/oleObject" Target="../embeddings/oleObject484.bin"/><Relationship Id="rId15" Type="http://schemas.openxmlformats.org/officeDocument/2006/relationships/oleObject" Target="../embeddings/oleObject489.bin"/><Relationship Id="rId23" Type="http://schemas.openxmlformats.org/officeDocument/2006/relationships/oleObject" Target="../embeddings/oleObject493.bin"/><Relationship Id="rId10" Type="http://schemas.openxmlformats.org/officeDocument/2006/relationships/image" Target="../media/image406.wmf"/><Relationship Id="rId19" Type="http://schemas.openxmlformats.org/officeDocument/2006/relationships/oleObject" Target="../embeddings/oleObject491.bin"/><Relationship Id="rId4" Type="http://schemas.openxmlformats.org/officeDocument/2006/relationships/image" Target="../media/image403.wmf"/><Relationship Id="rId9" Type="http://schemas.openxmlformats.org/officeDocument/2006/relationships/oleObject" Target="../embeddings/oleObject486.bin"/><Relationship Id="rId14" Type="http://schemas.openxmlformats.org/officeDocument/2006/relationships/image" Target="../media/image408.wmf"/><Relationship Id="rId22" Type="http://schemas.openxmlformats.org/officeDocument/2006/relationships/image" Target="../media/image412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6.wmf"/><Relationship Id="rId13" Type="http://schemas.openxmlformats.org/officeDocument/2006/relationships/oleObject" Target="../embeddings/oleObject500.bin"/><Relationship Id="rId18" Type="http://schemas.openxmlformats.org/officeDocument/2006/relationships/image" Target="../media/image421.wmf"/><Relationship Id="rId26" Type="http://schemas.openxmlformats.org/officeDocument/2006/relationships/image" Target="../media/image425.wmf"/><Relationship Id="rId3" Type="http://schemas.openxmlformats.org/officeDocument/2006/relationships/oleObject" Target="../embeddings/oleObject495.bin"/><Relationship Id="rId21" Type="http://schemas.openxmlformats.org/officeDocument/2006/relationships/oleObject" Target="../embeddings/oleObject504.bin"/><Relationship Id="rId7" Type="http://schemas.openxmlformats.org/officeDocument/2006/relationships/oleObject" Target="../embeddings/oleObject497.bin"/><Relationship Id="rId12" Type="http://schemas.openxmlformats.org/officeDocument/2006/relationships/image" Target="../media/image418.wmf"/><Relationship Id="rId17" Type="http://schemas.openxmlformats.org/officeDocument/2006/relationships/oleObject" Target="../embeddings/oleObject502.bin"/><Relationship Id="rId25" Type="http://schemas.openxmlformats.org/officeDocument/2006/relationships/oleObject" Target="../embeddings/oleObject50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20.wmf"/><Relationship Id="rId20" Type="http://schemas.openxmlformats.org/officeDocument/2006/relationships/image" Target="../media/image422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414.wmf"/><Relationship Id="rId11" Type="http://schemas.openxmlformats.org/officeDocument/2006/relationships/oleObject" Target="../embeddings/oleObject499.bin"/><Relationship Id="rId24" Type="http://schemas.openxmlformats.org/officeDocument/2006/relationships/image" Target="../media/image424.wmf"/><Relationship Id="rId5" Type="http://schemas.openxmlformats.org/officeDocument/2006/relationships/oleObject" Target="../embeddings/oleObject496.bin"/><Relationship Id="rId15" Type="http://schemas.openxmlformats.org/officeDocument/2006/relationships/oleObject" Target="../embeddings/oleObject501.bin"/><Relationship Id="rId23" Type="http://schemas.openxmlformats.org/officeDocument/2006/relationships/oleObject" Target="../embeddings/oleObject505.bin"/><Relationship Id="rId10" Type="http://schemas.openxmlformats.org/officeDocument/2006/relationships/image" Target="../media/image417.wmf"/><Relationship Id="rId19" Type="http://schemas.openxmlformats.org/officeDocument/2006/relationships/oleObject" Target="../embeddings/oleObject503.bin"/><Relationship Id="rId4" Type="http://schemas.openxmlformats.org/officeDocument/2006/relationships/image" Target="../media/image415.wmf"/><Relationship Id="rId9" Type="http://schemas.openxmlformats.org/officeDocument/2006/relationships/oleObject" Target="../embeddings/oleObject498.bin"/><Relationship Id="rId14" Type="http://schemas.openxmlformats.org/officeDocument/2006/relationships/image" Target="../media/image419.wmf"/><Relationship Id="rId22" Type="http://schemas.openxmlformats.org/officeDocument/2006/relationships/image" Target="../media/image423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8.wmf"/><Relationship Id="rId13" Type="http://schemas.openxmlformats.org/officeDocument/2006/relationships/oleObject" Target="../embeddings/oleObject512.bin"/><Relationship Id="rId3" Type="http://schemas.openxmlformats.org/officeDocument/2006/relationships/oleObject" Target="../embeddings/oleObject507.bin"/><Relationship Id="rId7" Type="http://schemas.openxmlformats.org/officeDocument/2006/relationships/oleObject" Target="../embeddings/oleObject509.bin"/><Relationship Id="rId12" Type="http://schemas.openxmlformats.org/officeDocument/2006/relationships/image" Target="../media/image430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32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427.wmf"/><Relationship Id="rId11" Type="http://schemas.openxmlformats.org/officeDocument/2006/relationships/oleObject" Target="../embeddings/oleObject511.bin"/><Relationship Id="rId5" Type="http://schemas.openxmlformats.org/officeDocument/2006/relationships/oleObject" Target="../embeddings/oleObject508.bin"/><Relationship Id="rId15" Type="http://schemas.openxmlformats.org/officeDocument/2006/relationships/oleObject" Target="../embeddings/oleObject513.bin"/><Relationship Id="rId10" Type="http://schemas.openxmlformats.org/officeDocument/2006/relationships/image" Target="../media/image429.wmf"/><Relationship Id="rId4" Type="http://schemas.openxmlformats.org/officeDocument/2006/relationships/image" Target="../media/image426.wmf"/><Relationship Id="rId9" Type="http://schemas.openxmlformats.org/officeDocument/2006/relationships/oleObject" Target="../embeddings/oleObject510.bin"/><Relationship Id="rId14" Type="http://schemas.openxmlformats.org/officeDocument/2006/relationships/image" Target="../media/image431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433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7.bin"/><Relationship Id="rId13" Type="http://schemas.openxmlformats.org/officeDocument/2006/relationships/image" Target="../media/image438.wmf"/><Relationship Id="rId18" Type="http://schemas.openxmlformats.org/officeDocument/2006/relationships/oleObject" Target="../embeddings/oleObject522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442.wmf"/><Relationship Id="rId7" Type="http://schemas.openxmlformats.org/officeDocument/2006/relationships/image" Target="../media/image435.wmf"/><Relationship Id="rId12" Type="http://schemas.openxmlformats.org/officeDocument/2006/relationships/oleObject" Target="../embeddings/oleObject519.bin"/><Relationship Id="rId17" Type="http://schemas.openxmlformats.org/officeDocument/2006/relationships/image" Target="../media/image440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521.bin"/><Relationship Id="rId20" Type="http://schemas.openxmlformats.org/officeDocument/2006/relationships/oleObject" Target="../embeddings/oleObject523.bin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516.bin"/><Relationship Id="rId11" Type="http://schemas.openxmlformats.org/officeDocument/2006/relationships/image" Target="../media/image437.wmf"/><Relationship Id="rId5" Type="http://schemas.openxmlformats.org/officeDocument/2006/relationships/image" Target="../media/image434.wmf"/><Relationship Id="rId15" Type="http://schemas.openxmlformats.org/officeDocument/2006/relationships/image" Target="../media/image439.wmf"/><Relationship Id="rId23" Type="http://schemas.openxmlformats.org/officeDocument/2006/relationships/image" Target="../media/image443.wmf"/><Relationship Id="rId10" Type="http://schemas.openxmlformats.org/officeDocument/2006/relationships/oleObject" Target="../embeddings/oleObject518.bin"/><Relationship Id="rId19" Type="http://schemas.openxmlformats.org/officeDocument/2006/relationships/image" Target="../media/image441.wmf"/><Relationship Id="rId4" Type="http://schemas.openxmlformats.org/officeDocument/2006/relationships/oleObject" Target="../embeddings/oleObject515.bin"/><Relationship Id="rId9" Type="http://schemas.openxmlformats.org/officeDocument/2006/relationships/image" Target="../media/image436.wmf"/><Relationship Id="rId14" Type="http://schemas.openxmlformats.org/officeDocument/2006/relationships/oleObject" Target="../embeddings/oleObject520.bin"/><Relationship Id="rId22" Type="http://schemas.openxmlformats.org/officeDocument/2006/relationships/oleObject" Target="../embeddings/oleObject524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6.wmf"/><Relationship Id="rId13" Type="http://schemas.openxmlformats.org/officeDocument/2006/relationships/oleObject" Target="../embeddings/oleObject530.bin"/><Relationship Id="rId3" Type="http://schemas.openxmlformats.org/officeDocument/2006/relationships/oleObject" Target="../embeddings/oleObject525.bin"/><Relationship Id="rId7" Type="http://schemas.openxmlformats.org/officeDocument/2006/relationships/oleObject" Target="../embeddings/oleObject527.bin"/><Relationship Id="rId12" Type="http://schemas.openxmlformats.org/officeDocument/2006/relationships/image" Target="../media/image44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445.wmf"/><Relationship Id="rId11" Type="http://schemas.openxmlformats.org/officeDocument/2006/relationships/oleObject" Target="../embeddings/oleObject529.bin"/><Relationship Id="rId5" Type="http://schemas.openxmlformats.org/officeDocument/2006/relationships/oleObject" Target="../embeddings/oleObject526.bin"/><Relationship Id="rId10" Type="http://schemas.openxmlformats.org/officeDocument/2006/relationships/image" Target="../media/image447.wmf"/><Relationship Id="rId4" Type="http://schemas.openxmlformats.org/officeDocument/2006/relationships/image" Target="../media/image444.wmf"/><Relationship Id="rId9" Type="http://schemas.openxmlformats.org/officeDocument/2006/relationships/oleObject" Target="../embeddings/oleObject528.bin"/><Relationship Id="rId14" Type="http://schemas.openxmlformats.org/officeDocument/2006/relationships/image" Target="../media/image449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2.wmf"/><Relationship Id="rId13" Type="http://schemas.openxmlformats.org/officeDocument/2006/relationships/oleObject" Target="../embeddings/oleObject536.bin"/><Relationship Id="rId3" Type="http://schemas.openxmlformats.org/officeDocument/2006/relationships/oleObject" Target="../embeddings/oleObject531.bin"/><Relationship Id="rId7" Type="http://schemas.openxmlformats.org/officeDocument/2006/relationships/oleObject" Target="../embeddings/oleObject533.bin"/><Relationship Id="rId12" Type="http://schemas.openxmlformats.org/officeDocument/2006/relationships/image" Target="../media/image454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451.wmf"/><Relationship Id="rId11" Type="http://schemas.openxmlformats.org/officeDocument/2006/relationships/oleObject" Target="../embeddings/oleObject535.bin"/><Relationship Id="rId5" Type="http://schemas.openxmlformats.org/officeDocument/2006/relationships/oleObject" Target="../embeddings/oleObject532.bin"/><Relationship Id="rId10" Type="http://schemas.openxmlformats.org/officeDocument/2006/relationships/image" Target="../media/image453.wmf"/><Relationship Id="rId4" Type="http://schemas.openxmlformats.org/officeDocument/2006/relationships/image" Target="../media/image450.wmf"/><Relationship Id="rId9" Type="http://schemas.openxmlformats.org/officeDocument/2006/relationships/oleObject" Target="../embeddings/oleObject534.bin"/><Relationship Id="rId14" Type="http://schemas.openxmlformats.org/officeDocument/2006/relationships/image" Target="../media/image455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7.wmf"/><Relationship Id="rId13" Type="http://schemas.openxmlformats.org/officeDocument/2006/relationships/oleObject" Target="../embeddings/oleObject542.bin"/><Relationship Id="rId3" Type="http://schemas.openxmlformats.org/officeDocument/2006/relationships/oleObject" Target="../embeddings/oleObject537.bin"/><Relationship Id="rId7" Type="http://schemas.openxmlformats.org/officeDocument/2006/relationships/oleObject" Target="../embeddings/oleObject539.bin"/><Relationship Id="rId12" Type="http://schemas.openxmlformats.org/officeDocument/2006/relationships/image" Target="../media/image459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456.wmf"/><Relationship Id="rId11" Type="http://schemas.openxmlformats.org/officeDocument/2006/relationships/oleObject" Target="../embeddings/oleObject541.bin"/><Relationship Id="rId5" Type="http://schemas.openxmlformats.org/officeDocument/2006/relationships/oleObject" Target="../embeddings/oleObject538.bin"/><Relationship Id="rId10" Type="http://schemas.openxmlformats.org/officeDocument/2006/relationships/image" Target="../media/image458.wmf"/><Relationship Id="rId4" Type="http://schemas.openxmlformats.org/officeDocument/2006/relationships/image" Target="../media/image451.wmf"/><Relationship Id="rId9" Type="http://schemas.openxmlformats.org/officeDocument/2006/relationships/oleObject" Target="../embeddings/oleObject540.bin"/><Relationship Id="rId14" Type="http://schemas.openxmlformats.org/officeDocument/2006/relationships/image" Target="../media/image460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3.wmf"/><Relationship Id="rId13" Type="http://schemas.openxmlformats.org/officeDocument/2006/relationships/oleObject" Target="../embeddings/oleObject548.bin"/><Relationship Id="rId3" Type="http://schemas.openxmlformats.org/officeDocument/2006/relationships/oleObject" Target="../embeddings/oleObject543.bin"/><Relationship Id="rId7" Type="http://schemas.openxmlformats.org/officeDocument/2006/relationships/oleObject" Target="../embeddings/oleObject545.bin"/><Relationship Id="rId12" Type="http://schemas.openxmlformats.org/officeDocument/2006/relationships/image" Target="../media/image46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462.wmf"/><Relationship Id="rId11" Type="http://schemas.openxmlformats.org/officeDocument/2006/relationships/oleObject" Target="../embeddings/oleObject547.bin"/><Relationship Id="rId5" Type="http://schemas.openxmlformats.org/officeDocument/2006/relationships/oleObject" Target="../embeddings/oleObject544.bin"/><Relationship Id="rId10" Type="http://schemas.openxmlformats.org/officeDocument/2006/relationships/image" Target="../media/image464.wmf"/><Relationship Id="rId4" Type="http://schemas.openxmlformats.org/officeDocument/2006/relationships/image" Target="../media/image461.wmf"/><Relationship Id="rId9" Type="http://schemas.openxmlformats.org/officeDocument/2006/relationships/oleObject" Target="../embeddings/oleObject546.bin"/><Relationship Id="rId14" Type="http://schemas.openxmlformats.org/officeDocument/2006/relationships/image" Target="../media/image466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7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F341A752-2E77-4779-82D4-024622920C57}"/>
              </a:ext>
            </a:extLst>
          </p:cNvPr>
          <p:cNvSpPr txBox="1">
            <a:spLocks/>
          </p:cNvSpPr>
          <p:nvPr/>
        </p:nvSpPr>
        <p:spPr>
          <a:xfrm>
            <a:off x="1800808" y="627534"/>
            <a:ext cx="496632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  导数与微分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BD77E358-D86B-4B42-B0C1-0BF0FB405641}"/>
              </a:ext>
            </a:extLst>
          </p:cNvPr>
          <p:cNvSpPr txBox="1">
            <a:spLocks/>
          </p:cNvSpPr>
          <p:nvPr/>
        </p:nvSpPr>
        <p:spPr>
          <a:xfrm>
            <a:off x="2483768" y="2017290"/>
            <a:ext cx="3600400" cy="65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第六节   函数的微分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40AE3EC7-E232-43C7-9C63-C11D44F68A0F}"/>
              </a:ext>
            </a:extLst>
          </p:cNvPr>
          <p:cNvSpPr txBox="1">
            <a:spLocks/>
          </p:cNvSpPr>
          <p:nvPr/>
        </p:nvSpPr>
        <p:spPr>
          <a:xfrm>
            <a:off x="2483768" y="3126210"/>
            <a:ext cx="3785917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数学与统计学院   郭晓峰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1043608" y="2824465"/>
            <a:ext cx="6624736" cy="461665"/>
            <a:chOff x="72008" y="4047448"/>
            <a:chExt cx="6624736" cy="461665"/>
          </a:xfrm>
        </p:grpSpPr>
        <p:sp>
          <p:nvSpPr>
            <p:cNvPr id="19" name="文本框 2">
              <a:extLst>
                <a:ext uri="{FF2B5EF4-FFF2-40B4-BE49-F238E27FC236}">
                  <a16:creationId xmlns:a16="http://schemas.microsoft.com/office/drawing/2014/main" id="{B4832C29-BEC0-4DFF-888B-8EEE597615DB}"/>
                </a:ext>
              </a:extLst>
            </p:cNvPr>
            <p:cNvSpPr txBox="1"/>
            <p:nvPr/>
          </p:nvSpPr>
          <p:spPr>
            <a:xfrm>
              <a:off x="72008" y="4047448"/>
              <a:ext cx="66247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latin typeface="+mn-ea"/>
                </a:rPr>
                <a:t>(1)</a:t>
              </a:r>
              <a:r>
                <a:rPr kumimoji="1" lang="zh-CN" altLang="en-US" sz="2400" b="1" dirty="0">
                  <a:latin typeface="+mn-ea"/>
                </a:rPr>
                <a:t>能否找到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   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线性函数</a:t>
              </a:r>
              <a:r>
                <a:rPr kumimoji="1" lang="zh-CN" altLang="en-US" sz="2400" b="1" dirty="0">
                  <a:latin typeface="+mn-ea"/>
                </a:rPr>
                <a:t>来近似代替   </a:t>
              </a:r>
              <a:r>
                <a:rPr kumimoji="1" lang="en-US" altLang="zh-CN" sz="2400" b="1" dirty="0">
                  <a:latin typeface="+mn-ea"/>
                </a:rPr>
                <a:t>? </a:t>
              </a:r>
              <a:endParaRPr kumimoji="1" lang="zh-CN" altLang="en-US" sz="2400" b="1" dirty="0">
                <a:latin typeface="+mn-ea"/>
              </a:endParaRPr>
            </a:p>
          </p:txBody>
        </p:sp>
        <p:graphicFrame>
          <p:nvGraphicFramePr>
            <p:cNvPr id="17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525325"/>
                </p:ext>
              </p:extLst>
            </p:nvPr>
          </p:nvGraphicFramePr>
          <p:xfrm>
            <a:off x="5112568" y="4134988"/>
            <a:ext cx="36828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" name="Equation" r:id="rId3" imgW="368280" imgH="342720" progId="Equation.DSMT4">
                    <p:embed/>
                  </p:oleObj>
                </mc:Choice>
                <mc:Fallback>
                  <p:oleObj name="Equation" r:id="rId3" imgW="368280" imgH="342720" progId="Equation.DSMT4">
                    <p:embed/>
                    <p:pic>
                      <p:nvPicPr>
                        <p:cNvPr id="0" name="Picture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2568" y="4134988"/>
                          <a:ext cx="36828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4151450"/>
                </p:ext>
              </p:extLst>
            </p:nvPr>
          </p:nvGraphicFramePr>
          <p:xfrm>
            <a:off x="1944216" y="4115260"/>
            <a:ext cx="368280" cy="279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1" name="Equation" r:id="rId5" imgW="368280" imgH="279360" progId="Equation.DSMT4">
                    <p:embed/>
                  </p:oleObj>
                </mc:Choice>
                <mc:Fallback>
                  <p:oleObj name="Equation" r:id="rId5" imgW="368280" imgH="279360" progId="Equation.DSMT4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4216" y="4115260"/>
                          <a:ext cx="368280" cy="279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文本框 2">
            <a:extLst>
              <a:ext uri="{FF2B5EF4-FFF2-40B4-BE49-F238E27FC236}">
                <a16:creationId xmlns:a16="http://schemas.microsoft.com/office/drawing/2014/main" id="{B4832C29-BEC0-4DFF-888B-8EEE597615DB}"/>
              </a:ext>
            </a:extLst>
          </p:cNvPr>
          <p:cNvSpPr txBox="1"/>
          <p:nvPr/>
        </p:nvSpPr>
        <p:spPr>
          <a:xfrm>
            <a:off x="1043608" y="543569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我们要解决的问题</a:t>
            </a:r>
            <a:r>
              <a:rPr kumimoji="1"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:  </a:t>
            </a:r>
          </a:p>
        </p:txBody>
      </p:sp>
      <p:graphicFrame>
        <p:nvGraphicFramePr>
          <p:cNvPr id="160770" name="Object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203586"/>
              </p:ext>
            </p:extLst>
          </p:nvPr>
        </p:nvGraphicFramePr>
        <p:xfrm>
          <a:off x="1907704" y="1753376"/>
          <a:ext cx="3441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Equation" r:id="rId7" imgW="3441700" imgH="381000" progId="Equation.DSMT4">
                  <p:embed/>
                </p:oleObj>
              </mc:Choice>
              <mc:Fallback>
                <p:oleObj name="Equation" r:id="rId7" imgW="3441700" imgH="38100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753376"/>
                        <a:ext cx="3441700" cy="381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rgbClr val="FFC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2">
            <a:extLst>
              <a:ext uri="{FF2B5EF4-FFF2-40B4-BE49-F238E27FC236}">
                <a16:creationId xmlns:a16="http://schemas.microsoft.com/office/drawing/2014/main" id="{B4832C29-BEC0-4DFF-888B-8EEE597615DB}"/>
              </a:ext>
            </a:extLst>
          </p:cNvPr>
          <p:cNvSpPr txBox="1"/>
          <p:nvPr/>
        </p:nvSpPr>
        <p:spPr>
          <a:xfrm>
            <a:off x="1043608" y="3538845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+mn-ea"/>
              </a:rPr>
              <a:t>(2)</a:t>
            </a:r>
            <a:r>
              <a:rPr kumimoji="1" lang="zh-CN" altLang="en-US" sz="2400" b="1" dirty="0">
                <a:latin typeface="+mn-ea"/>
              </a:rPr>
              <a:t>能否保证近似代替时误差又不大？</a:t>
            </a:r>
            <a:endParaRPr kumimoji="1" lang="en-US" altLang="zh-CN" sz="24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144240" y="3638906"/>
            <a:ext cx="1785950" cy="651764"/>
            <a:chOff x="3143240" y="3800448"/>
            <a:chExt cx="1785950" cy="651764"/>
          </a:xfrm>
        </p:grpSpPr>
        <p:sp>
          <p:nvSpPr>
            <p:cNvPr id="28" name="Text Box 35"/>
            <p:cNvSpPr txBox="1">
              <a:spLocks noChangeArrowheads="1"/>
            </p:cNvSpPr>
            <p:nvPr/>
          </p:nvSpPr>
          <p:spPr bwMode="auto">
            <a:xfrm>
              <a:off x="3143240" y="4082880"/>
              <a:ext cx="178595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高阶无穷小</a:t>
              </a:r>
            </a:p>
          </p:txBody>
        </p:sp>
        <p:sp>
          <p:nvSpPr>
            <p:cNvPr id="29" name="Text Box 37"/>
            <p:cNvSpPr txBox="1">
              <a:spLocks noChangeArrowheads="1"/>
            </p:cNvSpPr>
            <p:nvPr/>
          </p:nvSpPr>
          <p:spPr bwMode="auto">
            <a:xfrm>
              <a:off x="3847778" y="3800448"/>
              <a:ext cx="9286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时为</a:t>
              </a:r>
            </a:p>
          </p:txBody>
        </p:sp>
        <p:graphicFrame>
          <p:nvGraphicFramePr>
            <p:cNvPr id="30" name="Object 1"/>
            <p:cNvGraphicFramePr>
              <a:graphicFrameLocks noChangeAspect="1"/>
            </p:cNvGraphicFramePr>
            <p:nvPr/>
          </p:nvGraphicFramePr>
          <p:xfrm>
            <a:off x="3235326" y="3885761"/>
            <a:ext cx="700002" cy="225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6" name="Equation" r:id="rId3" imgW="21336000" imgH="6400800" progId="Equation.DSMT4">
                    <p:embed/>
                  </p:oleObj>
                </mc:Choice>
                <mc:Fallback>
                  <p:oleObj name="Equation" r:id="rId3" imgW="21336000" imgH="6400800" progId="Equation.DSMT4">
                    <p:embed/>
                    <p:pic>
                      <p:nvPicPr>
                        <p:cNvPr id="0" name="Picture 8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5326" y="3885761"/>
                          <a:ext cx="700002" cy="225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/>
          <p:cNvGrpSpPr/>
          <p:nvPr/>
        </p:nvGrpSpPr>
        <p:grpSpPr>
          <a:xfrm>
            <a:off x="1654216" y="3607998"/>
            <a:ext cx="1581796" cy="689215"/>
            <a:chOff x="1395656" y="3932386"/>
            <a:chExt cx="1581796" cy="689215"/>
          </a:xfrm>
        </p:grpSpPr>
        <p:graphicFrame>
          <p:nvGraphicFramePr>
            <p:cNvPr id="26" name="Object 1"/>
            <p:cNvGraphicFramePr>
              <a:graphicFrameLocks noChangeAspect="1"/>
            </p:cNvGraphicFramePr>
            <p:nvPr/>
          </p:nvGraphicFramePr>
          <p:xfrm>
            <a:off x="1946840" y="4017370"/>
            <a:ext cx="285752" cy="232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7" name="Equation" r:id="rId5" imgW="8839200" imgH="6705600" progId="Equation.DSMT4">
                    <p:embed/>
                  </p:oleObj>
                </mc:Choice>
                <mc:Fallback>
                  <p:oleObj name="Equation" r:id="rId5" imgW="8839200" imgH="6705600" progId="Equation.DSMT4">
                    <p:embed/>
                    <p:pic>
                      <p:nvPicPr>
                        <p:cNvPr id="0" name="Picture 8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6840" y="4017370"/>
                          <a:ext cx="285752" cy="2328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Text Box 32"/>
            <p:cNvSpPr txBox="1">
              <a:spLocks noChangeArrowheads="1"/>
            </p:cNvSpPr>
            <p:nvPr/>
          </p:nvSpPr>
          <p:spPr bwMode="auto">
            <a:xfrm>
              <a:off x="1405816" y="3932386"/>
              <a:ext cx="157163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关于</a:t>
              </a:r>
              <a:r>
                <a:rPr kumimoji="1" lang="zh-CN" altLang="en-US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 </a:t>
              </a:r>
              <a:r>
                <a:rPr kumimoji="1" lang="zh-CN" altLang="zh-CN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</a:t>
              </a:r>
              <a:endParaRPr kumimoji="1"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1" name="Text Box 32"/>
            <p:cNvSpPr txBox="1">
              <a:spLocks noChangeArrowheads="1"/>
            </p:cNvSpPr>
            <p:nvPr/>
          </p:nvSpPr>
          <p:spPr bwMode="auto">
            <a:xfrm>
              <a:off x="1395656" y="4252269"/>
              <a:ext cx="157163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线性主部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1713602" y="260524"/>
            <a:ext cx="705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一块正方形金属薄片受温度变化的影响，其边长由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85720" y="839925"/>
            <a:ext cx="3812704" cy="461665"/>
            <a:chOff x="285720" y="1071552"/>
            <a:chExt cx="3812704" cy="461665"/>
          </a:xfrm>
        </p:grpSpPr>
        <p:graphicFrame>
          <p:nvGraphicFramePr>
            <p:cNvPr id="91137" name="Object 1"/>
            <p:cNvGraphicFramePr>
              <a:graphicFrameLocks noChangeAspect="1"/>
            </p:cNvGraphicFramePr>
            <p:nvPr/>
          </p:nvGraphicFramePr>
          <p:xfrm>
            <a:off x="285720" y="1131880"/>
            <a:ext cx="2778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8" name="Equation" r:id="rId7" imgW="6705600" imgH="9144000" progId="Equation.DSMT4">
                    <p:embed/>
                  </p:oleObj>
                </mc:Choice>
                <mc:Fallback>
                  <p:oleObj name="Equation" r:id="rId7" imgW="6705600" imgH="9144000" progId="Equation.DSMT4">
                    <p:embed/>
                    <p:pic>
                      <p:nvPicPr>
                        <p:cNvPr id="0" name="Picture 8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20" y="1131880"/>
                          <a:ext cx="277813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530514" y="1071552"/>
              <a:ext cx="3567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变到      （如图），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6" name="Object 1"/>
            <p:cNvGraphicFramePr>
              <a:graphicFrameLocks noChangeAspect="1"/>
            </p:cNvGraphicFramePr>
            <p:nvPr/>
          </p:nvGraphicFramePr>
          <p:xfrm>
            <a:off x="1329396" y="1142990"/>
            <a:ext cx="896937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9" name="Equation" r:id="rId9" imgW="21640800" imgH="9144000" progId="Equation.DSMT4">
                    <p:embed/>
                  </p:oleObj>
                </mc:Choice>
                <mc:Fallback>
                  <p:oleObj name="Equation" r:id="rId9" imgW="21640800" imgH="9144000" progId="Equation.DSMT4">
                    <p:embed/>
                    <p:pic>
                      <p:nvPicPr>
                        <p:cNvPr id="0" name="Picture 8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9396" y="1142990"/>
                          <a:ext cx="896937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" name="组合 61"/>
          <p:cNvGrpSpPr/>
          <p:nvPr/>
        </p:nvGrpSpPr>
        <p:grpSpPr>
          <a:xfrm>
            <a:off x="179512" y="2127302"/>
            <a:ext cx="1785950" cy="461665"/>
            <a:chOff x="214282" y="2181523"/>
            <a:chExt cx="1785950" cy="461665"/>
          </a:xfrm>
        </p:grpSpPr>
        <p:sp>
          <p:nvSpPr>
            <p:cNvPr id="11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14282" y="2181523"/>
              <a:ext cx="1785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增量   时，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4" name="Object 1"/>
            <p:cNvGraphicFramePr>
              <a:graphicFrameLocks noChangeAspect="1"/>
            </p:cNvGraphicFramePr>
            <p:nvPr/>
          </p:nvGraphicFramePr>
          <p:xfrm>
            <a:off x="956244" y="2296046"/>
            <a:ext cx="366712" cy="269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0" name="Equation" r:id="rId11" imgW="8839200" imgH="6705600" progId="Equation.DSMT4">
                    <p:embed/>
                  </p:oleObj>
                </mc:Choice>
                <mc:Fallback>
                  <p:oleObj name="Equation" r:id="rId11" imgW="8839200" imgH="6705600" progId="Equation.DSMT4">
                    <p:embed/>
                    <p:pic>
                      <p:nvPicPr>
                        <p:cNvPr id="0" name="Picture 8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6244" y="2296046"/>
                          <a:ext cx="366712" cy="269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AutoShape 59"/>
          <p:cNvSpPr>
            <a:spLocks/>
          </p:cNvSpPr>
          <p:nvPr/>
        </p:nvSpPr>
        <p:spPr bwMode="auto">
          <a:xfrm rot="5400000">
            <a:off x="2215278" y="3171832"/>
            <a:ext cx="1143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AutoShape 60"/>
          <p:cNvSpPr>
            <a:spLocks/>
          </p:cNvSpPr>
          <p:nvPr/>
        </p:nvSpPr>
        <p:spPr bwMode="auto">
          <a:xfrm rot="5400000">
            <a:off x="3625173" y="3321849"/>
            <a:ext cx="142876" cy="642942"/>
          </a:xfrm>
          <a:prstGeom prst="rightBrace">
            <a:avLst>
              <a:gd name="adj1" fmla="val 39323"/>
              <a:gd name="adj2" fmla="val 50000"/>
            </a:avLst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pPr algn="ctr"/>
            <a:endParaRPr lang="zh-CN" altLang="zh-CN">
              <a:solidFill>
                <a:srgbClr val="0066CC"/>
              </a:solidFill>
            </a:endParaRPr>
          </a:p>
        </p:txBody>
      </p:sp>
      <p:sp>
        <p:nvSpPr>
          <p:cNvPr id="32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357158" y="4486349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故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6372200" y="1574524"/>
            <a:ext cx="2786050" cy="461665"/>
            <a:chOff x="6357950" y="1587086"/>
            <a:chExt cx="2786050" cy="461665"/>
          </a:xfrm>
        </p:grpSpPr>
        <p:graphicFrame>
          <p:nvGraphicFramePr>
            <p:cNvPr id="20" name="Object 1"/>
            <p:cNvGraphicFramePr>
              <a:graphicFrameLocks noChangeAspect="1"/>
            </p:cNvGraphicFramePr>
            <p:nvPr/>
          </p:nvGraphicFramePr>
          <p:xfrm>
            <a:off x="7429520" y="1765836"/>
            <a:ext cx="188913" cy="196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1" name="Equation" r:id="rId13" imgW="4572000" imgH="4876800" progId="Equation.DSMT4">
                    <p:embed/>
                  </p:oleObj>
                </mc:Choice>
                <mc:Fallback>
                  <p:oleObj name="Equation" r:id="rId13" imgW="4572000" imgH="4876800" progId="Equation.DSMT4">
                    <p:embed/>
                    <p:pic>
                      <p:nvPicPr>
                        <p:cNvPr id="0" name="Picture 8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29520" y="1765836"/>
                          <a:ext cx="188913" cy="196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"/>
            <p:cNvGraphicFramePr>
              <a:graphicFrameLocks noChangeAspect="1"/>
            </p:cNvGraphicFramePr>
            <p:nvPr/>
          </p:nvGraphicFramePr>
          <p:xfrm>
            <a:off x="8010234" y="1658388"/>
            <a:ext cx="2778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2" name="Equation" r:id="rId15" imgW="6705600" imgH="9144000" progId="Equation.DSMT4">
                    <p:embed/>
                  </p:oleObj>
                </mc:Choice>
                <mc:Fallback>
                  <p:oleObj name="Equation" r:id="rId15" imgW="6705600" imgH="9144000" progId="Equation.DSMT4">
                    <p:embed/>
                    <p:pic>
                      <p:nvPicPr>
                        <p:cNvPr id="0" name="Picture 8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10234" y="1658388"/>
                          <a:ext cx="277813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6357950" y="1587086"/>
              <a:ext cx="27860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当边长  自  取得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sp>
        <p:nvSpPr>
          <p:cNvPr id="55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3707904" y="82795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问此薄片的面积改变了多少？  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EAFDA31-D1B3-4175-AD96-13967DE278F5}"/>
              </a:ext>
            </a:extLst>
          </p:cNvPr>
          <p:cNvSpPr/>
          <p:nvPr/>
        </p:nvSpPr>
        <p:spPr>
          <a:xfrm>
            <a:off x="7676436" y="2283718"/>
            <a:ext cx="356400" cy="356400"/>
          </a:xfrm>
          <a:prstGeom prst="rect">
            <a:avLst/>
          </a:prstGeom>
          <a:pattFill prst="openDmnd">
            <a:fgClr>
              <a:schemeClr val="tx1"/>
            </a:fgClr>
            <a:bgClr>
              <a:schemeClr val="bg1"/>
            </a:bgClr>
          </a:patt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7539F7E-1812-4F3B-BAAF-6405C51FA19C}"/>
              </a:ext>
            </a:extLst>
          </p:cNvPr>
          <p:cNvSpPr/>
          <p:nvPr/>
        </p:nvSpPr>
        <p:spPr>
          <a:xfrm>
            <a:off x="7673082" y="2643758"/>
            <a:ext cx="360000" cy="180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E0F4444-9DFB-47A9-A754-F942948EB281}"/>
              </a:ext>
            </a:extLst>
          </p:cNvPr>
          <p:cNvSpPr/>
          <p:nvPr/>
        </p:nvSpPr>
        <p:spPr>
          <a:xfrm>
            <a:off x="5877416" y="2283718"/>
            <a:ext cx="1800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663DDBF-5BD5-4D2F-86A2-408A224C4C34}"/>
              </a:ext>
            </a:extLst>
          </p:cNvPr>
          <p:cNvSpPr/>
          <p:nvPr/>
        </p:nvSpPr>
        <p:spPr>
          <a:xfrm>
            <a:off x="5868144" y="2643758"/>
            <a:ext cx="1800000" cy="1800000"/>
          </a:xfrm>
          <a:prstGeom prst="rect">
            <a:avLst/>
          </a:prstGeom>
          <a:solidFill>
            <a:srgbClr val="FFFF00"/>
          </a:solidFill>
          <a:ln w="19050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6" name="Object 16">
            <a:extLst>
              <a:ext uri="{FF2B5EF4-FFF2-40B4-BE49-F238E27FC236}">
                <a16:creationId xmlns:a16="http://schemas.microsoft.com/office/drawing/2014/main" id="{CBE4E5A4-B520-4A8C-A088-F3BEEDBBD1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630961"/>
              </p:ext>
            </p:extLst>
          </p:nvPr>
        </p:nvGraphicFramePr>
        <p:xfrm>
          <a:off x="5557838" y="3365500"/>
          <a:ext cx="241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3" name="Equation" r:id="rId17" imgW="241200" imgH="330120" progId="Equation.DSMT4">
                  <p:embed/>
                </p:oleObj>
              </mc:Choice>
              <mc:Fallback>
                <p:oleObj name="Equation" r:id="rId17" imgW="241200" imgH="330120" progId="Equation.DSMT4">
                  <p:embed/>
                  <p:pic>
                    <p:nvPicPr>
                      <p:cNvPr id="0" name="Picture 8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838" y="3365500"/>
                        <a:ext cx="2413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17">
            <a:extLst>
              <a:ext uri="{FF2B5EF4-FFF2-40B4-BE49-F238E27FC236}">
                <a16:creationId xmlns:a16="http://schemas.microsoft.com/office/drawing/2014/main" id="{87F95DB2-9D10-4B27-BEC7-E2DB04B8B2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689310"/>
              </p:ext>
            </p:extLst>
          </p:nvPr>
        </p:nvGraphicFramePr>
        <p:xfrm>
          <a:off x="5483225" y="2368550"/>
          <a:ext cx="317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4" name="Equation" r:id="rId19" imgW="317160" imgH="241200" progId="Equation.DSMT4">
                  <p:embed/>
                </p:oleObj>
              </mc:Choice>
              <mc:Fallback>
                <p:oleObj name="Equation" r:id="rId19" imgW="317160" imgH="241200" progId="Equation.DSMT4">
                  <p:embed/>
                  <p:pic>
                    <p:nvPicPr>
                      <p:cNvPr id="0" name="Picture 8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3225" y="2368550"/>
                        <a:ext cx="3175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16">
            <a:extLst>
              <a:ext uri="{FF2B5EF4-FFF2-40B4-BE49-F238E27FC236}">
                <a16:creationId xmlns:a16="http://schemas.microsoft.com/office/drawing/2014/main" id="{6A3F4CA5-2BC6-4ED6-8649-1E5245319C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407695"/>
              </p:ext>
            </p:extLst>
          </p:nvPr>
        </p:nvGraphicFramePr>
        <p:xfrm>
          <a:off x="6307745" y="3348747"/>
          <a:ext cx="787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5" name="Equation" r:id="rId21" imgW="787400" imgH="419100" progId="Equation.DSMT4">
                  <p:embed/>
                </p:oleObj>
              </mc:Choice>
              <mc:Fallback>
                <p:oleObj name="Equation" r:id="rId21" imgW="787400" imgH="419100" progId="Equation.DSMT4">
                  <p:embed/>
                  <p:pic>
                    <p:nvPicPr>
                      <p:cNvPr id="0" name="Picture 8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7745" y="3348747"/>
                        <a:ext cx="7874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17">
            <a:extLst>
              <a:ext uri="{FF2B5EF4-FFF2-40B4-BE49-F238E27FC236}">
                <a16:creationId xmlns:a16="http://schemas.microsoft.com/office/drawing/2014/main" id="{C8C4160C-1E69-46F1-B6FB-C17F4F1AD1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495489"/>
              </p:ext>
            </p:extLst>
          </p:nvPr>
        </p:nvGraphicFramePr>
        <p:xfrm>
          <a:off x="6545263" y="2309813"/>
          <a:ext cx="520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6" name="Equation" r:id="rId23" imgW="520560" imgH="330120" progId="Equation.DSMT4">
                  <p:embed/>
                </p:oleObj>
              </mc:Choice>
              <mc:Fallback>
                <p:oleObj name="Equation" r:id="rId23" imgW="520560" imgH="330120" progId="Equation.DSMT4">
                  <p:embed/>
                  <p:pic>
                    <p:nvPicPr>
                      <p:cNvPr id="0" name="Picture 8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5263" y="2309813"/>
                        <a:ext cx="520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文本框 17">
            <a:extLst>
              <a:ext uri="{FF2B5EF4-FFF2-40B4-BE49-F238E27FC236}">
                <a16:creationId xmlns:a16="http://schemas.microsoft.com/office/drawing/2014/main" id="{94939B1F-2971-4FB2-A99F-74CD8C2A08DE}"/>
              </a:ext>
            </a:extLst>
          </p:cNvPr>
          <p:cNvSpPr txBox="1"/>
          <p:nvPr/>
        </p:nvSpPr>
        <p:spPr>
          <a:xfrm rot="16200000">
            <a:off x="8197827" y="3211103"/>
            <a:ext cx="446276" cy="70069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vert="eaVert" wrap="square" lIns="68580" tIns="34290" rIns="68580" bIns="34290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∆x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31E9A61-BCBC-4B07-985B-4581BDC5F5F0}"/>
              </a:ext>
            </a:extLst>
          </p:cNvPr>
          <p:cNvSpPr/>
          <p:nvPr/>
        </p:nvSpPr>
        <p:spPr>
          <a:xfrm>
            <a:off x="7669524" y="2285386"/>
            <a:ext cx="356400" cy="356400"/>
          </a:xfrm>
          <a:prstGeom prst="rect">
            <a:avLst/>
          </a:prstGeom>
          <a:noFill/>
          <a:ln w="19050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2" name="Object 17">
            <a:extLst>
              <a:ext uri="{FF2B5EF4-FFF2-40B4-BE49-F238E27FC236}">
                <a16:creationId xmlns:a16="http://schemas.microsoft.com/office/drawing/2014/main" id="{75E65F13-AD20-4685-854A-6B067045C1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614011"/>
              </p:ext>
            </p:extLst>
          </p:nvPr>
        </p:nvGraphicFramePr>
        <p:xfrm>
          <a:off x="8207375" y="2197100"/>
          <a:ext cx="571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7" name="Equation" r:id="rId25" imgW="571320" imgH="342720" progId="Equation.DSMT4">
                  <p:embed/>
                </p:oleObj>
              </mc:Choice>
              <mc:Fallback>
                <p:oleObj name="Equation" r:id="rId25" imgW="571320" imgH="342720" progId="Equation.DSMT4">
                  <p:embed/>
                  <p:pic>
                    <p:nvPicPr>
                      <p:cNvPr id="0" name="Picture 8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75" y="2197100"/>
                        <a:ext cx="571500" cy="3429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矩形 83"/>
          <p:cNvSpPr/>
          <p:nvPr/>
        </p:nvSpPr>
        <p:spPr>
          <a:xfrm>
            <a:off x="5868144" y="2283718"/>
            <a:ext cx="2160000" cy="2160000"/>
          </a:xfrm>
          <a:prstGeom prst="rect">
            <a:avLst/>
          </a:prstGeom>
          <a:noFill/>
          <a:ln w="19050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2E1F7B27-9C9E-480F-BA1B-923C4AC2766A}"/>
              </a:ext>
            </a:extLst>
          </p:cNvPr>
          <p:cNvCxnSpPr>
            <a:cxnSpLocks/>
          </p:cNvCxnSpPr>
          <p:nvPr/>
        </p:nvCxnSpPr>
        <p:spPr>
          <a:xfrm flipH="1">
            <a:off x="7869609" y="2377400"/>
            <a:ext cx="265137" cy="12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/>
          <p:cNvGrpSpPr/>
          <p:nvPr/>
        </p:nvGrpSpPr>
        <p:grpSpPr>
          <a:xfrm>
            <a:off x="857224" y="1571618"/>
            <a:ext cx="6000792" cy="461665"/>
            <a:chOff x="857224" y="1571618"/>
            <a:chExt cx="6000792" cy="461665"/>
          </a:xfrm>
        </p:grpSpPr>
        <p:grpSp>
          <p:nvGrpSpPr>
            <p:cNvPr id="59" name="组合 58"/>
            <p:cNvGrpSpPr/>
            <p:nvPr/>
          </p:nvGrpSpPr>
          <p:grpSpPr>
            <a:xfrm>
              <a:off x="857224" y="1571618"/>
              <a:ext cx="6000792" cy="461665"/>
              <a:chOff x="928662" y="1643056"/>
              <a:chExt cx="6000792" cy="461665"/>
            </a:xfrm>
          </p:grpSpPr>
          <p:sp>
            <p:nvSpPr>
              <p:cNvPr id="7" name="文本框 2">
                <a:extLst>
                  <a:ext uri="{FF2B5EF4-FFF2-40B4-BE49-F238E27FC236}">
                    <a16:creationId xmlns:a16="http://schemas.microsoft.com/office/drawing/2014/main" id="{347C9E60-37DB-480B-B13E-EAB64D7D375B}"/>
                  </a:ext>
                </a:extLst>
              </p:cNvPr>
              <p:cNvSpPr txBox="1"/>
              <p:nvPr/>
            </p:nvSpPr>
            <p:spPr>
              <a:xfrm>
                <a:off x="928662" y="1643056"/>
                <a:ext cx="60007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设薄片的边长为  ，面积为  ，则     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.</a:t>
                </a:r>
              </a:p>
            </p:txBody>
          </p:sp>
          <p:graphicFrame>
            <p:nvGraphicFramePr>
              <p:cNvPr id="8" name="Object 1"/>
              <p:cNvGraphicFramePr>
                <a:graphicFrameLocks noChangeAspect="1"/>
              </p:cNvGraphicFramePr>
              <p:nvPr/>
            </p:nvGraphicFramePr>
            <p:xfrm>
              <a:off x="3244154" y="1817464"/>
              <a:ext cx="188913" cy="196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18" name="Equation" r:id="rId27" imgW="4572000" imgH="4876800" progId="Equation.DSMT4">
                      <p:embed/>
                    </p:oleObj>
                  </mc:Choice>
                  <mc:Fallback>
                    <p:oleObj name="Equation" r:id="rId27" imgW="4572000" imgH="4876800" progId="Equation.DSMT4">
                      <p:embed/>
                      <p:pic>
                        <p:nvPicPr>
                          <p:cNvPr id="0" name="Picture 89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44154" y="1817464"/>
                            <a:ext cx="188913" cy="1968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1907" name="Object 771"/>
            <p:cNvGraphicFramePr>
              <a:graphicFrameLocks noChangeAspect="1"/>
            </p:cNvGraphicFramePr>
            <p:nvPr/>
          </p:nvGraphicFramePr>
          <p:xfrm>
            <a:off x="4701948" y="1691918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9" name="Equation" r:id="rId29" imgW="228600" imgH="279400" progId="Equation.DSMT4">
                    <p:embed/>
                  </p:oleObj>
                </mc:Choice>
                <mc:Fallback>
                  <p:oleObj name="Equation" r:id="rId29" imgW="228600" imgH="279400" progId="Equation.DSMT4">
                    <p:embed/>
                    <p:pic>
                      <p:nvPicPr>
                        <p:cNvPr id="0" name="Picture 8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1948" y="1691918"/>
                          <a:ext cx="2286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771"/>
            <p:cNvGraphicFramePr>
              <a:graphicFrameLocks noChangeAspect="1"/>
            </p:cNvGraphicFramePr>
            <p:nvPr/>
          </p:nvGraphicFramePr>
          <p:xfrm>
            <a:off x="5566044" y="1621578"/>
            <a:ext cx="787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0" name="Equation" r:id="rId31" imgW="787058" imgH="342751" progId="Equation.DSMT4">
                    <p:embed/>
                  </p:oleObj>
                </mc:Choice>
                <mc:Fallback>
                  <p:oleObj name="Equation" r:id="rId31" imgW="787058" imgH="342751" progId="Equation.DSMT4">
                    <p:embed/>
                    <p:pic>
                      <p:nvPicPr>
                        <p:cNvPr id="0" name="Picture 8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6044" y="1621578"/>
                          <a:ext cx="787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" name="组合 68"/>
          <p:cNvGrpSpPr/>
          <p:nvPr/>
        </p:nvGrpSpPr>
        <p:grpSpPr>
          <a:xfrm>
            <a:off x="1763688" y="2127489"/>
            <a:ext cx="2857520" cy="461665"/>
            <a:chOff x="2074520" y="2254101"/>
            <a:chExt cx="2857520" cy="461665"/>
          </a:xfrm>
        </p:grpSpPr>
        <p:sp>
          <p:nvSpPr>
            <p:cNvPr id="61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074520" y="2254101"/>
              <a:ext cx="28575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面积的改变量   为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68" name="Object 771"/>
            <p:cNvGraphicFramePr>
              <a:graphicFrameLocks noChangeAspect="1"/>
            </p:cNvGraphicFramePr>
            <p:nvPr/>
          </p:nvGraphicFramePr>
          <p:xfrm>
            <a:off x="4080344" y="2364358"/>
            <a:ext cx="4064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1" name="Equation" r:id="rId33" imgW="406224" imgH="279279" progId="Equation.DSMT4">
                    <p:embed/>
                  </p:oleObj>
                </mc:Choice>
                <mc:Fallback>
                  <p:oleObj name="Equation" r:id="rId33" imgW="406224" imgH="279279" progId="Equation.DSMT4">
                    <p:embed/>
                    <p:pic>
                      <p:nvPicPr>
                        <p:cNvPr id="0" name="Picture 8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344" y="2364358"/>
                          <a:ext cx="4064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0" name="Object 771"/>
          <p:cNvGraphicFramePr>
            <a:graphicFrameLocks noChangeAspect="1"/>
          </p:cNvGraphicFramePr>
          <p:nvPr/>
        </p:nvGraphicFramePr>
        <p:xfrm>
          <a:off x="1043608" y="2689664"/>
          <a:ext cx="2527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" name="Equation" r:id="rId35" imgW="2527300" imgH="419100" progId="Equation.DSMT4">
                  <p:embed/>
                </p:oleObj>
              </mc:Choice>
              <mc:Fallback>
                <p:oleObj name="Equation" r:id="rId35" imgW="2527300" imgH="419100" progId="Equation.DSMT4">
                  <p:embed/>
                  <p:pic>
                    <p:nvPicPr>
                      <p:cNvPr id="0" name="Picture 8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689664"/>
                        <a:ext cx="2527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184770"/>
              </p:ext>
            </p:extLst>
          </p:nvPr>
        </p:nvGraphicFramePr>
        <p:xfrm>
          <a:off x="798513" y="4581525"/>
          <a:ext cx="165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" name="Equation" r:id="rId37" imgW="1651000" imgH="381000" progId="Equation.DSMT4">
                  <p:embed/>
                </p:oleObj>
              </mc:Choice>
              <mc:Fallback>
                <p:oleObj name="Equation" r:id="rId37" imgW="1651000" imgH="381000" progId="Equation.DSMT4">
                  <p:embed/>
                  <p:pic>
                    <p:nvPicPr>
                      <p:cNvPr id="0" name="Picture 8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3" y="4581525"/>
                        <a:ext cx="1651000" cy="381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" name="组合 86"/>
          <p:cNvGrpSpPr/>
          <p:nvPr/>
        </p:nvGrpSpPr>
        <p:grpSpPr>
          <a:xfrm>
            <a:off x="2428860" y="4538977"/>
            <a:ext cx="4731438" cy="461665"/>
            <a:chOff x="2483768" y="4544102"/>
            <a:chExt cx="4731438" cy="461665"/>
          </a:xfrm>
        </p:grpSpPr>
        <p:sp>
          <p:nvSpPr>
            <p:cNvPr id="51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483768" y="4544102"/>
              <a:ext cx="47314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(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这时称函数      在点  可微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   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53" name="Object 1"/>
            <p:cNvGraphicFramePr>
              <a:graphicFrameLocks noChangeAspect="1"/>
            </p:cNvGraphicFramePr>
            <p:nvPr/>
          </p:nvGraphicFramePr>
          <p:xfrm>
            <a:off x="5840008" y="4593782"/>
            <a:ext cx="2778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4" name="Equation" r:id="rId39" imgW="6705600" imgH="9144000" progId="Equation.DSMT4">
                    <p:embed/>
                  </p:oleObj>
                </mc:Choice>
                <mc:Fallback>
                  <p:oleObj name="Equation" r:id="rId39" imgW="6705600" imgH="9144000" progId="Equation.DSMT4">
                    <p:embed/>
                    <p:pic>
                      <p:nvPicPr>
                        <p:cNvPr id="0" name="Picture 8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0008" y="4593782"/>
                          <a:ext cx="277813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771"/>
            <p:cNvGraphicFramePr>
              <a:graphicFrameLocks noChangeAspect="1"/>
            </p:cNvGraphicFramePr>
            <p:nvPr/>
          </p:nvGraphicFramePr>
          <p:xfrm>
            <a:off x="4354308" y="4587974"/>
            <a:ext cx="787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5" name="Equation" r:id="rId40" imgW="787058" imgH="342751" progId="Equation.DSMT4">
                    <p:embed/>
                  </p:oleObj>
                </mc:Choice>
                <mc:Fallback>
                  <p:oleObj name="Equation" r:id="rId40" imgW="787058" imgH="342751" progId="Equation.DSMT4">
                    <p:embed/>
                    <p:pic>
                      <p:nvPicPr>
                        <p:cNvPr id="0" name="Picture 8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4308" y="4587974"/>
                          <a:ext cx="787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" name="椭圆 73"/>
          <p:cNvSpPr/>
          <p:nvPr/>
        </p:nvSpPr>
        <p:spPr>
          <a:xfrm>
            <a:off x="1475656" y="4515966"/>
            <a:ext cx="576064" cy="504056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1913" name="Object 777"/>
          <p:cNvGraphicFramePr>
            <a:graphicFrameLocks noChangeAspect="1"/>
          </p:cNvGraphicFramePr>
          <p:nvPr/>
        </p:nvGraphicFramePr>
        <p:xfrm>
          <a:off x="388938" y="3363913"/>
          <a:ext cx="711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6" name="Equation" r:id="rId42" imgW="710891" imgH="495085" progId="Equation.DSMT4">
                  <p:embed/>
                </p:oleObj>
              </mc:Choice>
              <mc:Fallback>
                <p:oleObj name="Equation" r:id="rId42" imgW="710891" imgH="495085" progId="Equation.DSMT4">
                  <p:embed/>
                  <p:pic>
                    <p:nvPicPr>
                      <p:cNvPr id="0" name="Picture 8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3363913"/>
                        <a:ext cx="7112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椭圆 66"/>
          <p:cNvSpPr/>
          <p:nvPr/>
        </p:nvSpPr>
        <p:spPr>
          <a:xfrm>
            <a:off x="179512" y="3291830"/>
            <a:ext cx="1080120" cy="648072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直接连接符 84"/>
          <p:cNvCxnSpPr/>
          <p:nvPr/>
        </p:nvCxnSpPr>
        <p:spPr>
          <a:xfrm>
            <a:off x="941796" y="3911766"/>
            <a:ext cx="660427" cy="649881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886458" y="267323"/>
            <a:ext cx="107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引例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91915" name="Object 82"/>
          <p:cNvGraphicFramePr>
            <a:graphicFrameLocks noChangeAspect="1"/>
          </p:cNvGraphicFramePr>
          <p:nvPr/>
        </p:nvGraphicFramePr>
        <p:xfrm>
          <a:off x="1444184" y="3147814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7" name="Equation" r:id="rId44" imgW="1218671" imgH="380835" progId="Equation.DSMT4">
                  <p:embed/>
                </p:oleObj>
              </mc:Choice>
              <mc:Fallback>
                <p:oleObj name="Equation" r:id="rId44" imgW="1218671" imgH="380835" progId="Equation.DSMT4">
                  <p:embed/>
                  <p:pic>
                    <p:nvPicPr>
                      <p:cNvPr id="0" name="Picture 8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184" y="3147814"/>
                        <a:ext cx="1219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2"/>
          <p:cNvGraphicFramePr>
            <a:graphicFrameLocks noChangeAspect="1"/>
          </p:cNvGraphicFramePr>
          <p:nvPr/>
        </p:nvGraphicFramePr>
        <p:xfrm>
          <a:off x="2915816" y="3263694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8" name="Equation" r:id="rId46" imgW="215619" imgH="215619" progId="Equation.DSMT4">
                  <p:embed/>
                </p:oleObj>
              </mc:Choice>
              <mc:Fallback>
                <p:oleObj name="Equation" r:id="rId46" imgW="215619" imgH="215619" progId="Equation.DSMT4">
                  <p:embed/>
                  <p:pic>
                    <p:nvPicPr>
                      <p:cNvPr id="0" name="Picture 9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3263694"/>
                        <a:ext cx="2159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17" name="Object 82"/>
          <p:cNvGraphicFramePr>
            <a:graphicFrameLocks noChangeAspect="1"/>
          </p:cNvGraphicFramePr>
          <p:nvPr/>
        </p:nvGraphicFramePr>
        <p:xfrm>
          <a:off x="3404136" y="3146994"/>
          <a:ext cx="673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9" name="Equation" r:id="rId48" imgW="672808" imgH="406224" progId="Equation.DSMT4">
                  <p:embed/>
                </p:oleObj>
              </mc:Choice>
              <mc:Fallback>
                <p:oleObj name="Equation" r:id="rId48" imgW="672808" imgH="406224" progId="Equation.DSMT4">
                  <p:embed/>
                  <p:pic>
                    <p:nvPicPr>
                      <p:cNvPr id="0" name="Picture 9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4136" y="3146994"/>
                        <a:ext cx="673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961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1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9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9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32" grpId="0"/>
      <p:bldP spid="56" grpId="0" animBg="1"/>
      <p:bldP spid="63" grpId="0" animBg="1"/>
      <p:bldP spid="64" grpId="0" animBg="1"/>
      <p:bldP spid="75" grpId="0" animBg="1"/>
      <p:bldP spid="80" grpId="0" animBg="1"/>
      <p:bldP spid="84" grpId="0" animBg="1"/>
      <p:bldP spid="74" grpId="0" animBg="1"/>
      <p:bldP spid="6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214282" y="1678037"/>
            <a:ext cx="3781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如果函数的增量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5453500" y="1649714"/>
            <a:ext cx="1643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可表示为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739819"/>
              </p:ext>
            </p:extLst>
          </p:nvPr>
        </p:nvGraphicFramePr>
        <p:xfrm>
          <a:off x="2555776" y="1735790"/>
          <a:ext cx="29210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4" name="Equation" r:id="rId4" imgW="70408800" imgH="9144000" progId="Equation.DSMT4">
                  <p:embed/>
                </p:oleObj>
              </mc:Choice>
              <mc:Fallback>
                <p:oleObj name="Equation" r:id="rId4" imgW="70408800" imgH="9144000" progId="Equation.DSMT4">
                  <p:embed/>
                  <p:pic>
                    <p:nvPicPr>
                      <p:cNvPr id="0" name="Picture 14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735790"/>
                        <a:ext cx="2921000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/>
          <p:cNvGrpSpPr/>
          <p:nvPr/>
        </p:nvGrpSpPr>
        <p:grpSpPr>
          <a:xfrm>
            <a:off x="179512" y="2902173"/>
            <a:ext cx="8712968" cy="461665"/>
            <a:chOff x="179512" y="2859782"/>
            <a:chExt cx="8712968" cy="461665"/>
          </a:xfrm>
        </p:grpSpPr>
        <p:sp>
          <p:nvSpPr>
            <p:cNvPr id="26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179512" y="2859782"/>
              <a:ext cx="8712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其中  是不依赖于  的常数，则称函数       在点  是可微的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</a:p>
          </p:txBody>
        </p:sp>
        <p:graphicFrame>
          <p:nvGraphicFramePr>
            <p:cNvPr id="2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0807423"/>
                </p:ext>
              </p:extLst>
            </p:nvPr>
          </p:nvGraphicFramePr>
          <p:xfrm>
            <a:off x="899592" y="2957885"/>
            <a:ext cx="239712" cy="261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" name="Equation" r:id="rId6" imgW="5791200" imgH="6400800" progId="Equation.DSMT4">
                    <p:embed/>
                  </p:oleObj>
                </mc:Choice>
                <mc:Fallback>
                  <p:oleObj name="Equation" r:id="rId6" imgW="5791200" imgH="6400800" progId="Equation.DSMT4">
                    <p:embed/>
                    <p:pic>
                      <p:nvPicPr>
                        <p:cNvPr id="0" name="Picture 14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2957885"/>
                          <a:ext cx="239712" cy="2619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2390838"/>
                </p:ext>
              </p:extLst>
            </p:nvPr>
          </p:nvGraphicFramePr>
          <p:xfrm>
            <a:off x="2699792" y="2966957"/>
            <a:ext cx="366713" cy="274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6" name="Equation" r:id="rId8" imgW="8839200" imgH="6705600" progId="Equation.DSMT4">
                    <p:embed/>
                  </p:oleObj>
                </mc:Choice>
                <mc:Fallback>
                  <p:oleObj name="Equation" r:id="rId8" imgW="8839200" imgH="6705600" progId="Equation.DSMT4">
                    <p:embed/>
                    <p:pic>
                      <p:nvPicPr>
                        <p:cNvPr id="0" name="Picture 14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792" y="2966957"/>
                          <a:ext cx="366713" cy="274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0058078"/>
                </p:ext>
              </p:extLst>
            </p:nvPr>
          </p:nvGraphicFramePr>
          <p:xfrm>
            <a:off x="5488087" y="2955280"/>
            <a:ext cx="1100137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7" name="Equation" r:id="rId10" imgW="1104900" imgH="342900" progId="Equation.DSMT4">
                    <p:embed/>
                  </p:oleObj>
                </mc:Choice>
                <mc:Fallback>
                  <p:oleObj name="Equation" r:id="rId10" imgW="1104900" imgH="342900" progId="Equation.DSMT4">
                    <p:embed/>
                    <p:pic>
                      <p:nvPicPr>
                        <p:cNvPr id="0" name="Picture 14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8087" y="2955280"/>
                          <a:ext cx="1100137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4595189"/>
                </p:ext>
              </p:extLst>
            </p:nvPr>
          </p:nvGraphicFramePr>
          <p:xfrm>
            <a:off x="7236296" y="2917180"/>
            <a:ext cx="27940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8" name="Equation" r:id="rId12" imgW="6705600" imgH="9144000" progId="Equation.DSMT4">
                    <p:embed/>
                  </p:oleObj>
                </mc:Choice>
                <mc:Fallback>
                  <p:oleObj name="Equation" r:id="rId12" imgW="6705600" imgH="9144000" progId="Equation.DSMT4">
                    <p:embed/>
                    <p:pic>
                      <p:nvPicPr>
                        <p:cNvPr id="0" name="Picture 14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6296" y="2917180"/>
                          <a:ext cx="279400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/>
          <p:cNvGrpSpPr/>
          <p:nvPr/>
        </p:nvGrpSpPr>
        <p:grpSpPr>
          <a:xfrm>
            <a:off x="179512" y="3550245"/>
            <a:ext cx="8568952" cy="461665"/>
            <a:chOff x="285720" y="3435846"/>
            <a:chExt cx="8568952" cy="461665"/>
          </a:xfrm>
        </p:grpSpPr>
        <p:sp>
          <p:nvSpPr>
            <p:cNvPr id="32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85720" y="3435846"/>
              <a:ext cx="85689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而    叫做函数        在点  相应于自变量增量   的微分，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7283608"/>
                </p:ext>
              </p:extLst>
            </p:nvPr>
          </p:nvGraphicFramePr>
          <p:xfrm>
            <a:off x="702193" y="3541224"/>
            <a:ext cx="568325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9" name="Equation" r:id="rId14" imgW="13716000" imgH="6705600" progId="Equation.DSMT4">
                    <p:embed/>
                  </p:oleObj>
                </mc:Choice>
                <mc:Fallback>
                  <p:oleObj name="Equation" r:id="rId14" imgW="13716000" imgH="6705600" progId="Equation.DSMT4">
                    <p:embed/>
                    <p:pic>
                      <p:nvPicPr>
                        <p:cNvPr id="0" name="Picture 14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2193" y="3541224"/>
                          <a:ext cx="568325" cy="274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5185862"/>
                </p:ext>
              </p:extLst>
            </p:nvPr>
          </p:nvGraphicFramePr>
          <p:xfrm>
            <a:off x="2607767" y="3545436"/>
            <a:ext cx="1100137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0" name="Equation" r:id="rId16" imgW="1104900" imgH="342900" progId="Equation.DSMT4">
                    <p:embed/>
                  </p:oleObj>
                </mc:Choice>
                <mc:Fallback>
                  <p:oleObj name="Equation" r:id="rId16" imgW="1104900" imgH="342900" progId="Equation.DSMT4">
                    <p:embed/>
                    <p:pic>
                      <p:nvPicPr>
                        <p:cNvPr id="0" name="Picture 14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7767" y="3545436"/>
                          <a:ext cx="1100137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7524242"/>
                </p:ext>
              </p:extLst>
            </p:nvPr>
          </p:nvGraphicFramePr>
          <p:xfrm>
            <a:off x="4397266" y="3493244"/>
            <a:ext cx="27940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1" name="Equation" r:id="rId18" imgW="6705600" imgH="9144000" progId="Equation.DSMT4">
                    <p:embed/>
                  </p:oleObj>
                </mc:Choice>
                <mc:Fallback>
                  <p:oleObj name="Equation" r:id="rId18" imgW="6705600" imgH="9144000" progId="Equation.DSMT4">
                    <p:embed/>
                    <p:pic>
                      <p:nvPicPr>
                        <p:cNvPr id="0" name="Picture 14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7266" y="3493244"/>
                          <a:ext cx="279400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3227691"/>
                </p:ext>
              </p:extLst>
            </p:nvPr>
          </p:nvGraphicFramePr>
          <p:xfrm>
            <a:off x="7190273" y="3543021"/>
            <a:ext cx="366713" cy="274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2" name="Equation" r:id="rId19" imgW="8839200" imgH="6705600" progId="Equation.DSMT4">
                    <p:embed/>
                  </p:oleObj>
                </mc:Choice>
                <mc:Fallback>
                  <p:oleObj name="Equation" r:id="rId19" imgW="8839200" imgH="6705600" progId="Equation.DSMT4">
                    <p:embed/>
                    <p:pic>
                      <p:nvPicPr>
                        <p:cNvPr id="0" name="Picture 14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0273" y="3543021"/>
                          <a:ext cx="366713" cy="274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352969"/>
              </p:ext>
            </p:extLst>
          </p:nvPr>
        </p:nvGraphicFramePr>
        <p:xfrm>
          <a:off x="3216321" y="4302544"/>
          <a:ext cx="121443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" name="Equation" r:id="rId20" imgW="29260800" imgH="8229600" progId="Equation.DSMT4">
                  <p:embed/>
                </p:oleObj>
              </mc:Choice>
              <mc:Fallback>
                <p:oleObj name="Equation" r:id="rId20" imgW="29260800" imgH="8229600" progId="Equation.DSMT4">
                  <p:embed/>
                  <p:pic>
                    <p:nvPicPr>
                      <p:cNvPr id="0" name="Picture 14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321" y="4302544"/>
                        <a:ext cx="1214437" cy="3365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/>
          <p:cNvGrpSpPr/>
          <p:nvPr/>
        </p:nvGrpSpPr>
        <p:grpSpPr>
          <a:xfrm>
            <a:off x="179512" y="4193407"/>
            <a:ext cx="2846120" cy="466575"/>
            <a:chOff x="285720" y="4011910"/>
            <a:chExt cx="2846120" cy="466575"/>
          </a:xfrm>
        </p:grpSpPr>
        <p:sp>
          <p:nvSpPr>
            <p:cNvPr id="37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85720" y="4011910"/>
              <a:ext cx="2846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记作   或   ，即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8260516"/>
                </p:ext>
              </p:extLst>
            </p:nvPr>
          </p:nvGraphicFramePr>
          <p:xfrm>
            <a:off x="1043608" y="4127462"/>
            <a:ext cx="3286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4" name="Equation" r:id="rId22" imgW="7924800" imgH="8229600" progId="Equation.DSMT4">
                    <p:embed/>
                  </p:oleObj>
                </mc:Choice>
                <mc:Fallback>
                  <p:oleObj name="Equation" r:id="rId22" imgW="7924800" imgH="8229600" progId="Equation.DSMT4">
                    <p:embed/>
                    <p:pic>
                      <p:nvPicPr>
                        <p:cNvPr id="0" name="Picture 14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608" y="4127462"/>
                          <a:ext cx="3286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4">
              <a:extLst>
                <a:ext uri="{FF2B5EF4-FFF2-40B4-BE49-F238E27FC236}">
                  <a16:creationId xmlns:a16="http://schemas.microsoft.com/office/drawing/2014/main" id="{85EA7224-4D02-4FB0-8206-913CC2A7DA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9291256"/>
                </p:ext>
              </p:extLst>
            </p:nvPr>
          </p:nvGraphicFramePr>
          <p:xfrm>
            <a:off x="1801505" y="4141935"/>
            <a:ext cx="3413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5" name="Equation" r:id="rId24" imgW="8229600" imgH="8229600" progId="Equation.DSMT4">
                    <p:embed/>
                  </p:oleObj>
                </mc:Choice>
                <mc:Fallback>
                  <p:oleObj name="Equation" r:id="rId24" imgW="8229600" imgH="8229600" progId="Equation.DSMT4">
                    <p:embed/>
                    <p:pic>
                      <p:nvPicPr>
                        <p:cNvPr id="0" name="Picture 14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1505" y="4141935"/>
                          <a:ext cx="3413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文本框 4"/>
          <p:cNvSpPr txBox="1"/>
          <p:nvPr/>
        </p:nvSpPr>
        <p:spPr>
          <a:xfrm>
            <a:off x="831145" y="267206"/>
            <a:ext cx="277055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一、微分的定义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1635814" y="1071552"/>
            <a:ext cx="9329162" cy="475733"/>
            <a:chOff x="1649882" y="1131590"/>
            <a:chExt cx="9329162" cy="475733"/>
          </a:xfrm>
        </p:grpSpPr>
        <p:sp>
          <p:nvSpPr>
            <p:cNvPr id="5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4578312" y="1145658"/>
              <a:ext cx="64007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内有定义，     属于该邻域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1649882" y="1131590"/>
              <a:ext cx="7256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设函数       在                   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52226" name="Object 4"/>
            <p:cNvGraphicFramePr>
              <a:graphicFrameLocks noChangeAspect="1"/>
            </p:cNvGraphicFramePr>
            <p:nvPr/>
          </p:nvGraphicFramePr>
          <p:xfrm>
            <a:off x="2672408" y="1217722"/>
            <a:ext cx="1100137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6" name="Equation" r:id="rId26" imgW="1104900" imgH="342900" progId="Equation.DSMT4">
                    <p:embed/>
                  </p:oleObj>
                </mc:Choice>
                <mc:Fallback>
                  <p:oleObj name="Equation" r:id="rId26" imgW="1104900" imgH="342900" progId="Equation.DSMT4">
                    <p:embed/>
                    <p:pic>
                      <p:nvPicPr>
                        <p:cNvPr id="0" name="Picture 14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2408" y="1217722"/>
                          <a:ext cx="1100137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4"/>
            <p:cNvGraphicFramePr>
              <a:graphicFrameLocks noChangeAspect="1"/>
            </p:cNvGraphicFramePr>
            <p:nvPr/>
          </p:nvGraphicFramePr>
          <p:xfrm>
            <a:off x="5272584" y="1382713"/>
            <a:ext cx="30162" cy="14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7" name="Equation" r:id="rId27" imgW="748975" imgH="380835" progId="Equation.DSMT4">
                    <p:embed/>
                  </p:oleObj>
                </mc:Choice>
                <mc:Fallback>
                  <p:oleObj name="Equation" r:id="rId27" imgW="748975" imgH="380835" progId="Equation.DSMT4">
                    <p:embed/>
                    <p:pic>
                      <p:nvPicPr>
                        <p:cNvPr id="0" name="Picture 14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2584" y="1382713"/>
                          <a:ext cx="30162" cy="142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4"/>
            <p:cNvGraphicFramePr>
              <a:graphicFrameLocks noChangeAspect="1"/>
            </p:cNvGraphicFramePr>
            <p:nvPr/>
          </p:nvGraphicFramePr>
          <p:xfrm>
            <a:off x="6226734" y="1203056"/>
            <a:ext cx="89535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8" name="Equation" r:id="rId29" imgW="21640800" imgH="9144000" progId="Equation.DSMT4">
                    <p:embed/>
                  </p:oleObj>
                </mc:Choice>
                <mc:Fallback>
                  <p:oleObj name="Equation" r:id="rId29" imgW="21640800" imgH="9144000" progId="Equation.DSMT4">
                    <p:embed/>
                    <p:pic>
                      <p:nvPicPr>
                        <p:cNvPr id="0" name="Picture 14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6734" y="1203056"/>
                          <a:ext cx="895350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4234" name="Object 13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1000163"/>
                </p:ext>
              </p:extLst>
            </p:nvPr>
          </p:nvGraphicFramePr>
          <p:xfrm>
            <a:off x="4096664" y="1217666"/>
            <a:ext cx="749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9" name="Equation" r:id="rId31" imgW="749160" imgH="380880" progId="Equation.DSMT4">
                    <p:embed/>
                  </p:oleObj>
                </mc:Choice>
                <mc:Fallback>
                  <p:oleObj name="Equation" r:id="rId31" imgW="749160" imgH="380880" progId="Equation.DSMT4">
                    <p:embed/>
                    <p:pic>
                      <p:nvPicPr>
                        <p:cNvPr id="0" name="Picture 14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6664" y="1217666"/>
                          <a:ext cx="7493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887192" y="1071552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定义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5253212" y="2283718"/>
            <a:ext cx="920368" cy="547928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3953732" y="2311854"/>
            <a:ext cx="936104" cy="504056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4235" name="Object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733138"/>
              </p:ext>
            </p:extLst>
          </p:nvPr>
        </p:nvGraphicFramePr>
        <p:xfrm>
          <a:off x="4132116" y="2408230"/>
          <a:ext cx="571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" name="Equation" r:id="rId33" imgW="571320" imgH="279360" progId="Equation.DSMT4">
                  <p:embed/>
                </p:oleObj>
              </mc:Choice>
              <mc:Fallback>
                <p:oleObj name="Equation" r:id="rId33" imgW="571320" imgH="279360" progId="Equation.DSMT4">
                  <p:embed/>
                  <p:pic>
                    <p:nvPicPr>
                      <p:cNvPr id="0" name="Picture 14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116" y="2408230"/>
                        <a:ext cx="5715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82"/>
          <p:cNvGraphicFramePr>
            <a:graphicFrameLocks noChangeAspect="1"/>
          </p:cNvGraphicFramePr>
          <p:nvPr/>
        </p:nvGraphicFramePr>
        <p:xfrm>
          <a:off x="3184248" y="2397930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" name="Equation" r:id="rId35" imgW="685800" imgH="342900" progId="Equation.DSMT4">
                  <p:embed/>
                </p:oleObj>
              </mc:Choice>
              <mc:Fallback>
                <p:oleObj name="Equation" r:id="rId35" imgW="685800" imgH="342900" progId="Equation.DSMT4">
                  <p:embed/>
                  <p:pic>
                    <p:nvPicPr>
                      <p:cNvPr id="0" name="Picture 14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248" y="2397930"/>
                        <a:ext cx="685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82"/>
          <p:cNvGraphicFramePr>
            <a:graphicFrameLocks noChangeAspect="1"/>
          </p:cNvGraphicFramePr>
          <p:nvPr/>
        </p:nvGraphicFramePr>
        <p:xfrm>
          <a:off x="5366164" y="2386013"/>
          <a:ext cx="977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2" name="Equation" r:id="rId37" imgW="977476" imgH="342751" progId="Equation.DSMT4">
                  <p:embed/>
                </p:oleObj>
              </mc:Choice>
              <mc:Fallback>
                <p:oleObj name="Equation" r:id="rId37" imgW="977476" imgH="342751" progId="Equation.DSMT4">
                  <p:embed/>
                  <p:pic>
                    <p:nvPicPr>
                      <p:cNvPr id="0" name="Picture 14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6164" y="2386013"/>
                        <a:ext cx="977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82"/>
          <p:cNvGraphicFramePr>
            <a:graphicFrameLocks noChangeAspect="1"/>
          </p:cNvGraphicFramePr>
          <p:nvPr/>
        </p:nvGraphicFramePr>
        <p:xfrm>
          <a:off x="4927160" y="2457662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3" name="Equation" r:id="rId39" imgW="215619" imgH="215619" progId="Equation.DSMT4">
                  <p:embed/>
                </p:oleObj>
              </mc:Choice>
              <mc:Fallback>
                <p:oleObj name="Equation" r:id="rId39" imgW="215619" imgH="215619" progId="Equation.DSMT4">
                  <p:embed/>
                  <p:pic>
                    <p:nvPicPr>
                      <p:cNvPr id="0" name="Picture 14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160" y="2457662"/>
                        <a:ext cx="2159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961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45" grpId="0"/>
      <p:bldP spid="40" grpId="0" animBg="1"/>
      <p:bldP spid="4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899592" y="500048"/>
            <a:ext cx="771530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理论上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利用定义完全可以检验函数在一点是否可微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899592" y="2914109"/>
            <a:ext cx="792088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但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实际中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，用定义判断函数在一点是否可微往往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比较繁琐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1335115" y="1111346"/>
          <a:ext cx="723741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" name="Equation" r:id="rId3" imgW="174955200" imgH="10058400" progId="Equation.DSMT4">
                  <p:embed/>
                </p:oleObj>
              </mc:Choice>
              <mc:Fallback>
                <p:oleObj name="Equation" r:id="rId3" imgW="174955200" imgH="10058400" progId="Equation.DSMT4">
                  <p:embed/>
                  <p:pic>
                    <p:nvPicPr>
                      <p:cNvPr id="0" name="Picture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115" y="1111346"/>
                        <a:ext cx="7237413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863244" y="110995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如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sp>
        <p:nvSpPr>
          <p:cNvPr id="12" name="AutoShape 59"/>
          <p:cNvSpPr>
            <a:spLocks/>
          </p:cNvSpPr>
          <p:nvPr/>
        </p:nvSpPr>
        <p:spPr bwMode="auto">
          <a:xfrm rot="5400000">
            <a:off x="5601150" y="1169812"/>
            <a:ext cx="1143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5132468" y="1637458"/>
            <a:ext cx="1571636" cy="632192"/>
            <a:chOff x="1431578" y="3989942"/>
            <a:chExt cx="1571636" cy="632192"/>
          </a:xfrm>
        </p:grpSpPr>
        <p:graphicFrame>
          <p:nvGraphicFramePr>
            <p:cNvPr id="14" name="Object 1"/>
            <p:cNvGraphicFramePr>
              <a:graphicFrameLocks noChangeAspect="1"/>
            </p:cNvGraphicFramePr>
            <p:nvPr/>
          </p:nvGraphicFramePr>
          <p:xfrm>
            <a:off x="1963982" y="4072983"/>
            <a:ext cx="243314" cy="2187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5" name="Equation" r:id="rId5" imgW="8839200" imgH="6705600" progId="Equation.DSMT4">
                    <p:embed/>
                  </p:oleObj>
                </mc:Choice>
                <mc:Fallback>
                  <p:oleObj name="Equation" r:id="rId5" imgW="8839200" imgH="6705600" progId="Equation.DSMT4">
                    <p:embed/>
                    <p:pic>
                      <p:nvPicPr>
                        <p:cNvPr id="0" name="Picture 1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3982" y="4072983"/>
                          <a:ext cx="243314" cy="2187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32"/>
            <p:cNvSpPr txBox="1">
              <a:spLocks noChangeArrowheads="1"/>
            </p:cNvSpPr>
            <p:nvPr/>
          </p:nvSpPr>
          <p:spPr bwMode="auto">
            <a:xfrm>
              <a:off x="1431578" y="3989942"/>
              <a:ext cx="157163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关于  </a:t>
              </a:r>
              <a:r>
                <a:rPr kumimoji="1" lang="zh-CN" altLang="zh-CN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</a:t>
              </a:r>
              <a:endParaRPr kumimoji="1"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6" name="Text Box 32"/>
            <p:cNvSpPr txBox="1">
              <a:spLocks noChangeArrowheads="1"/>
            </p:cNvSpPr>
            <p:nvPr/>
          </p:nvSpPr>
          <p:spPr bwMode="auto">
            <a:xfrm>
              <a:off x="1431578" y="4252802"/>
              <a:ext cx="157163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线性主部</a:t>
              </a:r>
            </a:p>
          </p:txBody>
        </p:sp>
      </p:grpSp>
      <p:sp>
        <p:nvSpPr>
          <p:cNvPr id="17" name="AutoShape 60"/>
          <p:cNvSpPr>
            <a:spLocks/>
          </p:cNvSpPr>
          <p:nvPr/>
        </p:nvSpPr>
        <p:spPr bwMode="auto">
          <a:xfrm rot="5400000">
            <a:off x="7400926" y="578456"/>
            <a:ext cx="144016" cy="1913436"/>
          </a:xfrm>
          <a:prstGeom prst="rightBrace">
            <a:avLst>
              <a:gd name="adj1" fmla="val 39323"/>
              <a:gd name="adj2" fmla="val 50000"/>
            </a:avLst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pPr algn="ctr"/>
            <a:endParaRPr lang="zh-CN" altLang="zh-CN">
              <a:solidFill>
                <a:srgbClr val="0066CC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890506" y="1556122"/>
            <a:ext cx="1785950" cy="637247"/>
            <a:chOff x="3041004" y="3941542"/>
            <a:chExt cx="1785950" cy="637247"/>
          </a:xfrm>
        </p:grpSpPr>
        <p:sp>
          <p:nvSpPr>
            <p:cNvPr id="19" name="Text Box 35"/>
            <p:cNvSpPr txBox="1">
              <a:spLocks noChangeArrowheads="1"/>
            </p:cNvSpPr>
            <p:nvPr/>
          </p:nvSpPr>
          <p:spPr bwMode="auto">
            <a:xfrm>
              <a:off x="3041004" y="4209457"/>
              <a:ext cx="178595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高阶无穷小</a:t>
              </a:r>
            </a:p>
          </p:txBody>
        </p:sp>
        <p:sp>
          <p:nvSpPr>
            <p:cNvPr id="20" name="Text Box 37"/>
            <p:cNvSpPr txBox="1">
              <a:spLocks noChangeArrowheads="1"/>
            </p:cNvSpPr>
            <p:nvPr/>
          </p:nvSpPr>
          <p:spPr bwMode="auto">
            <a:xfrm>
              <a:off x="3738192" y="3941542"/>
              <a:ext cx="9286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时为</a:t>
              </a:r>
            </a:p>
          </p:txBody>
        </p:sp>
        <p:graphicFrame>
          <p:nvGraphicFramePr>
            <p:cNvPr id="21" name="Object 1"/>
            <p:cNvGraphicFramePr>
              <a:graphicFrameLocks noChangeAspect="1"/>
            </p:cNvGraphicFramePr>
            <p:nvPr/>
          </p:nvGraphicFramePr>
          <p:xfrm>
            <a:off x="3148188" y="4029118"/>
            <a:ext cx="666150" cy="2079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6" name="Equation" r:id="rId7" imgW="22555200" imgH="6705600" progId="Equation.DSMT4">
                    <p:embed/>
                  </p:oleObj>
                </mc:Choice>
                <mc:Fallback>
                  <p:oleObj name="Equation" r:id="rId7" imgW="22555200" imgH="6705600" progId="Equation.DSMT4">
                    <p:embed/>
                    <p:pic>
                      <p:nvPicPr>
                        <p:cNvPr id="0" name="Picture 1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8188" y="4029118"/>
                          <a:ext cx="666150" cy="2079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214282" y="2263672"/>
            <a:ext cx="8143932" cy="461665"/>
            <a:chOff x="214282" y="2467654"/>
            <a:chExt cx="8143932" cy="461665"/>
          </a:xfrm>
        </p:grpSpPr>
        <p:sp>
          <p:nvSpPr>
            <p:cNvPr id="22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14282" y="2467654"/>
              <a:ext cx="81439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故     在其定义域内的每一点  处都可微，且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23" name="Object 6"/>
            <p:cNvGraphicFramePr>
              <a:graphicFrameLocks noChangeAspect="1"/>
            </p:cNvGraphicFramePr>
            <p:nvPr/>
          </p:nvGraphicFramePr>
          <p:xfrm>
            <a:off x="594920" y="2515055"/>
            <a:ext cx="757238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7" name="Equation" r:id="rId9" imgW="18288000" imgH="9753600" progId="Equation.DSMT4">
                    <p:embed/>
                  </p:oleObj>
                </mc:Choice>
                <mc:Fallback>
                  <p:oleObj name="Equation" r:id="rId9" imgW="18288000" imgH="9753600" progId="Equation.DSMT4">
                    <p:embed/>
                    <p:pic>
                      <p:nvPicPr>
                        <p:cNvPr id="0" name="Picture 1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920" y="2515055"/>
                          <a:ext cx="757238" cy="392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6"/>
            <p:cNvGraphicFramePr>
              <a:graphicFrameLocks noChangeAspect="1"/>
            </p:cNvGraphicFramePr>
            <p:nvPr/>
          </p:nvGraphicFramePr>
          <p:xfrm>
            <a:off x="4500562" y="2523490"/>
            <a:ext cx="277812" cy="366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8" name="Equation" r:id="rId11" imgW="6705600" imgH="9144000" progId="Equation.DSMT4">
                    <p:embed/>
                  </p:oleObj>
                </mc:Choice>
                <mc:Fallback>
                  <p:oleObj name="Equation" r:id="rId11" imgW="6705600" imgH="9144000" progId="Equation.DSMT4">
                    <p:embed/>
                    <p:pic>
                      <p:nvPicPr>
                        <p:cNvPr id="0" name="Picture 1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0562" y="2523490"/>
                          <a:ext cx="277812" cy="3667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6"/>
            <p:cNvGraphicFramePr>
              <a:graphicFrameLocks noChangeAspect="1"/>
            </p:cNvGraphicFramePr>
            <p:nvPr/>
          </p:nvGraphicFramePr>
          <p:xfrm>
            <a:off x="6643702" y="2525715"/>
            <a:ext cx="1489075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9" name="Equation" r:id="rId13" imgW="35966400" imgH="10058400" progId="Equation.DSMT4">
                    <p:embed/>
                  </p:oleObj>
                </mc:Choice>
                <mc:Fallback>
                  <p:oleObj name="Equation" r:id="rId13" imgW="35966400" imgH="10058400" progId="Equation.DSMT4">
                    <p:embed/>
                    <p:pic>
                      <p:nvPicPr>
                        <p:cNvPr id="0" name="Picture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3702" y="2525715"/>
                          <a:ext cx="1489075" cy="403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矩形 26"/>
          <p:cNvSpPr/>
          <p:nvPr/>
        </p:nvSpPr>
        <p:spPr>
          <a:xfrm>
            <a:off x="899592" y="371475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如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138252" name="Object 13"/>
          <p:cNvGraphicFramePr>
            <a:graphicFrameLocks noChangeAspect="1"/>
          </p:cNvGraphicFramePr>
          <p:nvPr/>
        </p:nvGraphicFramePr>
        <p:xfrm>
          <a:off x="1462088" y="3571875"/>
          <a:ext cx="731202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" name="Equation" r:id="rId15" imgW="176784000" imgH="19507200" progId="Equation.DSMT4">
                  <p:embed/>
                </p:oleObj>
              </mc:Choice>
              <mc:Fallback>
                <p:oleObj name="Equation" r:id="rId15" imgW="176784000" imgH="19507200" progId="Equation.DSMT4">
                  <p:embed/>
                  <p:pic>
                    <p:nvPicPr>
                      <p:cNvPr id="0" name="Picture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3571875"/>
                        <a:ext cx="7312025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899592" y="4429138"/>
            <a:ext cx="7000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有没有判定函数在一点可微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行之有效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的简便方法呢？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863244" y="2924269"/>
            <a:ext cx="7957228" cy="46166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5132328" y="1043846"/>
            <a:ext cx="576064" cy="504056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8344" name="Object 104"/>
          <p:cNvGraphicFramePr>
            <a:graphicFrameLocks noChangeAspect="1"/>
          </p:cNvGraphicFramePr>
          <p:nvPr/>
        </p:nvGraphicFramePr>
        <p:xfrm>
          <a:off x="2677015" y="1657080"/>
          <a:ext cx="698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1" name="Equation" r:id="rId17" imgW="698197" imgH="495085" progId="Equation.DSMT4">
                  <p:embed/>
                </p:oleObj>
              </mc:Choice>
              <mc:Fallback>
                <p:oleObj name="Equation" r:id="rId17" imgW="698197" imgH="495085" progId="Equation.DSMT4">
                  <p:embed/>
                  <p:pic>
                    <p:nvPicPr>
                      <p:cNvPr id="0" name="Picture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7015" y="1657080"/>
                        <a:ext cx="6985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椭圆 29"/>
          <p:cNvSpPr/>
          <p:nvPr/>
        </p:nvSpPr>
        <p:spPr>
          <a:xfrm>
            <a:off x="2483768" y="1609178"/>
            <a:ext cx="1080120" cy="648072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3521684" y="1445949"/>
            <a:ext cx="1680939" cy="37758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8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1" grpId="0"/>
      <p:bldP spid="12" grpId="0" animBg="1"/>
      <p:bldP spid="17" grpId="0" animBg="1"/>
      <p:bldP spid="27" grpId="0"/>
      <p:bldP spid="29" grpId="0"/>
      <p:bldP spid="3" grpId="0" animBg="1"/>
      <p:bldP spid="28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8817236"/>
              </p:ext>
            </p:extLst>
          </p:nvPr>
        </p:nvGraphicFramePr>
        <p:xfrm>
          <a:off x="3648100" y="1289360"/>
          <a:ext cx="1771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4" name="Equation" r:id="rId3" imgW="42672000" imgH="9144000" progId="Equation.DSMT4">
                  <p:embed/>
                </p:oleObj>
              </mc:Choice>
              <mc:Fallback>
                <p:oleObj name="Equation" r:id="rId3" imgW="42672000" imgH="9144000" progId="Equation.DSMT4">
                  <p:embed/>
                  <p:pic>
                    <p:nvPicPr>
                      <p:cNvPr id="0" name="Picture 6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100" y="1289360"/>
                        <a:ext cx="1771650" cy="3746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9783A435-7C21-4ACF-89C2-49809F5473B7}"/>
              </a:ext>
            </a:extLst>
          </p:cNvPr>
          <p:cNvGrpSpPr/>
          <p:nvPr/>
        </p:nvGrpSpPr>
        <p:grpSpPr>
          <a:xfrm>
            <a:off x="978166" y="1909117"/>
            <a:ext cx="6264696" cy="461665"/>
            <a:chOff x="899592" y="2470125"/>
            <a:chExt cx="6264696" cy="461665"/>
          </a:xfrm>
        </p:grpSpPr>
        <p:sp>
          <p:nvSpPr>
            <p:cNvPr id="19" name="文本框 2">
              <a:extLst>
                <a:ext uri="{FF2B5EF4-FFF2-40B4-BE49-F238E27FC236}">
                  <a16:creationId xmlns:a16="http://schemas.microsoft.com/office/drawing/2014/main" id="{8F1656DB-5AAC-4CA2-95E9-94B4D8CAA939}"/>
                </a:ext>
              </a:extLst>
            </p:cNvPr>
            <p:cNvSpPr txBox="1"/>
            <p:nvPr/>
          </p:nvSpPr>
          <p:spPr>
            <a:xfrm>
              <a:off x="899592" y="2470125"/>
              <a:ext cx="2160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证 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(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必要性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)</a:t>
              </a:r>
            </a:p>
          </p:txBody>
        </p:sp>
        <p:sp>
          <p:nvSpPr>
            <p:cNvPr id="20" name="文本框 2">
              <a:extLst>
                <a:ext uri="{FF2B5EF4-FFF2-40B4-BE49-F238E27FC236}">
                  <a16:creationId xmlns:a16="http://schemas.microsoft.com/office/drawing/2014/main" id="{CE14D66C-8B23-4213-A339-CCEB51D560B7}"/>
                </a:ext>
              </a:extLst>
            </p:cNvPr>
            <p:cNvSpPr txBox="1"/>
            <p:nvPr/>
          </p:nvSpPr>
          <p:spPr>
            <a:xfrm>
              <a:off x="2843808" y="2470125"/>
              <a:ext cx="4320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已知        在点  可微，则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21" name="Object 9">
              <a:extLst>
                <a:ext uri="{FF2B5EF4-FFF2-40B4-BE49-F238E27FC236}">
                  <a16:creationId xmlns:a16="http://schemas.microsoft.com/office/drawing/2014/main" id="{0614AF16-D90C-406D-BB54-2065BDD6BB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3236025"/>
                </p:ext>
              </p:extLst>
            </p:nvPr>
          </p:nvGraphicFramePr>
          <p:xfrm>
            <a:off x="3614291" y="2580174"/>
            <a:ext cx="110172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5" name="Equation" r:id="rId5" imgW="26517600" imgH="8229600" progId="Equation.DSMT4">
                    <p:embed/>
                  </p:oleObj>
                </mc:Choice>
                <mc:Fallback>
                  <p:oleObj name="Equation" r:id="rId5" imgW="26517600" imgH="8229600" progId="Equation.DSMT4">
                    <p:embed/>
                    <p:pic>
                      <p:nvPicPr>
                        <p:cNvPr id="0" name="Picture 6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4291" y="2580174"/>
                          <a:ext cx="1101725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9">
              <a:extLst>
                <a:ext uri="{FF2B5EF4-FFF2-40B4-BE49-F238E27FC236}">
                  <a16:creationId xmlns:a16="http://schemas.microsoft.com/office/drawing/2014/main" id="{38BE4723-EA74-4A4C-9614-7FA8C8CEC0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5219157"/>
                </p:ext>
              </p:extLst>
            </p:nvPr>
          </p:nvGraphicFramePr>
          <p:xfrm>
            <a:off x="5437800" y="2533410"/>
            <a:ext cx="27781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6" name="Equation" r:id="rId7" imgW="6705600" imgH="9144000" progId="Equation.DSMT4">
                    <p:embed/>
                  </p:oleObj>
                </mc:Choice>
                <mc:Fallback>
                  <p:oleObj name="Equation" r:id="rId7" imgW="6705600" imgH="9144000" progId="Equation.DSMT4">
                    <p:embed/>
                    <p:pic>
                      <p:nvPicPr>
                        <p:cNvPr id="0" name="Picture 6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7800" y="2533410"/>
                          <a:ext cx="277813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E74CB9B-58AB-4E9F-B989-252C4D074445}"/>
              </a:ext>
            </a:extLst>
          </p:cNvPr>
          <p:cNvGrpSpPr/>
          <p:nvPr/>
        </p:nvGrpSpPr>
        <p:grpSpPr>
          <a:xfrm>
            <a:off x="292856" y="4447848"/>
            <a:ext cx="5905952" cy="461665"/>
            <a:chOff x="251520" y="4546600"/>
            <a:chExt cx="5905952" cy="461665"/>
          </a:xfrm>
        </p:grpSpPr>
        <p:sp>
          <p:nvSpPr>
            <p:cNvPr id="35" name="文本框 2">
              <a:extLst>
                <a:ext uri="{FF2B5EF4-FFF2-40B4-BE49-F238E27FC236}">
                  <a16:creationId xmlns:a16="http://schemas.microsoft.com/office/drawing/2014/main" id="{347EBF3D-A884-48A4-A97F-1C23A0B86D4E}"/>
                </a:ext>
              </a:extLst>
            </p:cNvPr>
            <p:cNvSpPr txBox="1"/>
            <p:nvPr/>
          </p:nvSpPr>
          <p:spPr>
            <a:xfrm>
              <a:off x="251520" y="4546600"/>
              <a:ext cx="59059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故       在点  可导，且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</a:p>
          </p:txBody>
        </p:sp>
        <p:graphicFrame>
          <p:nvGraphicFramePr>
            <p:cNvPr id="36" name="Object 9">
              <a:extLst>
                <a:ext uri="{FF2B5EF4-FFF2-40B4-BE49-F238E27FC236}">
                  <a16:creationId xmlns:a16="http://schemas.microsoft.com/office/drawing/2014/main" id="{11A2454D-EFE3-4787-AB57-00215D4CA6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0289460"/>
                </p:ext>
              </p:extLst>
            </p:nvPr>
          </p:nvGraphicFramePr>
          <p:xfrm>
            <a:off x="644218" y="4638210"/>
            <a:ext cx="110172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" name="Equation" r:id="rId9" imgW="26517600" imgH="8229600" progId="Equation.DSMT4">
                    <p:embed/>
                  </p:oleObj>
                </mc:Choice>
                <mc:Fallback>
                  <p:oleObj name="Equation" r:id="rId9" imgW="26517600" imgH="8229600" progId="Equation.DSMT4">
                    <p:embed/>
                    <p:pic>
                      <p:nvPicPr>
                        <p:cNvPr id="0" name="Picture 6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218" y="4638210"/>
                          <a:ext cx="1101725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9">
              <a:extLst>
                <a:ext uri="{FF2B5EF4-FFF2-40B4-BE49-F238E27FC236}">
                  <a16:creationId xmlns:a16="http://schemas.microsoft.com/office/drawing/2014/main" id="{C48ADD77-E5C2-4B4D-8169-2A111A671D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6234992"/>
                </p:ext>
              </p:extLst>
            </p:nvPr>
          </p:nvGraphicFramePr>
          <p:xfrm>
            <a:off x="2371120" y="4612928"/>
            <a:ext cx="27781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8" name="Equation" r:id="rId10" imgW="6705600" imgH="9144000" progId="Equation.DSMT4">
                    <p:embed/>
                  </p:oleObj>
                </mc:Choice>
                <mc:Fallback>
                  <p:oleObj name="Equation" r:id="rId10" imgW="6705600" imgH="9144000" progId="Equation.DSMT4">
                    <p:embed/>
                    <p:pic>
                      <p:nvPicPr>
                        <p:cNvPr id="0" name="Picture 6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1120" y="4612928"/>
                          <a:ext cx="277813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9">
              <a:extLst>
                <a:ext uri="{FF2B5EF4-FFF2-40B4-BE49-F238E27FC236}">
                  <a16:creationId xmlns:a16="http://schemas.microsoft.com/office/drawing/2014/main" id="{CABDC5E7-9FBC-4774-BAE1-37F7313C53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9281386"/>
                </p:ext>
              </p:extLst>
            </p:nvPr>
          </p:nvGraphicFramePr>
          <p:xfrm>
            <a:off x="3923928" y="4621344"/>
            <a:ext cx="1303337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9" name="Equation" r:id="rId11" imgW="31394400" imgH="9144000" progId="Equation.DSMT4">
                    <p:embed/>
                  </p:oleObj>
                </mc:Choice>
                <mc:Fallback>
                  <p:oleObj name="Equation" r:id="rId11" imgW="31394400" imgH="9144000" progId="Equation.DSMT4">
                    <p:embed/>
                    <p:pic>
                      <p:nvPicPr>
                        <p:cNvPr id="0" name="Picture 6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928" y="4621344"/>
                          <a:ext cx="1303337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7" name="直接连接符 26"/>
          <p:cNvCxnSpPr/>
          <p:nvPr/>
        </p:nvCxnSpPr>
        <p:spPr>
          <a:xfrm flipV="1">
            <a:off x="149950" y="1779662"/>
            <a:ext cx="8748464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819" name="Object 5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558775"/>
              </p:ext>
            </p:extLst>
          </p:nvPr>
        </p:nvGraphicFramePr>
        <p:xfrm>
          <a:off x="2332824" y="3553771"/>
          <a:ext cx="3810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0" name="Equation" r:id="rId13" imgW="3809880" imgH="812520" progId="Equation.DSMT4">
                  <p:embed/>
                </p:oleObj>
              </mc:Choice>
              <mc:Fallback>
                <p:oleObj name="Equation" r:id="rId13" imgW="3809880" imgH="812520" progId="Equation.DSMT4">
                  <p:embed/>
                  <p:pic>
                    <p:nvPicPr>
                      <p:cNvPr id="0" name="Picture 6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824" y="3553771"/>
                        <a:ext cx="38100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221418" y="2980687"/>
            <a:ext cx="6143668" cy="461665"/>
            <a:chOff x="285720" y="3214692"/>
            <a:chExt cx="6143668" cy="461665"/>
          </a:xfrm>
        </p:grpSpPr>
        <p:sp>
          <p:nvSpPr>
            <p:cNvPr id="28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85720" y="3214692"/>
              <a:ext cx="61436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上式两边除以   ，当      时，于是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29" name="Object 571"/>
            <p:cNvGraphicFramePr>
              <a:graphicFrameLocks noChangeAspect="1"/>
            </p:cNvGraphicFramePr>
            <p:nvPr/>
          </p:nvGraphicFramePr>
          <p:xfrm>
            <a:off x="2188606" y="3317560"/>
            <a:ext cx="444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1" name="Equation" r:id="rId15" imgW="444307" imgH="279279" progId="Equation.DSMT4">
                    <p:embed/>
                  </p:oleObj>
                </mc:Choice>
                <mc:Fallback>
                  <p:oleObj name="Equation" r:id="rId15" imgW="444307" imgH="279279" progId="Equation.DSMT4">
                    <p:embed/>
                    <p:pic>
                      <p:nvPicPr>
                        <p:cNvPr id="0" name="Picture 6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8606" y="3317560"/>
                          <a:ext cx="4445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571"/>
            <p:cNvGraphicFramePr>
              <a:graphicFrameLocks noChangeAspect="1"/>
            </p:cNvGraphicFramePr>
            <p:nvPr/>
          </p:nvGraphicFramePr>
          <p:xfrm>
            <a:off x="3286116" y="3328334"/>
            <a:ext cx="939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2" name="Equation" r:id="rId17" imgW="939800" imgH="279400" progId="Equation.DSMT4">
                    <p:embed/>
                  </p:oleObj>
                </mc:Choice>
                <mc:Fallback>
                  <p:oleObj name="Equation" r:id="rId17" imgW="939800" imgH="279400" progId="Equation.DSMT4">
                    <p:embed/>
                    <p:pic>
                      <p:nvPicPr>
                        <p:cNvPr id="0" name="Picture 6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6116" y="3328334"/>
                          <a:ext cx="9398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5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194687"/>
              </p:ext>
            </p:extLst>
          </p:nvPr>
        </p:nvGraphicFramePr>
        <p:xfrm>
          <a:off x="7154062" y="3737921"/>
          <a:ext cx="138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3" name="Equation" r:id="rId19" imgW="1384200" imgH="380880" progId="Equation.DSMT4">
                  <p:embed/>
                </p:oleObj>
              </mc:Choice>
              <mc:Fallback>
                <p:oleObj name="Equation" r:id="rId19" imgW="1384200" imgH="380880" progId="Equation.DSMT4">
                  <p:embed/>
                  <p:pic>
                    <p:nvPicPr>
                      <p:cNvPr id="0" name="Picture 6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062" y="3737921"/>
                        <a:ext cx="1384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6579400" y="3680999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即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42" name="Object 5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016334"/>
              </p:ext>
            </p:extLst>
          </p:nvPr>
        </p:nvGraphicFramePr>
        <p:xfrm>
          <a:off x="2364558" y="2480621"/>
          <a:ext cx="415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4" name="Equation" r:id="rId21" imgW="4152600" imgH="380880" progId="Equation.DSMT4">
                  <p:embed/>
                </p:oleObj>
              </mc:Choice>
              <mc:Fallback>
                <p:oleObj name="Equation" r:id="rId21" imgW="4152600" imgH="380880" progId="Equation.DSMT4">
                  <p:embed/>
                  <p:pic>
                    <p:nvPicPr>
                      <p:cNvPr id="0" name="Picture 6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4558" y="2480621"/>
                        <a:ext cx="4152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/>
          <p:cNvGrpSpPr/>
          <p:nvPr/>
        </p:nvGrpSpPr>
        <p:grpSpPr>
          <a:xfrm>
            <a:off x="689502" y="265582"/>
            <a:ext cx="8208912" cy="461665"/>
            <a:chOff x="827584" y="501146"/>
            <a:chExt cx="8208912" cy="461665"/>
          </a:xfrm>
        </p:grpSpPr>
        <p:sp>
          <p:nvSpPr>
            <p:cNvPr id="44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827584" y="501146"/>
              <a:ext cx="82089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</a:rPr>
                <a:t>定理</a:t>
              </a:r>
              <a:r>
                <a:rPr lang="zh-CN" altLang="en-US" sz="2400" b="1" dirty="0"/>
                <a:t>  函数                 在点    </a:t>
              </a:r>
              <a:r>
                <a:rPr lang="zh-CN" altLang="en-US" sz="2400" b="1" dirty="0">
                  <a:solidFill>
                    <a:srgbClr val="0064FF"/>
                  </a:solidFill>
                </a:rPr>
                <a:t>可微</a:t>
              </a:r>
              <a:r>
                <a:rPr lang="zh-CN" altLang="en-US" sz="2400" b="1" dirty="0"/>
                <a:t>的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充分必要条件</a:t>
              </a:r>
              <a:r>
                <a:rPr lang="zh-CN" altLang="en-US" sz="2400" b="1" dirty="0"/>
                <a:t>是                 在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45" name="Object 9">
              <a:extLst>
                <a:ext uri="{FF2B5EF4-FFF2-40B4-BE49-F238E27FC236}">
                  <a16:creationId xmlns:a16="http://schemas.microsoft.com/office/drawing/2014/main" id="{D5229F42-AC5F-47BC-B9F3-A65E9487D3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21136" y="584682"/>
            <a:ext cx="110172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5" name="Equation" r:id="rId23" imgW="26517600" imgH="8229600" progId="Equation.DSMT4">
                    <p:embed/>
                  </p:oleObj>
                </mc:Choice>
                <mc:Fallback>
                  <p:oleObj name="Equation" r:id="rId23" imgW="26517600" imgH="8229600" progId="Equation.DSMT4">
                    <p:embed/>
                    <p:pic>
                      <p:nvPicPr>
                        <p:cNvPr id="0" name="Picture 6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1136" y="584682"/>
                          <a:ext cx="1101725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9">
              <a:extLst>
                <a:ext uri="{FF2B5EF4-FFF2-40B4-BE49-F238E27FC236}">
                  <a16:creationId xmlns:a16="http://schemas.microsoft.com/office/drawing/2014/main" id="{6DA29A90-A802-4AF1-8911-FD1E2BCCB3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7843" y="546880"/>
            <a:ext cx="27781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6" name="Equation" r:id="rId24" imgW="6705600" imgH="9144000" progId="Equation.DSMT4">
                    <p:embed/>
                  </p:oleObj>
                </mc:Choice>
                <mc:Fallback>
                  <p:oleObj name="Equation" r:id="rId24" imgW="6705600" imgH="9144000" progId="Equation.DSMT4">
                    <p:embed/>
                    <p:pic>
                      <p:nvPicPr>
                        <p:cNvPr id="0" name="Picture 6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7843" y="546880"/>
                          <a:ext cx="277813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9">
              <a:extLst>
                <a:ext uri="{FF2B5EF4-FFF2-40B4-BE49-F238E27FC236}">
                  <a16:creationId xmlns:a16="http://schemas.microsoft.com/office/drawing/2014/main" id="{F1109057-C22F-488D-8D92-60BA09CBFD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57656" y="571486"/>
            <a:ext cx="110172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7" name="Equation" r:id="rId25" imgW="26517600" imgH="8229600" progId="Equation.DSMT4">
                    <p:embed/>
                  </p:oleObj>
                </mc:Choice>
                <mc:Fallback>
                  <p:oleObj name="Equation" r:id="rId25" imgW="26517600" imgH="8229600" progId="Equation.DSMT4">
                    <p:embed/>
                    <p:pic>
                      <p:nvPicPr>
                        <p:cNvPr id="0" name="Picture 6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7656" y="571486"/>
                          <a:ext cx="1101725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组合 47"/>
          <p:cNvGrpSpPr/>
          <p:nvPr/>
        </p:nvGrpSpPr>
        <p:grpSpPr>
          <a:xfrm>
            <a:off x="4762" y="764550"/>
            <a:ext cx="4105752" cy="461665"/>
            <a:chOff x="251520" y="1152157"/>
            <a:chExt cx="4105752" cy="461665"/>
          </a:xfrm>
        </p:grpSpPr>
        <p:graphicFrame>
          <p:nvGraphicFramePr>
            <p:cNvPr id="49" name="Object 9">
              <a:extLst>
                <a:ext uri="{FF2B5EF4-FFF2-40B4-BE49-F238E27FC236}">
                  <a16:creationId xmlns:a16="http://schemas.microsoft.com/office/drawing/2014/main" id="{C51F2D63-4F49-4D53-9CF9-DEE389F255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5114" y="1186292"/>
            <a:ext cx="27781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8" name="Equation" r:id="rId26" imgW="6705600" imgH="9144000" progId="Equation.DSMT4">
                    <p:embed/>
                  </p:oleObj>
                </mc:Choice>
                <mc:Fallback>
                  <p:oleObj name="Equation" r:id="rId26" imgW="6705600" imgH="9144000" progId="Equation.DSMT4">
                    <p:embed/>
                    <p:pic>
                      <p:nvPicPr>
                        <p:cNvPr id="0" name="Picture 6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114" y="1186292"/>
                          <a:ext cx="277813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51520" y="1152157"/>
              <a:ext cx="41057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点     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可导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，且         ，即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51" name="Object 9">
              <a:extLst>
                <a:ext uri="{FF2B5EF4-FFF2-40B4-BE49-F238E27FC236}">
                  <a16:creationId xmlns:a16="http://schemas.microsoft.com/office/drawing/2014/main" id="{53C987F5-E983-415B-88DC-3563104560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2267" y="1216152"/>
            <a:ext cx="1303337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9" name="Equation" r:id="rId27" imgW="31394400" imgH="9144000" progId="Equation.DSMT4">
                    <p:embed/>
                  </p:oleObj>
                </mc:Choice>
                <mc:Fallback>
                  <p:oleObj name="Equation" r:id="rId27" imgW="31394400" imgH="9144000" progId="Equation.DSMT4">
                    <p:embed/>
                    <p:pic>
                      <p:nvPicPr>
                        <p:cNvPr id="0" name="Picture 6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2267" y="1216152"/>
                          <a:ext cx="1303337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5961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087427"/>
              </p:ext>
            </p:extLst>
          </p:nvPr>
        </p:nvGraphicFramePr>
        <p:xfrm>
          <a:off x="4601610" y="823184"/>
          <a:ext cx="1771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" name="Equation" r:id="rId3" imgW="42672000" imgH="9144000" progId="Equation.DSMT4">
                  <p:embed/>
                </p:oleObj>
              </mc:Choice>
              <mc:Fallback>
                <p:oleObj name="Equation" r:id="rId3" imgW="42672000" imgH="9144000" progId="Equation.DSMT4">
                  <p:embed/>
                  <p:pic>
                    <p:nvPicPr>
                      <p:cNvPr id="0" name="Picture 5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1610" y="823184"/>
                        <a:ext cx="1771650" cy="3746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组合 39"/>
          <p:cNvGrpSpPr/>
          <p:nvPr/>
        </p:nvGrpSpPr>
        <p:grpSpPr>
          <a:xfrm>
            <a:off x="759798" y="272307"/>
            <a:ext cx="8208912" cy="461665"/>
            <a:chOff x="827584" y="501146"/>
            <a:chExt cx="8208912" cy="461665"/>
          </a:xfrm>
        </p:grpSpPr>
        <p:sp>
          <p:nvSpPr>
            <p:cNvPr id="22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827584" y="501146"/>
              <a:ext cx="82089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</a:rPr>
                <a:t>定理</a:t>
              </a:r>
              <a:r>
                <a:rPr lang="zh-CN" altLang="en-US" sz="2400" b="1" dirty="0"/>
                <a:t>  函数                 在点    可微的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充分必要条件</a:t>
              </a:r>
              <a:r>
                <a:rPr lang="zh-CN" altLang="en-US" sz="2400" b="1" dirty="0"/>
                <a:t>是                 在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4" name="Object 9">
              <a:extLst>
                <a:ext uri="{FF2B5EF4-FFF2-40B4-BE49-F238E27FC236}">
                  <a16:creationId xmlns:a16="http://schemas.microsoft.com/office/drawing/2014/main" id="{D5229F42-AC5F-47BC-B9F3-A65E9487D3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21136" y="584682"/>
            <a:ext cx="110172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7" name="Equation" r:id="rId5" imgW="26517600" imgH="8229600" progId="Equation.DSMT4">
                    <p:embed/>
                  </p:oleObj>
                </mc:Choice>
                <mc:Fallback>
                  <p:oleObj name="Equation" r:id="rId5" imgW="26517600" imgH="8229600" progId="Equation.DSMT4">
                    <p:embed/>
                    <p:pic>
                      <p:nvPicPr>
                        <p:cNvPr id="0" name="Picture 5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1136" y="584682"/>
                          <a:ext cx="1101725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9">
              <a:extLst>
                <a:ext uri="{FF2B5EF4-FFF2-40B4-BE49-F238E27FC236}">
                  <a16:creationId xmlns:a16="http://schemas.microsoft.com/office/drawing/2014/main" id="{6DA29A90-A802-4AF1-8911-FD1E2BCCB3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7843" y="546880"/>
            <a:ext cx="27781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" name="Equation" r:id="rId7" imgW="6705600" imgH="9144000" progId="Equation.DSMT4">
                    <p:embed/>
                  </p:oleObj>
                </mc:Choice>
                <mc:Fallback>
                  <p:oleObj name="Equation" r:id="rId7" imgW="6705600" imgH="9144000" progId="Equation.DSMT4">
                    <p:embed/>
                    <p:pic>
                      <p:nvPicPr>
                        <p:cNvPr id="0" name="Picture 5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7843" y="546880"/>
                          <a:ext cx="277813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9">
              <a:extLst>
                <a:ext uri="{FF2B5EF4-FFF2-40B4-BE49-F238E27FC236}">
                  <a16:creationId xmlns:a16="http://schemas.microsoft.com/office/drawing/2014/main" id="{F1109057-C22F-488D-8D92-60BA09CBFD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57656" y="571486"/>
            <a:ext cx="110172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9" name="Equation" r:id="rId9" imgW="26517600" imgH="8229600" progId="Equation.DSMT4">
                    <p:embed/>
                  </p:oleObj>
                </mc:Choice>
                <mc:Fallback>
                  <p:oleObj name="Equation" r:id="rId9" imgW="26517600" imgH="8229600" progId="Equation.DSMT4">
                    <p:embed/>
                    <p:pic>
                      <p:nvPicPr>
                        <p:cNvPr id="0" name="Picture 5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7656" y="571486"/>
                          <a:ext cx="1101725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组合 40"/>
          <p:cNvGrpSpPr/>
          <p:nvPr/>
        </p:nvGrpSpPr>
        <p:grpSpPr>
          <a:xfrm>
            <a:off x="182604" y="817508"/>
            <a:ext cx="4105752" cy="461665"/>
            <a:chOff x="251520" y="1152157"/>
            <a:chExt cx="4105752" cy="461665"/>
          </a:xfrm>
        </p:grpSpPr>
        <p:graphicFrame>
          <p:nvGraphicFramePr>
            <p:cNvPr id="17" name="Object 9">
              <a:extLst>
                <a:ext uri="{FF2B5EF4-FFF2-40B4-BE49-F238E27FC236}">
                  <a16:creationId xmlns:a16="http://schemas.microsoft.com/office/drawing/2014/main" id="{C51F2D63-4F49-4D53-9CF9-DEE389F255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5114" y="1186292"/>
            <a:ext cx="27781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0" name="Equation" r:id="rId10" imgW="6705600" imgH="9144000" progId="Equation.DSMT4">
                    <p:embed/>
                  </p:oleObj>
                </mc:Choice>
                <mc:Fallback>
                  <p:oleObj name="Equation" r:id="rId10" imgW="6705600" imgH="9144000" progId="Equation.DSMT4">
                    <p:embed/>
                    <p:pic>
                      <p:nvPicPr>
                        <p:cNvPr id="0" name="Picture 5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114" y="1186292"/>
                          <a:ext cx="277813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51520" y="1152157"/>
              <a:ext cx="41057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点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可导，且         ，即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8" name="Object 9">
              <a:extLst>
                <a:ext uri="{FF2B5EF4-FFF2-40B4-BE49-F238E27FC236}">
                  <a16:creationId xmlns:a16="http://schemas.microsoft.com/office/drawing/2014/main" id="{53C987F5-E983-415B-88DC-3563104560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2267" y="1216152"/>
            <a:ext cx="1303337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1" name="Equation" r:id="rId11" imgW="31394400" imgH="9144000" progId="Equation.DSMT4">
                    <p:embed/>
                  </p:oleObj>
                </mc:Choice>
                <mc:Fallback>
                  <p:oleObj name="Equation" r:id="rId11" imgW="31394400" imgH="9144000" progId="Equation.DSMT4">
                    <p:embed/>
                    <p:pic>
                      <p:nvPicPr>
                        <p:cNvPr id="0" name="Picture 5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2267" y="1216152"/>
                          <a:ext cx="1303337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783A435-7C21-4ACF-89C2-49809F5473B7}"/>
              </a:ext>
            </a:extLst>
          </p:cNvPr>
          <p:cNvGrpSpPr/>
          <p:nvPr/>
        </p:nvGrpSpPr>
        <p:grpSpPr>
          <a:xfrm>
            <a:off x="844435" y="1780254"/>
            <a:ext cx="6264696" cy="461665"/>
            <a:chOff x="899592" y="2470125"/>
            <a:chExt cx="6264696" cy="461665"/>
          </a:xfrm>
        </p:grpSpPr>
        <p:sp>
          <p:nvSpPr>
            <p:cNvPr id="19" name="文本框 2">
              <a:extLst>
                <a:ext uri="{FF2B5EF4-FFF2-40B4-BE49-F238E27FC236}">
                  <a16:creationId xmlns:a16="http://schemas.microsoft.com/office/drawing/2014/main" id="{8F1656DB-5AAC-4CA2-95E9-94B4D8CAA939}"/>
                </a:ext>
              </a:extLst>
            </p:cNvPr>
            <p:cNvSpPr txBox="1"/>
            <p:nvPr/>
          </p:nvSpPr>
          <p:spPr>
            <a:xfrm>
              <a:off x="899592" y="2470125"/>
              <a:ext cx="2160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证 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(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充分性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)</a:t>
              </a:r>
            </a:p>
          </p:txBody>
        </p:sp>
        <p:sp>
          <p:nvSpPr>
            <p:cNvPr id="20" name="文本框 2">
              <a:extLst>
                <a:ext uri="{FF2B5EF4-FFF2-40B4-BE49-F238E27FC236}">
                  <a16:creationId xmlns:a16="http://schemas.microsoft.com/office/drawing/2014/main" id="{CE14D66C-8B23-4213-A339-CCEB51D560B7}"/>
                </a:ext>
              </a:extLst>
            </p:cNvPr>
            <p:cNvSpPr txBox="1"/>
            <p:nvPr/>
          </p:nvSpPr>
          <p:spPr>
            <a:xfrm>
              <a:off x="2843808" y="2470125"/>
              <a:ext cx="4320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已知        在点  可导，则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21" name="Object 9">
              <a:extLst>
                <a:ext uri="{FF2B5EF4-FFF2-40B4-BE49-F238E27FC236}">
                  <a16:creationId xmlns:a16="http://schemas.microsoft.com/office/drawing/2014/main" id="{0614AF16-D90C-406D-BB54-2065BDD6BB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14291" y="2558402"/>
            <a:ext cx="110172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2" name="Equation" r:id="rId13" imgW="26517600" imgH="8229600" progId="Equation.DSMT4">
                    <p:embed/>
                  </p:oleObj>
                </mc:Choice>
                <mc:Fallback>
                  <p:oleObj name="Equation" r:id="rId13" imgW="26517600" imgH="8229600" progId="Equation.DSMT4">
                    <p:embed/>
                    <p:pic>
                      <p:nvPicPr>
                        <p:cNvPr id="0" name="Picture 5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4291" y="2558402"/>
                          <a:ext cx="1101725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9">
              <a:extLst>
                <a:ext uri="{FF2B5EF4-FFF2-40B4-BE49-F238E27FC236}">
                  <a16:creationId xmlns:a16="http://schemas.microsoft.com/office/drawing/2014/main" id="{38BE4723-EA74-4A4C-9614-7FA8C8CEC0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17480" y="2513090"/>
            <a:ext cx="27781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3" name="Equation" r:id="rId14" imgW="6705600" imgH="9144000" progId="Equation.DSMT4">
                    <p:embed/>
                  </p:oleObj>
                </mc:Choice>
                <mc:Fallback>
                  <p:oleObj name="Equation" r:id="rId14" imgW="6705600" imgH="9144000" progId="Equation.DSMT4">
                    <p:embed/>
                    <p:pic>
                      <p:nvPicPr>
                        <p:cNvPr id="0" name="Picture 5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7480" y="2513090"/>
                          <a:ext cx="277813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4">
            <a:extLst>
              <a:ext uri="{FF2B5EF4-FFF2-40B4-BE49-F238E27FC236}">
                <a16:creationId xmlns:a16="http://schemas.microsoft.com/office/drawing/2014/main" id="{A9DBE897-9B2A-4A17-A144-3D3199BB0A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377119"/>
              </p:ext>
            </p:extLst>
          </p:nvPr>
        </p:nvGraphicFramePr>
        <p:xfrm>
          <a:off x="1492507" y="2342063"/>
          <a:ext cx="1985963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4" name="Equation" r:id="rId15" imgW="47853600" imgH="17678400" progId="Equation.DSMT4">
                  <p:embed/>
                </p:oleObj>
              </mc:Choice>
              <mc:Fallback>
                <p:oleObj name="Equation" r:id="rId15" imgW="47853600" imgH="17678400" progId="Equation.DSMT4">
                  <p:embed/>
                  <p:pic>
                    <p:nvPicPr>
                      <p:cNvPr id="0" name="Picture 5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507" y="2342063"/>
                        <a:ext cx="1985963" cy="722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">
            <a:extLst>
              <a:ext uri="{FF2B5EF4-FFF2-40B4-BE49-F238E27FC236}">
                <a16:creationId xmlns:a16="http://schemas.microsoft.com/office/drawing/2014/main" id="{B5C153D3-A30B-482F-9F69-4EAF572E12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479009"/>
              </p:ext>
            </p:extLst>
          </p:nvPr>
        </p:nvGraphicFramePr>
        <p:xfrm>
          <a:off x="3572098" y="2329742"/>
          <a:ext cx="40384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5" name="Equation" r:id="rId17" imgW="4038480" imgH="736560" progId="Equation.DSMT4">
                  <p:embed/>
                </p:oleObj>
              </mc:Choice>
              <mc:Fallback>
                <p:oleObj name="Equation" r:id="rId17" imgW="4038480" imgH="736560" progId="Equation.DSMT4">
                  <p:embed/>
                  <p:pic>
                    <p:nvPicPr>
                      <p:cNvPr id="0" name="Picture 5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2098" y="2329742"/>
                        <a:ext cx="403848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2E74CB9B-58AB-4E9F-B989-252C4D074445}"/>
              </a:ext>
            </a:extLst>
          </p:cNvPr>
          <p:cNvGrpSpPr/>
          <p:nvPr/>
        </p:nvGrpSpPr>
        <p:grpSpPr>
          <a:xfrm>
            <a:off x="267076" y="4100889"/>
            <a:ext cx="5474081" cy="461665"/>
            <a:chOff x="322233" y="4546600"/>
            <a:chExt cx="5474081" cy="461665"/>
          </a:xfrm>
        </p:grpSpPr>
        <p:sp>
          <p:nvSpPr>
            <p:cNvPr id="35" name="文本框 2">
              <a:extLst>
                <a:ext uri="{FF2B5EF4-FFF2-40B4-BE49-F238E27FC236}">
                  <a16:creationId xmlns:a16="http://schemas.microsoft.com/office/drawing/2014/main" id="{347EBF3D-A884-48A4-A97F-1C23A0B86D4E}"/>
                </a:ext>
              </a:extLst>
            </p:cNvPr>
            <p:cNvSpPr txBox="1"/>
            <p:nvPr/>
          </p:nvSpPr>
          <p:spPr>
            <a:xfrm>
              <a:off x="322233" y="4546600"/>
              <a:ext cx="3896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即       在点  可微，且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6" name="Object 9">
              <a:extLst>
                <a:ext uri="{FF2B5EF4-FFF2-40B4-BE49-F238E27FC236}">
                  <a16:creationId xmlns:a16="http://schemas.microsoft.com/office/drawing/2014/main" id="{11A2454D-EFE3-4787-AB57-00215D4CA6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8424285"/>
                </p:ext>
              </p:extLst>
            </p:nvPr>
          </p:nvGraphicFramePr>
          <p:xfrm>
            <a:off x="686212" y="4618804"/>
            <a:ext cx="110172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6" name="Equation" r:id="rId19" imgW="26517600" imgH="8229600" progId="Equation.DSMT4">
                    <p:embed/>
                  </p:oleObj>
                </mc:Choice>
                <mc:Fallback>
                  <p:oleObj name="Equation" r:id="rId19" imgW="26517600" imgH="8229600" progId="Equation.DSMT4">
                    <p:embed/>
                    <p:pic>
                      <p:nvPicPr>
                        <p:cNvPr id="0" name="Picture 5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212" y="4618804"/>
                          <a:ext cx="1101725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9">
              <a:extLst>
                <a:ext uri="{FF2B5EF4-FFF2-40B4-BE49-F238E27FC236}">
                  <a16:creationId xmlns:a16="http://schemas.microsoft.com/office/drawing/2014/main" id="{C48ADD77-E5C2-4B4D-8169-2A111A671D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669824"/>
                </p:ext>
              </p:extLst>
            </p:nvPr>
          </p:nvGraphicFramePr>
          <p:xfrm>
            <a:off x="2455140" y="4594648"/>
            <a:ext cx="27781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7" name="Equation" r:id="rId20" imgW="6705600" imgH="9144000" progId="Equation.DSMT4">
                    <p:embed/>
                  </p:oleObj>
                </mc:Choice>
                <mc:Fallback>
                  <p:oleObj name="Equation" r:id="rId20" imgW="6705600" imgH="9144000" progId="Equation.DSMT4">
                    <p:embed/>
                    <p:pic>
                      <p:nvPicPr>
                        <p:cNvPr id="0" name="Picture 5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5140" y="4594648"/>
                          <a:ext cx="277813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9">
              <a:extLst>
                <a:ext uri="{FF2B5EF4-FFF2-40B4-BE49-F238E27FC236}">
                  <a16:creationId xmlns:a16="http://schemas.microsoft.com/office/drawing/2014/main" id="{CABDC5E7-9FBC-4774-BAE1-37F7313C53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3201218"/>
                </p:ext>
              </p:extLst>
            </p:nvPr>
          </p:nvGraphicFramePr>
          <p:xfrm>
            <a:off x="4018634" y="4598580"/>
            <a:ext cx="177768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8" name="Equation" r:id="rId21" imgW="1777680" imgH="380880" progId="Equation.DSMT4">
                    <p:embed/>
                  </p:oleObj>
                </mc:Choice>
                <mc:Fallback>
                  <p:oleObj name="Equation" r:id="rId21" imgW="1777680" imgH="380880" progId="Equation.DSMT4">
                    <p:embed/>
                    <p:pic>
                      <p:nvPicPr>
                        <p:cNvPr id="0" name="Picture 5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8634" y="4598580"/>
                          <a:ext cx="1777680" cy="3808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文本框 2">
            <a:extLst>
              <a:ext uri="{FF2B5EF4-FFF2-40B4-BE49-F238E27FC236}">
                <a16:creationId xmlns:a16="http://schemas.microsoft.com/office/drawing/2014/main" id="{8C55872F-8C87-4419-A2E0-534B89F55603}"/>
              </a:ext>
            </a:extLst>
          </p:cNvPr>
          <p:cNvSpPr txBox="1"/>
          <p:nvPr/>
        </p:nvSpPr>
        <p:spPr>
          <a:xfrm>
            <a:off x="268371" y="3207827"/>
            <a:ext cx="847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故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2" name="AutoShape 59">
            <a:extLst>
              <a:ext uri="{FF2B5EF4-FFF2-40B4-BE49-F238E27FC236}">
                <a16:creationId xmlns:a16="http://schemas.microsoft.com/office/drawing/2014/main" id="{53FDD25E-84F2-4C3D-BFC6-EB9A39DE6DDE}"/>
              </a:ext>
            </a:extLst>
          </p:cNvPr>
          <p:cNvSpPr>
            <a:spLocks/>
          </p:cNvSpPr>
          <p:nvPr/>
        </p:nvSpPr>
        <p:spPr bwMode="auto">
          <a:xfrm rot="5400000">
            <a:off x="4575279" y="3363747"/>
            <a:ext cx="115244" cy="664164"/>
          </a:xfrm>
          <a:prstGeom prst="rightBrace">
            <a:avLst>
              <a:gd name="adj1" fmla="val 50000"/>
              <a:gd name="adj2" fmla="val 50000"/>
            </a:avLst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Text Box 32">
            <a:extLst>
              <a:ext uri="{FF2B5EF4-FFF2-40B4-BE49-F238E27FC236}">
                <a16:creationId xmlns:a16="http://schemas.microsoft.com/office/drawing/2014/main" id="{346E2234-367B-4229-995A-F2E8FC1DA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3985" y="3710215"/>
            <a:ext cx="10729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线性主部</a:t>
            </a:r>
          </a:p>
        </p:txBody>
      </p:sp>
      <p:sp>
        <p:nvSpPr>
          <p:cNvPr id="43" name="AutoShape 59">
            <a:extLst>
              <a:ext uri="{FF2B5EF4-FFF2-40B4-BE49-F238E27FC236}">
                <a16:creationId xmlns:a16="http://schemas.microsoft.com/office/drawing/2014/main" id="{F550109F-B540-43CD-995B-25363922B142}"/>
              </a:ext>
            </a:extLst>
          </p:cNvPr>
          <p:cNvSpPr>
            <a:spLocks/>
          </p:cNvSpPr>
          <p:nvPr/>
        </p:nvSpPr>
        <p:spPr bwMode="auto">
          <a:xfrm rot="5400000">
            <a:off x="5683535" y="3363747"/>
            <a:ext cx="115244" cy="664164"/>
          </a:xfrm>
          <a:prstGeom prst="rightBrace">
            <a:avLst>
              <a:gd name="adj1" fmla="val 50000"/>
              <a:gd name="adj2" fmla="val 50000"/>
            </a:avLst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Text Box 32">
            <a:extLst>
              <a:ext uri="{FF2B5EF4-FFF2-40B4-BE49-F238E27FC236}">
                <a16:creationId xmlns:a16="http://schemas.microsoft.com/office/drawing/2014/main" id="{48CDC639-CC31-4510-96DC-9FAC7CC57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059" y="3710215"/>
            <a:ext cx="14808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高阶无穷小</a:t>
            </a: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197768" y="1635646"/>
            <a:ext cx="8748464" cy="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6965115" y="3134151"/>
            <a:ext cx="1800200" cy="1080120"/>
            <a:chOff x="7020272" y="3867894"/>
            <a:chExt cx="1800200" cy="1080120"/>
          </a:xfrm>
        </p:grpSpPr>
        <p:graphicFrame>
          <p:nvGraphicFramePr>
            <p:cNvPr id="97787" name="Object 82"/>
            <p:cNvGraphicFramePr>
              <a:graphicFrameLocks noChangeAspect="1"/>
            </p:cNvGraphicFramePr>
            <p:nvPr/>
          </p:nvGraphicFramePr>
          <p:xfrm>
            <a:off x="7164288" y="3965798"/>
            <a:ext cx="16002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9" name="Equation" r:id="rId23" imgW="1600200" imgH="838200" progId="Equation.DSMT4">
                    <p:embed/>
                  </p:oleObj>
                </mc:Choice>
                <mc:Fallback>
                  <p:oleObj name="Equation" r:id="rId23" imgW="1600200" imgH="838200" progId="Equation.DSMT4">
                    <p:embed/>
                    <p:pic>
                      <p:nvPicPr>
                        <p:cNvPr id="0" name="Picture 5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4288" y="3965798"/>
                          <a:ext cx="1600200" cy="838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圆角矩形 44"/>
            <p:cNvSpPr/>
            <p:nvPr/>
          </p:nvSpPr>
          <p:spPr>
            <a:xfrm>
              <a:off x="7020272" y="3867894"/>
              <a:ext cx="1800200" cy="1080120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48" name="Object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337940"/>
              </p:ext>
            </p:extLst>
          </p:nvPr>
        </p:nvGraphicFramePr>
        <p:xfrm>
          <a:off x="1252943" y="3278564"/>
          <a:ext cx="2628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" name="Equation" r:id="rId25" imgW="2628900" imgH="381000" progId="Equation.DSMT4">
                  <p:embed/>
                </p:oleObj>
              </mc:Choice>
              <mc:Fallback>
                <p:oleObj name="Equation" r:id="rId25" imgW="2628900" imgH="381000" progId="Equation.DSMT4">
                  <p:embed/>
                  <p:pic>
                    <p:nvPicPr>
                      <p:cNvPr id="0" name="Picture 5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943" y="3278564"/>
                        <a:ext cx="2628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882790"/>
              </p:ext>
            </p:extLst>
          </p:nvPr>
        </p:nvGraphicFramePr>
        <p:xfrm>
          <a:off x="4007307" y="3306700"/>
          <a:ext cx="210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1" name="Equation" r:id="rId27" imgW="2108200" imgH="342900" progId="Equation.DSMT4">
                  <p:embed/>
                </p:oleObj>
              </mc:Choice>
              <mc:Fallback>
                <p:oleObj name="Equation" r:id="rId27" imgW="2108200" imgH="342900" progId="Equation.DSMT4">
                  <p:embed/>
                  <p:pic>
                    <p:nvPicPr>
                      <p:cNvPr id="0" name="Picture 5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307" y="3306700"/>
                        <a:ext cx="2108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581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2" grpId="0" animBg="1"/>
      <p:bldP spid="42" grpId="0"/>
      <p:bldP spid="43" grpId="0" animBg="1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9B66CFB6-07E5-44BE-80A7-FCFAC324DFEB}"/>
              </a:ext>
            </a:extLst>
          </p:cNvPr>
          <p:cNvGrpSpPr/>
          <p:nvPr/>
        </p:nvGrpSpPr>
        <p:grpSpPr>
          <a:xfrm>
            <a:off x="1259632" y="941997"/>
            <a:ext cx="5920484" cy="472371"/>
            <a:chOff x="899592" y="555526"/>
            <a:chExt cx="5920484" cy="472371"/>
          </a:xfrm>
        </p:grpSpPr>
        <p:sp>
          <p:nvSpPr>
            <p:cNvPr id="22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899592" y="563892"/>
              <a:ext cx="3744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4" name="Object 9">
              <a:extLst>
                <a:ext uri="{FF2B5EF4-FFF2-40B4-BE49-F238E27FC236}">
                  <a16:creationId xmlns:a16="http://schemas.microsoft.com/office/drawing/2014/main" id="{D5229F42-AC5F-47BC-B9F3-A65E9487D3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4664307"/>
                </p:ext>
              </p:extLst>
            </p:nvPr>
          </p:nvGraphicFramePr>
          <p:xfrm>
            <a:off x="1692721" y="638175"/>
            <a:ext cx="273526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1" name="Equation" r:id="rId3" imgW="65836800" imgH="9144000" progId="Equation.DSMT4">
                    <p:embed/>
                  </p:oleObj>
                </mc:Choice>
                <mc:Fallback>
                  <p:oleObj name="Equation" r:id="rId3" imgW="65836800" imgH="9144000" progId="Equation.DSMT4">
                    <p:embed/>
                    <p:pic>
                      <p:nvPicPr>
                        <p:cNvPr id="0" name="Picture 4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2721" y="638175"/>
                          <a:ext cx="2735263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4499992" y="555526"/>
              <a:ext cx="5262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且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8" name="Object 9">
              <a:extLst>
                <a:ext uri="{FF2B5EF4-FFF2-40B4-BE49-F238E27FC236}">
                  <a16:creationId xmlns:a16="http://schemas.microsoft.com/office/drawing/2014/main" id="{53C987F5-E983-415B-88DC-3563104560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1131576"/>
                </p:ext>
              </p:extLst>
            </p:nvPr>
          </p:nvGraphicFramePr>
          <p:xfrm>
            <a:off x="5026201" y="654835"/>
            <a:ext cx="1793875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2" name="Equation" r:id="rId5" imgW="42672000" imgH="9144000" progId="Equation.DSMT4">
                    <p:embed/>
                  </p:oleObj>
                </mc:Choice>
                <mc:Fallback>
                  <p:oleObj name="Equation" r:id="rId5" imgW="42672000" imgH="9144000" progId="Equation.DSMT4">
                    <p:embed/>
                    <p:pic>
                      <p:nvPicPr>
                        <p:cNvPr id="0" name="Picture 4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6201" y="654835"/>
                          <a:ext cx="1793875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4">
            <a:extLst>
              <a:ext uri="{FF2B5EF4-FFF2-40B4-BE49-F238E27FC236}">
                <a16:creationId xmlns:a16="http://schemas.microsoft.com/office/drawing/2014/main" id="{A9DBE897-9B2A-4A17-A144-3D3199BB0A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191927"/>
              </p:ext>
            </p:extLst>
          </p:nvPr>
        </p:nvGraphicFramePr>
        <p:xfrm>
          <a:off x="2102064" y="2029447"/>
          <a:ext cx="537192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3" name="Equation" r:id="rId7" imgW="5371920" imgH="812520" progId="Equation.DSMT4">
                  <p:embed/>
                </p:oleObj>
              </mc:Choice>
              <mc:Fallback>
                <p:oleObj name="Equation" r:id="rId7" imgW="5371920" imgH="812520" progId="Equation.DSMT4">
                  <p:embed/>
                  <p:pic>
                    <p:nvPicPr>
                      <p:cNvPr id="0" name="Picture 4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064" y="2029447"/>
                        <a:ext cx="5371920" cy="812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848D6C3C-81CC-4E43-B632-9B03E3E28E8E}"/>
              </a:ext>
            </a:extLst>
          </p:cNvPr>
          <p:cNvGrpSpPr/>
          <p:nvPr/>
        </p:nvGrpSpPr>
        <p:grpSpPr>
          <a:xfrm>
            <a:off x="1248252" y="1489405"/>
            <a:ext cx="3379734" cy="461665"/>
            <a:chOff x="755577" y="1419622"/>
            <a:chExt cx="3379734" cy="461665"/>
          </a:xfrm>
        </p:grpSpPr>
        <p:sp>
          <p:nvSpPr>
            <p:cNvPr id="40" name="文本框 2">
              <a:extLst>
                <a:ext uri="{FF2B5EF4-FFF2-40B4-BE49-F238E27FC236}">
                  <a16:creationId xmlns:a16="http://schemas.microsoft.com/office/drawing/2014/main" id="{46A12E2D-11DC-4E3D-A2D0-036E31F3D79F}"/>
                </a:ext>
              </a:extLst>
            </p:cNvPr>
            <p:cNvSpPr txBox="1"/>
            <p:nvPr/>
          </p:nvSpPr>
          <p:spPr>
            <a:xfrm>
              <a:off x="755577" y="1419622"/>
              <a:ext cx="33797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当                    时，有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1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0646343"/>
                </p:ext>
              </p:extLst>
            </p:nvPr>
          </p:nvGraphicFramePr>
          <p:xfrm>
            <a:off x="1629605" y="1495590"/>
            <a:ext cx="1254125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4" name="Equation" r:id="rId9" imgW="30175200" imgH="9144000" progId="Equation.DSMT4">
                    <p:embed/>
                  </p:oleObj>
                </mc:Choice>
                <mc:Fallback>
                  <p:oleObj name="Equation" r:id="rId9" imgW="30175200" imgH="9144000" progId="Equation.DSMT4">
                    <p:embed/>
                    <p:pic>
                      <p:nvPicPr>
                        <p:cNvPr id="0" name="Picture 4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9605" y="1495590"/>
                          <a:ext cx="1254125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278B565-1D19-4153-8CE7-1A530A64CE9B}"/>
              </a:ext>
            </a:extLst>
          </p:cNvPr>
          <p:cNvGrpSpPr/>
          <p:nvPr/>
        </p:nvGrpSpPr>
        <p:grpSpPr>
          <a:xfrm>
            <a:off x="395536" y="2974181"/>
            <a:ext cx="7985274" cy="461665"/>
            <a:chOff x="547167" y="4126309"/>
            <a:chExt cx="7985274" cy="461665"/>
          </a:xfrm>
        </p:grpSpPr>
        <p:graphicFrame>
          <p:nvGraphicFramePr>
            <p:cNvPr id="34" name="Object 4">
              <a:extLst>
                <a:ext uri="{FF2B5EF4-FFF2-40B4-BE49-F238E27FC236}">
                  <a16:creationId xmlns:a16="http://schemas.microsoft.com/office/drawing/2014/main" id="{B5C153D3-A30B-482F-9F69-4EAF572E12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0328670"/>
                </p:ext>
              </p:extLst>
            </p:nvPr>
          </p:nvGraphicFramePr>
          <p:xfrm>
            <a:off x="3275856" y="4222960"/>
            <a:ext cx="3667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5" name="Equation" r:id="rId11" imgW="8839200" imgH="8229600" progId="Equation.DSMT4">
                    <p:embed/>
                  </p:oleObj>
                </mc:Choice>
                <mc:Fallback>
                  <p:oleObj name="Equation" r:id="rId11" imgW="8839200" imgH="8229600" progId="Equation.DSMT4">
                    <p:embed/>
                    <p:pic>
                      <p:nvPicPr>
                        <p:cNvPr id="0" name="Picture 4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4222960"/>
                          <a:ext cx="3667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4">
              <a:extLst>
                <a:ext uri="{FF2B5EF4-FFF2-40B4-BE49-F238E27FC236}">
                  <a16:creationId xmlns:a16="http://schemas.microsoft.com/office/drawing/2014/main" id="{172452DA-FF7F-4771-B331-FB85697C5B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6932904"/>
                </p:ext>
              </p:extLst>
            </p:nvPr>
          </p:nvGraphicFramePr>
          <p:xfrm>
            <a:off x="1865083" y="4245522"/>
            <a:ext cx="935037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6" name="Equation" r:id="rId13" imgW="22555200" imgH="6705600" progId="Equation.DSMT4">
                    <p:embed/>
                  </p:oleObj>
                </mc:Choice>
                <mc:Fallback>
                  <p:oleObj name="Equation" r:id="rId13" imgW="22555200" imgH="6705600" progId="Equation.DSMT4">
                    <p:embed/>
                    <p:pic>
                      <p:nvPicPr>
                        <p:cNvPr id="0" name="Picture 4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5083" y="4245522"/>
                          <a:ext cx="935037" cy="274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文本框 2">
              <a:extLst>
                <a:ext uri="{FF2B5EF4-FFF2-40B4-BE49-F238E27FC236}">
                  <a16:creationId xmlns:a16="http://schemas.microsoft.com/office/drawing/2014/main" id="{8C55872F-8C87-4419-A2E0-534B89F55603}"/>
                </a:ext>
              </a:extLst>
            </p:cNvPr>
            <p:cNvSpPr txBox="1"/>
            <p:nvPr/>
          </p:nvSpPr>
          <p:spPr>
            <a:xfrm>
              <a:off x="547167" y="4126309"/>
              <a:ext cx="79852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从而，当      时，  与   是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等价无穷小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，换言之，即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47" name="Object 4">
              <a:extLst>
                <a:ext uri="{FF2B5EF4-FFF2-40B4-BE49-F238E27FC236}">
                  <a16:creationId xmlns:a16="http://schemas.microsoft.com/office/drawing/2014/main" id="{3050C7CB-2B79-45F1-9E0F-948339E29B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0006542"/>
                </p:ext>
              </p:extLst>
            </p:nvPr>
          </p:nvGraphicFramePr>
          <p:xfrm>
            <a:off x="4101978" y="4203686"/>
            <a:ext cx="3302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7" name="Equation" r:id="rId15" imgW="7924800" imgH="8229600" progId="Equation.DSMT4">
                    <p:embed/>
                  </p:oleObj>
                </mc:Choice>
                <mc:Fallback>
                  <p:oleObj name="Equation" r:id="rId15" imgW="7924800" imgH="8229600" progId="Equation.DSMT4">
                    <p:embed/>
                    <p:pic>
                      <p:nvPicPr>
                        <p:cNvPr id="0" name="Picture 4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1978" y="4203686"/>
                          <a:ext cx="33020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" name="Object 9">
            <a:extLst>
              <a:ext uri="{FF2B5EF4-FFF2-40B4-BE49-F238E27FC236}">
                <a16:creationId xmlns:a16="http://schemas.microsoft.com/office/drawing/2014/main" id="{21344730-70D0-4C06-ACF5-FD26736461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477985"/>
              </p:ext>
            </p:extLst>
          </p:nvPr>
        </p:nvGraphicFramePr>
        <p:xfrm>
          <a:off x="3344341" y="3675063"/>
          <a:ext cx="216376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8" name="Equation" r:id="rId17" imgW="52120800" imgH="8229600" progId="Equation.DSMT4">
                  <p:embed/>
                </p:oleObj>
              </mc:Choice>
              <mc:Fallback>
                <p:oleObj name="Equation" r:id="rId17" imgW="52120800" imgH="8229600" progId="Equation.DSMT4">
                  <p:embed/>
                  <p:pic>
                    <p:nvPicPr>
                      <p:cNvPr id="0" name="Picture 4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341" y="3675063"/>
                        <a:ext cx="2163763" cy="3365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C2DE9C98-938E-452C-A5C1-CE9316027D61}"/>
              </a:ext>
            </a:extLst>
          </p:cNvPr>
          <p:cNvGrpSpPr/>
          <p:nvPr/>
        </p:nvGrpSpPr>
        <p:grpSpPr>
          <a:xfrm>
            <a:off x="405502" y="4149001"/>
            <a:ext cx="5877677" cy="539353"/>
            <a:chOff x="322232" y="4515966"/>
            <a:chExt cx="5877677" cy="539353"/>
          </a:xfrm>
        </p:grpSpPr>
        <p:sp>
          <p:nvSpPr>
            <p:cNvPr id="35" name="文本框 2">
              <a:extLst>
                <a:ext uri="{FF2B5EF4-FFF2-40B4-BE49-F238E27FC236}">
                  <a16:creationId xmlns:a16="http://schemas.microsoft.com/office/drawing/2014/main" id="{347EBF3D-A884-48A4-A97F-1C23A0B86D4E}"/>
                </a:ext>
              </a:extLst>
            </p:cNvPr>
            <p:cNvSpPr txBox="1"/>
            <p:nvPr/>
          </p:nvSpPr>
          <p:spPr>
            <a:xfrm>
              <a:off x="322232" y="4515966"/>
              <a:ext cx="58776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故当    很小时，有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近似等式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</a:p>
          </p:txBody>
        </p:sp>
        <p:graphicFrame>
          <p:nvGraphicFramePr>
            <p:cNvPr id="36" name="Object 9">
              <a:extLst>
                <a:ext uri="{FF2B5EF4-FFF2-40B4-BE49-F238E27FC236}">
                  <a16:creationId xmlns:a16="http://schemas.microsoft.com/office/drawing/2014/main" id="{11A2454D-EFE3-4787-AB57-00215D4CA6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1580365"/>
                </p:ext>
              </p:extLst>
            </p:nvPr>
          </p:nvGraphicFramePr>
          <p:xfrm>
            <a:off x="1115107" y="4567691"/>
            <a:ext cx="469900" cy="420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9" name="Equation" r:id="rId19" imgW="11277600" imgH="10363200" progId="Equation.DSMT4">
                    <p:embed/>
                  </p:oleObj>
                </mc:Choice>
                <mc:Fallback>
                  <p:oleObj name="Equation" r:id="rId19" imgW="11277600" imgH="10363200" progId="Equation.DSMT4">
                    <p:embed/>
                    <p:pic>
                      <p:nvPicPr>
                        <p:cNvPr id="0" name="Picture 4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107" y="4567691"/>
                          <a:ext cx="469900" cy="4206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Rectangle 67">
              <a:extLst>
                <a:ext uri="{FF2B5EF4-FFF2-40B4-BE49-F238E27FC236}">
                  <a16:creationId xmlns:a16="http://schemas.microsoft.com/office/drawing/2014/main" id="{1CFA35C2-D0CD-4E6C-BEFE-BEF9CE756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4715" y="4515966"/>
              <a:ext cx="1179413" cy="53935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C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54" name="Object 9">
              <a:extLst>
                <a:ext uri="{FF2B5EF4-FFF2-40B4-BE49-F238E27FC236}">
                  <a16:creationId xmlns:a16="http://schemas.microsoft.com/office/drawing/2014/main" id="{392A2A7E-4CA6-4512-ADF4-279D41E5F4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628665"/>
                </p:ext>
              </p:extLst>
            </p:nvPr>
          </p:nvGraphicFramePr>
          <p:xfrm>
            <a:off x="4644008" y="4614639"/>
            <a:ext cx="965200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0" name="Equation" r:id="rId21" imgW="23164800" imgH="8229600" progId="Equation.DSMT4">
                    <p:embed/>
                  </p:oleObj>
                </mc:Choice>
                <mc:Fallback>
                  <p:oleObj name="Equation" r:id="rId21" imgW="23164800" imgH="8229600" progId="Equation.DSMT4">
                    <p:embed/>
                    <p:pic>
                      <p:nvPicPr>
                        <p:cNvPr id="0" name="Picture 4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4008" y="4614639"/>
                          <a:ext cx="965200" cy="333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/>
          <p:cNvGrpSpPr/>
          <p:nvPr/>
        </p:nvGrpSpPr>
        <p:grpSpPr>
          <a:xfrm>
            <a:off x="827584" y="441148"/>
            <a:ext cx="5112568" cy="461665"/>
            <a:chOff x="827584" y="441148"/>
            <a:chExt cx="5112568" cy="461665"/>
          </a:xfrm>
        </p:grpSpPr>
        <p:sp>
          <p:nvSpPr>
            <p:cNvPr id="56" name="文本框 2">
              <a:extLst>
                <a:ext uri="{FF2B5EF4-FFF2-40B4-BE49-F238E27FC236}">
                  <a16:creationId xmlns:a16="http://schemas.microsoft.com/office/drawing/2014/main" id="{BB9AC398-57CC-4A46-90CE-0DEA66CE4215}"/>
                </a:ext>
              </a:extLst>
            </p:cNvPr>
            <p:cNvSpPr txBox="1"/>
            <p:nvPr/>
          </p:nvSpPr>
          <p:spPr>
            <a:xfrm>
              <a:off x="827584" y="441148"/>
              <a:ext cx="51125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</a:rPr>
                <a:t>注  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en-US" sz="2400" b="1" dirty="0"/>
                <a:t>定理表明，若            存在，则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00619" name="Object 2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7328749"/>
                </p:ext>
              </p:extLst>
            </p:nvPr>
          </p:nvGraphicFramePr>
          <p:xfrm>
            <a:off x="3550297" y="481480"/>
            <a:ext cx="800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1" name="Equation" r:id="rId23" imgW="19202400" imgH="9144000" progId="Equation.DSMT4">
                    <p:embed/>
                  </p:oleObj>
                </mc:Choice>
                <mc:Fallback>
                  <p:oleObj name="Equation" r:id="rId23" imgW="19202400" imgH="9144000" progId="Equation.DSMT4">
                    <p:embed/>
                    <p:pic>
                      <p:nvPicPr>
                        <p:cNvPr id="0" name="Picture 4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0297" y="481480"/>
                          <a:ext cx="8001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5390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424" name="Object 16"/>
          <p:cNvGraphicFramePr>
            <a:graphicFrameLocks noChangeAspect="1"/>
          </p:cNvGraphicFramePr>
          <p:nvPr/>
        </p:nvGraphicFramePr>
        <p:xfrm>
          <a:off x="2943232" y="1285866"/>
          <a:ext cx="2628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6" name="Equation" r:id="rId4" imgW="2628900" imgH="355600" progId="Equation.DSMT4">
                  <p:embed/>
                </p:oleObj>
              </mc:Choice>
              <mc:Fallback>
                <p:oleObj name="Equation" r:id="rId4" imgW="2628900" imgH="355600" progId="Equation.DSMT4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32" y="1285866"/>
                        <a:ext cx="26289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/>
          <p:cNvGrpSpPr/>
          <p:nvPr/>
        </p:nvGrpSpPr>
        <p:grpSpPr>
          <a:xfrm>
            <a:off x="214314" y="1928808"/>
            <a:ext cx="7310014" cy="461665"/>
            <a:chOff x="214314" y="2214560"/>
            <a:chExt cx="7310014" cy="461665"/>
          </a:xfrm>
        </p:grpSpPr>
        <p:sp>
          <p:nvSpPr>
            <p:cNvPr id="26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14314" y="2214560"/>
              <a:ext cx="73100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其中       是   的线性函数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且   与       的差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2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2390838"/>
                </p:ext>
              </p:extLst>
            </p:nvPr>
          </p:nvGraphicFramePr>
          <p:xfrm>
            <a:off x="2357422" y="2297786"/>
            <a:ext cx="375804" cy="274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7" name="Equation" r:id="rId6" imgW="8839200" imgH="6705600" progId="Equation.DSMT4">
                    <p:embed/>
                  </p:oleObj>
                </mc:Choice>
                <mc:Fallback>
                  <p:oleObj name="Equation" r:id="rId6" imgW="8839200" imgH="6705600" progId="Equation.DSMT4">
                    <p:embed/>
                    <p:pic>
                      <p:nvPicPr>
                        <p:cNvPr id="0" name="Picture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7422" y="2297786"/>
                          <a:ext cx="375804" cy="274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7350623"/>
                </p:ext>
              </p:extLst>
            </p:nvPr>
          </p:nvGraphicFramePr>
          <p:xfrm>
            <a:off x="4786314" y="2307942"/>
            <a:ext cx="4191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8" name="Equation" r:id="rId8" imgW="8839200" imgH="8229600" progId="Equation.DSMT4">
                    <p:embed/>
                  </p:oleObj>
                </mc:Choice>
                <mc:Fallback>
                  <p:oleObj name="Equation" r:id="rId8" imgW="8839200" imgH="8229600" progId="Equation.DSMT4">
                    <p:embed/>
                    <p:pic>
                      <p:nvPicPr>
                        <p:cNvPr id="0" name="Picture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6314" y="2307942"/>
                          <a:ext cx="41910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16"/>
            <p:cNvGraphicFramePr>
              <a:graphicFrameLocks noChangeAspect="1"/>
            </p:cNvGraphicFramePr>
            <p:nvPr/>
          </p:nvGraphicFramePr>
          <p:xfrm>
            <a:off x="928662" y="2283718"/>
            <a:ext cx="1028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9" name="Equation" r:id="rId10" imgW="1028254" imgH="355446" progId="Equation.DSMT4">
                    <p:embed/>
                  </p:oleObj>
                </mc:Choice>
                <mc:Fallback>
                  <p:oleObj name="Equation" r:id="rId10" imgW="1028254" imgH="355446" progId="Equation.DSMT4">
                    <p:embed/>
                    <p:pic>
                      <p:nvPicPr>
                        <p:cNvPr id="0" name="Picture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2283718"/>
                          <a:ext cx="10287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0860995"/>
                </p:ext>
              </p:extLst>
            </p:nvPr>
          </p:nvGraphicFramePr>
          <p:xfrm>
            <a:off x="5530974" y="2306326"/>
            <a:ext cx="1028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0" name="Equation" r:id="rId12" imgW="1028254" imgH="355446" progId="Equation.DSMT4">
                    <p:embed/>
                  </p:oleObj>
                </mc:Choice>
                <mc:Fallback>
                  <p:oleObj name="Equation" r:id="rId12" imgW="1028254" imgH="355446" progId="Equation.DSMT4">
                    <p:embed/>
                    <p:pic>
                      <p:nvPicPr>
                        <p:cNvPr id="0" name="Picture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0974" y="2306326"/>
                          <a:ext cx="10287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16"/>
          <p:cNvGraphicFramePr>
            <a:graphicFrameLocks noChangeAspect="1"/>
          </p:cNvGraphicFramePr>
          <p:nvPr/>
        </p:nvGraphicFramePr>
        <p:xfrm>
          <a:off x="2987824" y="2714626"/>
          <a:ext cx="2628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1" name="Equation" r:id="rId14" imgW="2628900" imgH="355600" progId="Equation.DSMT4">
                  <p:embed/>
                </p:oleObj>
              </mc:Choice>
              <mc:Fallback>
                <p:oleObj name="Equation" r:id="rId14" imgW="2628900" imgH="355600" progId="Equation.DSMT4">
                  <p:embed/>
                  <p:pic>
                    <p:nvPicPr>
                      <p:cNvPr id="0" name="Picture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2714626"/>
                        <a:ext cx="26289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960378"/>
              </p:ext>
            </p:extLst>
          </p:nvPr>
        </p:nvGraphicFramePr>
        <p:xfrm>
          <a:off x="3470275" y="4071938"/>
          <a:ext cx="1663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2" name="Equation" r:id="rId16" imgW="1663700" imgH="355600" progId="Equation.DSMT4">
                  <p:embed/>
                </p:oleObj>
              </mc:Choice>
              <mc:Fallback>
                <p:oleObj name="Equation" r:id="rId16" imgW="1663700" imgH="355600" progId="Equation.DSMT4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275" y="4071938"/>
                        <a:ext cx="1663700" cy="355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785786" y="500048"/>
            <a:ext cx="8106694" cy="461665"/>
            <a:chOff x="785786" y="500048"/>
            <a:chExt cx="8089594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785786" y="500048"/>
              <a:ext cx="33575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（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3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） 如果函数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52226" name="Object 4"/>
            <p:cNvGraphicFramePr>
              <a:graphicFrameLocks noChangeAspect="1"/>
            </p:cNvGraphicFramePr>
            <p:nvPr/>
          </p:nvGraphicFramePr>
          <p:xfrm>
            <a:off x="3059832" y="589072"/>
            <a:ext cx="1100137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3" name="Equation" r:id="rId18" imgW="1104900" imgH="342900" progId="Equation.DSMT4">
                    <p:embed/>
                  </p:oleObj>
                </mc:Choice>
                <mc:Fallback>
                  <p:oleObj name="Equation" r:id="rId18" imgW="1104900" imgH="342900" progId="Equation.DSMT4">
                    <p:embed/>
                    <p:pic>
                      <p:nvPicPr>
                        <p:cNvPr id="0" name="Picture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832" y="589072"/>
                          <a:ext cx="1100137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4083680" y="500048"/>
              <a:ext cx="4791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在点  可导，则增量   可表示为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23" name="Object 4"/>
            <p:cNvGraphicFramePr>
              <a:graphicFrameLocks noChangeAspect="1"/>
            </p:cNvGraphicFramePr>
            <p:nvPr/>
          </p:nvGraphicFramePr>
          <p:xfrm>
            <a:off x="6488113" y="725488"/>
            <a:ext cx="15875" cy="14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4" name="Equation" r:id="rId20" imgW="8839200" imgH="8229600" progId="Equation.DSMT4">
                    <p:embed/>
                  </p:oleObj>
                </mc:Choice>
                <mc:Fallback>
                  <p:oleObj name="Equation" r:id="rId20" imgW="8839200" imgH="8229600" progId="Equation.DSMT4">
                    <p:embed/>
                    <p:pic>
                      <p:nvPicPr>
                        <p:cNvPr id="0" name="Picture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88113" y="725488"/>
                          <a:ext cx="15875" cy="142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8"/>
            <p:cNvGraphicFramePr>
              <a:graphicFrameLocks noChangeAspect="1"/>
            </p:cNvGraphicFramePr>
            <p:nvPr/>
          </p:nvGraphicFramePr>
          <p:xfrm>
            <a:off x="6971658" y="571486"/>
            <a:ext cx="4191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5" name="Equation" r:id="rId22" imgW="8839200" imgH="8229600" progId="Equation.DSMT4">
                    <p:embed/>
                  </p:oleObj>
                </mc:Choice>
                <mc:Fallback>
                  <p:oleObj name="Equation" r:id="rId22" imgW="8839200" imgH="8229600" progId="Equation.DSMT4">
                    <p:embed/>
                    <p:pic>
                      <p:nvPicPr>
                        <p:cNvPr id="0" name="Picture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1658" y="571486"/>
                          <a:ext cx="41910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5429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182644"/>
                </p:ext>
              </p:extLst>
            </p:nvPr>
          </p:nvGraphicFramePr>
          <p:xfrm>
            <a:off x="4835808" y="65289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6" name="Equation" r:id="rId23" imgW="190417" imgH="203112" progId="Equation.DSMT4">
                    <p:embed/>
                  </p:oleObj>
                </mc:Choice>
                <mc:Fallback>
                  <p:oleObj name="Equation" r:id="rId23" imgW="190417" imgH="203112" progId="Equation.DSMT4">
                    <p:embed/>
                    <p:pic>
                      <p:nvPicPr>
                        <p:cNvPr id="0" name="Picture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5808" y="652892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组合 46"/>
          <p:cNvGrpSpPr/>
          <p:nvPr/>
        </p:nvGrpSpPr>
        <p:grpSpPr>
          <a:xfrm>
            <a:off x="214282" y="3286130"/>
            <a:ext cx="8318158" cy="461665"/>
            <a:chOff x="214282" y="3286130"/>
            <a:chExt cx="8318158" cy="461665"/>
          </a:xfrm>
        </p:grpSpPr>
        <p:grpSp>
          <p:nvGrpSpPr>
            <p:cNvPr id="7" name="组合 58"/>
            <p:cNvGrpSpPr/>
            <p:nvPr/>
          </p:nvGrpSpPr>
          <p:grpSpPr>
            <a:xfrm>
              <a:off x="214282" y="3286130"/>
              <a:ext cx="8318158" cy="461665"/>
              <a:chOff x="285720" y="4011910"/>
              <a:chExt cx="8318158" cy="461665"/>
            </a:xfrm>
          </p:grpSpPr>
          <p:sp>
            <p:nvSpPr>
              <p:cNvPr id="37" name="文本框 2">
                <a:extLst>
                  <a:ext uri="{FF2B5EF4-FFF2-40B4-BE49-F238E27FC236}">
                    <a16:creationId xmlns:a16="http://schemas.microsoft.com/office/drawing/2014/main" id="{347C9E60-37DB-480B-B13E-EAB64D7D375B}"/>
                  </a:ext>
                </a:extLst>
              </p:cNvPr>
              <p:cNvSpPr txBox="1"/>
              <p:nvPr/>
            </p:nvSpPr>
            <p:spPr>
              <a:xfrm>
                <a:off x="285720" y="4011910"/>
                <a:ext cx="83181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是比   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高阶的无穷小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.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所以，当        ，且   很小时，有</a:t>
                </a:r>
                <a:endPara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endParaRPr>
              </a:p>
            </p:txBody>
          </p:sp>
          <p:graphicFrame>
            <p:nvGraphicFramePr>
              <p:cNvPr id="56" name="Object 21"/>
              <p:cNvGraphicFramePr>
                <a:graphicFrameLocks noChangeAspect="1"/>
              </p:cNvGraphicFramePr>
              <p:nvPr/>
            </p:nvGraphicFramePr>
            <p:xfrm>
              <a:off x="1023548" y="4124382"/>
              <a:ext cx="366712" cy="2698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457" name="Equation" r:id="rId25" imgW="8839200" imgH="6705600" progId="Equation.DSMT4">
                      <p:embed/>
                    </p:oleObj>
                  </mc:Choice>
                  <mc:Fallback>
                    <p:oleObj name="Equation" r:id="rId25" imgW="8839200" imgH="6705600" progId="Equation.DSMT4">
                      <p:embed/>
                      <p:pic>
                        <p:nvPicPr>
                          <p:cNvPr id="0" name="Picture 10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23548" y="4124382"/>
                            <a:ext cx="366712" cy="2698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8" name="Object 21"/>
              <p:cNvGraphicFramePr>
                <a:graphicFrameLocks noChangeAspect="1"/>
              </p:cNvGraphicFramePr>
              <p:nvPr/>
            </p:nvGraphicFramePr>
            <p:xfrm>
              <a:off x="6531158" y="4054114"/>
              <a:ext cx="468312" cy="4159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458" name="Equation" r:id="rId27" imgW="11277600" imgH="10363200" progId="Equation.DSMT4">
                      <p:embed/>
                    </p:oleObj>
                  </mc:Choice>
                  <mc:Fallback>
                    <p:oleObj name="Equation" r:id="rId27" imgW="11277600" imgH="10363200" progId="Equation.DSMT4">
                      <p:embed/>
                      <p:pic>
                        <p:nvPicPr>
                          <p:cNvPr id="0" name="Picture 10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31158" y="4054114"/>
                            <a:ext cx="468312" cy="4159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4" name="Object 21"/>
            <p:cNvGraphicFramePr>
              <a:graphicFrameLocks noChangeAspect="1"/>
            </p:cNvGraphicFramePr>
            <p:nvPr/>
          </p:nvGraphicFramePr>
          <p:xfrm>
            <a:off x="4643438" y="3357568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9" name="Equation" r:id="rId29" imgW="1143000" imgH="355600" progId="Equation.DSMT4">
                    <p:embed/>
                  </p:oleObj>
                </mc:Choice>
                <mc:Fallback>
                  <p:oleObj name="Equation" r:id="rId29" imgW="1143000" imgH="355600" progId="Equation.DSMT4">
                    <p:embed/>
                    <p:pic>
                      <p:nvPicPr>
                        <p:cNvPr id="0" name="Picture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3438" y="3357568"/>
                          <a:ext cx="11430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5961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9">
            <a:extLst>
              <a:ext uri="{FF2B5EF4-FFF2-40B4-BE49-F238E27FC236}">
                <a16:creationId xmlns:a16="http://schemas.microsoft.com/office/drawing/2014/main" id="{53C987F5-E983-415B-88DC-3563104560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700657"/>
              </p:ext>
            </p:extLst>
          </p:nvPr>
        </p:nvGraphicFramePr>
        <p:xfrm>
          <a:off x="3394753" y="1233053"/>
          <a:ext cx="1690688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88" name="Equation" r:id="rId3" imgW="40233600" imgH="8534400" progId="Equation.DSMT4">
                  <p:embed/>
                </p:oleObj>
              </mc:Choice>
              <mc:Fallback>
                <p:oleObj name="Equation" r:id="rId3" imgW="40233600" imgH="8534400" progId="Equation.DSMT4">
                  <p:embed/>
                  <p:pic>
                    <p:nvPicPr>
                      <p:cNvPr id="0" name="Picture 4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753" y="1233053"/>
                        <a:ext cx="1690688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9">
            <a:extLst>
              <a:ext uri="{FF2B5EF4-FFF2-40B4-BE49-F238E27FC236}">
                <a16:creationId xmlns:a16="http://schemas.microsoft.com/office/drawing/2014/main" id="{21344730-70D0-4C06-ACF5-FD26736461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009747"/>
              </p:ext>
            </p:extLst>
          </p:nvPr>
        </p:nvGraphicFramePr>
        <p:xfrm>
          <a:off x="3432283" y="2808801"/>
          <a:ext cx="15811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89" name="Equation" r:id="rId5" imgW="38100000" imgH="8534400" progId="Equation.DSMT4">
                  <p:embed/>
                </p:oleObj>
              </mc:Choice>
              <mc:Fallback>
                <p:oleObj name="Equation" r:id="rId5" imgW="38100000" imgH="8534400" progId="Equation.DSMT4">
                  <p:embed/>
                  <p:pic>
                    <p:nvPicPr>
                      <p:cNvPr id="0" name="Picture 4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283" y="2808801"/>
                        <a:ext cx="1581150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2">
            <a:extLst>
              <a:ext uri="{FF2B5EF4-FFF2-40B4-BE49-F238E27FC236}">
                <a16:creationId xmlns:a16="http://schemas.microsoft.com/office/drawing/2014/main" id="{B4832C29-BEC0-4DFF-888B-8EEE597615DB}"/>
              </a:ext>
            </a:extLst>
          </p:cNvPr>
          <p:cNvSpPr txBox="1"/>
          <p:nvPr/>
        </p:nvSpPr>
        <p:spPr>
          <a:xfrm>
            <a:off x="192233" y="3163410"/>
            <a:ext cx="1303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从而有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42" name="Object 9">
            <a:extLst>
              <a:ext uri="{FF2B5EF4-FFF2-40B4-BE49-F238E27FC236}">
                <a16:creationId xmlns:a16="http://schemas.microsoft.com/office/drawing/2014/main" id="{8657D73D-EF82-46F1-81A5-04088422F2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966090"/>
              </p:ext>
            </p:extLst>
          </p:nvPr>
        </p:nvGraphicFramePr>
        <p:xfrm>
          <a:off x="3429257" y="3449103"/>
          <a:ext cx="134143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0" name="Equation" r:id="rId7" imgW="32308800" imgH="17678400" progId="Equation.DSMT4">
                  <p:embed/>
                </p:oleObj>
              </mc:Choice>
              <mc:Fallback>
                <p:oleObj name="Equation" r:id="rId7" imgW="32308800" imgH="17678400" progId="Equation.DSMT4">
                  <p:embed/>
                  <p:pic>
                    <p:nvPicPr>
                      <p:cNvPr id="0" name="Picture 4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257" y="3449103"/>
                        <a:ext cx="1341437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D1E2BF15-B609-492E-ADB6-2BF12B3A54E6}"/>
              </a:ext>
            </a:extLst>
          </p:cNvPr>
          <p:cNvGrpSpPr/>
          <p:nvPr/>
        </p:nvGrpSpPr>
        <p:grpSpPr>
          <a:xfrm>
            <a:off x="183553" y="4287402"/>
            <a:ext cx="8348888" cy="461665"/>
            <a:chOff x="120394" y="4558357"/>
            <a:chExt cx="7146456" cy="461665"/>
          </a:xfrm>
        </p:grpSpPr>
        <p:sp>
          <p:nvSpPr>
            <p:cNvPr id="35" name="文本框 2">
              <a:extLst>
                <a:ext uri="{FF2B5EF4-FFF2-40B4-BE49-F238E27FC236}">
                  <a16:creationId xmlns:a16="http://schemas.microsoft.com/office/drawing/2014/main" id="{347EBF3D-A884-48A4-A97F-1C23A0B86D4E}"/>
                </a:ext>
              </a:extLst>
            </p:cNvPr>
            <p:cNvSpPr txBox="1"/>
            <p:nvPr/>
          </p:nvSpPr>
          <p:spPr>
            <a:xfrm>
              <a:off x="120394" y="4558357"/>
              <a:ext cx="71464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这表明，函数的导数就是函数的微分  与自变量微分  之商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</a:p>
          </p:txBody>
        </p:sp>
        <p:graphicFrame>
          <p:nvGraphicFramePr>
            <p:cNvPr id="43" name="Object 9">
              <a:extLst>
                <a:ext uri="{FF2B5EF4-FFF2-40B4-BE49-F238E27FC236}">
                  <a16:creationId xmlns:a16="http://schemas.microsoft.com/office/drawing/2014/main" id="{C3187DD6-7FD3-4C4E-9375-FDBF4E6B5B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5382803"/>
                </p:ext>
              </p:extLst>
            </p:nvPr>
          </p:nvGraphicFramePr>
          <p:xfrm>
            <a:off x="4400083" y="4652092"/>
            <a:ext cx="33337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91" name="Equation" r:id="rId9" imgW="7924800" imgH="8229600" progId="Equation.DSMT4">
                    <p:embed/>
                  </p:oleObj>
                </mc:Choice>
                <mc:Fallback>
                  <p:oleObj name="Equation" r:id="rId9" imgW="7924800" imgH="8229600" progId="Equation.DSMT4">
                    <p:embed/>
                    <p:pic>
                      <p:nvPicPr>
                        <p:cNvPr id="0" name="Picture 4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0083" y="4652092"/>
                          <a:ext cx="333375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9">
              <a:extLst>
                <a:ext uri="{FF2B5EF4-FFF2-40B4-BE49-F238E27FC236}">
                  <a16:creationId xmlns:a16="http://schemas.microsoft.com/office/drawing/2014/main" id="{936A500A-36AD-48E6-AE6D-7803E370FA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9674992"/>
                </p:ext>
              </p:extLst>
            </p:nvPr>
          </p:nvGraphicFramePr>
          <p:xfrm>
            <a:off x="6227050" y="4669876"/>
            <a:ext cx="333375" cy="273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92" name="Equation" r:id="rId11" imgW="7924800" imgH="6705600" progId="Equation.DSMT4">
                    <p:embed/>
                  </p:oleObj>
                </mc:Choice>
                <mc:Fallback>
                  <p:oleObj name="Equation" r:id="rId11" imgW="7924800" imgH="6705600" progId="Equation.DSMT4">
                    <p:embed/>
                    <p:pic>
                      <p:nvPicPr>
                        <p:cNvPr id="0" name="Picture 4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7050" y="4669876"/>
                          <a:ext cx="333375" cy="273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5E8545F-1EA1-4BB5-9CC5-C3BB0D626526}"/>
              </a:ext>
            </a:extLst>
          </p:cNvPr>
          <p:cNvGrpSpPr/>
          <p:nvPr/>
        </p:nvGrpSpPr>
        <p:grpSpPr>
          <a:xfrm>
            <a:off x="5701304" y="2993515"/>
            <a:ext cx="3127176" cy="643698"/>
            <a:chOff x="5384676" y="3723878"/>
            <a:chExt cx="3127176" cy="643698"/>
          </a:xfrm>
        </p:grpSpPr>
        <p:sp>
          <p:nvSpPr>
            <p:cNvPr id="53" name="Rectangle 67">
              <a:extLst>
                <a:ext uri="{FF2B5EF4-FFF2-40B4-BE49-F238E27FC236}">
                  <a16:creationId xmlns:a16="http://schemas.microsoft.com/office/drawing/2014/main" id="{1CFA35C2-D0CD-4E6C-BEFE-BEF9CE756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4676" y="3723878"/>
              <a:ext cx="3003748" cy="64369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5" name="文本框 2">
              <a:extLst>
                <a:ext uri="{FF2B5EF4-FFF2-40B4-BE49-F238E27FC236}">
                  <a16:creationId xmlns:a16="http://schemas.microsoft.com/office/drawing/2014/main" id="{F0C84342-F95E-49B4-93FF-FC2636E13979}"/>
                </a:ext>
              </a:extLst>
            </p:cNvPr>
            <p:cNvSpPr txBox="1"/>
            <p:nvPr/>
          </p:nvSpPr>
          <p:spPr>
            <a:xfrm>
              <a:off x="5508104" y="3795886"/>
              <a:ext cx="30037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微软雅黑" panose="020B0503020204020204" charset="-122"/>
                </a:rPr>
                <a:t>导数也叫做“</a:t>
              </a:r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微软雅黑" panose="020B0503020204020204" charset="-122"/>
                </a:rPr>
                <a:t>微商</a:t>
              </a: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微软雅黑" panose="020B0503020204020204" charset="-122"/>
                </a:rPr>
                <a:t>”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4EF926C-95F5-4835-B05F-17C37CC3849E}"/>
              </a:ext>
            </a:extLst>
          </p:cNvPr>
          <p:cNvGrpSpPr/>
          <p:nvPr/>
        </p:nvGrpSpPr>
        <p:grpSpPr>
          <a:xfrm>
            <a:off x="5574975" y="961897"/>
            <a:ext cx="3461521" cy="466480"/>
            <a:chOff x="5473502" y="2931790"/>
            <a:chExt cx="3461521" cy="466480"/>
          </a:xfrm>
        </p:grpSpPr>
        <p:sp>
          <p:nvSpPr>
            <p:cNvPr id="55" name="Rectangle 67">
              <a:extLst>
                <a:ext uri="{FF2B5EF4-FFF2-40B4-BE49-F238E27FC236}">
                  <a16:creationId xmlns:a16="http://schemas.microsoft.com/office/drawing/2014/main" id="{E164212F-4E1D-4CA0-AAEF-2F66CB307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3502" y="2931790"/>
              <a:ext cx="3346970" cy="46648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8" name="文本框 2">
              <a:extLst>
                <a:ext uri="{FF2B5EF4-FFF2-40B4-BE49-F238E27FC236}">
                  <a16:creationId xmlns:a16="http://schemas.microsoft.com/office/drawing/2014/main" id="{D0123E9A-C8A6-41A7-B93E-347378BED2F1}"/>
                </a:ext>
              </a:extLst>
            </p:cNvPr>
            <p:cNvSpPr txBox="1"/>
            <p:nvPr/>
          </p:nvSpPr>
          <p:spPr>
            <a:xfrm>
              <a:off x="5483894" y="2952839"/>
              <a:ext cx="3451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  <a:cs typeface="微软雅黑" panose="020B0503020204020204" charset="-122"/>
                </a:rPr>
                <a:t>函数的微分与  和   都有关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59" name="Object 9">
              <a:extLst>
                <a:ext uri="{FF2B5EF4-FFF2-40B4-BE49-F238E27FC236}">
                  <a16:creationId xmlns:a16="http://schemas.microsoft.com/office/drawing/2014/main" id="{8E5EBBE2-9EAF-45D1-9378-E6E2794163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83024" y="3079317"/>
            <a:ext cx="188912" cy="198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93" name="Equation" r:id="rId13" imgW="4572000" imgH="4876800" progId="Equation.DSMT4">
                    <p:embed/>
                  </p:oleObj>
                </mc:Choice>
                <mc:Fallback>
                  <p:oleObj name="Equation" r:id="rId13" imgW="4572000" imgH="4876800" progId="Equation.DSMT4">
                    <p:embed/>
                    <p:pic>
                      <p:nvPicPr>
                        <p:cNvPr id="0" name="Picture 4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3024" y="3079317"/>
                          <a:ext cx="188912" cy="1984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Object 9">
              <a:extLst>
                <a:ext uri="{FF2B5EF4-FFF2-40B4-BE49-F238E27FC236}">
                  <a16:creationId xmlns:a16="http://schemas.microsoft.com/office/drawing/2014/main" id="{97042BAE-75A2-41FA-A558-4DE2DD9B54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31832" y="3013834"/>
            <a:ext cx="365125" cy="273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94" name="Equation" r:id="rId15" imgW="8839200" imgH="6705600" progId="Equation.DSMT4">
                    <p:embed/>
                  </p:oleObj>
                </mc:Choice>
                <mc:Fallback>
                  <p:oleObj name="Equation" r:id="rId15" imgW="8839200" imgH="6705600" progId="Equation.DSMT4">
                    <p:embed/>
                    <p:pic>
                      <p:nvPicPr>
                        <p:cNvPr id="0" name="Picture 4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31832" y="3013834"/>
                          <a:ext cx="365125" cy="273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/>
          <p:cNvGrpSpPr/>
          <p:nvPr/>
        </p:nvGrpSpPr>
        <p:grpSpPr>
          <a:xfrm>
            <a:off x="908977" y="1652723"/>
            <a:ext cx="4032448" cy="461665"/>
            <a:chOff x="899592" y="1891020"/>
            <a:chExt cx="4032448" cy="461665"/>
          </a:xfrm>
        </p:grpSpPr>
        <p:sp>
          <p:nvSpPr>
            <p:cNvPr id="62" name="文本框 2">
              <a:extLst>
                <a:ext uri="{FF2B5EF4-FFF2-40B4-BE49-F238E27FC236}">
                  <a16:creationId xmlns:a16="http://schemas.microsoft.com/office/drawing/2014/main" id="{E691A56A-59D0-467F-9E95-9FB4D1BBB2CA}"/>
                </a:ext>
              </a:extLst>
            </p:cNvPr>
            <p:cNvSpPr txBox="1"/>
            <p:nvPr/>
          </p:nvSpPr>
          <p:spPr>
            <a:xfrm>
              <a:off x="899592" y="1891020"/>
              <a:ext cx="40324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当     时，有           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63" name="Object 9">
              <a:extLst>
                <a:ext uri="{FF2B5EF4-FFF2-40B4-BE49-F238E27FC236}">
                  <a16:creationId xmlns:a16="http://schemas.microsoft.com/office/drawing/2014/main" id="{65A362DE-EF0A-41F2-9E7F-AB4594D44B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8726" y="2070876"/>
            <a:ext cx="679450" cy="261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95" name="Equation" r:id="rId17" imgW="16154400" imgH="6400800" progId="Equation.DSMT4">
                    <p:embed/>
                  </p:oleObj>
                </mc:Choice>
                <mc:Fallback>
                  <p:oleObj name="Equation" r:id="rId17" imgW="16154400" imgH="6400800" progId="Equation.DSMT4">
                    <p:embed/>
                    <p:pic>
                      <p:nvPicPr>
                        <p:cNvPr id="0" name="Picture 4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8726" y="2070876"/>
                          <a:ext cx="679450" cy="2619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9">
              <a:extLst>
                <a:ext uri="{FF2B5EF4-FFF2-40B4-BE49-F238E27FC236}">
                  <a16:creationId xmlns:a16="http://schemas.microsoft.com/office/drawing/2014/main" id="{3D9EA784-E210-4373-870B-0818ABAB71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67050" y="2000930"/>
            <a:ext cx="1576388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96" name="Equation" r:id="rId19" imgW="37490400" imgH="8229600" progId="Equation.DSMT4">
                    <p:embed/>
                  </p:oleObj>
                </mc:Choice>
                <mc:Fallback>
                  <p:oleObj name="Equation" r:id="rId19" imgW="37490400" imgH="8229600" progId="Equation.DSMT4">
                    <p:embed/>
                    <p:pic>
                      <p:nvPicPr>
                        <p:cNvPr id="0" name="Picture 4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7050" y="2000930"/>
                          <a:ext cx="1576388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" name="文本框 2">
            <a:extLst>
              <a:ext uri="{FF2B5EF4-FFF2-40B4-BE49-F238E27FC236}">
                <a16:creationId xmlns:a16="http://schemas.microsoft.com/office/drawing/2014/main" id="{3991D5D2-3F5F-4425-879A-4E6E1B24AF04}"/>
              </a:ext>
            </a:extLst>
          </p:cNvPr>
          <p:cNvSpPr txBox="1"/>
          <p:nvPr/>
        </p:nvSpPr>
        <p:spPr>
          <a:xfrm>
            <a:off x="23417" y="2257110"/>
            <a:ext cx="3828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cs typeface="微软雅黑" panose="020B0503020204020204" charset="-122"/>
              </a:rPr>
              <a:t>        的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微分又可记作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845081" y="267494"/>
            <a:ext cx="6903383" cy="461665"/>
            <a:chOff x="819282" y="482279"/>
            <a:chExt cx="6903383" cy="46166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FC9FC17-302B-4E08-8E5B-0AA4450708E3}"/>
                </a:ext>
              </a:extLst>
            </p:cNvPr>
            <p:cNvGrpSpPr/>
            <p:nvPr/>
          </p:nvGrpSpPr>
          <p:grpSpPr>
            <a:xfrm>
              <a:off x="819282" y="482279"/>
              <a:ext cx="6903383" cy="461665"/>
              <a:chOff x="705794" y="482279"/>
              <a:chExt cx="6903383" cy="461665"/>
            </a:xfrm>
          </p:grpSpPr>
          <p:sp>
            <p:nvSpPr>
              <p:cNvPr id="56" name="文本框 2">
                <a:extLst>
                  <a:ext uri="{FF2B5EF4-FFF2-40B4-BE49-F238E27FC236}">
                    <a16:creationId xmlns:a16="http://schemas.microsoft.com/office/drawing/2014/main" id="{BB9AC398-57CC-4A46-90CE-0DEA66CE4215}"/>
                  </a:ext>
                </a:extLst>
              </p:cNvPr>
              <p:cNvSpPr txBox="1"/>
              <p:nvPr/>
            </p:nvSpPr>
            <p:spPr>
              <a:xfrm>
                <a:off x="705794" y="482279"/>
                <a:ext cx="69033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函数                在任意点    的微分，称为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函数的微分</a:t>
                </a:r>
                <a:r>
                  <a:rPr lang="zh-CN" altLang="en-US" sz="2400" b="1" dirty="0"/>
                  <a:t>，</a:t>
                </a:r>
                <a:endPara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endParaRPr>
              </a:p>
            </p:txBody>
          </p:sp>
          <p:graphicFrame>
            <p:nvGraphicFramePr>
              <p:cNvPr id="57" name="Object 9">
                <a:extLst>
                  <a:ext uri="{FF2B5EF4-FFF2-40B4-BE49-F238E27FC236}">
                    <a16:creationId xmlns:a16="http://schemas.microsoft.com/office/drawing/2014/main" id="{0D26F8E6-93BA-40A6-82B5-53D4A279D38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81406" y="642924"/>
              <a:ext cx="188912" cy="198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97" name="Equation" r:id="rId21" imgW="4572000" imgH="4876800" progId="Equation.DSMT4">
                      <p:embed/>
                    </p:oleObj>
                  </mc:Choice>
                  <mc:Fallback>
                    <p:oleObj name="Equation" r:id="rId21" imgW="4572000" imgH="4876800" progId="Equation.DSMT4">
                      <p:embed/>
                      <p:pic>
                        <p:nvPicPr>
                          <p:cNvPr id="0" name="Picture 4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81406" y="642924"/>
                            <a:ext cx="188912" cy="1984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4" name="Object 9">
              <a:extLst>
                <a:ext uri="{FF2B5EF4-FFF2-40B4-BE49-F238E27FC236}">
                  <a16:creationId xmlns:a16="http://schemas.microsoft.com/office/drawing/2014/main" id="{D5229F42-AC5F-47BC-B9F3-A65E9487D3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27381" y="557418"/>
            <a:ext cx="110172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98" name="Equation" r:id="rId22" imgW="26517600" imgH="8229600" progId="Equation.DSMT4">
                    <p:embed/>
                  </p:oleObj>
                </mc:Choice>
                <mc:Fallback>
                  <p:oleObj name="Equation" r:id="rId22" imgW="26517600" imgH="8229600" progId="Equation.DSMT4">
                    <p:embed/>
                    <p:pic>
                      <p:nvPicPr>
                        <p:cNvPr id="0" name="Picture 4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7381" y="557418"/>
                          <a:ext cx="1101725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9">
            <a:extLst>
              <a:ext uri="{FF2B5EF4-FFF2-40B4-BE49-F238E27FC236}">
                <a16:creationId xmlns:a16="http://schemas.microsoft.com/office/drawing/2014/main" id="{59435C3D-B23C-4651-A110-78D95D2C28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623129"/>
              </p:ext>
            </p:extLst>
          </p:nvPr>
        </p:nvGraphicFramePr>
        <p:xfrm>
          <a:off x="237735" y="2352256"/>
          <a:ext cx="111442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9" name="Equation" r:id="rId24" imgW="26517600" imgH="8229600" progId="Equation.DSMT4">
                  <p:embed/>
                </p:oleObj>
              </mc:Choice>
              <mc:Fallback>
                <p:oleObj name="Equation" r:id="rId24" imgW="26517600" imgH="8229600" progId="Equation.DSMT4">
                  <p:embed/>
                  <p:pic>
                    <p:nvPicPr>
                      <p:cNvPr id="0" name="Picture 4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735" y="2352256"/>
                        <a:ext cx="1114425" cy="33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>
            <a:extLst>
              <a:ext uri="{FF2B5EF4-FFF2-40B4-BE49-F238E27FC236}">
                <a16:creationId xmlns:a16="http://schemas.microsoft.com/office/drawing/2014/main" id="{E691A56A-59D0-467F-9E95-9FB4D1BBB2CA}"/>
              </a:ext>
            </a:extLst>
          </p:cNvPr>
          <p:cNvSpPr txBox="1"/>
          <p:nvPr/>
        </p:nvSpPr>
        <p:spPr>
          <a:xfrm>
            <a:off x="7182387" y="1657853"/>
            <a:ext cx="1714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于是函数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40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4941425" y="166679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规定：</a:t>
            </a:r>
            <a:endParaRPr lang="en-US" altLang="zh-CN" dirty="0"/>
          </a:p>
        </p:txBody>
      </p:sp>
      <p:graphicFrame>
        <p:nvGraphicFramePr>
          <p:cNvPr id="103821" name="Object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159738"/>
              </p:ext>
            </p:extLst>
          </p:nvPr>
        </p:nvGraphicFramePr>
        <p:xfrm>
          <a:off x="5866797" y="1751199"/>
          <a:ext cx="1219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0" name="Equation" r:id="rId26" imgW="1218960" imgH="342720" progId="Equation.DSMT4">
                  <p:embed/>
                </p:oleObj>
              </mc:Choice>
              <mc:Fallback>
                <p:oleObj name="Equation" r:id="rId26" imgW="1218960" imgH="342720" progId="Equation.DSMT4">
                  <p:embed/>
                  <p:pic>
                    <p:nvPicPr>
                      <p:cNvPr id="0" name="Picture 4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6797" y="1751199"/>
                        <a:ext cx="1219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2">
            <a:extLst>
              <a:ext uri="{FF2B5EF4-FFF2-40B4-BE49-F238E27FC236}">
                <a16:creationId xmlns:a16="http://schemas.microsoft.com/office/drawing/2014/main" id="{E691A56A-59D0-467F-9E95-9FB4D1BBB2CA}"/>
              </a:ext>
            </a:extLst>
          </p:cNvPr>
          <p:cNvSpPr txBox="1"/>
          <p:nvPr/>
        </p:nvSpPr>
        <p:spPr>
          <a:xfrm>
            <a:off x="922657" y="212563"/>
            <a:ext cx="1714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定义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260905" y="760491"/>
            <a:ext cx="3312368" cy="461665"/>
            <a:chOff x="251520" y="1031446"/>
            <a:chExt cx="3312368" cy="461665"/>
          </a:xfrm>
        </p:grpSpPr>
        <p:sp>
          <p:nvSpPr>
            <p:cNvPr id="22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51520" y="1031446"/>
              <a:ext cx="33123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记作   或     ，即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4" name="Object 9">
              <a:extLst>
                <a:ext uri="{FF2B5EF4-FFF2-40B4-BE49-F238E27FC236}">
                  <a16:creationId xmlns:a16="http://schemas.microsoft.com/office/drawing/2014/main" id="{D5229F42-AC5F-47BC-B9F3-A65E9487D3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75743" y="1131590"/>
            <a:ext cx="708025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1" name="Equation" r:id="rId28" imgW="710891" imgH="342751" progId="Equation.DSMT4">
                    <p:embed/>
                  </p:oleObj>
                </mc:Choice>
                <mc:Fallback>
                  <p:oleObj name="Equation" r:id="rId28" imgW="710891" imgH="342751" progId="Equation.DSMT4">
                    <p:embed/>
                    <p:pic>
                      <p:nvPicPr>
                        <p:cNvPr id="0" name="Picture 4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5743" y="1131590"/>
                          <a:ext cx="708025" cy="333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822" name="Object 82"/>
            <p:cNvGraphicFramePr>
              <a:graphicFrameLocks noChangeAspect="1"/>
            </p:cNvGraphicFramePr>
            <p:nvPr/>
          </p:nvGraphicFramePr>
          <p:xfrm>
            <a:off x="1001440" y="1104858"/>
            <a:ext cx="330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2" name="Equation" r:id="rId30" imgW="330057" imgH="342751" progId="Equation.DSMT4">
                    <p:embed/>
                  </p:oleObj>
                </mc:Choice>
                <mc:Fallback>
                  <p:oleObj name="Equation" r:id="rId30" imgW="330057" imgH="342751" progId="Equation.DSMT4">
                    <p:embed/>
                    <p:pic>
                      <p:nvPicPr>
                        <p:cNvPr id="0" name="Picture 4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1440" y="1104858"/>
                          <a:ext cx="330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4391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8" grpId="0"/>
      <p:bldP spid="39" grpId="0"/>
      <p:bldP spid="40" grpId="0"/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Object 2">
            <a:extLst>
              <a:ext uri="{FF2B5EF4-FFF2-40B4-BE49-F238E27FC236}">
                <a16:creationId xmlns:a16="http://schemas.microsoft.com/office/drawing/2014/main" id="{8E462AD4-ED4B-4540-AC86-60923BE8C5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507686"/>
              </p:ext>
            </p:extLst>
          </p:nvPr>
        </p:nvGraphicFramePr>
        <p:xfrm>
          <a:off x="1115616" y="2077111"/>
          <a:ext cx="5968800" cy="64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" name="Equation" r:id="rId3" imgW="5968800" imgH="647640" progId="Equation.DSMT4">
                  <p:embed/>
                </p:oleObj>
              </mc:Choice>
              <mc:Fallback>
                <p:oleObj name="Equation" r:id="rId3" imgW="5968800" imgH="647640" progId="Equation.DSMT4">
                  <p:embed/>
                  <p:pic>
                    <p:nvPicPr>
                      <p:cNvPr id="0" name="Picture 2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077111"/>
                        <a:ext cx="5968800" cy="647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98FF5D22-8017-40C7-B738-B6B56B62CE83}"/>
              </a:ext>
            </a:extLst>
          </p:cNvPr>
          <p:cNvGrpSpPr/>
          <p:nvPr/>
        </p:nvGrpSpPr>
        <p:grpSpPr>
          <a:xfrm>
            <a:off x="971600" y="1324047"/>
            <a:ext cx="5768520" cy="461665"/>
            <a:chOff x="963720" y="1131590"/>
            <a:chExt cx="5768520" cy="461665"/>
          </a:xfrm>
        </p:grpSpPr>
        <p:sp>
          <p:nvSpPr>
            <p:cNvPr id="37" name="文本框 2">
              <a:extLst>
                <a:ext uri="{FF2B5EF4-FFF2-40B4-BE49-F238E27FC236}">
                  <a16:creationId xmlns:a16="http://schemas.microsoft.com/office/drawing/2014/main" id="{50CB0CDA-7C17-4EEA-8E51-E87773600F5C}"/>
                </a:ext>
              </a:extLst>
            </p:cNvPr>
            <p:cNvSpPr txBox="1"/>
            <p:nvPr/>
          </p:nvSpPr>
          <p:spPr>
            <a:xfrm>
              <a:off x="963720" y="1131590"/>
              <a:ext cx="57685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解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当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时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函数的增量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为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9" name="Object 2">
              <a:extLst>
                <a:ext uri="{FF2B5EF4-FFF2-40B4-BE49-F238E27FC236}">
                  <a16:creationId xmlns:a16="http://schemas.microsoft.com/office/drawing/2014/main" id="{A3A31A83-E015-4DCB-9084-B9484B1498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557461"/>
                </p:ext>
              </p:extLst>
            </p:nvPr>
          </p:nvGraphicFramePr>
          <p:xfrm>
            <a:off x="1841632" y="1236216"/>
            <a:ext cx="19304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1" name="Equation" r:id="rId5" imgW="46634400" imgH="7924800" progId="Equation.DSMT4">
                    <p:embed/>
                  </p:oleObj>
                </mc:Choice>
                <mc:Fallback>
                  <p:oleObj name="Equation" r:id="rId5" imgW="46634400" imgH="7924800" progId="Equation.DSMT4">
                    <p:embed/>
                    <p:pic>
                      <p:nvPicPr>
                        <p:cNvPr id="0" name="Picture 2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1632" y="1236216"/>
                          <a:ext cx="1930400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684BD17-A554-4FA0-88DA-EACA8880B7F4}"/>
              </a:ext>
            </a:extLst>
          </p:cNvPr>
          <p:cNvGrpSpPr/>
          <p:nvPr/>
        </p:nvGrpSpPr>
        <p:grpSpPr>
          <a:xfrm>
            <a:off x="899592" y="2889251"/>
            <a:ext cx="5768520" cy="461665"/>
            <a:chOff x="998674" y="2643758"/>
            <a:chExt cx="5768520" cy="461665"/>
          </a:xfrm>
        </p:grpSpPr>
        <p:sp>
          <p:nvSpPr>
            <p:cNvPr id="40" name="文本框 2">
              <a:extLst>
                <a:ext uri="{FF2B5EF4-FFF2-40B4-BE49-F238E27FC236}">
                  <a16:creationId xmlns:a16="http://schemas.microsoft.com/office/drawing/2014/main" id="{5B8A9D3C-A67C-472A-A16F-DF903CF5068D}"/>
                </a:ext>
              </a:extLst>
            </p:cNvPr>
            <p:cNvSpPr txBox="1"/>
            <p:nvPr/>
          </p:nvSpPr>
          <p:spPr>
            <a:xfrm>
              <a:off x="998674" y="2643758"/>
              <a:ext cx="57685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当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时函数的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微分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为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41" name="Object 2">
              <a:extLst>
                <a:ext uri="{FF2B5EF4-FFF2-40B4-BE49-F238E27FC236}">
                  <a16:creationId xmlns:a16="http://schemas.microsoft.com/office/drawing/2014/main" id="{3D2766D5-D975-4144-8176-95161A2597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6072045"/>
                </p:ext>
              </p:extLst>
            </p:nvPr>
          </p:nvGraphicFramePr>
          <p:xfrm>
            <a:off x="1430722" y="2758306"/>
            <a:ext cx="1928812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2" name="Equation" r:id="rId7" imgW="46634400" imgH="7924800" progId="Equation.DSMT4">
                    <p:embed/>
                  </p:oleObj>
                </mc:Choice>
                <mc:Fallback>
                  <p:oleObj name="Equation" r:id="rId7" imgW="46634400" imgH="7924800" progId="Equation.DSMT4">
                    <p:embed/>
                    <p:pic>
                      <p:nvPicPr>
                        <p:cNvPr id="0" name="Picture 2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0722" y="2758306"/>
                          <a:ext cx="1928812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Object 2">
            <a:extLst>
              <a:ext uri="{FF2B5EF4-FFF2-40B4-BE49-F238E27FC236}">
                <a16:creationId xmlns:a16="http://schemas.microsoft.com/office/drawing/2014/main" id="{D47797DB-7A82-4A12-B751-2CF99A0A66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861317"/>
              </p:ext>
            </p:extLst>
          </p:nvPr>
        </p:nvGraphicFramePr>
        <p:xfrm>
          <a:off x="895612" y="3524928"/>
          <a:ext cx="7556400" cy="64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" name="Equation" r:id="rId9" imgW="7556400" imgH="647640" progId="Equation.DSMT4">
                  <p:embed/>
                </p:oleObj>
              </mc:Choice>
              <mc:Fallback>
                <p:oleObj name="Equation" r:id="rId9" imgW="7556400" imgH="647640" progId="Equation.DSMT4">
                  <p:embed/>
                  <p:pic>
                    <p:nvPicPr>
                      <p:cNvPr id="0" name="Picture 2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612" y="3524928"/>
                        <a:ext cx="7556400" cy="647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31BF392E-CF89-4281-BB75-587A733FFA76}"/>
              </a:ext>
            </a:extLst>
          </p:cNvPr>
          <p:cNvGrpSpPr/>
          <p:nvPr/>
        </p:nvGrpSpPr>
        <p:grpSpPr>
          <a:xfrm>
            <a:off x="899592" y="438769"/>
            <a:ext cx="7488832" cy="461665"/>
            <a:chOff x="899592" y="438769"/>
            <a:chExt cx="7488832" cy="461665"/>
          </a:xfrm>
        </p:grpSpPr>
        <p:sp>
          <p:nvSpPr>
            <p:cNvPr id="32" name="文本框 2">
              <a:extLst>
                <a:ext uri="{FF2B5EF4-FFF2-40B4-BE49-F238E27FC236}">
                  <a16:creationId xmlns:a16="http://schemas.microsoft.com/office/drawing/2014/main" id="{0F638231-F256-40EF-A7F2-6996AB04BC84}"/>
                </a:ext>
              </a:extLst>
            </p:cNvPr>
            <p:cNvSpPr txBox="1"/>
            <p:nvPr/>
          </p:nvSpPr>
          <p:spPr>
            <a:xfrm>
              <a:off x="899592" y="438769"/>
              <a:ext cx="7488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1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计算函数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当             时的增量和微分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      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6" name="Object 2">
              <a:extLst>
                <a:ext uri="{FF2B5EF4-FFF2-40B4-BE49-F238E27FC236}">
                  <a16:creationId xmlns:a16="http://schemas.microsoft.com/office/drawing/2014/main" id="{742A7C40-D0AB-48F4-A164-1A4471BE19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7420635"/>
                </p:ext>
              </p:extLst>
            </p:nvPr>
          </p:nvGraphicFramePr>
          <p:xfrm>
            <a:off x="2835300" y="470707"/>
            <a:ext cx="758825" cy="398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4" name="Equation" r:id="rId11" imgW="18288000" imgH="9753600" progId="Equation.DSMT4">
                    <p:embed/>
                  </p:oleObj>
                </mc:Choice>
                <mc:Fallback>
                  <p:oleObj name="Equation" r:id="rId11" imgW="18288000" imgH="9753600" progId="Equation.DSMT4">
                    <p:embed/>
                    <p:pic>
                      <p:nvPicPr>
                        <p:cNvPr id="0" name="Picture 2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5300" y="470707"/>
                          <a:ext cx="758825" cy="3984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2">
              <a:extLst>
                <a:ext uri="{FF2B5EF4-FFF2-40B4-BE49-F238E27FC236}">
                  <a16:creationId xmlns:a16="http://schemas.microsoft.com/office/drawing/2014/main" id="{C5E70427-5C57-49AC-857C-0B440D5944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6920974"/>
                </p:ext>
              </p:extLst>
            </p:nvPr>
          </p:nvGraphicFramePr>
          <p:xfrm>
            <a:off x="3968750" y="544513"/>
            <a:ext cx="1927225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5" name="Equation" r:id="rId13" imgW="46634400" imgH="7924800" progId="Equation.DSMT4">
                    <p:embed/>
                  </p:oleObj>
                </mc:Choice>
                <mc:Fallback>
                  <p:oleObj name="Equation" r:id="rId13" imgW="46634400" imgH="7924800" progId="Equation.DSMT4">
                    <p:embed/>
                    <p:pic>
                      <p:nvPicPr>
                        <p:cNvPr id="0" name="Picture 2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8750" y="544513"/>
                          <a:ext cx="1927225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9533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88CA553-256A-4F9B-91EC-19324C1FCCC7}"/>
              </a:ext>
            </a:extLst>
          </p:cNvPr>
          <p:cNvGrpSpPr/>
          <p:nvPr/>
        </p:nvGrpSpPr>
        <p:grpSpPr>
          <a:xfrm>
            <a:off x="971600" y="771550"/>
            <a:ext cx="7488832" cy="461665"/>
            <a:chOff x="971600" y="3795886"/>
            <a:chExt cx="7488832" cy="46166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D55C1B4-B85D-4669-86EF-FF2BE030A2BB}"/>
                </a:ext>
              </a:extLst>
            </p:cNvPr>
            <p:cNvGrpSpPr/>
            <p:nvPr/>
          </p:nvGrpSpPr>
          <p:grpSpPr>
            <a:xfrm>
              <a:off x="971600" y="3795886"/>
              <a:ext cx="7488832" cy="461665"/>
              <a:chOff x="899592" y="438769"/>
              <a:chExt cx="7488832" cy="461665"/>
            </a:xfrm>
          </p:grpSpPr>
          <p:sp>
            <p:nvSpPr>
              <p:cNvPr id="6" name="文本框 2">
                <a:extLst>
                  <a:ext uri="{FF2B5EF4-FFF2-40B4-BE49-F238E27FC236}">
                    <a16:creationId xmlns:a16="http://schemas.microsoft.com/office/drawing/2014/main" id="{A0F77B60-55DD-4F2A-8D1C-2EF77A4AAD67}"/>
                  </a:ext>
                </a:extLst>
              </p:cNvPr>
              <p:cNvSpPr txBox="1"/>
              <p:nvPr/>
            </p:nvSpPr>
            <p:spPr>
              <a:xfrm>
                <a:off x="899592" y="438769"/>
                <a:ext cx="74888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64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例</a:t>
                </a:r>
                <a:r>
                  <a:rPr lang="en-US" altLang="zh-CN" sz="2400" b="1" dirty="0">
                    <a:solidFill>
                      <a:srgbClr val="0064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2 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设          ，则                    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.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         </a:t>
                </a:r>
                <a:endPara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endParaRPr>
              </a:p>
            </p:txBody>
          </p:sp>
          <p:graphicFrame>
            <p:nvGraphicFramePr>
              <p:cNvPr id="7" name="Object 2">
                <a:extLst>
                  <a:ext uri="{FF2B5EF4-FFF2-40B4-BE49-F238E27FC236}">
                    <a16:creationId xmlns:a16="http://schemas.microsoft.com/office/drawing/2014/main" id="{2CA9962F-57E4-4F0C-BF07-D53422BFE8E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9608742"/>
                  </p:ext>
                </p:extLst>
              </p:nvPr>
            </p:nvGraphicFramePr>
            <p:xfrm>
              <a:off x="1931432" y="487225"/>
              <a:ext cx="1549400" cy="3905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51" name="Equation" r:id="rId3" imgW="37490400" imgH="9753600" progId="Equation.DSMT4">
                      <p:embed/>
                    </p:oleObj>
                  </mc:Choice>
                  <mc:Fallback>
                    <p:oleObj name="Equation" r:id="rId3" imgW="37490400" imgH="9753600" progId="Equation.DSMT4">
                      <p:embed/>
                      <p:pic>
                        <p:nvPicPr>
                          <p:cNvPr id="46" name="Object 2">
                            <a:extLst>
                              <a:ext uri="{FF2B5EF4-FFF2-40B4-BE49-F238E27FC236}">
                                <a16:creationId xmlns:a16="http://schemas.microsoft.com/office/drawing/2014/main" id="{3521B3E8-3437-4D38-B5C6-D0BBB2FFB82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31432" y="487225"/>
                            <a:ext cx="1549400" cy="3905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Object 2">
                <a:extLst>
                  <a:ext uri="{FF2B5EF4-FFF2-40B4-BE49-F238E27FC236}">
                    <a16:creationId xmlns:a16="http://schemas.microsoft.com/office/drawing/2014/main" id="{9E45BD68-1E69-4A88-8132-C823DEE0BD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17254046"/>
                  </p:ext>
                </p:extLst>
              </p:nvPr>
            </p:nvGraphicFramePr>
            <p:xfrm>
              <a:off x="4103819" y="532549"/>
              <a:ext cx="568325" cy="3365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52" name="Equation" r:id="rId5" imgW="13716000" imgH="8229600" progId="Equation.DSMT4">
                      <p:embed/>
                    </p:oleObj>
                  </mc:Choice>
                  <mc:Fallback>
                    <p:oleObj name="Equation" r:id="rId5" imgW="13716000" imgH="8229600" progId="Equation.DSMT4">
                      <p:embed/>
                      <p:pic>
                        <p:nvPicPr>
                          <p:cNvPr id="48" name="Object 2">
                            <a:extLst>
                              <a:ext uri="{FF2B5EF4-FFF2-40B4-BE49-F238E27FC236}">
                                <a16:creationId xmlns:a16="http://schemas.microsoft.com/office/drawing/2014/main" id="{E50ECCA5-DD97-4864-B64F-84D1ECB8B3B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03819" y="532549"/>
                            <a:ext cx="568325" cy="3365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C5E6B7A-5946-4D2F-982E-3169920A63DB}"/>
                </a:ext>
              </a:extLst>
            </p:cNvPr>
            <p:cNvCxnSpPr/>
            <p:nvPr/>
          </p:nvCxnSpPr>
          <p:spPr>
            <a:xfrm>
              <a:off x="4786232" y="4227934"/>
              <a:ext cx="234825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2">
            <a:extLst>
              <a:ext uri="{FF2B5EF4-FFF2-40B4-BE49-F238E27FC236}">
                <a16:creationId xmlns:a16="http://schemas.microsoft.com/office/drawing/2014/main" id="{89DAE3FC-EAFC-451F-AD39-C8B0E9479F59}"/>
              </a:ext>
            </a:extLst>
          </p:cNvPr>
          <p:cNvSpPr txBox="1"/>
          <p:nvPr/>
        </p:nvSpPr>
        <p:spPr>
          <a:xfrm>
            <a:off x="992025" y="1966069"/>
            <a:ext cx="627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0" name="Object 82">
            <a:extLst>
              <a:ext uri="{FF2B5EF4-FFF2-40B4-BE49-F238E27FC236}">
                <a16:creationId xmlns:a16="http://schemas.microsoft.com/office/drawing/2014/main" id="{B8C1439A-74E2-4CD9-BF42-EB11510F28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030395"/>
              </p:ext>
            </p:extLst>
          </p:nvPr>
        </p:nvGraphicFramePr>
        <p:xfrm>
          <a:off x="1946992" y="1835820"/>
          <a:ext cx="138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3" name="Equation" r:id="rId7" imgW="1384200" imgH="736560" progId="Equation.DSMT4">
                  <p:embed/>
                </p:oleObj>
              </mc:Choice>
              <mc:Fallback>
                <p:oleObj name="Equation" r:id="rId7" imgW="1384200" imgH="736560" progId="Equation.DSMT4">
                  <p:embed/>
                  <p:pic>
                    <p:nvPicPr>
                      <p:cNvPr id="106726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992" y="1835820"/>
                        <a:ext cx="1384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D999F930-0700-4286-8E2D-7C8C7226D1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999381"/>
              </p:ext>
            </p:extLst>
          </p:nvPr>
        </p:nvGraphicFramePr>
        <p:xfrm>
          <a:off x="4137593" y="1854200"/>
          <a:ext cx="252888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4" name="Equation" r:id="rId9" imgW="60960000" imgH="17678400" progId="Equation.DSMT4">
                  <p:embed/>
                </p:oleObj>
              </mc:Choice>
              <mc:Fallback>
                <p:oleObj name="Equation" r:id="rId9" imgW="60960000" imgH="17678400" progId="Equation.DSMT4">
                  <p:embed/>
                  <p:pic>
                    <p:nvPicPr>
                      <p:cNvPr id="25" name="Object 2">
                        <a:extLst>
                          <a:ext uri="{FF2B5EF4-FFF2-40B4-BE49-F238E27FC236}">
                            <a16:creationId xmlns:a16="http://schemas.microsoft.com/office/drawing/2014/main" id="{80BEC1D9-4666-4053-8515-34EB6332D8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7593" y="1854200"/>
                        <a:ext cx="2528887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602F817-EDCC-4C14-82E0-C3FC23F089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102776"/>
              </p:ext>
            </p:extLst>
          </p:nvPr>
        </p:nvGraphicFramePr>
        <p:xfrm>
          <a:off x="5367139" y="417317"/>
          <a:ext cx="1066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5" name="Equation" r:id="rId11" imgW="1066680" imgH="736560" progId="Equation.DSMT4">
                  <p:embed/>
                </p:oleObj>
              </mc:Choice>
              <mc:Fallback>
                <p:oleObj name="Equation" r:id="rId11" imgW="1066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67139" y="417317"/>
                        <a:ext cx="1066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>
            <a:extLst>
              <a:ext uri="{FF2B5EF4-FFF2-40B4-BE49-F238E27FC236}">
                <a16:creationId xmlns:a16="http://schemas.microsoft.com/office/drawing/2014/main" id="{CF571BFB-03A4-4071-AD9B-3D03A4F59236}"/>
              </a:ext>
            </a:extLst>
          </p:cNvPr>
          <p:cNvSpPr txBox="1"/>
          <p:nvPr/>
        </p:nvSpPr>
        <p:spPr>
          <a:xfrm>
            <a:off x="7200581" y="589173"/>
            <a:ext cx="1495596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别忘了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55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4">
            <a:extLst>
              <a:ext uri="{FF2B5EF4-FFF2-40B4-BE49-F238E27FC236}">
                <a16:creationId xmlns:a16="http://schemas.microsoft.com/office/drawing/2014/main" id="{D5021D9B-05DF-493C-A88C-5D4F5B48D13D}"/>
              </a:ext>
            </a:extLst>
          </p:cNvPr>
          <p:cNvSpPr txBox="1"/>
          <p:nvPr/>
        </p:nvSpPr>
        <p:spPr>
          <a:xfrm>
            <a:off x="845614" y="328510"/>
            <a:ext cx="7776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二、基本初等函数的微分公式与微分运算法则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228AE0E-42E9-4E2C-B965-AAC272DDF416}"/>
              </a:ext>
            </a:extLst>
          </p:cNvPr>
          <p:cNvSpPr txBox="1"/>
          <p:nvPr/>
        </p:nvSpPr>
        <p:spPr>
          <a:xfrm>
            <a:off x="899592" y="1131590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基本初等函数的微分公式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7" name="文本框 2">
            <a:extLst>
              <a:ext uri="{FF2B5EF4-FFF2-40B4-BE49-F238E27FC236}">
                <a16:creationId xmlns:a16="http://schemas.microsoft.com/office/drawing/2014/main" id="{38DC1F6A-9930-4F66-B9A3-88C86C4D23F8}"/>
              </a:ext>
            </a:extLst>
          </p:cNvPr>
          <p:cNvSpPr txBox="1"/>
          <p:nvPr/>
        </p:nvSpPr>
        <p:spPr>
          <a:xfrm>
            <a:off x="827584" y="1707654"/>
            <a:ext cx="4256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由可微函数的微分表达式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9" name="文本框 2">
            <a:extLst>
              <a:ext uri="{FF2B5EF4-FFF2-40B4-BE49-F238E27FC236}">
                <a16:creationId xmlns:a16="http://schemas.microsoft.com/office/drawing/2014/main" id="{4FC16B58-583E-4D2A-8C35-911657BC69B0}"/>
              </a:ext>
            </a:extLst>
          </p:cNvPr>
          <p:cNvSpPr txBox="1"/>
          <p:nvPr/>
        </p:nvSpPr>
        <p:spPr>
          <a:xfrm>
            <a:off x="864096" y="3075806"/>
            <a:ext cx="8244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可见，利用每一个基本初等函数的导数公式，</a:t>
            </a:r>
            <a:r>
              <a:rPr lang="zh-CN" altLang="en-US" sz="2400" b="1" dirty="0">
                <a:latin typeface="+mn-ea"/>
              </a:rPr>
              <a:t>即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可相应的写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40" name="文本框 2">
            <a:extLst>
              <a:ext uri="{FF2B5EF4-FFF2-40B4-BE49-F238E27FC236}">
                <a16:creationId xmlns:a16="http://schemas.microsoft.com/office/drawing/2014/main" id="{28C67AD4-7FA0-4654-8EF4-DED4C46C8534}"/>
              </a:ext>
            </a:extLst>
          </p:cNvPr>
          <p:cNvSpPr txBox="1"/>
          <p:nvPr/>
        </p:nvSpPr>
        <p:spPr>
          <a:xfrm>
            <a:off x="179512" y="369426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出基本初等函数的微分公式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(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见教材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P131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表格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),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这里省略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sp>
        <p:nvSpPr>
          <p:cNvPr id="43" name="文本框 2">
            <a:extLst>
              <a:ext uri="{FF2B5EF4-FFF2-40B4-BE49-F238E27FC236}">
                <a16:creationId xmlns:a16="http://schemas.microsoft.com/office/drawing/2014/main" id="{B0939D53-5D07-4111-A6F4-1E76FB92C054}"/>
              </a:ext>
            </a:extLst>
          </p:cNvPr>
          <p:cNvSpPr txBox="1"/>
          <p:nvPr/>
        </p:nvSpPr>
        <p:spPr>
          <a:xfrm>
            <a:off x="912232" y="4286262"/>
            <a:ext cx="10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例如：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08595" name="Object 51"/>
          <p:cNvGraphicFramePr>
            <a:graphicFrameLocks noChangeAspect="1"/>
          </p:cNvGraphicFramePr>
          <p:nvPr/>
        </p:nvGraphicFramePr>
        <p:xfrm>
          <a:off x="4035152" y="4325590"/>
          <a:ext cx="190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7" name="Equation" r:id="rId3" imgW="1904174" imgH="406224" progId="Equation.DSMT4">
                  <p:embed/>
                </p:oleObj>
              </mc:Choice>
              <mc:Fallback>
                <p:oleObj name="Equation" r:id="rId3" imgW="1904174" imgH="406224" progId="Equation.DSMT4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152" y="4325590"/>
                        <a:ext cx="1905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1"/>
          <p:cNvGraphicFramePr>
            <a:graphicFrameLocks noChangeAspect="1"/>
          </p:cNvGraphicFramePr>
          <p:nvPr/>
        </p:nvGraphicFramePr>
        <p:xfrm>
          <a:off x="1863725" y="4322763"/>
          <a:ext cx="1993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Equation" r:id="rId5" imgW="1993035" imgH="406224" progId="Equation.DSMT4">
                  <p:embed/>
                </p:oleObj>
              </mc:Choice>
              <mc:Fallback>
                <p:oleObj name="Equation" r:id="rId5" imgW="1993035" imgH="406224" progId="Equation.DSMT4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725" y="4322763"/>
                        <a:ext cx="1993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>
            <a:extLst>
              <a:ext uri="{FF2B5EF4-FFF2-40B4-BE49-F238E27FC236}">
                <a16:creationId xmlns:a16="http://schemas.microsoft.com/office/drawing/2014/main" id="{B0939D53-5D07-4111-A6F4-1E76FB92C054}"/>
              </a:ext>
            </a:extLst>
          </p:cNvPr>
          <p:cNvSpPr txBox="1"/>
          <p:nvPr/>
        </p:nvSpPr>
        <p:spPr>
          <a:xfrm>
            <a:off x="5940152" y="4295130"/>
            <a:ext cx="10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等等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779912" y="2283718"/>
            <a:ext cx="1872208" cy="720080"/>
            <a:chOff x="3779912" y="2283718"/>
            <a:chExt cx="1872208" cy="720080"/>
          </a:xfrm>
        </p:grpSpPr>
        <p:sp>
          <p:nvSpPr>
            <p:cNvPr id="14" name="圆角矩形 13"/>
            <p:cNvSpPr/>
            <p:nvPr/>
          </p:nvSpPr>
          <p:spPr>
            <a:xfrm>
              <a:off x="3779912" y="2283718"/>
              <a:ext cx="1872208" cy="720080"/>
            </a:xfrm>
            <a:prstGeom prst="roundRect">
              <a:avLst/>
            </a:prstGeom>
            <a:solidFill>
              <a:srgbClr val="FFFF00"/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08597" name="Object 53"/>
            <p:cNvGraphicFramePr>
              <a:graphicFrameLocks noChangeAspect="1"/>
            </p:cNvGraphicFramePr>
            <p:nvPr/>
          </p:nvGraphicFramePr>
          <p:xfrm>
            <a:off x="3923928" y="2507357"/>
            <a:ext cx="15811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9" name="Equation" r:id="rId7" imgW="38100000" imgH="8534400" progId="Equation.DSMT4">
                    <p:embed/>
                  </p:oleObj>
                </mc:Choice>
                <mc:Fallback>
                  <p:oleObj name="Equation" r:id="rId7" imgW="38100000" imgH="8534400" progId="Equation.DSMT4">
                    <p:embed/>
                    <p:pic>
                      <p:nvPicPr>
                        <p:cNvPr id="0" name="Picture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928" y="2507357"/>
                          <a:ext cx="1581150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9936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/>
      <p:bldP spid="39" grpId="0"/>
      <p:bldP spid="40" grpId="0"/>
      <p:bldP spid="43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>
            <a:extLst>
              <a:ext uri="{FF2B5EF4-FFF2-40B4-BE49-F238E27FC236}">
                <a16:creationId xmlns:a16="http://schemas.microsoft.com/office/drawing/2014/main" id="{C228AE0E-42E9-4E2C-B965-AAC272DDF416}"/>
              </a:ext>
            </a:extLst>
          </p:cNvPr>
          <p:cNvSpPr txBox="1"/>
          <p:nvPr/>
        </p:nvSpPr>
        <p:spPr>
          <a:xfrm>
            <a:off x="911709" y="144580"/>
            <a:ext cx="5010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函数和、差、积、商的微分法则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A48A7B4-A559-4AE4-93C6-3A506454DA9E}"/>
              </a:ext>
            </a:extLst>
          </p:cNvPr>
          <p:cNvGrpSpPr/>
          <p:nvPr/>
        </p:nvGrpSpPr>
        <p:grpSpPr>
          <a:xfrm>
            <a:off x="827088" y="843558"/>
            <a:ext cx="8147845" cy="461665"/>
            <a:chOff x="888651" y="1063526"/>
            <a:chExt cx="8147845" cy="461665"/>
          </a:xfrm>
        </p:grpSpPr>
        <p:sp>
          <p:nvSpPr>
            <p:cNvPr id="12" name="文本框 2">
              <a:extLst>
                <a:ext uri="{FF2B5EF4-FFF2-40B4-BE49-F238E27FC236}">
                  <a16:creationId xmlns:a16="http://schemas.microsoft.com/office/drawing/2014/main" id="{7D5902C2-4C3F-4A4D-BB6E-874DE595D0F0}"/>
                </a:ext>
              </a:extLst>
            </p:cNvPr>
            <p:cNvSpPr txBox="1"/>
            <p:nvPr/>
          </p:nvSpPr>
          <p:spPr>
            <a:xfrm>
              <a:off x="888651" y="1063526"/>
              <a:ext cx="81478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设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    都可微，则它们的和、差、积、商（除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3" name="Object 9">
              <a:extLst>
                <a:ext uri="{FF2B5EF4-FFF2-40B4-BE49-F238E27FC236}">
                  <a16:creationId xmlns:a16="http://schemas.microsoft.com/office/drawing/2014/main" id="{1D33143C-4997-4AB8-A6C1-DB4414CD9E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3664310"/>
                </p:ext>
              </p:extLst>
            </p:nvPr>
          </p:nvGraphicFramePr>
          <p:xfrm>
            <a:off x="1303176" y="1153492"/>
            <a:ext cx="1023937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4" name="Equation" r:id="rId3" imgW="24688800" imgH="8229600" progId="Equation.DSMT4">
                    <p:embed/>
                  </p:oleObj>
                </mc:Choice>
                <mc:Fallback>
                  <p:oleObj name="Equation" r:id="rId3" imgW="24688800" imgH="8229600" progId="Equation.DSMT4">
                    <p:embed/>
                    <p:pic>
                      <p:nvPicPr>
                        <p:cNvPr id="0" name="Picture 2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3176" y="1153492"/>
                          <a:ext cx="1023937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9">
              <a:extLst>
                <a:ext uri="{FF2B5EF4-FFF2-40B4-BE49-F238E27FC236}">
                  <a16:creationId xmlns:a16="http://schemas.microsoft.com/office/drawing/2014/main" id="{F8D385C1-61A5-4506-A278-AF9606A5CF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9663955"/>
                </p:ext>
              </p:extLst>
            </p:nvPr>
          </p:nvGraphicFramePr>
          <p:xfrm>
            <a:off x="2492812" y="1154113"/>
            <a:ext cx="985838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5" name="Equation" r:id="rId5" imgW="23774400" imgH="8229600" progId="Equation.DSMT4">
                    <p:embed/>
                  </p:oleObj>
                </mc:Choice>
                <mc:Fallback>
                  <p:oleObj name="Equation" r:id="rId5" imgW="23774400" imgH="8229600" progId="Equation.DSMT4">
                    <p:embed/>
                    <p:pic>
                      <p:nvPicPr>
                        <p:cNvPr id="0" name="Picture 2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2812" y="1154113"/>
                          <a:ext cx="985838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2">
            <a:extLst>
              <a:ext uri="{FF2B5EF4-FFF2-40B4-BE49-F238E27FC236}">
                <a16:creationId xmlns:a16="http://schemas.microsoft.com/office/drawing/2014/main" id="{15A10A78-FB3F-4C38-9BBA-EF50E528F418}"/>
              </a:ext>
            </a:extLst>
          </p:cNvPr>
          <p:cNvSpPr txBox="1"/>
          <p:nvPr/>
        </p:nvSpPr>
        <p:spPr>
          <a:xfrm>
            <a:off x="189957" y="1491630"/>
            <a:ext cx="4475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分母为零的点外）均可微，且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C0F60690-ABA9-4A05-8666-48F78E9815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179195"/>
              </p:ext>
            </p:extLst>
          </p:nvPr>
        </p:nvGraphicFramePr>
        <p:xfrm>
          <a:off x="2731345" y="2161605"/>
          <a:ext cx="2643188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6" name="Equation" r:id="rId7" imgW="63703200" imgH="8229600" progId="Equation.DSMT4">
                  <p:embed/>
                </p:oleObj>
              </mc:Choice>
              <mc:Fallback>
                <p:oleObj name="Equation" r:id="rId7" imgW="63703200" imgH="8229600" progId="Equation.DSMT4">
                  <p:embed/>
                  <p:pic>
                    <p:nvPicPr>
                      <p:cNvPr id="0" name="Picture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1345" y="2161605"/>
                        <a:ext cx="2643188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>
            <a:extLst>
              <a:ext uri="{FF2B5EF4-FFF2-40B4-BE49-F238E27FC236}">
                <a16:creationId xmlns:a16="http://schemas.microsoft.com/office/drawing/2014/main" id="{8D55D03A-9EC4-4E37-BE11-7296E57573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527572"/>
              </p:ext>
            </p:extLst>
          </p:nvPr>
        </p:nvGraphicFramePr>
        <p:xfrm>
          <a:off x="2725194" y="2787774"/>
          <a:ext cx="207327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7" name="Equation" r:id="rId9" imgW="49987200" imgH="8229600" progId="Equation.DSMT4">
                  <p:embed/>
                </p:oleObj>
              </mc:Choice>
              <mc:Fallback>
                <p:oleObj name="Equation" r:id="rId9" imgW="49987200" imgH="8229600" progId="Equation.DSMT4">
                  <p:embed/>
                  <p:pic>
                    <p:nvPicPr>
                      <p:cNvPr id="0" name="Picture 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194" y="2787774"/>
                        <a:ext cx="2073275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58D6C9AD-030A-4961-B8CF-F379F5CBA8F1}"/>
              </a:ext>
            </a:extLst>
          </p:cNvPr>
          <p:cNvGrpSpPr/>
          <p:nvPr/>
        </p:nvGrpSpPr>
        <p:grpSpPr>
          <a:xfrm>
            <a:off x="4629458" y="2664246"/>
            <a:ext cx="2088232" cy="461665"/>
            <a:chOff x="2503811" y="3441526"/>
            <a:chExt cx="2088232" cy="461665"/>
          </a:xfrm>
        </p:grpSpPr>
        <p:sp>
          <p:nvSpPr>
            <p:cNvPr id="18" name="文本框 2">
              <a:extLst>
                <a:ext uri="{FF2B5EF4-FFF2-40B4-BE49-F238E27FC236}">
                  <a16:creationId xmlns:a16="http://schemas.microsoft.com/office/drawing/2014/main" id="{AC359B07-F0D1-4AA2-AEE3-330254A2474F}"/>
                </a:ext>
              </a:extLst>
            </p:cNvPr>
            <p:cNvSpPr txBox="1"/>
            <p:nvPr/>
          </p:nvSpPr>
          <p:spPr>
            <a:xfrm>
              <a:off x="2503811" y="3441526"/>
              <a:ext cx="20882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（ 为常数）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9" name="Object 9">
              <a:extLst>
                <a:ext uri="{FF2B5EF4-FFF2-40B4-BE49-F238E27FC236}">
                  <a16:creationId xmlns:a16="http://schemas.microsoft.com/office/drawing/2014/main" id="{2CC19603-91BD-45F3-8CD2-DDD96AC08E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6618244"/>
                </p:ext>
              </p:extLst>
            </p:nvPr>
          </p:nvGraphicFramePr>
          <p:xfrm>
            <a:off x="2829393" y="3570237"/>
            <a:ext cx="239713" cy="274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8" name="Equation" r:id="rId11" imgW="5791200" imgH="6705600" progId="Equation.DSMT4">
                    <p:embed/>
                  </p:oleObj>
                </mc:Choice>
                <mc:Fallback>
                  <p:oleObj name="Equation" r:id="rId11" imgW="5791200" imgH="6705600" progId="Equation.DSMT4">
                    <p:embed/>
                    <p:pic>
                      <p:nvPicPr>
                        <p:cNvPr id="0" name="Picture 2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393" y="3570237"/>
                          <a:ext cx="239713" cy="274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F1D0C9CF-4FCD-412D-B85D-1F8FDD8C3E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609311"/>
              </p:ext>
            </p:extLst>
          </p:nvPr>
        </p:nvGraphicFramePr>
        <p:xfrm>
          <a:off x="2716397" y="3413943"/>
          <a:ext cx="26542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9" name="Equation" r:id="rId13" imgW="2654280" imgH="342720" progId="Equation.DSMT4">
                  <p:embed/>
                </p:oleObj>
              </mc:Choice>
              <mc:Fallback>
                <p:oleObj name="Equation" r:id="rId13" imgW="2654280" imgH="342720" progId="Equation.DSMT4">
                  <p:embed/>
                  <p:pic>
                    <p:nvPicPr>
                      <p:cNvPr id="0" name="Picture 2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397" y="3413943"/>
                        <a:ext cx="265428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">
            <a:extLst>
              <a:ext uri="{FF2B5EF4-FFF2-40B4-BE49-F238E27FC236}">
                <a16:creationId xmlns:a16="http://schemas.microsoft.com/office/drawing/2014/main" id="{52587E09-BC54-4EAD-B740-B39B03BF5B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749581"/>
              </p:ext>
            </p:extLst>
          </p:nvPr>
        </p:nvGraphicFramePr>
        <p:xfrm>
          <a:off x="2709695" y="3908771"/>
          <a:ext cx="391140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0" name="Equation" r:id="rId15" imgW="3911400" imgH="812520" progId="Equation.DSMT4">
                  <p:embed/>
                </p:oleObj>
              </mc:Choice>
              <mc:Fallback>
                <p:oleObj name="Equation" r:id="rId15" imgW="3911400" imgH="812520" progId="Equation.DSMT4">
                  <p:embed/>
                  <p:pic>
                    <p:nvPicPr>
                      <p:cNvPr id="0" name="Picture 2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695" y="3908771"/>
                        <a:ext cx="3911400" cy="812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>
            <a:extLst>
              <a:ext uri="{FF2B5EF4-FFF2-40B4-BE49-F238E27FC236}">
                <a16:creationId xmlns:a16="http://schemas.microsoft.com/office/drawing/2014/main" id="{15A10A78-FB3F-4C38-9BBA-EF50E528F418}"/>
              </a:ext>
            </a:extLst>
          </p:cNvPr>
          <p:cNvSpPr txBox="1"/>
          <p:nvPr/>
        </p:nvSpPr>
        <p:spPr>
          <a:xfrm>
            <a:off x="5494036" y="3508041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3" name="文本框 2">
            <a:extLst>
              <a:ext uri="{FF2B5EF4-FFF2-40B4-BE49-F238E27FC236}">
                <a16:creationId xmlns:a16="http://schemas.microsoft.com/office/drawing/2014/main" id="{15A10A78-FB3F-4C38-9BBA-EF50E528F418}"/>
              </a:ext>
            </a:extLst>
          </p:cNvPr>
          <p:cNvSpPr txBox="1"/>
          <p:nvPr/>
        </p:nvSpPr>
        <p:spPr>
          <a:xfrm>
            <a:off x="6732240" y="443466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</a:t>
            </a:r>
          </a:p>
        </p:txBody>
      </p:sp>
      <p:sp>
        <p:nvSpPr>
          <p:cNvPr id="24" name="文本框 2">
            <a:extLst>
              <a:ext uri="{FF2B5EF4-FFF2-40B4-BE49-F238E27FC236}">
                <a16:creationId xmlns:a16="http://schemas.microsoft.com/office/drawing/2014/main" id="{15A10A78-FB3F-4C38-9BBA-EF50E528F418}"/>
              </a:ext>
            </a:extLst>
          </p:cNvPr>
          <p:cNvSpPr txBox="1"/>
          <p:nvPr/>
        </p:nvSpPr>
        <p:spPr>
          <a:xfrm>
            <a:off x="5347670" y="2029115"/>
            <a:ext cx="448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5" name="文本框 2">
            <a:extLst>
              <a:ext uri="{FF2B5EF4-FFF2-40B4-BE49-F238E27FC236}">
                <a16:creationId xmlns:a16="http://schemas.microsoft.com/office/drawing/2014/main" id="{15A10A78-FB3F-4C38-9BBA-EF50E528F418}"/>
              </a:ext>
            </a:extLst>
          </p:cNvPr>
          <p:cNvSpPr txBox="1"/>
          <p:nvPr/>
        </p:nvSpPr>
        <p:spPr>
          <a:xfrm>
            <a:off x="6198677" y="2582911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060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23" grpId="0"/>
      <p:bldP spid="24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2">
            <a:extLst>
              <a:ext uri="{FF2B5EF4-FFF2-40B4-BE49-F238E27FC236}">
                <a16:creationId xmlns:a16="http://schemas.microsoft.com/office/drawing/2014/main" id="{7D5902C2-4C3F-4A4D-BB6E-874DE595D0F0}"/>
              </a:ext>
            </a:extLst>
          </p:cNvPr>
          <p:cNvSpPr txBox="1"/>
          <p:nvPr/>
        </p:nvSpPr>
        <p:spPr>
          <a:xfrm>
            <a:off x="888651" y="339502"/>
            <a:ext cx="5699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现在以乘积的微分法则为例加以证明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sp>
        <p:nvSpPr>
          <p:cNvPr id="15" name="文本框 2">
            <a:extLst>
              <a:ext uri="{FF2B5EF4-FFF2-40B4-BE49-F238E27FC236}">
                <a16:creationId xmlns:a16="http://schemas.microsoft.com/office/drawing/2014/main" id="{15A10A78-FB3F-4C38-9BBA-EF50E528F418}"/>
              </a:ext>
            </a:extLst>
          </p:cNvPr>
          <p:cNvSpPr txBox="1"/>
          <p:nvPr/>
        </p:nvSpPr>
        <p:spPr>
          <a:xfrm>
            <a:off x="888649" y="821786"/>
            <a:ext cx="1117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）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F1D0C9CF-4FCD-412D-B85D-1F8FDD8C3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3728" y="915566"/>
          <a:ext cx="9207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1" name="Equation" r:id="rId3" imgW="22250400" imgH="8229600" progId="Equation.DSMT4">
                  <p:embed/>
                </p:oleObj>
              </mc:Choice>
              <mc:Fallback>
                <p:oleObj name="Equation" r:id="rId3" imgW="22250400" imgH="8229600" progId="Equation.DSMT4">
                  <p:embed/>
                  <p:pic>
                    <p:nvPicPr>
                      <p:cNvPr id="0" name="Picture 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915566"/>
                        <a:ext cx="92075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>
            <a:extLst>
              <a:ext uri="{FF2B5EF4-FFF2-40B4-BE49-F238E27FC236}">
                <a16:creationId xmlns:a16="http://schemas.microsoft.com/office/drawing/2014/main" id="{101BA3CB-6115-4FA2-8568-16CB8A53EDEC}"/>
              </a:ext>
            </a:extLst>
          </p:cNvPr>
          <p:cNvSpPr txBox="1"/>
          <p:nvPr/>
        </p:nvSpPr>
        <p:spPr>
          <a:xfrm>
            <a:off x="4705074" y="813941"/>
            <a:ext cx="3683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（根据函数微分的表达式）</a:t>
            </a:r>
            <a:endParaRPr lang="en-US" altLang="zh-CN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23" name="文本框 2">
            <a:extLst>
              <a:ext uri="{FF2B5EF4-FFF2-40B4-BE49-F238E27FC236}">
                <a16:creationId xmlns:a16="http://schemas.microsoft.com/office/drawing/2014/main" id="{B0402DB8-5FC3-402A-A504-167D6BA84459}"/>
              </a:ext>
            </a:extLst>
          </p:cNvPr>
          <p:cNvSpPr txBox="1"/>
          <p:nvPr/>
        </p:nvSpPr>
        <p:spPr>
          <a:xfrm>
            <a:off x="4777082" y="1317997"/>
            <a:ext cx="3107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（乘积的导数公式）</a:t>
            </a:r>
            <a:endParaRPr lang="en-US" altLang="zh-CN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graphicFrame>
        <p:nvGraphicFramePr>
          <p:cNvPr id="24" name="Object 9">
            <a:extLst>
              <a:ext uri="{FF2B5EF4-FFF2-40B4-BE49-F238E27FC236}">
                <a16:creationId xmlns:a16="http://schemas.microsoft.com/office/drawing/2014/main" id="{4C321EE6-5EB4-4AAF-8C07-B60F2E75CF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808" y="1428824"/>
          <a:ext cx="1744663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2" name="Equation" r:id="rId5" imgW="42062400" imgH="8534400" progId="Equation.DSMT4">
                  <p:embed/>
                </p:oleObj>
              </mc:Choice>
              <mc:Fallback>
                <p:oleObj name="Equation" r:id="rId5" imgW="42062400" imgH="8534400" progId="Equation.DSMT4">
                  <p:embed/>
                  <p:pic>
                    <p:nvPicPr>
                      <p:cNvPr id="0" name="Picture 2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1428824"/>
                        <a:ext cx="1744663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9">
            <a:extLst>
              <a:ext uri="{FF2B5EF4-FFF2-40B4-BE49-F238E27FC236}">
                <a16:creationId xmlns:a16="http://schemas.microsoft.com/office/drawing/2014/main" id="{3B6C351F-5D37-42BA-A400-627B570AB9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808" y="1924372"/>
          <a:ext cx="1820862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3" name="Equation" r:id="rId7" imgW="43891200" imgH="7010400" progId="Equation.DSMT4">
                  <p:embed/>
                </p:oleObj>
              </mc:Choice>
              <mc:Fallback>
                <p:oleObj name="Equation" r:id="rId7" imgW="43891200" imgH="7010400" progId="Equation.DSMT4">
                  <p:embed/>
                  <p:pic>
                    <p:nvPicPr>
                      <p:cNvPr id="0" name="Picture 2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1924372"/>
                        <a:ext cx="1820862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5436096" y="1854880"/>
            <a:ext cx="3168352" cy="461665"/>
            <a:chOff x="4788024" y="1822053"/>
            <a:chExt cx="3168352" cy="461665"/>
          </a:xfrm>
        </p:grpSpPr>
        <p:sp>
          <p:nvSpPr>
            <p:cNvPr id="26" name="文本框 2">
              <a:extLst>
                <a:ext uri="{FF2B5EF4-FFF2-40B4-BE49-F238E27FC236}">
                  <a16:creationId xmlns:a16="http://schemas.microsoft.com/office/drawing/2014/main" id="{BEEA38FC-AEDE-47A4-9909-4F1F0D811DBA}"/>
                </a:ext>
              </a:extLst>
            </p:cNvPr>
            <p:cNvSpPr txBox="1"/>
            <p:nvPr/>
          </p:nvSpPr>
          <p:spPr>
            <a:xfrm>
              <a:off x="4788024" y="1822053"/>
              <a:ext cx="3168352" cy="4616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（                ）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27" name="Object 9">
              <a:extLst>
                <a:ext uri="{FF2B5EF4-FFF2-40B4-BE49-F238E27FC236}">
                  <a16:creationId xmlns:a16="http://schemas.microsoft.com/office/drawing/2014/main" id="{84A908C5-2C6C-4A45-8452-1E4A8312BE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22242" y="1892738"/>
            <a:ext cx="2427287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94" name="Equation" r:id="rId9" imgW="58521600" imgH="8229600" progId="Equation.DSMT4">
                    <p:embed/>
                  </p:oleObj>
                </mc:Choice>
                <mc:Fallback>
                  <p:oleObj name="Equation" r:id="rId9" imgW="58521600" imgH="8229600" progId="Equation.DSMT4">
                    <p:embed/>
                    <p:pic>
                      <p:nvPicPr>
                        <p:cNvPr id="0" name="Picture 2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2242" y="1892738"/>
                          <a:ext cx="2427287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9">
            <a:extLst>
              <a:ext uri="{FF2B5EF4-FFF2-40B4-BE49-F238E27FC236}">
                <a16:creationId xmlns:a16="http://schemas.microsoft.com/office/drawing/2014/main" id="{5D35CF2A-5FD5-4F0F-8053-F8BBA080CE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2272" y="2499742"/>
          <a:ext cx="147955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5" name="Equation" r:id="rId11" imgW="35661600" imgH="6705600" progId="Equation.DSMT4">
                  <p:embed/>
                </p:oleObj>
              </mc:Choice>
              <mc:Fallback>
                <p:oleObj name="Equation" r:id="rId11" imgW="35661600" imgH="6705600" progId="Equation.DSMT4">
                  <p:embed/>
                  <p:pic>
                    <p:nvPicPr>
                      <p:cNvPr id="0" name="Picture 2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2272" y="2499742"/>
                        <a:ext cx="1479550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2">
            <a:extLst>
              <a:ext uri="{FF2B5EF4-FFF2-40B4-BE49-F238E27FC236}">
                <a16:creationId xmlns:a16="http://schemas.microsoft.com/office/drawing/2014/main" id="{EE32C98B-2057-4D66-BBE9-BE5D7A4C829A}"/>
              </a:ext>
            </a:extLst>
          </p:cNvPr>
          <p:cNvSpPr txBox="1"/>
          <p:nvPr/>
        </p:nvSpPr>
        <p:spPr>
          <a:xfrm>
            <a:off x="899592" y="300379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推广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微分四则运算法则中的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(1)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(3)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可推广到任意有限个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35" name="Object 9">
            <a:extLst>
              <a:ext uri="{FF2B5EF4-FFF2-40B4-BE49-F238E27FC236}">
                <a16:creationId xmlns:a16="http://schemas.microsoft.com/office/drawing/2014/main" id="{CF867CBE-43F8-4FFF-9071-5D23345099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7351" y="4689822"/>
          <a:ext cx="36734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6" name="Equation" r:id="rId13" imgW="88696800" imgH="8229600" progId="Equation.DSMT4">
                  <p:embed/>
                </p:oleObj>
              </mc:Choice>
              <mc:Fallback>
                <p:oleObj name="Equation" r:id="rId13" imgW="88696800" imgH="8229600" progId="Equation.DSMT4">
                  <p:embed/>
                  <p:pic>
                    <p:nvPicPr>
                      <p:cNvPr id="0" name="Picture 2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51" y="4689822"/>
                        <a:ext cx="3673475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9">
            <a:extLst>
              <a:ext uri="{FF2B5EF4-FFF2-40B4-BE49-F238E27FC236}">
                <a16:creationId xmlns:a16="http://schemas.microsoft.com/office/drawing/2014/main" id="{F1578319-0CA8-4074-B945-F248557353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98" y="4178300"/>
          <a:ext cx="3289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7" name="Equation" r:id="rId15" imgW="79248000" imgH="8229600" progId="Equation.DSMT4">
                  <p:embed/>
                </p:oleObj>
              </mc:Choice>
              <mc:Fallback>
                <p:oleObj name="Equation" r:id="rId15" imgW="79248000" imgH="8229600" progId="Equation.DSMT4">
                  <p:embed/>
                  <p:pic>
                    <p:nvPicPr>
                      <p:cNvPr id="0" name="Picture 2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98" y="4178300"/>
                        <a:ext cx="3289300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>
            <a:extLst>
              <a:ext uri="{FF2B5EF4-FFF2-40B4-BE49-F238E27FC236}">
                <a16:creationId xmlns:a16="http://schemas.microsoft.com/office/drawing/2014/main" id="{F1D0C9CF-4FCD-412D-B85D-1F8FDD8C3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832" y="892111"/>
          <a:ext cx="8985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8" name="Equation" r:id="rId17" imgW="21640800" imgH="8534400" progId="Equation.DSMT4">
                  <p:embed/>
                </p:oleObj>
              </mc:Choice>
              <mc:Fallback>
                <p:oleObj name="Equation" r:id="rId17" imgW="21640800" imgH="8534400" progId="Equation.DSMT4">
                  <p:embed/>
                  <p:pic>
                    <p:nvPicPr>
                      <p:cNvPr id="0" name="Picture 2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892111"/>
                        <a:ext cx="898525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/>
          <p:nvPr/>
        </p:nvGrpSpPr>
        <p:grpSpPr>
          <a:xfrm>
            <a:off x="143000" y="3579862"/>
            <a:ext cx="9001000" cy="461665"/>
            <a:chOff x="143000" y="3694261"/>
            <a:chExt cx="9001000" cy="461665"/>
          </a:xfrm>
        </p:grpSpPr>
        <p:sp>
          <p:nvSpPr>
            <p:cNvPr id="33" name="文本框 2">
              <a:extLst>
                <a:ext uri="{FF2B5EF4-FFF2-40B4-BE49-F238E27FC236}">
                  <a16:creationId xmlns:a16="http://schemas.microsoft.com/office/drawing/2014/main" id="{7A97F04B-590A-4211-B8D0-6439B2143E23}"/>
                </a:ext>
              </a:extLst>
            </p:cNvPr>
            <p:cNvSpPr txBox="1"/>
            <p:nvPr/>
          </p:nvSpPr>
          <p:spPr>
            <a:xfrm>
              <a:off x="143000" y="3694261"/>
              <a:ext cx="900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可微函数的情形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  <a:cs typeface="微软雅黑" panose="020B0503020204020204" charset="-122"/>
                </a:rPr>
                <a:t>例如设                      都可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微</a:t>
              </a:r>
              <a:r>
                <a:rPr lang="zh-CN" altLang="en-US" sz="2400" b="1" dirty="0">
                  <a:latin typeface="宋体" panose="02010600030101010101" pitchFamily="2" charset="-122"/>
                  <a:cs typeface="微软雅黑" panose="020B0503020204020204" charset="-122"/>
                </a:rPr>
                <a:t>，则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13863" name="Object 199"/>
            <p:cNvGraphicFramePr>
              <a:graphicFrameLocks noChangeAspect="1"/>
            </p:cNvGraphicFramePr>
            <p:nvPr/>
          </p:nvGraphicFramePr>
          <p:xfrm>
            <a:off x="3507616" y="3781645"/>
            <a:ext cx="3352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99" name="Equation" r:id="rId19" imgW="3352800" imgH="342900" progId="Equation.DSMT4">
                    <p:embed/>
                  </p:oleObj>
                </mc:Choice>
                <mc:Fallback>
                  <p:oleObj name="Equation" r:id="rId19" imgW="3352800" imgH="342900" progId="Equation.DSMT4">
                    <p:embed/>
                    <p:pic>
                      <p:nvPicPr>
                        <p:cNvPr id="0" name="Picture 2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7616" y="3781645"/>
                          <a:ext cx="33528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8687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23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F051E5B1-3EEF-4F48-9263-84E577DD0F79}"/>
              </a:ext>
            </a:extLst>
          </p:cNvPr>
          <p:cNvSpPr txBox="1"/>
          <p:nvPr/>
        </p:nvSpPr>
        <p:spPr>
          <a:xfrm>
            <a:off x="899592" y="438769"/>
            <a:ext cx="8064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求</a:t>
            </a:r>
            <a:r>
              <a:rPr lang="zh-CN" altLang="en-US" sz="2400" b="1" dirty="0">
                <a:latin typeface="宋体" panose="02010600030101010101" pitchFamily="2" charset="-122"/>
                <a:cs typeface="微软雅黑" panose="020B0503020204020204" charset="-122"/>
              </a:rPr>
              <a:t>函数       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的微分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819F15AB-3C5B-475C-8EB5-BDF730BF63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316843"/>
              </p:ext>
            </p:extLst>
          </p:nvPr>
        </p:nvGraphicFramePr>
        <p:xfrm>
          <a:off x="2555776" y="301321"/>
          <a:ext cx="15364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1" name="Equation" r:id="rId3" imgW="1536480" imgH="736560" progId="Equation.DSMT4">
                  <p:embed/>
                </p:oleObj>
              </mc:Choice>
              <mc:Fallback>
                <p:oleObj name="Equation" r:id="rId3" imgW="1536480" imgH="736560" progId="Equation.DSMT4">
                  <p:embed/>
                  <p:pic>
                    <p:nvPicPr>
                      <p:cNvPr id="14" name="Object 9">
                        <a:extLst>
                          <a:ext uri="{FF2B5EF4-FFF2-40B4-BE49-F238E27FC236}">
                            <a16:creationId xmlns:a16="http://schemas.microsoft.com/office/drawing/2014/main" id="{F8D385C1-61A5-4506-A278-AF9606A5CF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01321"/>
                        <a:ext cx="153648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>
            <a:extLst>
              <a:ext uri="{FF2B5EF4-FFF2-40B4-BE49-F238E27FC236}">
                <a16:creationId xmlns:a16="http://schemas.microsoft.com/office/drawing/2014/main" id="{40D522F4-3A12-40E4-A15D-AA5C29114B93}"/>
              </a:ext>
            </a:extLst>
          </p:cNvPr>
          <p:cNvSpPr txBox="1"/>
          <p:nvPr/>
        </p:nvSpPr>
        <p:spPr>
          <a:xfrm>
            <a:off x="899592" y="1275606"/>
            <a:ext cx="4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EAAF6346-C851-421D-BEA6-878DFAAB76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901244"/>
              </p:ext>
            </p:extLst>
          </p:nvPr>
        </p:nvGraphicFramePr>
        <p:xfrm>
          <a:off x="1706563" y="1100138"/>
          <a:ext cx="21431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2" name="Equation" r:id="rId5" imgW="2145960" imgH="812520" progId="Equation.DSMT4">
                  <p:embed/>
                </p:oleObj>
              </mc:Choice>
              <mc:Fallback>
                <p:oleObj name="Equation" r:id="rId5" imgW="2145960" imgH="812520" progId="Equation.DSMT4">
                  <p:embed/>
                  <p:pic>
                    <p:nvPicPr>
                      <p:cNvPr id="3" name="Object 9">
                        <a:extLst>
                          <a:ext uri="{FF2B5EF4-FFF2-40B4-BE49-F238E27FC236}">
                            <a16:creationId xmlns:a16="http://schemas.microsoft.com/office/drawing/2014/main" id="{819F15AB-3C5B-475C-8EB5-BDF730BF63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1100138"/>
                        <a:ext cx="2143125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5C3D774D-9D9D-4E0E-808B-5975CD872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670626"/>
              </p:ext>
            </p:extLst>
          </p:nvPr>
        </p:nvGraphicFramePr>
        <p:xfrm>
          <a:off x="3860477" y="1100038"/>
          <a:ext cx="21431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3" name="Equation" r:id="rId7" imgW="2145960" imgH="812520" progId="Equation.DSMT4">
                  <p:embed/>
                </p:oleObj>
              </mc:Choice>
              <mc:Fallback>
                <p:oleObj name="Equation" r:id="rId7" imgW="2145960" imgH="812520" progId="Equation.DSMT4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EAAF6346-C851-421D-BEA6-878DFAAB76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477" y="1100038"/>
                        <a:ext cx="2143125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15C7BA81-39F5-456A-874C-187E0C21E6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551316"/>
              </p:ext>
            </p:extLst>
          </p:nvPr>
        </p:nvGraphicFramePr>
        <p:xfrm>
          <a:off x="3146425" y="2038350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4" name="Equation" r:id="rId9" imgW="177480" imgH="291960" progId="Equation.DSMT4">
                  <p:embed/>
                </p:oleObj>
              </mc:Choice>
              <mc:Fallback>
                <p:oleObj name="Equation" r:id="rId9" imgW="177480" imgH="291960" progId="Equation.DSMT4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5C3D774D-9D9D-4E0E-808B-5975CD8724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425" y="2038350"/>
                        <a:ext cx="1778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3B6C71E9-C068-47D7-B283-236543623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494876"/>
              </p:ext>
            </p:extLst>
          </p:nvPr>
        </p:nvGraphicFramePr>
        <p:xfrm>
          <a:off x="2062163" y="1978025"/>
          <a:ext cx="21685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5" name="Equation" r:id="rId11" imgW="2171520" imgH="774360" progId="Equation.DSMT4">
                  <p:embed/>
                </p:oleObj>
              </mc:Choice>
              <mc:Fallback>
                <p:oleObj name="Equation" r:id="rId11" imgW="2171520" imgH="774360" progId="Equation.DSMT4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5C3D774D-9D9D-4E0E-808B-5975CD8724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1978025"/>
                        <a:ext cx="2168525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7BFB490A-56DE-4530-A615-F991658217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577295"/>
              </p:ext>
            </p:extLst>
          </p:nvPr>
        </p:nvGraphicFramePr>
        <p:xfrm>
          <a:off x="4283968" y="1946275"/>
          <a:ext cx="21939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6" name="Equation" r:id="rId13" imgW="2197080" imgH="838080" progId="Equation.DSMT4">
                  <p:embed/>
                </p:oleObj>
              </mc:Choice>
              <mc:Fallback>
                <p:oleObj name="Equation" r:id="rId13" imgW="2197080" imgH="83808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3B6C71E9-C068-47D7-B283-2365436234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1946275"/>
                        <a:ext cx="219392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>
            <a:extLst>
              <a:ext uri="{FF2B5EF4-FFF2-40B4-BE49-F238E27FC236}">
                <a16:creationId xmlns:a16="http://schemas.microsoft.com/office/drawing/2014/main" id="{A0D91DEB-629B-4488-A8C1-43182D524C15}"/>
              </a:ext>
            </a:extLst>
          </p:cNvPr>
          <p:cNvSpPr txBox="1"/>
          <p:nvPr/>
        </p:nvSpPr>
        <p:spPr>
          <a:xfrm>
            <a:off x="611560" y="3175397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或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7830A178-960A-4778-99E5-08F9A02034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21868"/>
              </p:ext>
            </p:extLst>
          </p:nvPr>
        </p:nvGraphicFramePr>
        <p:xfrm>
          <a:off x="1763688" y="3075806"/>
          <a:ext cx="339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7" name="Equation" r:id="rId15" imgW="3390840" imgH="838080" progId="Equation.DSMT4">
                  <p:embed/>
                </p:oleObj>
              </mc:Choice>
              <mc:Fallback>
                <p:oleObj name="Equation" r:id="rId15" imgW="3390840" imgH="838080" progId="Equation.DSMT4">
                  <p:embed/>
                  <p:pic>
                    <p:nvPicPr>
                      <p:cNvPr id="3" name="Object 9">
                        <a:extLst>
                          <a:ext uri="{FF2B5EF4-FFF2-40B4-BE49-F238E27FC236}">
                            <a16:creationId xmlns:a16="http://schemas.microsoft.com/office/drawing/2014/main" id="{819F15AB-3C5B-475C-8EB5-BDF730BF63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075806"/>
                        <a:ext cx="33909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405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745C8146-62BD-4C86-A811-AE8B432F7C6C}"/>
              </a:ext>
            </a:extLst>
          </p:cNvPr>
          <p:cNvSpPr txBox="1"/>
          <p:nvPr/>
        </p:nvSpPr>
        <p:spPr>
          <a:xfrm>
            <a:off x="899592" y="438769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4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求</a:t>
            </a:r>
            <a:r>
              <a:rPr lang="zh-CN" altLang="en-US" sz="2400" b="1" dirty="0">
                <a:latin typeface="宋体" panose="02010600030101010101" pitchFamily="2" charset="-122"/>
                <a:cs typeface="微软雅黑" panose="020B0503020204020204" charset="-122"/>
              </a:rPr>
              <a:t>函数      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的微分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11E65837-2280-47FD-9569-FAEA18D27D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801329"/>
              </p:ext>
            </p:extLst>
          </p:nvPr>
        </p:nvGraphicFramePr>
        <p:xfrm>
          <a:off x="2695575" y="498475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" name="Equation" r:id="rId3" imgW="1257120" imgH="342720" progId="Equation.DSMT4">
                  <p:embed/>
                </p:oleObj>
              </mc:Choice>
              <mc:Fallback>
                <p:oleObj name="Equation" r:id="rId3" imgW="1257120" imgH="342720" progId="Equation.DSMT4">
                  <p:embed/>
                  <p:pic>
                    <p:nvPicPr>
                      <p:cNvPr id="3" name="Object 9">
                        <a:extLst>
                          <a:ext uri="{FF2B5EF4-FFF2-40B4-BE49-F238E27FC236}">
                            <a16:creationId xmlns:a16="http://schemas.microsoft.com/office/drawing/2014/main" id="{819F15AB-3C5B-475C-8EB5-BDF730BF63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5" y="498475"/>
                        <a:ext cx="1257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>
            <a:extLst>
              <a:ext uri="{FF2B5EF4-FFF2-40B4-BE49-F238E27FC236}">
                <a16:creationId xmlns:a16="http://schemas.microsoft.com/office/drawing/2014/main" id="{C32A1C4E-EE01-41B5-BF4B-11EE782E88D8}"/>
              </a:ext>
            </a:extLst>
          </p:cNvPr>
          <p:cNvSpPr txBox="1"/>
          <p:nvPr/>
        </p:nvSpPr>
        <p:spPr>
          <a:xfrm>
            <a:off x="899592" y="1275606"/>
            <a:ext cx="4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8E0C7E65-7C43-4F78-A5F3-FA0CCC8C9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064069"/>
              </p:ext>
            </p:extLst>
          </p:nvPr>
        </p:nvGraphicFramePr>
        <p:xfrm>
          <a:off x="1642739" y="1351073"/>
          <a:ext cx="17113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3" name="Equation" r:id="rId5" imgW="1714320" imgH="342720" progId="Equation.DSMT4">
                  <p:embed/>
                </p:oleObj>
              </mc:Choice>
              <mc:Fallback>
                <p:oleObj name="Equation" r:id="rId5" imgW="1714320" imgH="342720" progId="Equation.DSMT4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EAAF6346-C851-421D-BEA6-878DFAAB76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2739" y="1351073"/>
                        <a:ext cx="17113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97206F60-32D5-44D9-AAC9-EEB45D8166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641749"/>
              </p:ext>
            </p:extLst>
          </p:nvPr>
        </p:nvGraphicFramePr>
        <p:xfrm>
          <a:off x="3369375" y="1288337"/>
          <a:ext cx="2752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4" name="Equation" r:id="rId7" imgW="2755800" imgH="431640" progId="Equation.DSMT4">
                  <p:embed/>
                </p:oleObj>
              </mc:Choice>
              <mc:Fallback>
                <p:oleObj name="Equation" r:id="rId7" imgW="2755800" imgH="431640" progId="Equation.DSMT4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5C3D774D-9D9D-4E0E-808B-5975CD8724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9375" y="1288337"/>
                        <a:ext cx="27527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8C23A5E5-F108-4D2A-98A0-170F086499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465966"/>
              </p:ext>
            </p:extLst>
          </p:nvPr>
        </p:nvGraphicFramePr>
        <p:xfrm>
          <a:off x="3146425" y="2038350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5" name="Equation" r:id="rId9" imgW="177480" imgH="291960" progId="Equation.DSMT4">
                  <p:embed/>
                </p:oleObj>
              </mc:Choice>
              <mc:Fallback>
                <p:oleObj name="Equation" r:id="rId9" imgW="177480" imgH="291960" progId="Equation.DSMT4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15C7BA81-39F5-456A-874C-187E0C21E6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425" y="2038350"/>
                        <a:ext cx="1778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C7F4BEFE-A940-49F5-9026-34E3FA1F70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748944"/>
              </p:ext>
            </p:extLst>
          </p:nvPr>
        </p:nvGraphicFramePr>
        <p:xfrm>
          <a:off x="1763688" y="2208373"/>
          <a:ext cx="244792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6" name="Equation" r:id="rId11" imgW="2450880" imgH="279360" progId="Equation.DSMT4">
                  <p:embed/>
                </p:oleObj>
              </mc:Choice>
              <mc:Fallback>
                <p:oleObj name="Equation" r:id="rId11" imgW="2450880" imgH="27936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3B6C71E9-C068-47D7-B283-2365436234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208373"/>
                        <a:ext cx="2447925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A12043B6-85CC-45FC-A89D-888E826BDA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51663"/>
              </p:ext>
            </p:extLst>
          </p:nvPr>
        </p:nvGraphicFramePr>
        <p:xfrm>
          <a:off x="4235450" y="2187575"/>
          <a:ext cx="24352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7" name="Equation" r:id="rId13" imgW="2438280" imgH="342720" progId="Equation.DSMT4">
                  <p:embed/>
                </p:oleObj>
              </mc:Choice>
              <mc:Fallback>
                <p:oleObj name="Equation" r:id="rId13" imgW="2438280" imgH="342720" progId="Equation.DSMT4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id="{7BFB490A-56DE-4530-A615-F991658217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0" y="2187575"/>
                        <a:ext cx="24352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>
            <a:extLst>
              <a:ext uri="{FF2B5EF4-FFF2-40B4-BE49-F238E27FC236}">
                <a16:creationId xmlns:a16="http://schemas.microsoft.com/office/drawing/2014/main" id="{6AF3BF6D-6164-4DB2-9C57-1CDBACC17C99}"/>
              </a:ext>
            </a:extLst>
          </p:cNvPr>
          <p:cNvSpPr txBox="1"/>
          <p:nvPr/>
        </p:nvSpPr>
        <p:spPr>
          <a:xfrm>
            <a:off x="611560" y="3175397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或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67CBCA15-3FB1-4BC5-80D9-9CE1EB4A07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309436"/>
              </p:ext>
            </p:extLst>
          </p:nvPr>
        </p:nvGraphicFramePr>
        <p:xfrm>
          <a:off x="1508125" y="3245564"/>
          <a:ext cx="3632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8" name="Equation" r:id="rId15" imgW="3632040" imgH="355320" progId="Equation.DSMT4">
                  <p:embed/>
                </p:oleObj>
              </mc:Choice>
              <mc:Fallback>
                <p:oleObj name="Equation" r:id="rId15" imgW="3632040" imgH="355320" progId="Equation.DSMT4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id="{7830A178-960A-4778-99E5-08F9A02034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3245564"/>
                        <a:ext cx="36322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745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5652C709-951D-44A7-B3A3-EFE55C86B386}"/>
              </a:ext>
            </a:extLst>
          </p:cNvPr>
          <p:cNvSpPr txBox="1"/>
          <p:nvPr/>
        </p:nvSpPr>
        <p:spPr>
          <a:xfrm>
            <a:off x="899592" y="438769"/>
            <a:ext cx="3777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5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求</a:t>
            </a:r>
            <a:r>
              <a:rPr lang="zh-CN" altLang="en-US" sz="2400" b="1" dirty="0">
                <a:latin typeface="宋体" panose="02010600030101010101" pitchFamily="2" charset="-122"/>
                <a:cs typeface="微软雅黑" panose="020B0503020204020204" charset="-122"/>
              </a:rPr>
              <a:t>函数  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的微分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72D058C9-57B2-45DA-AE2D-4F06336C4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22234"/>
              </p:ext>
            </p:extLst>
          </p:nvPr>
        </p:nvGraphicFramePr>
        <p:xfrm>
          <a:off x="2627784" y="282251"/>
          <a:ext cx="838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8" name="Equation" r:id="rId3" imgW="838080" imgH="774360" progId="Equation.DSMT4">
                  <p:embed/>
                </p:oleObj>
              </mc:Choice>
              <mc:Fallback>
                <p:oleObj name="Equation" r:id="rId3" imgW="838080" imgH="774360" progId="Equation.DSMT4">
                  <p:embed/>
                  <p:pic>
                    <p:nvPicPr>
                      <p:cNvPr id="3" name="Object 9">
                        <a:extLst>
                          <a:ext uri="{FF2B5EF4-FFF2-40B4-BE49-F238E27FC236}">
                            <a16:creationId xmlns:a16="http://schemas.microsoft.com/office/drawing/2014/main" id="{11E65837-2280-47FD-9569-FAEA18D27D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82251"/>
                        <a:ext cx="8382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>
            <a:extLst>
              <a:ext uri="{FF2B5EF4-FFF2-40B4-BE49-F238E27FC236}">
                <a16:creationId xmlns:a16="http://schemas.microsoft.com/office/drawing/2014/main" id="{CBBFD9F0-8B67-4A30-A521-F04450A4D019}"/>
              </a:ext>
            </a:extLst>
          </p:cNvPr>
          <p:cNvSpPr txBox="1"/>
          <p:nvPr/>
        </p:nvSpPr>
        <p:spPr>
          <a:xfrm>
            <a:off x="899592" y="1275606"/>
            <a:ext cx="4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83D540A1-410D-4293-BA9F-6A3AA1508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787524"/>
              </p:ext>
            </p:extLst>
          </p:nvPr>
        </p:nvGraphicFramePr>
        <p:xfrm>
          <a:off x="1589288" y="1064339"/>
          <a:ext cx="14335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9" name="Equation" r:id="rId5" imgW="1434960" imgH="888840" progId="Equation.DSMT4">
                  <p:embed/>
                </p:oleObj>
              </mc:Choice>
              <mc:Fallback>
                <p:oleObj name="Equation" r:id="rId5" imgW="1434960" imgH="888840" progId="Equation.DSMT4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8E0C7E65-7C43-4F78-A5F3-FA0CCC8C9D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288" y="1064339"/>
                        <a:ext cx="1433513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2DA2D94B-0289-4C27-B6B0-8EF0C12A93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24194"/>
              </p:ext>
            </p:extLst>
          </p:nvPr>
        </p:nvGraphicFramePr>
        <p:xfrm>
          <a:off x="3173956" y="1138333"/>
          <a:ext cx="1903412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0" name="Equation" r:id="rId7" imgW="1904760" imgH="774360" progId="Equation.DSMT4">
                  <p:embed/>
                </p:oleObj>
              </mc:Choice>
              <mc:Fallback>
                <p:oleObj name="Equation" r:id="rId7" imgW="1904760" imgH="774360" progId="Equation.DSMT4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97206F60-32D5-44D9-AAC9-EEB45D8166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956" y="1138333"/>
                        <a:ext cx="1903412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06FFA738-04A9-479F-A447-47DC4C7E4C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847693"/>
              </p:ext>
            </p:extLst>
          </p:nvPr>
        </p:nvGraphicFramePr>
        <p:xfrm>
          <a:off x="3146425" y="2038350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1" name="Equation" r:id="rId9" imgW="177480" imgH="291960" progId="Equation.DSMT4">
                  <p:embed/>
                </p:oleObj>
              </mc:Choice>
              <mc:Fallback>
                <p:oleObj name="Equation" r:id="rId9" imgW="177480" imgH="291960" progId="Equation.DSMT4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8C23A5E5-F108-4D2A-98A0-170F086499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425" y="2038350"/>
                        <a:ext cx="1778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>
            <a:extLst>
              <a:ext uri="{FF2B5EF4-FFF2-40B4-BE49-F238E27FC236}">
                <a16:creationId xmlns:a16="http://schemas.microsoft.com/office/drawing/2014/main" id="{88A1218D-2125-404A-B89C-522EFC345955}"/>
              </a:ext>
            </a:extLst>
          </p:cNvPr>
          <p:cNvSpPr txBox="1"/>
          <p:nvPr/>
        </p:nvSpPr>
        <p:spPr>
          <a:xfrm>
            <a:off x="611560" y="3175397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或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3C3E8EB9-5F5A-448B-B2B2-F73871F0C4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842592"/>
              </p:ext>
            </p:extLst>
          </p:nvPr>
        </p:nvGraphicFramePr>
        <p:xfrm>
          <a:off x="1793875" y="3040151"/>
          <a:ext cx="2882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2" name="Equation" r:id="rId11" imgW="2882880" imgH="774360" progId="Equation.DSMT4">
                  <p:embed/>
                </p:oleObj>
              </mc:Choice>
              <mc:Fallback>
                <p:oleObj name="Equation" r:id="rId11" imgW="2882880" imgH="774360" progId="Equation.DSMT4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id="{67CBCA15-3FB1-4BC5-80D9-9CE1EB4A07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75" y="3040151"/>
                        <a:ext cx="28829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CB6B6DF3-29D6-43F5-8553-3D4DFAE09B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662247"/>
              </p:ext>
            </p:extLst>
          </p:nvPr>
        </p:nvGraphicFramePr>
        <p:xfrm>
          <a:off x="1907704" y="2218276"/>
          <a:ext cx="35401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3" name="Equation" r:id="rId13" imgW="3543120" imgH="774360" progId="Equation.DSMT4">
                  <p:embed/>
                </p:oleObj>
              </mc:Choice>
              <mc:Fallback>
                <p:oleObj name="Equation" r:id="rId13" imgW="3543120" imgH="774360" progId="Equation.DSMT4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2DA2D94B-0289-4C27-B6B0-8EF0C12A93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218276"/>
                        <a:ext cx="3540125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518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Object 2">
            <a:extLst>
              <a:ext uri="{FF2B5EF4-FFF2-40B4-BE49-F238E27FC236}">
                <a16:creationId xmlns:a16="http://schemas.microsoft.com/office/drawing/2014/main" id="{8E462AD4-ED4B-4540-AC86-60923BE8C5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151492"/>
              </p:ext>
            </p:extLst>
          </p:nvPr>
        </p:nvGraphicFramePr>
        <p:xfrm>
          <a:off x="1610421" y="1945412"/>
          <a:ext cx="4864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8" name="Equation" r:id="rId3" imgW="4863960" imgH="444240" progId="Equation.DSMT4">
                  <p:embed/>
                </p:oleObj>
              </mc:Choice>
              <mc:Fallback>
                <p:oleObj name="Equation" r:id="rId3" imgW="4863960" imgH="444240" progId="Equation.DSMT4">
                  <p:embed/>
                  <p:pic>
                    <p:nvPicPr>
                      <p:cNvPr id="0" name="Picture 4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0421" y="1945412"/>
                        <a:ext cx="48641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>
            <a:extLst>
              <a:ext uri="{FF2B5EF4-FFF2-40B4-BE49-F238E27FC236}">
                <a16:creationId xmlns:a16="http://schemas.microsoft.com/office/drawing/2014/main" id="{50CB0CDA-7C17-4EEA-8E51-E87773600F5C}"/>
              </a:ext>
            </a:extLst>
          </p:cNvPr>
          <p:cNvSpPr txBox="1"/>
          <p:nvPr/>
        </p:nvSpPr>
        <p:spPr>
          <a:xfrm>
            <a:off x="874323" y="1304809"/>
            <a:ext cx="4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39" name="Object 2">
            <a:extLst>
              <a:ext uri="{FF2B5EF4-FFF2-40B4-BE49-F238E27FC236}">
                <a16:creationId xmlns:a16="http://schemas.microsoft.com/office/drawing/2014/main" id="{A3A31A83-E015-4DCB-9084-B9484B1498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358090"/>
              </p:ext>
            </p:extLst>
          </p:nvPr>
        </p:nvGraphicFramePr>
        <p:xfrm>
          <a:off x="1452440" y="1378512"/>
          <a:ext cx="547344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9" name="Equation" r:id="rId5" imgW="5473440" imgH="380880" progId="Equation.DSMT4">
                  <p:embed/>
                </p:oleObj>
              </mc:Choice>
              <mc:Fallback>
                <p:oleObj name="Equation" r:id="rId5" imgW="5473440" imgH="380880" progId="Equation.DSMT4">
                  <p:embed/>
                  <p:pic>
                    <p:nvPicPr>
                      <p:cNvPr id="0" name="Picture 4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440" y="1378512"/>
                        <a:ext cx="547344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">
            <a:extLst>
              <a:ext uri="{FF2B5EF4-FFF2-40B4-BE49-F238E27FC236}">
                <a16:creationId xmlns:a16="http://schemas.microsoft.com/office/drawing/2014/main" id="{D47797DB-7A82-4A12-B751-2CF99A0A66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590965"/>
              </p:ext>
            </p:extLst>
          </p:nvPr>
        </p:nvGraphicFramePr>
        <p:xfrm>
          <a:off x="2458169" y="2788717"/>
          <a:ext cx="52101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0" name="Equation" r:id="rId7" imgW="125577600" imgH="17678400" progId="Equation.DSMT4">
                  <p:embed/>
                </p:oleObj>
              </mc:Choice>
              <mc:Fallback>
                <p:oleObj name="Equation" r:id="rId7" imgW="125577600" imgH="17678400" progId="Equation.DSMT4">
                  <p:embed/>
                  <p:pic>
                    <p:nvPicPr>
                      <p:cNvPr id="0" name="Picture 4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8169" y="2788717"/>
                        <a:ext cx="5210175" cy="719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D380A6A9-F584-4185-B842-823148215E9A}"/>
              </a:ext>
            </a:extLst>
          </p:cNvPr>
          <p:cNvGrpSpPr/>
          <p:nvPr/>
        </p:nvGrpSpPr>
        <p:grpSpPr>
          <a:xfrm>
            <a:off x="874323" y="281565"/>
            <a:ext cx="8064896" cy="461665"/>
            <a:chOff x="899592" y="438769"/>
            <a:chExt cx="8064896" cy="461665"/>
          </a:xfrm>
        </p:grpSpPr>
        <p:sp>
          <p:nvSpPr>
            <p:cNvPr id="32" name="文本框 2">
              <a:extLst>
                <a:ext uri="{FF2B5EF4-FFF2-40B4-BE49-F238E27FC236}">
                  <a16:creationId xmlns:a16="http://schemas.microsoft.com/office/drawing/2014/main" id="{0F638231-F256-40EF-A7F2-6996AB04BC84}"/>
                </a:ext>
              </a:extLst>
            </p:cNvPr>
            <p:cNvSpPr txBox="1"/>
            <p:nvPr/>
          </p:nvSpPr>
          <p:spPr>
            <a:xfrm>
              <a:off x="899592" y="438769"/>
              <a:ext cx="80648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6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设</a:t>
              </a:r>
              <a:r>
                <a:rPr lang="zh-CN" altLang="en-US" sz="2400" b="1" dirty="0">
                  <a:latin typeface="宋体" panose="02010600030101010101" pitchFamily="2" charset="-122"/>
                  <a:cs typeface="微软雅黑" panose="020B0503020204020204" charset="-122"/>
                </a:rPr>
                <a:t>函数    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且       ，问    在点     处是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6" name="Object 2">
              <a:extLst>
                <a:ext uri="{FF2B5EF4-FFF2-40B4-BE49-F238E27FC236}">
                  <a16:creationId xmlns:a16="http://schemas.microsoft.com/office/drawing/2014/main" id="{742A7C40-D0AB-48F4-A164-1A4471BE19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38129"/>
                </p:ext>
              </p:extLst>
            </p:nvPr>
          </p:nvGraphicFramePr>
          <p:xfrm>
            <a:off x="2542789" y="556488"/>
            <a:ext cx="1626848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1" name="Equation" r:id="rId9" imgW="39014400" imgH="8229600" progId="Equation.DSMT4">
                    <p:embed/>
                  </p:oleObj>
                </mc:Choice>
                <mc:Fallback>
                  <p:oleObj name="Equation" r:id="rId9" imgW="39014400" imgH="8229600" progId="Equation.DSMT4">
                    <p:embed/>
                    <p:pic>
                      <p:nvPicPr>
                        <p:cNvPr id="0" name="Picture 4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2789" y="556488"/>
                          <a:ext cx="1626848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2">
              <a:extLst>
                <a:ext uri="{FF2B5EF4-FFF2-40B4-BE49-F238E27FC236}">
                  <a16:creationId xmlns:a16="http://schemas.microsoft.com/office/drawing/2014/main" id="{C5E70427-5C57-49AC-857C-0B440D5944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9940987"/>
                </p:ext>
              </p:extLst>
            </p:nvPr>
          </p:nvGraphicFramePr>
          <p:xfrm>
            <a:off x="4505953" y="544640"/>
            <a:ext cx="1041501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2" name="Equation" r:id="rId11" imgW="24993600" imgH="8229600" progId="Equation.DSMT4">
                    <p:embed/>
                  </p:oleObj>
                </mc:Choice>
                <mc:Fallback>
                  <p:oleObj name="Equation" r:id="rId11" imgW="24993600" imgH="8229600" progId="Equation.DSMT4">
                    <p:embed/>
                    <p:pic>
                      <p:nvPicPr>
                        <p:cNvPr id="0" name="Picture 4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5953" y="544640"/>
                          <a:ext cx="1041501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">
              <a:extLst>
                <a:ext uri="{FF2B5EF4-FFF2-40B4-BE49-F238E27FC236}">
                  <a16:creationId xmlns:a16="http://schemas.microsoft.com/office/drawing/2014/main" id="{257F4451-8971-46CA-8B42-E4C5EF8BC3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5873475"/>
                </p:ext>
              </p:extLst>
            </p:nvPr>
          </p:nvGraphicFramePr>
          <p:xfrm>
            <a:off x="6188640" y="532307"/>
            <a:ext cx="6223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3" name="Equation" r:id="rId13" imgW="14935200" imgH="8229600" progId="Equation.DSMT4">
                    <p:embed/>
                  </p:oleObj>
                </mc:Choice>
                <mc:Fallback>
                  <p:oleObj name="Equation" r:id="rId13" imgW="14935200" imgH="8229600" progId="Equation.DSMT4">
                    <p:embed/>
                    <p:pic>
                      <p:nvPicPr>
                        <p:cNvPr id="0" name="Picture 4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8640" y="532307"/>
                          <a:ext cx="62230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">
              <a:extLst>
                <a:ext uri="{FF2B5EF4-FFF2-40B4-BE49-F238E27FC236}">
                  <a16:creationId xmlns:a16="http://schemas.microsoft.com/office/drawing/2014/main" id="{91D291A0-F099-4184-A322-CCBC91C5DC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8692102"/>
                </p:ext>
              </p:extLst>
            </p:nvPr>
          </p:nvGraphicFramePr>
          <p:xfrm>
            <a:off x="7481156" y="545602"/>
            <a:ext cx="647700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4" name="Equation" r:id="rId15" imgW="15544800" imgH="6705600" progId="Equation.DSMT4">
                    <p:embed/>
                  </p:oleObj>
                </mc:Choice>
                <mc:Fallback>
                  <p:oleObj name="Equation" r:id="rId15" imgW="15544800" imgH="6705600" progId="Equation.DSMT4">
                    <p:embed/>
                    <p:pic>
                      <p:nvPicPr>
                        <p:cNvPr id="0" name="Picture 4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1156" y="545602"/>
                          <a:ext cx="647700" cy="274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文本框 2">
            <a:extLst>
              <a:ext uri="{FF2B5EF4-FFF2-40B4-BE49-F238E27FC236}">
                <a16:creationId xmlns:a16="http://schemas.microsoft.com/office/drawing/2014/main" id="{CC3E1C13-6AB3-45CE-A5F4-7F8EA9C13A0A}"/>
              </a:ext>
            </a:extLst>
          </p:cNvPr>
          <p:cNvSpPr txBox="1"/>
          <p:nvPr/>
        </p:nvSpPr>
        <p:spPr>
          <a:xfrm>
            <a:off x="298259" y="800753"/>
            <a:ext cx="2276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是否可微？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9F98032-770C-4BB3-B0BE-82E2B85295B2}"/>
              </a:ext>
            </a:extLst>
          </p:cNvPr>
          <p:cNvCxnSpPr/>
          <p:nvPr/>
        </p:nvCxnSpPr>
        <p:spPr>
          <a:xfrm>
            <a:off x="3466611" y="1769881"/>
            <a:ext cx="352839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19ABC11-338C-4148-B6B4-3C50A9DE5FD0}"/>
              </a:ext>
            </a:extLst>
          </p:cNvPr>
          <p:cNvGrpSpPr/>
          <p:nvPr/>
        </p:nvGrpSpPr>
        <p:grpSpPr>
          <a:xfrm>
            <a:off x="7499431" y="1406434"/>
            <a:ext cx="441341" cy="403275"/>
            <a:chOff x="7524700" y="1563638"/>
            <a:chExt cx="441341" cy="403275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5972E559-9501-48E6-AE08-73FCC6A37DD1}"/>
                </a:ext>
              </a:extLst>
            </p:cNvPr>
            <p:cNvCxnSpPr>
              <a:cxnSpLocks/>
            </p:cNvCxnSpPr>
            <p:nvPr/>
          </p:nvCxnSpPr>
          <p:spPr>
            <a:xfrm>
              <a:off x="7564727" y="1570565"/>
              <a:ext cx="401314" cy="37826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C0F4F20-F31A-4001-A6BA-F9D44B2AB3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24700" y="1563638"/>
              <a:ext cx="431676" cy="40327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文本框 2">
            <a:extLst>
              <a:ext uri="{FF2B5EF4-FFF2-40B4-BE49-F238E27FC236}">
                <a16:creationId xmlns:a16="http://schemas.microsoft.com/office/drawing/2014/main" id="{6385CB60-2883-4EC9-A13D-529A6C7F3116}"/>
              </a:ext>
            </a:extLst>
          </p:cNvPr>
          <p:cNvSpPr txBox="1"/>
          <p:nvPr/>
        </p:nvSpPr>
        <p:spPr>
          <a:xfrm>
            <a:off x="899592" y="2931790"/>
            <a:ext cx="1139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事实上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BFAD673-BB89-4D59-A18C-0CD9E8510E8C}"/>
              </a:ext>
            </a:extLst>
          </p:cNvPr>
          <p:cNvGrpSpPr/>
          <p:nvPr/>
        </p:nvGrpSpPr>
        <p:grpSpPr>
          <a:xfrm>
            <a:off x="107504" y="3723878"/>
            <a:ext cx="8784976" cy="547600"/>
            <a:chOff x="179512" y="3507854"/>
            <a:chExt cx="8784976" cy="547600"/>
          </a:xfrm>
        </p:grpSpPr>
        <p:sp>
          <p:nvSpPr>
            <p:cNvPr id="56" name="文本框 2">
              <a:extLst>
                <a:ext uri="{FF2B5EF4-FFF2-40B4-BE49-F238E27FC236}">
                  <a16:creationId xmlns:a16="http://schemas.microsoft.com/office/drawing/2014/main" id="{AD8B571E-F559-4A77-83A8-FC85ED8C7BC9}"/>
                </a:ext>
              </a:extLst>
            </p:cNvPr>
            <p:cNvSpPr txBox="1"/>
            <p:nvPr/>
          </p:nvSpPr>
          <p:spPr>
            <a:xfrm>
              <a:off x="179512" y="3507854"/>
              <a:ext cx="7920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当极限       存在，记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则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57" name="Object 2">
              <a:extLst>
                <a:ext uri="{FF2B5EF4-FFF2-40B4-BE49-F238E27FC236}">
                  <a16:creationId xmlns:a16="http://schemas.microsoft.com/office/drawing/2014/main" id="{F74D5E17-8B60-4362-A1E1-01F78E9720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0570327"/>
                </p:ext>
              </p:extLst>
            </p:nvPr>
          </p:nvGraphicFramePr>
          <p:xfrm>
            <a:off x="1208405" y="3583967"/>
            <a:ext cx="1036637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5" name="Equation" r:id="rId17" imgW="24993600" imgH="11582400" progId="Equation.DSMT4">
                    <p:embed/>
                  </p:oleObj>
                </mc:Choice>
                <mc:Fallback>
                  <p:oleObj name="Equation" r:id="rId17" imgW="24993600" imgH="11582400" progId="Equation.DSMT4">
                    <p:embed/>
                    <p:pic>
                      <p:nvPicPr>
                        <p:cNvPr id="0" name="Picture 4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8405" y="3583967"/>
                          <a:ext cx="1036637" cy="4714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2">
              <a:extLst>
                <a:ext uri="{FF2B5EF4-FFF2-40B4-BE49-F238E27FC236}">
                  <a16:creationId xmlns:a16="http://schemas.microsoft.com/office/drawing/2014/main" id="{908BE524-C26E-49F0-AFC2-B9D3A5BB45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8438633"/>
                </p:ext>
              </p:extLst>
            </p:nvPr>
          </p:nvGraphicFramePr>
          <p:xfrm>
            <a:off x="3491880" y="3583967"/>
            <a:ext cx="1543050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6" name="Equation" r:id="rId19" imgW="37185600" imgH="11582400" progId="Equation.DSMT4">
                    <p:embed/>
                  </p:oleObj>
                </mc:Choice>
                <mc:Fallback>
                  <p:oleObj name="Equation" r:id="rId19" imgW="37185600" imgH="11582400" progId="Equation.DSMT4">
                    <p:embed/>
                    <p:pic>
                      <p:nvPicPr>
                        <p:cNvPr id="0" name="Picture 4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880" y="3583967"/>
                          <a:ext cx="1543050" cy="4714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2">
              <a:extLst>
                <a:ext uri="{FF2B5EF4-FFF2-40B4-BE49-F238E27FC236}">
                  <a16:creationId xmlns:a16="http://schemas.microsoft.com/office/drawing/2014/main" id="{9713DFC0-1627-4D89-84C7-FDCE72730F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1545763"/>
                </p:ext>
              </p:extLst>
            </p:nvPr>
          </p:nvGraphicFramePr>
          <p:xfrm>
            <a:off x="5435475" y="3544888"/>
            <a:ext cx="3529013" cy="433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7" name="Equation" r:id="rId21" imgW="85039200" imgH="10668000" progId="Equation.DSMT4">
                    <p:embed/>
                  </p:oleObj>
                </mc:Choice>
                <mc:Fallback>
                  <p:oleObj name="Equation" r:id="rId21" imgW="85039200" imgH="10668000" progId="Equation.DSMT4">
                    <p:embed/>
                    <p:pic>
                      <p:nvPicPr>
                        <p:cNvPr id="0" name="Picture 4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5475" y="3544888"/>
                          <a:ext cx="3529013" cy="4333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217A6176-5D73-4E54-940E-FDA9567853CF}"/>
              </a:ext>
            </a:extLst>
          </p:cNvPr>
          <p:cNvGrpSpPr/>
          <p:nvPr/>
        </p:nvGrpSpPr>
        <p:grpSpPr>
          <a:xfrm>
            <a:off x="157740" y="4472094"/>
            <a:ext cx="8820325" cy="532192"/>
            <a:chOff x="179511" y="3507854"/>
            <a:chExt cx="8820325" cy="532192"/>
          </a:xfrm>
        </p:grpSpPr>
        <p:sp>
          <p:nvSpPr>
            <p:cNvPr id="61" name="文本框 2">
              <a:extLst>
                <a:ext uri="{FF2B5EF4-FFF2-40B4-BE49-F238E27FC236}">
                  <a16:creationId xmlns:a16="http://schemas.microsoft.com/office/drawing/2014/main" id="{E211C4D8-754E-44EF-B78B-6DAC4FFBDB21}"/>
                </a:ext>
              </a:extLst>
            </p:cNvPr>
            <p:cNvSpPr txBox="1"/>
            <p:nvPr/>
          </p:nvSpPr>
          <p:spPr>
            <a:xfrm>
              <a:off x="179511" y="3507854"/>
              <a:ext cx="88203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当极限       不存在，则    在点     处不可导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也不可微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</a:p>
          </p:txBody>
        </p:sp>
        <p:graphicFrame>
          <p:nvGraphicFramePr>
            <p:cNvPr id="62" name="Object 2">
              <a:extLst>
                <a:ext uri="{FF2B5EF4-FFF2-40B4-BE49-F238E27FC236}">
                  <a16:creationId xmlns:a16="http://schemas.microsoft.com/office/drawing/2014/main" id="{C48A39A0-E9E4-49D7-AA5D-98B05182D5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5997681"/>
                </p:ext>
              </p:extLst>
            </p:nvPr>
          </p:nvGraphicFramePr>
          <p:xfrm>
            <a:off x="1222259" y="3568559"/>
            <a:ext cx="1036637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8" name="Equation" r:id="rId23" imgW="24993600" imgH="11582400" progId="Equation.DSMT4">
                    <p:embed/>
                  </p:oleObj>
                </mc:Choice>
                <mc:Fallback>
                  <p:oleObj name="Equation" r:id="rId23" imgW="24993600" imgH="11582400" progId="Equation.DSMT4">
                    <p:embed/>
                    <p:pic>
                      <p:nvPicPr>
                        <p:cNvPr id="0" name="Picture 4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2259" y="3568559"/>
                          <a:ext cx="1036637" cy="4714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2">
              <a:extLst>
                <a:ext uri="{FF2B5EF4-FFF2-40B4-BE49-F238E27FC236}">
                  <a16:creationId xmlns:a16="http://schemas.microsoft.com/office/drawing/2014/main" id="{38AD4688-C8DE-459D-AAB4-68FC409E66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2092731"/>
                </p:ext>
              </p:extLst>
            </p:nvPr>
          </p:nvGraphicFramePr>
          <p:xfrm>
            <a:off x="3808569" y="3598593"/>
            <a:ext cx="619125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9" name="Equation" r:id="rId24" imgW="14935200" imgH="8229600" progId="Equation.DSMT4">
                    <p:embed/>
                  </p:oleObj>
                </mc:Choice>
                <mc:Fallback>
                  <p:oleObj name="Equation" r:id="rId24" imgW="14935200" imgH="8229600" progId="Equation.DSMT4">
                    <p:embed/>
                    <p:pic>
                      <p:nvPicPr>
                        <p:cNvPr id="0" name="Picture 4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8569" y="3598593"/>
                          <a:ext cx="619125" cy="333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2">
              <a:extLst>
                <a:ext uri="{FF2B5EF4-FFF2-40B4-BE49-F238E27FC236}">
                  <a16:creationId xmlns:a16="http://schemas.microsoft.com/office/drawing/2014/main" id="{B766F787-5E1A-4895-9AF9-931B773A0B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7208902"/>
                </p:ext>
              </p:extLst>
            </p:nvPr>
          </p:nvGraphicFramePr>
          <p:xfrm>
            <a:off x="5086488" y="3621077"/>
            <a:ext cx="644525" cy="271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80" name="Equation" r:id="rId26" imgW="15544800" imgH="6705600" progId="Equation.DSMT4">
                    <p:embed/>
                  </p:oleObj>
                </mc:Choice>
                <mc:Fallback>
                  <p:oleObj name="Equation" r:id="rId26" imgW="15544800" imgH="6705600" progId="Equation.DSMT4">
                    <p:embed/>
                    <p:pic>
                      <p:nvPicPr>
                        <p:cNvPr id="0" name="Picture 4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6488" y="3621077"/>
                          <a:ext cx="644525" cy="2714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3" name="直接连接符 32"/>
          <p:cNvCxnSpPr/>
          <p:nvPr/>
        </p:nvCxnSpPr>
        <p:spPr>
          <a:xfrm flipV="1">
            <a:off x="154243" y="2486554"/>
            <a:ext cx="8748464" cy="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55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0" grpId="0"/>
      <p:bldP spid="5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>
            <a:extLst>
              <a:ext uri="{FF2B5EF4-FFF2-40B4-BE49-F238E27FC236}">
                <a16:creationId xmlns:a16="http://schemas.microsoft.com/office/drawing/2014/main" id="{C228AE0E-42E9-4E2C-B965-AAC272DDF416}"/>
              </a:ext>
            </a:extLst>
          </p:cNvPr>
          <p:cNvSpPr txBox="1"/>
          <p:nvPr/>
        </p:nvSpPr>
        <p:spPr>
          <a:xfrm>
            <a:off x="1037524" y="208680"/>
            <a:ext cx="32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复合函数的微分法则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A48A7B4-A559-4AE4-93C6-3A506454DA9E}"/>
              </a:ext>
            </a:extLst>
          </p:cNvPr>
          <p:cNvGrpSpPr/>
          <p:nvPr/>
        </p:nvGrpSpPr>
        <p:grpSpPr>
          <a:xfrm>
            <a:off x="944545" y="756593"/>
            <a:ext cx="8147845" cy="461665"/>
            <a:chOff x="888651" y="1063526"/>
            <a:chExt cx="8147845" cy="461665"/>
          </a:xfrm>
        </p:grpSpPr>
        <p:sp>
          <p:nvSpPr>
            <p:cNvPr id="12" name="文本框 2">
              <a:extLst>
                <a:ext uri="{FF2B5EF4-FFF2-40B4-BE49-F238E27FC236}">
                  <a16:creationId xmlns:a16="http://schemas.microsoft.com/office/drawing/2014/main" id="{7D5902C2-4C3F-4A4D-BB6E-874DE595D0F0}"/>
                </a:ext>
              </a:extLst>
            </p:cNvPr>
            <p:cNvSpPr txBox="1"/>
            <p:nvPr/>
          </p:nvSpPr>
          <p:spPr>
            <a:xfrm>
              <a:off x="888651" y="1063526"/>
              <a:ext cx="81478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设       ，      均可微，则复合函数         必可微，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3" name="Object 9">
              <a:extLst>
                <a:ext uri="{FF2B5EF4-FFF2-40B4-BE49-F238E27FC236}">
                  <a16:creationId xmlns:a16="http://schemas.microsoft.com/office/drawing/2014/main" id="{1D33143C-4997-4AB8-A6C1-DB4414CD9E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1533983"/>
                </p:ext>
              </p:extLst>
            </p:nvPr>
          </p:nvGraphicFramePr>
          <p:xfrm>
            <a:off x="1300409" y="1140045"/>
            <a:ext cx="1100137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8" name="Equation" r:id="rId4" imgW="26517600" imgH="8229600" progId="Equation.DSMT4">
                    <p:embed/>
                  </p:oleObj>
                </mc:Choice>
                <mc:Fallback>
                  <p:oleObj name="Equation" r:id="rId4" imgW="26517600" imgH="8229600" progId="Equation.DSMT4">
                    <p:embed/>
                    <p:pic>
                      <p:nvPicPr>
                        <p:cNvPr id="0" name="Picture 3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0409" y="1140045"/>
                          <a:ext cx="1100137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9">
              <a:extLst>
                <a:ext uri="{FF2B5EF4-FFF2-40B4-BE49-F238E27FC236}">
                  <a16:creationId xmlns:a16="http://schemas.microsoft.com/office/drawing/2014/main" id="{F8D385C1-61A5-4506-A278-AF9606A5CF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8540452"/>
                </p:ext>
              </p:extLst>
            </p:nvPr>
          </p:nvGraphicFramePr>
          <p:xfrm>
            <a:off x="2555776" y="1139425"/>
            <a:ext cx="1062037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9" name="Equation" r:id="rId6" imgW="25603200" imgH="8229600" progId="Equation.DSMT4">
                    <p:embed/>
                  </p:oleObj>
                </mc:Choice>
                <mc:Fallback>
                  <p:oleObj name="Equation" r:id="rId6" imgW="25603200" imgH="8229600" progId="Equation.DSMT4">
                    <p:embed/>
                    <p:pic>
                      <p:nvPicPr>
                        <p:cNvPr id="0" name="Picture 3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1139425"/>
                          <a:ext cx="1062037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9">
              <a:extLst>
                <a:ext uri="{FF2B5EF4-FFF2-40B4-BE49-F238E27FC236}">
                  <a16:creationId xmlns:a16="http://schemas.microsoft.com/office/drawing/2014/main" id="{B9954C42-F61A-4CE7-AC61-425781C993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5712151"/>
                </p:ext>
              </p:extLst>
            </p:nvPr>
          </p:nvGraphicFramePr>
          <p:xfrm>
            <a:off x="6316306" y="1149746"/>
            <a:ext cx="147312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0" name="Equation" r:id="rId8" imgW="1473120" imgH="342720" progId="Equation.DSMT4">
                    <p:embed/>
                  </p:oleObj>
                </mc:Choice>
                <mc:Fallback>
                  <p:oleObj name="Equation" r:id="rId8" imgW="1473120" imgH="342720" progId="Equation.DSMT4">
                    <p:embed/>
                    <p:pic>
                      <p:nvPicPr>
                        <p:cNvPr id="0" name="Picture 3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6306" y="1149746"/>
                          <a:ext cx="147312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2">
            <a:extLst>
              <a:ext uri="{FF2B5EF4-FFF2-40B4-BE49-F238E27FC236}">
                <a16:creationId xmlns:a16="http://schemas.microsoft.com/office/drawing/2014/main" id="{15A10A78-FB3F-4C38-9BBA-EF50E528F418}"/>
              </a:ext>
            </a:extLst>
          </p:cNvPr>
          <p:cNvSpPr txBox="1"/>
          <p:nvPr/>
        </p:nvSpPr>
        <p:spPr>
          <a:xfrm>
            <a:off x="235406" y="121825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且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C0F60690-ABA9-4A05-8666-48F78E9815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984547"/>
              </p:ext>
            </p:extLst>
          </p:nvPr>
        </p:nvGraphicFramePr>
        <p:xfrm>
          <a:off x="4415456" y="1598613"/>
          <a:ext cx="172692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1" name="Equation" r:id="rId10" imgW="1726920" imgH="355320" progId="Equation.DSMT4">
                  <p:embed/>
                </p:oleObj>
              </mc:Choice>
              <mc:Fallback>
                <p:oleObj name="Equation" r:id="rId10" imgW="1726920" imgH="355320" progId="Equation.DSMT4">
                  <p:embed/>
                  <p:pic>
                    <p:nvPicPr>
                      <p:cNvPr id="0" name="Picture 3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5456" y="1598613"/>
                        <a:ext cx="172692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组合 46">
            <a:extLst>
              <a:ext uri="{FF2B5EF4-FFF2-40B4-BE49-F238E27FC236}">
                <a16:creationId xmlns:a16="http://schemas.microsoft.com/office/drawing/2014/main" id="{464BE685-3C19-4178-80B8-212553FFDB27}"/>
              </a:ext>
            </a:extLst>
          </p:cNvPr>
          <p:cNvGrpSpPr/>
          <p:nvPr/>
        </p:nvGrpSpPr>
        <p:grpSpPr>
          <a:xfrm>
            <a:off x="883478" y="2226370"/>
            <a:ext cx="5989906" cy="461665"/>
            <a:chOff x="827584" y="2499742"/>
            <a:chExt cx="5989906" cy="461665"/>
          </a:xfrm>
        </p:grpSpPr>
        <p:sp>
          <p:nvSpPr>
            <p:cNvPr id="18" name="文本框 2">
              <a:extLst>
                <a:ext uri="{FF2B5EF4-FFF2-40B4-BE49-F238E27FC236}">
                  <a16:creationId xmlns:a16="http://schemas.microsoft.com/office/drawing/2014/main" id="{AC359B07-F0D1-4AA2-AEE3-330254A2474F}"/>
                </a:ext>
              </a:extLst>
            </p:cNvPr>
            <p:cNvSpPr txBox="1"/>
            <p:nvPr/>
          </p:nvSpPr>
          <p:spPr>
            <a:xfrm>
              <a:off x="827584" y="2499742"/>
              <a:ext cx="5989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于是复合函数          的微分也可写成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24" name="Object 9">
              <a:extLst>
                <a:ext uri="{FF2B5EF4-FFF2-40B4-BE49-F238E27FC236}">
                  <a16:creationId xmlns:a16="http://schemas.microsoft.com/office/drawing/2014/main" id="{F7EB698D-5F2F-4155-B83E-487C4106D9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2093786"/>
                </p:ext>
              </p:extLst>
            </p:nvPr>
          </p:nvGraphicFramePr>
          <p:xfrm>
            <a:off x="2810848" y="2593129"/>
            <a:ext cx="147312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2" name="Equation" r:id="rId12" imgW="1473120" imgH="342720" progId="Equation.DSMT4">
                    <p:embed/>
                  </p:oleObj>
                </mc:Choice>
                <mc:Fallback>
                  <p:oleObj name="Equation" r:id="rId12" imgW="1473120" imgH="342720" progId="Equation.DSMT4">
                    <p:embed/>
                    <p:pic>
                      <p:nvPicPr>
                        <p:cNvPr id="0" name="Picture 3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0848" y="2593129"/>
                          <a:ext cx="147312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9">
            <a:extLst>
              <a:ext uri="{FF2B5EF4-FFF2-40B4-BE49-F238E27FC236}">
                <a16:creationId xmlns:a16="http://schemas.microsoft.com/office/drawing/2014/main" id="{F73F664E-D9FA-4598-8A7D-C61513304F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565470"/>
              </p:ext>
            </p:extLst>
          </p:nvPr>
        </p:nvGraphicFramePr>
        <p:xfrm>
          <a:off x="2821815" y="2946450"/>
          <a:ext cx="267017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3" name="Equation" r:id="rId14" imgW="64312800" imgH="8534400" progId="Equation.DSMT4">
                  <p:embed/>
                </p:oleObj>
              </mc:Choice>
              <mc:Fallback>
                <p:oleObj name="Equation" r:id="rId14" imgW="64312800" imgH="8534400" progId="Equation.DSMT4">
                  <p:embed/>
                  <p:pic>
                    <p:nvPicPr>
                      <p:cNvPr id="0" name="Picture 3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1815" y="2946450"/>
                        <a:ext cx="2670175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2A350301-8108-49CE-A6CD-CB213653EE5D}"/>
              </a:ext>
            </a:extLst>
          </p:cNvPr>
          <p:cNvGrpSpPr/>
          <p:nvPr/>
        </p:nvGrpSpPr>
        <p:grpSpPr>
          <a:xfrm>
            <a:off x="975518" y="3522514"/>
            <a:ext cx="8147845" cy="461665"/>
            <a:chOff x="899592" y="3867894"/>
            <a:chExt cx="8147845" cy="461665"/>
          </a:xfrm>
        </p:grpSpPr>
        <p:sp>
          <p:nvSpPr>
            <p:cNvPr id="28" name="文本框 2">
              <a:extLst>
                <a:ext uri="{FF2B5EF4-FFF2-40B4-BE49-F238E27FC236}">
                  <a16:creationId xmlns:a16="http://schemas.microsoft.com/office/drawing/2014/main" id="{E42D9344-BA4D-4C4E-A1CE-DC8BA3DC0BB9}"/>
                </a:ext>
              </a:extLst>
            </p:cNvPr>
            <p:cNvSpPr txBox="1"/>
            <p:nvPr/>
          </p:nvSpPr>
          <p:spPr>
            <a:xfrm>
              <a:off x="899592" y="3867894"/>
              <a:ext cx="81478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这表明，无论  是自变量还是中间变量，函数       的微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29" name="Object 9">
              <a:extLst>
                <a:ext uri="{FF2B5EF4-FFF2-40B4-BE49-F238E27FC236}">
                  <a16:creationId xmlns:a16="http://schemas.microsoft.com/office/drawing/2014/main" id="{B2128128-1B52-4F57-9678-77142A871C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7302559"/>
                </p:ext>
              </p:extLst>
            </p:nvPr>
          </p:nvGraphicFramePr>
          <p:xfrm>
            <a:off x="2915816" y="4040390"/>
            <a:ext cx="190500" cy="201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4" name="Equation" r:id="rId16" imgW="4572000" imgH="4876800" progId="Equation.DSMT4">
                    <p:embed/>
                  </p:oleObj>
                </mc:Choice>
                <mc:Fallback>
                  <p:oleObj name="Equation" r:id="rId16" imgW="4572000" imgH="4876800" progId="Equation.DSMT4">
                    <p:embed/>
                    <p:pic>
                      <p:nvPicPr>
                        <p:cNvPr id="0" name="Picture 3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816" y="4040390"/>
                          <a:ext cx="190500" cy="2016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9">
              <a:extLst>
                <a:ext uri="{FF2B5EF4-FFF2-40B4-BE49-F238E27FC236}">
                  <a16:creationId xmlns:a16="http://schemas.microsoft.com/office/drawing/2014/main" id="{EBE47464-353E-4CCC-8AE9-7CB8BB308A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2183481"/>
                </p:ext>
              </p:extLst>
            </p:nvPr>
          </p:nvGraphicFramePr>
          <p:xfrm>
            <a:off x="7124938" y="3961674"/>
            <a:ext cx="11049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5" name="Equation" r:id="rId18" imgW="26517600" imgH="8229600" progId="Equation.DSMT4">
                    <p:embed/>
                  </p:oleObj>
                </mc:Choice>
                <mc:Fallback>
                  <p:oleObj name="Equation" r:id="rId18" imgW="26517600" imgH="8229600" progId="Equation.DSMT4">
                    <p:embed/>
                    <p:pic>
                      <p:nvPicPr>
                        <p:cNvPr id="0" name="Picture 3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4938" y="3961674"/>
                          <a:ext cx="11049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538B441-4AEC-4D9D-A0E4-4674184676F7}"/>
              </a:ext>
            </a:extLst>
          </p:cNvPr>
          <p:cNvGrpSpPr/>
          <p:nvPr/>
        </p:nvGrpSpPr>
        <p:grpSpPr>
          <a:xfrm>
            <a:off x="235406" y="4198722"/>
            <a:ext cx="4032448" cy="461665"/>
            <a:chOff x="251520" y="4443958"/>
            <a:chExt cx="4032448" cy="461665"/>
          </a:xfrm>
        </p:grpSpPr>
        <p:graphicFrame>
          <p:nvGraphicFramePr>
            <p:cNvPr id="30" name="Object 9">
              <a:extLst>
                <a:ext uri="{FF2B5EF4-FFF2-40B4-BE49-F238E27FC236}">
                  <a16:creationId xmlns:a16="http://schemas.microsoft.com/office/drawing/2014/main" id="{372A538E-F32F-4A7E-9DD7-498C31454E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4308045"/>
                </p:ext>
              </p:extLst>
            </p:nvPr>
          </p:nvGraphicFramePr>
          <p:xfrm>
            <a:off x="1205667" y="4515966"/>
            <a:ext cx="1695450" cy="350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6" name="Equation" r:id="rId20" imgW="40843200" imgH="8534400" progId="Equation.DSMT4">
                    <p:embed/>
                  </p:oleObj>
                </mc:Choice>
                <mc:Fallback>
                  <p:oleObj name="Equation" r:id="rId20" imgW="40843200" imgH="8534400" progId="Equation.DSMT4">
                    <p:embed/>
                    <p:pic>
                      <p:nvPicPr>
                        <p:cNvPr id="0" name="Picture 3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5667" y="4515966"/>
                          <a:ext cx="1695450" cy="350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文本框 2">
              <a:extLst>
                <a:ext uri="{FF2B5EF4-FFF2-40B4-BE49-F238E27FC236}">
                  <a16:creationId xmlns:a16="http://schemas.microsoft.com/office/drawing/2014/main" id="{82510FB7-5C66-4E23-90AB-02E69687246F}"/>
                </a:ext>
              </a:extLst>
            </p:cNvPr>
            <p:cNvSpPr txBox="1"/>
            <p:nvPr/>
          </p:nvSpPr>
          <p:spPr>
            <a:xfrm>
              <a:off x="251520" y="4443958"/>
              <a:ext cx="40324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分形式           保持不变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33A07FF-FDFB-42B8-9DA9-A8C3F0BF8AEA}"/>
              </a:ext>
            </a:extLst>
          </p:cNvPr>
          <p:cNvCxnSpPr/>
          <p:nvPr/>
        </p:nvCxnSpPr>
        <p:spPr>
          <a:xfrm>
            <a:off x="4339862" y="4471346"/>
            <a:ext cx="15121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068C5B91-C6F8-4D3D-B09D-7DE628B968BA}"/>
              </a:ext>
            </a:extLst>
          </p:cNvPr>
          <p:cNvGrpSpPr/>
          <p:nvPr/>
        </p:nvGrpSpPr>
        <p:grpSpPr>
          <a:xfrm>
            <a:off x="5880166" y="4170586"/>
            <a:ext cx="2664296" cy="525907"/>
            <a:chOff x="5868144" y="4443958"/>
            <a:chExt cx="2664296" cy="525907"/>
          </a:xfrm>
        </p:grpSpPr>
        <p:sp>
          <p:nvSpPr>
            <p:cNvPr id="37" name="Rectangle 67">
              <a:extLst>
                <a:ext uri="{FF2B5EF4-FFF2-40B4-BE49-F238E27FC236}">
                  <a16:creationId xmlns:a16="http://schemas.microsoft.com/office/drawing/2014/main" id="{065AF597-AA98-48F9-9932-55558F30D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4443958"/>
              <a:ext cx="2664296" cy="52590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C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" name="文本框 2">
              <a:extLst>
                <a:ext uri="{FF2B5EF4-FFF2-40B4-BE49-F238E27FC236}">
                  <a16:creationId xmlns:a16="http://schemas.microsoft.com/office/drawing/2014/main" id="{EB207052-AD35-4EDB-8EAA-11735CB3C36D}"/>
                </a:ext>
              </a:extLst>
            </p:cNvPr>
            <p:cNvSpPr txBox="1"/>
            <p:nvPr/>
          </p:nvSpPr>
          <p:spPr>
            <a:xfrm>
              <a:off x="5868144" y="4486349"/>
              <a:ext cx="2664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微分形式的不变性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5DEB7EC-EF50-4CDF-96F5-8103AC3027A3}"/>
              </a:ext>
            </a:extLst>
          </p:cNvPr>
          <p:cNvCxnSpPr>
            <a:cxnSpLocks/>
          </p:cNvCxnSpPr>
          <p:nvPr/>
        </p:nvCxnSpPr>
        <p:spPr>
          <a:xfrm>
            <a:off x="6074981" y="1794322"/>
            <a:ext cx="898448" cy="0"/>
          </a:xfrm>
          <a:prstGeom prst="line">
            <a:avLst/>
          </a:prstGeom>
          <a:ln w="50800">
            <a:solidFill>
              <a:srgbClr val="0064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Object 9">
            <a:extLst>
              <a:ext uri="{FF2B5EF4-FFF2-40B4-BE49-F238E27FC236}">
                <a16:creationId xmlns:a16="http://schemas.microsoft.com/office/drawing/2014/main" id="{20E27697-9225-4EA2-8AB0-C57CBB2D01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307032"/>
              </p:ext>
            </p:extLst>
          </p:nvPr>
        </p:nvGraphicFramePr>
        <p:xfrm>
          <a:off x="7086594" y="1622962"/>
          <a:ext cx="13334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7" name="Equation" r:id="rId22" imgW="1333440" imgH="342720" progId="Equation.DSMT4">
                  <p:embed/>
                </p:oleObj>
              </mc:Choice>
              <mc:Fallback>
                <p:oleObj name="Equation" r:id="rId22" imgW="1333440" imgH="342720" progId="Equation.DSMT4">
                  <p:embed/>
                  <p:pic>
                    <p:nvPicPr>
                      <p:cNvPr id="0" name="Picture 3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594" y="1622962"/>
                        <a:ext cx="133344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椭圆 30"/>
          <p:cNvSpPr/>
          <p:nvPr/>
        </p:nvSpPr>
        <p:spPr>
          <a:xfrm>
            <a:off x="7004158" y="1362274"/>
            <a:ext cx="1440160" cy="792088"/>
          </a:xfrm>
          <a:prstGeom prst="ellipse">
            <a:avLst/>
          </a:prstGeom>
          <a:noFill/>
          <a:ln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5073796" y="1362274"/>
            <a:ext cx="986340" cy="792088"/>
          </a:xfrm>
          <a:prstGeom prst="ellipse">
            <a:avLst/>
          </a:prstGeom>
          <a:noFill/>
          <a:ln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5996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960409"/>
              </p:ext>
            </p:extLst>
          </p:nvPr>
        </p:nvGraphicFramePr>
        <p:xfrm>
          <a:off x="2514600" y="1577975"/>
          <a:ext cx="19192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8" name="Equation" r:id="rId24" imgW="1917360" imgH="342720" progId="Equation.DSMT4">
                  <p:embed/>
                </p:oleObj>
              </mc:Choice>
              <mc:Fallback>
                <p:oleObj name="Equation" r:id="rId24" imgW="1917360" imgH="342720" progId="Equation.DSMT4">
                  <p:embed/>
                  <p:pic>
                    <p:nvPicPr>
                      <p:cNvPr id="0" name="Picture 3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577975"/>
                        <a:ext cx="191928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21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1" grpId="0" animBg="1"/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A267824-44C9-4D0C-A53A-1CA4047475A5}"/>
              </a:ext>
            </a:extLst>
          </p:cNvPr>
          <p:cNvGrpSpPr/>
          <p:nvPr/>
        </p:nvGrpSpPr>
        <p:grpSpPr>
          <a:xfrm>
            <a:off x="899592" y="483518"/>
            <a:ext cx="3456384" cy="525907"/>
            <a:chOff x="1159660" y="2499742"/>
            <a:chExt cx="3456384" cy="525907"/>
          </a:xfrm>
        </p:grpSpPr>
        <p:sp>
          <p:nvSpPr>
            <p:cNvPr id="3" name="Rectangle 67">
              <a:extLst>
                <a:ext uri="{FF2B5EF4-FFF2-40B4-BE49-F238E27FC236}">
                  <a16:creationId xmlns:a16="http://schemas.microsoft.com/office/drawing/2014/main" id="{7B1FE6C7-93C7-4B10-A861-A22BC653C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9660" y="2499742"/>
              <a:ext cx="3384376" cy="52590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C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" name="文本框 2">
              <a:extLst>
                <a:ext uri="{FF2B5EF4-FFF2-40B4-BE49-F238E27FC236}">
                  <a16:creationId xmlns:a16="http://schemas.microsoft.com/office/drawing/2014/main" id="{D876D61D-AA74-4A80-B732-4D46BAEC79E9}"/>
                </a:ext>
              </a:extLst>
            </p:cNvPr>
            <p:cNvSpPr txBox="1"/>
            <p:nvPr/>
          </p:nvSpPr>
          <p:spPr>
            <a:xfrm>
              <a:off x="1159660" y="2499742"/>
              <a:ext cx="34563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一阶微分形式的不变性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5" name="Object 51">
            <a:extLst>
              <a:ext uri="{FF2B5EF4-FFF2-40B4-BE49-F238E27FC236}">
                <a16:creationId xmlns:a16="http://schemas.microsoft.com/office/drawing/2014/main" id="{7EBCC8AA-3675-4FE5-84A9-D4133488AC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083861"/>
              </p:ext>
            </p:extLst>
          </p:nvPr>
        </p:nvGraphicFramePr>
        <p:xfrm>
          <a:off x="1928813" y="2062163"/>
          <a:ext cx="39147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2" name="Equation" r:id="rId3" imgW="3911400" imgH="812520" progId="Equation.DSMT4">
                  <p:embed/>
                </p:oleObj>
              </mc:Choice>
              <mc:Fallback>
                <p:oleObj name="Equation" r:id="rId3" imgW="3911400" imgH="812520" progId="Equation.DSMT4">
                  <p:embed/>
                  <p:pic>
                    <p:nvPicPr>
                      <p:cNvPr id="115996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2062163"/>
                        <a:ext cx="391477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7B1B0399-FEAB-45FB-87EA-BA8839DF049C}"/>
              </a:ext>
            </a:extLst>
          </p:cNvPr>
          <p:cNvGrpSpPr/>
          <p:nvPr/>
        </p:nvGrpSpPr>
        <p:grpSpPr>
          <a:xfrm>
            <a:off x="827584" y="1390005"/>
            <a:ext cx="8147845" cy="461665"/>
            <a:chOff x="888651" y="1063526"/>
            <a:chExt cx="8147845" cy="461665"/>
          </a:xfrm>
        </p:grpSpPr>
        <p:sp>
          <p:nvSpPr>
            <p:cNvPr id="7" name="文本框 2">
              <a:extLst>
                <a:ext uri="{FF2B5EF4-FFF2-40B4-BE49-F238E27FC236}">
                  <a16:creationId xmlns:a16="http://schemas.microsoft.com/office/drawing/2014/main" id="{6048EEDE-7AB0-4284-866D-1C6ED698FFB4}"/>
                </a:ext>
              </a:extLst>
            </p:cNvPr>
            <p:cNvSpPr txBox="1"/>
            <p:nvPr/>
          </p:nvSpPr>
          <p:spPr>
            <a:xfrm>
              <a:off x="888651" y="1063526"/>
              <a:ext cx="81478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设       ，      均可微，则复合函数         必可微，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8" name="Object 9">
              <a:extLst>
                <a:ext uri="{FF2B5EF4-FFF2-40B4-BE49-F238E27FC236}">
                  <a16:creationId xmlns:a16="http://schemas.microsoft.com/office/drawing/2014/main" id="{B93A7A17-BA0D-4A9C-8C3A-0BFDA2BF01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776857"/>
                </p:ext>
              </p:extLst>
            </p:nvPr>
          </p:nvGraphicFramePr>
          <p:xfrm>
            <a:off x="1300409" y="1140045"/>
            <a:ext cx="1100137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3" name="Equation" r:id="rId5" imgW="26517600" imgH="8229600" progId="Equation.DSMT4">
                    <p:embed/>
                  </p:oleObj>
                </mc:Choice>
                <mc:Fallback>
                  <p:oleObj name="Equation" r:id="rId5" imgW="26517600" imgH="8229600" progId="Equation.DSMT4">
                    <p:embed/>
                    <p:pic>
                      <p:nvPicPr>
                        <p:cNvPr id="13" name="Object 9">
                          <a:extLst>
                            <a:ext uri="{FF2B5EF4-FFF2-40B4-BE49-F238E27FC236}">
                              <a16:creationId xmlns:a16="http://schemas.microsoft.com/office/drawing/2014/main" id="{1D33143C-4997-4AB8-A6C1-DB4414CD9E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0409" y="1140045"/>
                          <a:ext cx="1100137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9">
              <a:extLst>
                <a:ext uri="{FF2B5EF4-FFF2-40B4-BE49-F238E27FC236}">
                  <a16:creationId xmlns:a16="http://schemas.microsoft.com/office/drawing/2014/main" id="{38612DBE-3247-4D71-B31D-2EFCDFDEC2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1388090"/>
                </p:ext>
              </p:extLst>
            </p:nvPr>
          </p:nvGraphicFramePr>
          <p:xfrm>
            <a:off x="2555776" y="1139425"/>
            <a:ext cx="1062037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4" name="Equation" r:id="rId7" imgW="25603200" imgH="8229600" progId="Equation.DSMT4">
                    <p:embed/>
                  </p:oleObj>
                </mc:Choice>
                <mc:Fallback>
                  <p:oleObj name="Equation" r:id="rId7" imgW="25603200" imgH="8229600" progId="Equation.DSMT4">
                    <p:embed/>
                    <p:pic>
                      <p:nvPicPr>
                        <p:cNvPr id="14" name="Object 9">
                          <a:extLst>
                            <a:ext uri="{FF2B5EF4-FFF2-40B4-BE49-F238E27FC236}">
                              <a16:creationId xmlns:a16="http://schemas.microsoft.com/office/drawing/2014/main" id="{F8D385C1-61A5-4506-A278-AF9606A5CF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1139425"/>
                          <a:ext cx="1062037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66F6633D-173A-4353-91C3-A11B661603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6149752"/>
                </p:ext>
              </p:extLst>
            </p:nvPr>
          </p:nvGraphicFramePr>
          <p:xfrm>
            <a:off x="6321964" y="1156330"/>
            <a:ext cx="1416050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5" name="Equation" r:id="rId9" imgW="34137600" imgH="8229600" progId="Equation.DSMT4">
                    <p:embed/>
                  </p:oleObj>
                </mc:Choice>
                <mc:Fallback>
                  <p:oleObj name="Equation" r:id="rId9" imgW="34137600" imgH="8229600" progId="Equation.DSMT4">
                    <p:embed/>
                    <p:pic>
                      <p:nvPicPr>
                        <p:cNvPr id="22" name="Object 9">
                          <a:extLst>
                            <a:ext uri="{FF2B5EF4-FFF2-40B4-BE49-F238E27FC236}">
                              <a16:creationId xmlns:a16="http://schemas.microsoft.com/office/drawing/2014/main" id="{B9954C42-F61A-4CE7-AC61-425781C993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1964" y="1156330"/>
                          <a:ext cx="1416050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2">
            <a:extLst>
              <a:ext uri="{FF2B5EF4-FFF2-40B4-BE49-F238E27FC236}">
                <a16:creationId xmlns:a16="http://schemas.microsoft.com/office/drawing/2014/main" id="{0DBB40C0-5A32-4EB0-859B-C88F2B2ED316}"/>
              </a:ext>
            </a:extLst>
          </p:cNvPr>
          <p:cNvSpPr txBox="1"/>
          <p:nvPr/>
        </p:nvSpPr>
        <p:spPr>
          <a:xfrm>
            <a:off x="118445" y="185167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且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3" name="Object 51">
            <a:extLst>
              <a:ext uri="{FF2B5EF4-FFF2-40B4-BE49-F238E27FC236}">
                <a16:creationId xmlns:a16="http://schemas.microsoft.com/office/drawing/2014/main" id="{17B44032-BB7C-4BBE-B8E9-445F7CAD47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031349"/>
              </p:ext>
            </p:extLst>
          </p:nvPr>
        </p:nvGraphicFramePr>
        <p:xfrm>
          <a:off x="1916276" y="3219822"/>
          <a:ext cx="29749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6" name="Equation" r:id="rId11" imgW="2971800" imgH="812520" progId="Equation.DSMT4">
                  <p:embed/>
                </p:oleObj>
              </mc:Choice>
              <mc:Fallback>
                <p:oleObj name="Equation" r:id="rId11" imgW="2971800" imgH="812520" progId="Equation.DSMT4">
                  <p:embed/>
                  <p:pic>
                    <p:nvPicPr>
                      <p:cNvPr id="5" name="Object 51">
                        <a:extLst>
                          <a:ext uri="{FF2B5EF4-FFF2-40B4-BE49-F238E27FC236}">
                            <a16:creationId xmlns:a16="http://schemas.microsoft.com/office/drawing/2014/main" id="{7EBCC8AA-3675-4FE5-84A9-D4133488AC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276" y="3219822"/>
                        <a:ext cx="297497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1">
            <a:extLst>
              <a:ext uri="{FF2B5EF4-FFF2-40B4-BE49-F238E27FC236}">
                <a16:creationId xmlns:a16="http://schemas.microsoft.com/office/drawing/2014/main" id="{87D36086-ADEE-4F1F-97FE-D8E2F89906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737003"/>
              </p:ext>
            </p:extLst>
          </p:nvPr>
        </p:nvGraphicFramePr>
        <p:xfrm>
          <a:off x="6414130" y="3448422"/>
          <a:ext cx="16271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7" name="Equation" r:id="rId13" imgW="1625400" imgH="355320" progId="Equation.DSMT4">
                  <p:embed/>
                </p:oleObj>
              </mc:Choice>
              <mc:Fallback>
                <p:oleObj name="Equation" r:id="rId13" imgW="1625400" imgH="355320" progId="Equation.DSMT4">
                  <p:embed/>
                  <p:pic>
                    <p:nvPicPr>
                      <p:cNvPr id="5" name="Object 51">
                        <a:extLst>
                          <a:ext uri="{FF2B5EF4-FFF2-40B4-BE49-F238E27FC236}">
                            <a16:creationId xmlns:a16="http://schemas.microsoft.com/office/drawing/2014/main" id="{7EBCC8AA-3675-4FE5-84A9-D4133488AC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4130" y="3448422"/>
                        <a:ext cx="16271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7184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2">
            <a:extLst>
              <a:ext uri="{FF2B5EF4-FFF2-40B4-BE49-F238E27FC236}">
                <a16:creationId xmlns:a16="http://schemas.microsoft.com/office/drawing/2014/main" id="{50CB0CDA-7C17-4EEA-8E51-E87773600F5C}"/>
              </a:ext>
            </a:extLst>
          </p:cNvPr>
          <p:cNvSpPr txBox="1"/>
          <p:nvPr/>
        </p:nvSpPr>
        <p:spPr>
          <a:xfrm>
            <a:off x="468115" y="838071"/>
            <a:ext cx="6467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利用导数与微分的关系求解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39" name="Object 2">
            <a:extLst>
              <a:ext uri="{FF2B5EF4-FFF2-40B4-BE49-F238E27FC236}">
                <a16:creationId xmlns:a16="http://schemas.microsoft.com/office/drawing/2014/main" id="{A3A31A83-E015-4DCB-9084-B9484B1498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663652"/>
              </p:ext>
            </p:extLst>
          </p:nvPr>
        </p:nvGraphicFramePr>
        <p:xfrm>
          <a:off x="692473" y="1444918"/>
          <a:ext cx="80264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5" name="Equation" r:id="rId3" imgW="8026200" imgH="406080" progId="Equation.DSMT4">
                  <p:embed/>
                </p:oleObj>
              </mc:Choice>
              <mc:Fallback>
                <p:oleObj name="Equation" r:id="rId3" imgW="8026200" imgH="406080" progId="Equation.DSMT4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73" y="1444918"/>
                        <a:ext cx="802640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D380A6A9-F584-4185-B842-823148215E9A}"/>
              </a:ext>
            </a:extLst>
          </p:cNvPr>
          <p:cNvGrpSpPr/>
          <p:nvPr/>
        </p:nvGrpSpPr>
        <p:grpSpPr>
          <a:xfrm>
            <a:off x="468115" y="339502"/>
            <a:ext cx="8064896" cy="461665"/>
            <a:chOff x="899592" y="416997"/>
            <a:chExt cx="8064896" cy="461665"/>
          </a:xfrm>
        </p:grpSpPr>
        <p:sp>
          <p:nvSpPr>
            <p:cNvPr id="32" name="文本框 2">
              <a:extLst>
                <a:ext uri="{FF2B5EF4-FFF2-40B4-BE49-F238E27FC236}">
                  <a16:creationId xmlns:a16="http://schemas.microsoft.com/office/drawing/2014/main" id="{0F638231-F256-40EF-A7F2-6996AB04BC84}"/>
                </a:ext>
              </a:extLst>
            </p:cNvPr>
            <p:cNvSpPr txBox="1"/>
            <p:nvPr/>
          </p:nvSpPr>
          <p:spPr>
            <a:xfrm>
              <a:off x="899592" y="416997"/>
              <a:ext cx="80648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7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设</a:t>
              </a:r>
              <a:r>
                <a:rPr lang="zh-CN" altLang="en-US" sz="2400" b="1" dirty="0">
                  <a:latin typeface="宋体" panose="02010600030101010101" pitchFamily="2" charset="-122"/>
                  <a:cs typeface="微软雅黑" panose="020B0503020204020204" charset="-122"/>
                </a:rPr>
                <a:t>     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，求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6" name="Object 2">
              <a:extLst>
                <a:ext uri="{FF2B5EF4-FFF2-40B4-BE49-F238E27FC236}">
                  <a16:creationId xmlns:a16="http://schemas.microsoft.com/office/drawing/2014/main" id="{742A7C40-D0AB-48F4-A164-1A4471BE19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6050276"/>
                </p:ext>
              </p:extLst>
            </p:nvPr>
          </p:nvGraphicFramePr>
          <p:xfrm>
            <a:off x="1911350" y="431800"/>
            <a:ext cx="1752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26" name="Equation" r:id="rId5" imgW="42062400" imgH="9753600" progId="Equation.DSMT4">
                    <p:embed/>
                  </p:oleObj>
                </mc:Choice>
                <mc:Fallback>
                  <p:oleObj name="Equation" r:id="rId5" imgW="42062400" imgH="9753600" progId="Equation.DSMT4">
                    <p:embed/>
                    <p:pic>
                      <p:nvPicPr>
                        <p:cNvPr id="0" name="Picture 2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1350" y="431800"/>
                          <a:ext cx="1752600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">
              <a:extLst>
                <a:ext uri="{FF2B5EF4-FFF2-40B4-BE49-F238E27FC236}">
                  <a16:creationId xmlns:a16="http://schemas.microsoft.com/office/drawing/2014/main" id="{91D291A0-F099-4184-A322-CCBC91C5DC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9087728"/>
                </p:ext>
              </p:extLst>
            </p:nvPr>
          </p:nvGraphicFramePr>
          <p:xfrm>
            <a:off x="4407024" y="539666"/>
            <a:ext cx="3810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27" name="Equation" r:id="rId7" imgW="9144000" imgH="8229600" progId="Equation.DSMT4">
                    <p:embed/>
                  </p:oleObj>
                </mc:Choice>
                <mc:Fallback>
                  <p:oleObj name="Equation" r:id="rId7" imgW="9144000" imgH="8229600" progId="Equation.DSMT4">
                    <p:embed/>
                    <p:pic>
                      <p:nvPicPr>
                        <p:cNvPr id="0" name="Picture 2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7024" y="539666"/>
                          <a:ext cx="38100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2">
            <a:extLst>
              <a:ext uri="{FF2B5EF4-FFF2-40B4-BE49-F238E27FC236}">
                <a16:creationId xmlns:a16="http://schemas.microsoft.com/office/drawing/2014/main" id="{6185A02B-C75C-46AC-87B9-D3CCB895E1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549137"/>
              </p:ext>
            </p:extLst>
          </p:nvPr>
        </p:nvGraphicFramePr>
        <p:xfrm>
          <a:off x="692473" y="2025744"/>
          <a:ext cx="565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8" name="Equation" r:id="rId9" imgW="5651280" imgH="406080" progId="Equation.DSMT4">
                  <p:embed/>
                </p:oleObj>
              </mc:Choice>
              <mc:Fallback>
                <p:oleObj name="Equation" r:id="rId9" imgW="5651280" imgH="406080" progId="Equation.DSMT4">
                  <p:embed/>
                  <p:pic>
                    <p:nvPicPr>
                      <p:cNvPr id="0" name="Picture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73" y="2025744"/>
                        <a:ext cx="5651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2">
            <a:extLst>
              <a:ext uri="{FF2B5EF4-FFF2-40B4-BE49-F238E27FC236}">
                <a16:creationId xmlns:a16="http://schemas.microsoft.com/office/drawing/2014/main" id="{7EEB554F-C8FB-48C0-8EAB-078F03495CB0}"/>
              </a:ext>
            </a:extLst>
          </p:cNvPr>
          <p:cNvSpPr txBox="1"/>
          <p:nvPr/>
        </p:nvSpPr>
        <p:spPr>
          <a:xfrm>
            <a:off x="540124" y="2638271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2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利用乘积及复合函数的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微分法则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38" name="Object 2">
            <a:extLst>
              <a:ext uri="{FF2B5EF4-FFF2-40B4-BE49-F238E27FC236}">
                <a16:creationId xmlns:a16="http://schemas.microsoft.com/office/drawing/2014/main" id="{561A731F-1727-4D38-BE1B-C73D4B944E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683206"/>
              </p:ext>
            </p:extLst>
          </p:nvPr>
        </p:nvGraphicFramePr>
        <p:xfrm>
          <a:off x="904912" y="3232347"/>
          <a:ext cx="614664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9" name="Equation" r:id="rId11" imgW="6146640" imgH="406080" progId="Equation.DSMT4">
                  <p:embed/>
                </p:oleObj>
              </mc:Choice>
              <mc:Fallback>
                <p:oleObj name="Equation" r:id="rId11" imgW="6146640" imgH="406080" progId="Equation.DSMT4">
                  <p:embed/>
                  <p:pic>
                    <p:nvPicPr>
                      <p:cNvPr id="0" name="Picture 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912" y="3232347"/>
                        <a:ext cx="6146640" cy="406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">
            <a:extLst>
              <a:ext uri="{FF2B5EF4-FFF2-40B4-BE49-F238E27FC236}">
                <a16:creationId xmlns:a16="http://schemas.microsoft.com/office/drawing/2014/main" id="{4FC2A27E-41A8-4F9A-922F-CE2CDEE40D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464563"/>
              </p:ext>
            </p:extLst>
          </p:nvPr>
        </p:nvGraphicFramePr>
        <p:xfrm>
          <a:off x="1260203" y="4482553"/>
          <a:ext cx="369540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0" name="Equation" r:id="rId13" imgW="3695400" imgH="406080" progId="Equation.DSMT4">
                  <p:embed/>
                </p:oleObj>
              </mc:Choice>
              <mc:Fallback>
                <p:oleObj name="Equation" r:id="rId13" imgW="3695400" imgH="406080" progId="Equation.DSMT4">
                  <p:embed/>
                  <p:pic>
                    <p:nvPicPr>
                      <p:cNvPr id="0" name="Picture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203" y="4482553"/>
                        <a:ext cx="3695400" cy="406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2D6F6D23-012E-4B64-BFCB-1F49EFE1830A}"/>
              </a:ext>
            </a:extLst>
          </p:cNvPr>
          <p:cNvCxnSpPr>
            <a:cxnSpLocks/>
          </p:cNvCxnSpPr>
          <p:nvPr/>
        </p:nvCxnSpPr>
        <p:spPr>
          <a:xfrm>
            <a:off x="4256075" y="3718391"/>
            <a:ext cx="7920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CB60156B-8669-49AA-8E0A-167EBF136BAF}"/>
              </a:ext>
            </a:extLst>
          </p:cNvPr>
          <p:cNvCxnSpPr>
            <a:cxnSpLocks/>
          </p:cNvCxnSpPr>
          <p:nvPr/>
        </p:nvCxnSpPr>
        <p:spPr>
          <a:xfrm flipV="1">
            <a:off x="6012731" y="3711191"/>
            <a:ext cx="1038821" cy="7200"/>
          </a:xfrm>
          <a:prstGeom prst="line">
            <a:avLst/>
          </a:prstGeom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6829" name="Object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248365"/>
              </p:ext>
            </p:extLst>
          </p:nvPr>
        </p:nvGraphicFramePr>
        <p:xfrm>
          <a:off x="1260203" y="3934415"/>
          <a:ext cx="51974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" name="Equation" r:id="rId15" imgW="125272800" imgH="9753600" progId="Equation.DSMT4">
                  <p:embed/>
                </p:oleObj>
              </mc:Choice>
              <mc:Fallback>
                <p:oleObj name="Equation" r:id="rId15" imgW="125272800" imgH="9753600" progId="Equation.DSMT4">
                  <p:embed/>
                  <p:pic>
                    <p:nvPicPr>
                      <p:cNvPr id="0" name="Picture 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203" y="3934415"/>
                        <a:ext cx="519747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2A0623E-68D9-48FA-8BA2-911F4888A7D0}"/>
              </a:ext>
            </a:extLst>
          </p:cNvPr>
          <p:cNvCxnSpPr>
            <a:cxnSpLocks/>
          </p:cNvCxnSpPr>
          <p:nvPr/>
        </p:nvCxnSpPr>
        <p:spPr>
          <a:xfrm>
            <a:off x="2412331" y="4366463"/>
            <a:ext cx="115212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04492CD-F988-4C97-8A8F-32F74B1B4AD8}"/>
              </a:ext>
            </a:extLst>
          </p:cNvPr>
          <p:cNvCxnSpPr>
            <a:cxnSpLocks/>
          </p:cNvCxnSpPr>
          <p:nvPr/>
        </p:nvCxnSpPr>
        <p:spPr>
          <a:xfrm flipV="1">
            <a:off x="4644579" y="4366463"/>
            <a:ext cx="1785770" cy="0"/>
          </a:xfrm>
          <a:prstGeom prst="line">
            <a:avLst/>
          </a:prstGeom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9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6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2">
            <a:extLst>
              <a:ext uri="{FF2B5EF4-FFF2-40B4-BE49-F238E27FC236}">
                <a16:creationId xmlns:a16="http://schemas.microsoft.com/office/drawing/2014/main" id="{50CB0CDA-7C17-4EEA-8E51-E87773600F5C}"/>
              </a:ext>
            </a:extLst>
          </p:cNvPr>
          <p:cNvSpPr txBox="1"/>
          <p:nvPr/>
        </p:nvSpPr>
        <p:spPr>
          <a:xfrm>
            <a:off x="956048" y="1173981"/>
            <a:ext cx="7720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方程两边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微分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，得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380A6A9-F584-4185-B842-823148215E9A}"/>
              </a:ext>
            </a:extLst>
          </p:cNvPr>
          <p:cNvGrpSpPr/>
          <p:nvPr/>
        </p:nvGrpSpPr>
        <p:grpSpPr>
          <a:xfrm>
            <a:off x="899592" y="411163"/>
            <a:ext cx="8064896" cy="712787"/>
            <a:chOff x="899592" y="411163"/>
            <a:chExt cx="8064896" cy="712787"/>
          </a:xfrm>
        </p:grpSpPr>
        <p:sp>
          <p:nvSpPr>
            <p:cNvPr id="32" name="文本框 2">
              <a:extLst>
                <a:ext uri="{FF2B5EF4-FFF2-40B4-BE49-F238E27FC236}">
                  <a16:creationId xmlns:a16="http://schemas.microsoft.com/office/drawing/2014/main" id="{0F638231-F256-40EF-A7F2-6996AB04BC84}"/>
                </a:ext>
              </a:extLst>
            </p:cNvPr>
            <p:cNvSpPr txBox="1"/>
            <p:nvPr/>
          </p:nvSpPr>
          <p:spPr>
            <a:xfrm>
              <a:off x="899592" y="525909"/>
              <a:ext cx="80648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8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设函数</a:t>
              </a:r>
              <a:r>
                <a:rPr lang="zh-CN" altLang="en-US" sz="2400" b="1" dirty="0">
                  <a:latin typeface="宋体" panose="02010600030101010101" pitchFamily="2" charset="-122"/>
                  <a:cs typeface="微软雅黑" panose="020B0503020204020204" charset="-122"/>
                </a:rPr>
                <a:t>       由方程               所确定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，求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6" name="Object 2">
              <a:extLst>
                <a:ext uri="{FF2B5EF4-FFF2-40B4-BE49-F238E27FC236}">
                  <a16:creationId xmlns:a16="http://schemas.microsoft.com/office/drawing/2014/main" id="{742A7C40-D0AB-48F4-A164-1A4471BE19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5125457"/>
                </p:ext>
              </p:extLst>
            </p:nvPr>
          </p:nvGraphicFramePr>
          <p:xfrm>
            <a:off x="2551853" y="613680"/>
            <a:ext cx="1069975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3" name="Equation" r:id="rId3" imgW="25603200" imgH="8229600" progId="Equation.DSMT4">
                    <p:embed/>
                  </p:oleObj>
                </mc:Choice>
                <mc:Fallback>
                  <p:oleObj name="Equation" r:id="rId3" imgW="25603200" imgH="8229600" progId="Equation.DSMT4">
                    <p:embed/>
                    <p:pic>
                      <p:nvPicPr>
                        <p:cNvPr id="0" name="Picture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1853" y="613680"/>
                          <a:ext cx="1069975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">
              <a:extLst>
                <a:ext uri="{FF2B5EF4-FFF2-40B4-BE49-F238E27FC236}">
                  <a16:creationId xmlns:a16="http://schemas.microsoft.com/office/drawing/2014/main" id="{91D291A0-F099-4184-A322-CCBC91C5DC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354334"/>
                </p:ext>
              </p:extLst>
            </p:nvPr>
          </p:nvGraphicFramePr>
          <p:xfrm>
            <a:off x="8593138" y="787400"/>
            <a:ext cx="15875" cy="14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4" name="Equation" r:id="rId5" imgW="380880" imgH="342720" progId="Equation.DSMT4">
                    <p:embed/>
                  </p:oleObj>
                </mc:Choice>
                <mc:Fallback>
                  <p:oleObj name="Equation" r:id="rId5" imgW="380880" imgH="342720" progId="Equation.DSMT4">
                    <p:embed/>
                    <p:pic>
                      <p:nvPicPr>
                        <p:cNvPr id="0" name="Picture 1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93138" y="787400"/>
                          <a:ext cx="15875" cy="14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">
              <a:extLst>
                <a:ext uri="{FF2B5EF4-FFF2-40B4-BE49-F238E27FC236}">
                  <a16:creationId xmlns:a16="http://schemas.microsoft.com/office/drawing/2014/main" id="{C94AE14A-56BF-47C6-A4B7-874AD5C5C1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1826933"/>
                </p:ext>
              </p:extLst>
            </p:nvPr>
          </p:nvGraphicFramePr>
          <p:xfrm>
            <a:off x="4568258" y="411163"/>
            <a:ext cx="2178050" cy="712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5" name="Equation" r:id="rId7" imgW="52120800" imgH="17373600" progId="Equation.DSMT4">
                    <p:embed/>
                  </p:oleObj>
                </mc:Choice>
                <mc:Fallback>
                  <p:oleObj name="Equation" r:id="rId7" imgW="52120800" imgH="17373600" progId="Equation.DSMT4">
                    <p:embed/>
                    <p:pic>
                      <p:nvPicPr>
                        <p:cNvPr id="0" name="Picture 1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258" y="411163"/>
                          <a:ext cx="2178050" cy="7127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Object 2">
            <a:extLst>
              <a:ext uri="{FF2B5EF4-FFF2-40B4-BE49-F238E27FC236}">
                <a16:creationId xmlns:a16="http://schemas.microsoft.com/office/drawing/2014/main" id="{1F6223F6-781E-4094-8096-9FD02A8002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049730"/>
              </p:ext>
            </p:extLst>
          </p:nvPr>
        </p:nvGraphicFramePr>
        <p:xfrm>
          <a:off x="3302000" y="1649413"/>
          <a:ext cx="2693988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6" name="Equation" r:id="rId9" imgW="64922400" imgH="17373600" progId="Equation.DSMT4">
                  <p:embed/>
                </p:oleObj>
              </mc:Choice>
              <mc:Fallback>
                <p:oleObj name="Equation" r:id="rId9" imgW="64922400" imgH="17373600" progId="Equation.DSMT4">
                  <p:embed/>
                  <p:pic>
                    <p:nvPicPr>
                      <p:cNvPr id="0" name="Picture 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1649413"/>
                        <a:ext cx="2693988" cy="706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>
            <a:extLst>
              <a:ext uri="{FF2B5EF4-FFF2-40B4-BE49-F238E27FC236}">
                <a16:creationId xmlns:a16="http://schemas.microsoft.com/office/drawing/2014/main" id="{98DD0819-2009-48CE-8CB2-BCB8C8FB85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189055"/>
              </p:ext>
            </p:extLst>
          </p:nvPr>
        </p:nvGraphicFramePr>
        <p:xfrm>
          <a:off x="3310124" y="2603500"/>
          <a:ext cx="2730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7" name="Equation" r:id="rId11" imgW="65836800" imgH="17373600" progId="Equation.DSMT4">
                  <p:embed/>
                </p:oleObj>
              </mc:Choice>
              <mc:Fallback>
                <p:oleObj name="Equation" r:id="rId11" imgW="65836800" imgH="17373600" progId="Equation.DSMT4">
                  <p:embed/>
                  <p:pic>
                    <p:nvPicPr>
                      <p:cNvPr id="0" name="Picture 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0124" y="2603500"/>
                        <a:ext cx="2730500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>
            <a:extLst>
              <a:ext uri="{FF2B5EF4-FFF2-40B4-BE49-F238E27FC236}">
                <a16:creationId xmlns:a16="http://schemas.microsoft.com/office/drawing/2014/main" id="{0BA90197-14F9-4D7F-9DDA-A513A253362F}"/>
              </a:ext>
            </a:extLst>
          </p:cNvPr>
          <p:cNvSpPr txBox="1"/>
          <p:nvPr/>
        </p:nvSpPr>
        <p:spPr>
          <a:xfrm>
            <a:off x="971600" y="2300028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即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2" name="文本框 2">
            <a:extLst>
              <a:ext uri="{FF2B5EF4-FFF2-40B4-BE49-F238E27FC236}">
                <a16:creationId xmlns:a16="http://schemas.microsoft.com/office/drawing/2014/main" id="{9392C6B4-00DE-40A6-B3C8-78F5918C5C4D}"/>
              </a:ext>
            </a:extLst>
          </p:cNvPr>
          <p:cNvSpPr txBox="1"/>
          <p:nvPr/>
        </p:nvSpPr>
        <p:spPr>
          <a:xfrm>
            <a:off x="983044" y="3480005"/>
            <a:ext cx="150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整理，得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23" name="Object 2">
            <a:extLst>
              <a:ext uri="{FF2B5EF4-FFF2-40B4-BE49-F238E27FC236}">
                <a16:creationId xmlns:a16="http://schemas.microsoft.com/office/drawing/2014/main" id="{3CA5BF81-B4B9-413F-B19B-B70F8A19E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741968"/>
              </p:ext>
            </p:extLst>
          </p:nvPr>
        </p:nvGraphicFramePr>
        <p:xfrm>
          <a:off x="3086840" y="3363838"/>
          <a:ext cx="20828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8" name="Equation" r:id="rId13" imgW="50292000" imgH="18897600" progId="Equation.DSMT4">
                  <p:embed/>
                </p:oleObj>
              </mc:Choice>
              <mc:Fallback>
                <p:oleObj name="Equation" r:id="rId13" imgW="50292000" imgH="18897600" progId="Equation.DSMT4">
                  <p:embed/>
                  <p:pic>
                    <p:nvPicPr>
                      <p:cNvPr id="0" name="Picture 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840" y="3363838"/>
                        <a:ext cx="2082800" cy="760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2595FB6-6D00-45DA-82FC-1C226791AE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316941"/>
              </p:ext>
            </p:extLst>
          </p:nvPr>
        </p:nvGraphicFramePr>
        <p:xfrm>
          <a:off x="8418513" y="623094"/>
          <a:ext cx="381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9" name="Equation" r:id="rId15" imgW="380880" imgH="342720" progId="Equation.DSMT4">
                  <p:embed/>
                </p:oleObj>
              </mc:Choice>
              <mc:Fallback>
                <p:oleObj name="Equation" r:id="rId15" imgW="380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418513" y="623094"/>
                        <a:ext cx="381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83E9E7FC-E451-4173-8BE6-128EF03594F4}"/>
              </a:ext>
            </a:extLst>
          </p:cNvPr>
          <p:cNvGrpSpPr/>
          <p:nvPr/>
        </p:nvGrpSpPr>
        <p:grpSpPr>
          <a:xfrm>
            <a:off x="983044" y="4200209"/>
            <a:ext cx="7720408" cy="461665"/>
            <a:chOff x="983044" y="4200209"/>
            <a:chExt cx="7720408" cy="461665"/>
          </a:xfrm>
        </p:grpSpPr>
        <p:sp>
          <p:nvSpPr>
            <p:cNvPr id="14" name="文本框 2">
              <a:extLst>
                <a:ext uri="{FF2B5EF4-FFF2-40B4-BE49-F238E27FC236}">
                  <a16:creationId xmlns:a16="http://schemas.microsoft.com/office/drawing/2014/main" id="{450DAD87-8680-404F-8F0F-AD22559FF758}"/>
                </a:ext>
              </a:extLst>
            </p:cNvPr>
            <p:cNvSpPr txBox="1"/>
            <p:nvPr/>
          </p:nvSpPr>
          <p:spPr>
            <a:xfrm>
              <a:off x="983044" y="4200209"/>
              <a:ext cx="7720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注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隐函数求导时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微分法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更简单，不用考虑 是  的函数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8AC5A2DB-8158-434E-8B99-8544903000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7236837"/>
                </p:ext>
              </p:extLst>
            </p:nvPr>
          </p:nvGraphicFramePr>
          <p:xfrm>
            <a:off x="6746308" y="4336585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90" name="Equation" r:id="rId17" imgW="215640" imgH="266400" progId="Equation.DSMT4">
                    <p:embed/>
                  </p:oleObj>
                </mc:Choice>
                <mc:Fallback>
                  <p:oleObj name="Equation" r:id="rId17" imgW="2156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746308" y="4336585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90981585-09E1-4348-8410-0EA4579E40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8510325"/>
                </p:ext>
              </p:extLst>
            </p:nvPr>
          </p:nvGraphicFramePr>
          <p:xfrm>
            <a:off x="7236296" y="434328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91" name="Equation" r:id="rId19" imgW="190440" imgH="203040" progId="Equation.DSMT4">
                    <p:embed/>
                  </p:oleObj>
                </mc:Choice>
                <mc:Fallback>
                  <p:oleObj name="Equation" r:id="rId19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236296" y="4343288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1186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21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2">
            <a:extLst>
              <a:ext uri="{FF2B5EF4-FFF2-40B4-BE49-F238E27FC236}">
                <a16:creationId xmlns:a16="http://schemas.microsoft.com/office/drawing/2014/main" id="{50CB0CDA-7C17-4EEA-8E51-E87773600F5C}"/>
              </a:ext>
            </a:extLst>
          </p:cNvPr>
          <p:cNvSpPr txBox="1"/>
          <p:nvPr/>
        </p:nvSpPr>
        <p:spPr>
          <a:xfrm>
            <a:off x="884040" y="1101973"/>
            <a:ext cx="1871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由于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380A6A9-F584-4185-B842-823148215E9A}"/>
              </a:ext>
            </a:extLst>
          </p:cNvPr>
          <p:cNvGrpSpPr/>
          <p:nvPr/>
        </p:nvGrpSpPr>
        <p:grpSpPr>
          <a:xfrm>
            <a:off x="808925" y="301464"/>
            <a:ext cx="4298312" cy="461665"/>
            <a:chOff x="899592" y="525909"/>
            <a:chExt cx="4298312" cy="461665"/>
          </a:xfrm>
        </p:grpSpPr>
        <p:sp>
          <p:nvSpPr>
            <p:cNvPr id="32" name="文本框 2">
              <a:extLst>
                <a:ext uri="{FF2B5EF4-FFF2-40B4-BE49-F238E27FC236}">
                  <a16:creationId xmlns:a16="http://schemas.microsoft.com/office/drawing/2014/main" id="{0F638231-F256-40EF-A7F2-6996AB04BC84}"/>
                </a:ext>
              </a:extLst>
            </p:cNvPr>
            <p:cNvSpPr txBox="1"/>
            <p:nvPr/>
          </p:nvSpPr>
          <p:spPr>
            <a:xfrm>
              <a:off x="899592" y="525909"/>
              <a:ext cx="38350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9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设        </a:t>
              </a:r>
              <a:r>
                <a:rPr lang="zh-CN" altLang="en-US" sz="2400" b="1" dirty="0">
                  <a:latin typeface="宋体" panose="02010600030101010101" pitchFamily="2" charset="-122"/>
                  <a:cs typeface="微软雅黑" panose="020B0503020204020204" charset="-122"/>
                </a:rPr>
                <a:t>     ，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求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6" name="Object 2">
              <a:extLst>
                <a:ext uri="{FF2B5EF4-FFF2-40B4-BE49-F238E27FC236}">
                  <a16:creationId xmlns:a16="http://schemas.microsoft.com/office/drawing/2014/main" id="{742A7C40-D0AB-48F4-A164-1A4471BE19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4580777"/>
                </p:ext>
              </p:extLst>
            </p:nvPr>
          </p:nvGraphicFramePr>
          <p:xfrm>
            <a:off x="1925872" y="630079"/>
            <a:ext cx="1871663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98" name="Equation" r:id="rId3" imgW="44805600" imgH="8229600" progId="Equation.DSMT4">
                    <p:embed/>
                  </p:oleObj>
                </mc:Choice>
                <mc:Fallback>
                  <p:oleObj name="Equation" r:id="rId3" imgW="44805600" imgH="8229600" progId="Equation.DSMT4">
                    <p:embed/>
                    <p:pic>
                      <p:nvPicPr>
                        <p:cNvPr id="0" name="Picture 2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5872" y="630079"/>
                          <a:ext cx="1871663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">
              <a:extLst>
                <a:ext uri="{FF2B5EF4-FFF2-40B4-BE49-F238E27FC236}">
                  <a16:creationId xmlns:a16="http://schemas.microsoft.com/office/drawing/2014/main" id="{91D291A0-F099-4184-A322-CCBC91C5DC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2582794"/>
                </p:ext>
              </p:extLst>
            </p:nvPr>
          </p:nvGraphicFramePr>
          <p:xfrm>
            <a:off x="4512104" y="627534"/>
            <a:ext cx="6858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99" name="Equation" r:id="rId5" imgW="16459200" imgH="8229600" progId="Equation.DSMT4">
                    <p:embed/>
                  </p:oleObj>
                </mc:Choice>
                <mc:Fallback>
                  <p:oleObj name="Equation" r:id="rId5" imgW="16459200" imgH="8229600" progId="Equation.DSMT4">
                    <p:embed/>
                    <p:pic>
                      <p:nvPicPr>
                        <p:cNvPr id="0" name="Picture 2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104" y="627534"/>
                          <a:ext cx="68580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Object 2">
            <a:extLst>
              <a:ext uri="{FF2B5EF4-FFF2-40B4-BE49-F238E27FC236}">
                <a16:creationId xmlns:a16="http://schemas.microsoft.com/office/drawing/2014/main" id="{1F6223F6-781E-4094-8096-9FD02A8002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961192"/>
              </p:ext>
            </p:extLst>
          </p:nvPr>
        </p:nvGraphicFramePr>
        <p:xfrm>
          <a:off x="2091495" y="1194890"/>
          <a:ext cx="2452688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0" name="Equation" r:id="rId7" imgW="59131200" imgH="8229600" progId="Equation.DSMT4">
                  <p:embed/>
                </p:oleObj>
              </mc:Choice>
              <mc:Fallback>
                <p:oleObj name="Equation" r:id="rId7" imgW="59131200" imgH="8229600" progId="Equation.DSMT4">
                  <p:embed/>
                  <p:pic>
                    <p:nvPicPr>
                      <p:cNvPr id="0" name="Picture 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1495" y="1194890"/>
                        <a:ext cx="2452688" cy="33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>
            <a:extLst>
              <a:ext uri="{FF2B5EF4-FFF2-40B4-BE49-F238E27FC236}">
                <a16:creationId xmlns:a16="http://schemas.microsoft.com/office/drawing/2014/main" id="{98DD0819-2009-48CE-8CB2-BCB8C8FB85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360567"/>
              </p:ext>
            </p:extLst>
          </p:nvPr>
        </p:nvGraphicFramePr>
        <p:xfrm>
          <a:off x="2411760" y="1779662"/>
          <a:ext cx="41370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1" name="Equation" r:id="rId9" imgW="99669600" imgH="19507200" progId="Equation.DSMT4">
                  <p:embed/>
                </p:oleObj>
              </mc:Choice>
              <mc:Fallback>
                <p:oleObj name="Equation" r:id="rId9" imgW="99669600" imgH="19507200" progId="Equation.DSMT4">
                  <p:embed/>
                  <p:pic>
                    <p:nvPicPr>
                      <p:cNvPr id="0" name="Picture 2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779662"/>
                        <a:ext cx="4137025" cy="79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>
            <a:extLst>
              <a:ext uri="{FF2B5EF4-FFF2-40B4-BE49-F238E27FC236}">
                <a16:creationId xmlns:a16="http://schemas.microsoft.com/office/drawing/2014/main" id="{0BA90197-14F9-4D7F-9DDA-A513A253362F}"/>
              </a:ext>
            </a:extLst>
          </p:cNvPr>
          <p:cNvSpPr txBox="1"/>
          <p:nvPr/>
        </p:nvSpPr>
        <p:spPr>
          <a:xfrm>
            <a:off x="954910" y="1951298"/>
            <a:ext cx="150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可见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23" name="Object 2">
            <a:extLst>
              <a:ext uri="{FF2B5EF4-FFF2-40B4-BE49-F238E27FC236}">
                <a16:creationId xmlns:a16="http://schemas.microsoft.com/office/drawing/2014/main" id="{3CA5BF81-B4B9-413F-B19B-B70F8A19E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455933"/>
              </p:ext>
            </p:extLst>
          </p:nvPr>
        </p:nvGraphicFramePr>
        <p:xfrm>
          <a:off x="3181350" y="2571750"/>
          <a:ext cx="26447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2" name="Equation" r:id="rId11" imgW="63703200" imgH="19507200" progId="Equation.DSMT4">
                  <p:embed/>
                </p:oleObj>
              </mc:Choice>
              <mc:Fallback>
                <p:oleObj name="Equation" r:id="rId11" imgW="63703200" imgH="19507200" progId="Equation.DSMT4">
                  <p:embed/>
                  <p:pic>
                    <p:nvPicPr>
                      <p:cNvPr id="0" name="Picture 2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2571750"/>
                        <a:ext cx="2644775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2">
            <a:extLst>
              <a:ext uri="{FF2B5EF4-FFF2-40B4-BE49-F238E27FC236}">
                <a16:creationId xmlns:a16="http://schemas.microsoft.com/office/drawing/2014/main" id="{675FB256-C5D5-4021-889D-10D46F30E007}"/>
              </a:ext>
            </a:extLst>
          </p:cNvPr>
          <p:cNvSpPr txBox="1"/>
          <p:nvPr/>
        </p:nvSpPr>
        <p:spPr>
          <a:xfrm>
            <a:off x="954910" y="2715766"/>
            <a:ext cx="150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即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5" name="Object 2">
            <a:extLst>
              <a:ext uri="{FF2B5EF4-FFF2-40B4-BE49-F238E27FC236}">
                <a16:creationId xmlns:a16="http://schemas.microsoft.com/office/drawing/2014/main" id="{9F28913C-121C-496D-AFE1-05E85450DE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162648"/>
              </p:ext>
            </p:extLst>
          </p:nvPr>
        </p:nvGraphicFramePr>
        <p:xfrm>
          <a:off x="4932040" y="3363838"/>
          <a:ext cx="315118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3" name="Equation" r:id="rId13" imgW="75895200" imgH="19507200" progId="Equation.DSMT4">
                  <p:embed/>
                </p:oleObj>
              </mc:Choice>
              <mc:Fallback>
                <p:oleObj name="Equation" r:id="rId13" imgW="75895200" imgH="19507200" progId="Equation.DSMT4">
                  <p:embed/>
                  <p:pic>
                    <p:nvPicPr>
                      <p:cNvPr id="0" name="Picture 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3363838"/>
                        <a:ext cx="3151188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2">
            <a:extLst>
              <a:ext uri="{FF2B5EF4-FFF2-40B4-BE49-F238E27FC236}">
                <a16:creationId xmlns:a16="http://schemas.microsoft.com/office/drawing/2014/main" id="{158E6F8B-7047-4FCE-8D65-5B16891EF42F}"/>
              </a:ext>
            </a:extLst>
          </p:cNvPr>
          <p:cNvSpPr txBox="1"/>
          <p:nvPr/>
        </p:nvSpPr>
        <p:spPr>
          <a:xfrm>
            <a:off x="802161" y="4357179"/>
            <a:ext cx="150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故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7" name="Object 2">
            <a:extLst>
              <a:ext uri="{FF2B5EF4-FFF2-40B4-BE49-F238E27FC236}">
                <a16:creationId xmlns:a16="http://schemas.microsoft.com/office/drawing/2014/main" id="{4A00078F-194A-428C-944B-5744CE9699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193678"/>
              </p:ext>
            </p:extLst>
          </p:nvPr>
        </p:nvGraphicFramePr>
        <p:xfrm>
          <a:off x="1800225" y="4299942"/>
          <a:ext cx="4957763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4" name="Equation" r:id="rId15" imgW="119481600" imgH="17678400" progId="Equation.DSMT4">
                  <p:embed/>
                </p:oleObj>
              </mc:Choice>
              <mc:Fallback>
                <p:oleObj name="Equation" r:id="rId15" imgW="119481600" imgH="17678400" progId="Equation.DSMT4">
                  <p:embed/>
                  <p:pic>
                    <p:nvPicPr>
                      <p:cNvPr id="0" name="Picture 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4299942"/>
                        <a:ext cx="4957763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827584" y="3507854"/>
            <a:ext cx="4536504" cy="461665"/>
            <a:chOff x="827584" y="3507854"/>
            <a:chExt cx="4536504" cy="461665"/>
          </a:xfrm>
        </p:grpSpPr>
        <p:sp>
          <p:nvSpPr>
            <p:cNvPr id="22" name="文本框 2">
              <a:extLst>
                <a:ext uri="{FF2B5EF4-FFF2-40B4-BE49-F238E27FC236}">
                  <a16:creationId xmlns:a16="http://schemas.microsoft.com/office/drawing/2014/main" id="{9392C6B4-00DE-40A6-B3C8-78F5918C5C4D}"/>
                </a:ext>
              </a:extLst>
            </p:cNvPr>
            <p:cNvSpPr txBox="1"/>
            <p:nvPr/>
          </p:nvSpPr>
          <p:spPr>
            <a:xfrm>
              <a:off x="827584" y="3507854"/>
              <a:ext cx="45365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又因常数  的导数是零，有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8" name="Object 2">
              <a:extLst>
                <a:ext uri="{FF2B5EF4-FFF2-40B4-BE49-F238E27FC236}">
                  <a16:creationId xmlns:a16="http://schemas.microsoft.com/office/drawing/2014/main" id="{91D291A0-F099-4184-A322-CCBC91C5DC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2910376"/>
                </p:ext>
              </p:extLst>
            </p:nvPr>
          </p:nvGraphicFramePr>
          <p:xfrm>
            <a:off x="2201634" y="3609975"/>
            <a:ext cx="254000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05" name="Equation" r:id="rId17" imgW="6096000" imgH="6705600" progId="Equation.DSMT4">
                    <p:embed/>
                  </p:oleObj>
                </mc:Choice>
                <mc:Fallback>
                  <p:oleObj name="Equation" r:id="rId17" imgW="6096000" imgH="6705600" progId="Equation.DSMT4">
                    <p:embed/>
                    <p:pic>
                      <p:nvPicPr>
                        <p:cNvPr id="0" name="Picture 2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1634" y="3609975"/>
                          <a:ext cx="254000" cy="274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9552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21" grpId="0"/>
      <p:bldP spid="14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4"/>
          <p:cNvSpPr txBox="1"/>
          <p:nvPr/>
        </p:nvSpPr>
        <p:spPr>
          <a:xfrm>
            <a:off x="780319" y="123478"/>
            <a:ext cx="4104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 微分的几何意义 </a:t>
            </a:r>
          </a:p>
        </p:txBody>
      </p:sp>
      <p:sp>
        <p:nvSpPr>
          <p:cNvPr id="15" name="文本框 8">
            <a:extLst>
              <a:ext uri="{FF2B5EF4-FFF2-40B4-BE49-F238E27FC236}">
                <a16:creationId xmlns:a16="http://schemas.microsoft.com/office/drawing/2014/main" id="{8D4538D6-0487-47B3-83C6-E7C78CCD825D}"/>
              </a:ext>
            </a:extLst>
          </p:cNvPr>
          <p:cNvSpPr txBox="1"/>
          <p:nvPr/>
        </p:nvSpPr>
        <p:spPr>
          <a:xfrm>
            <a:off x="789121" y="907083"/>
            <a:ext cx="1646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如图可知：</a:t>
            </a:r>
          </a:p>
        </p:txBody>
      </p:sp>
      <p:graphicFrame>
        <p:nvGraphicFramePr>
          <p:cNvPr id="56" name="Object 9">
            <a:extLst>
              <a:ext uri="{FF2B5EF4-FFF2-40B4-BE49-F238E27FC236}">
                <a16:creationId xmlns:a16="http://schemas.microsoft.com/office/drawing/2014/main" id="{640003F4-1A07-4628-9BA1-E9F8E349B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618806"/>
              </p:ext>
            </p:extLst>
          </p:nvPr>
        </p:nvGraphicFramePr>
        <p:xfrm>
          <a:off x="2067107" y="2309951"/>
          <a:ext cx="108902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03" name="Equation" r:id="rId3" imgW="26212800" imgH="8229600" progId="Equation.DSMT4">
                  <p:embed/>
                </p:oleObj>
              </mc:Choice>
              <mc:Fallback>
                <p:oleObj name="Equation" r:id="rId3" imgW="26212800" imgH="8229600" progId="Equation.DSMT4">
                  <p:embed/>
                  <p:pic>
                    <p:nvPicPr>
                      <p:cNvPr id="0" name="Picture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7107" y="2309951"/>
                        <a:ext cx="1089025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9">
            <a:extLst>
              <a:ext uri="{FF2B5EF4-FFF2-40B4-BE49-F238E27FC236}">
                <a16:creationId xmlns:a16="http://schemas.microsoft.com/office/drawing/2014/main" id="{24269DF5-C32D-4E6A-B10D-87C9B83BF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15373"/>
              </p:ext>
            </p:extLst>
          </p:nvPr>
        </p:nvGraphicFramePr>
        <p:xfrm>
          <a:off x="2375826" y="1010235"/>
          <a:ext cx="1181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04" name="Equation" r:id="rId5" imgW="28651200" imgH="7924800" progId="Equation.DSMT4">
                  <p:embed/>
                </p:oleObj>
              </mc:Choice>
              <mc:Fallback>
                <p:oleObj name="Equation" r:id="rId5" imgW="28651200" imgH="7924800" progId="Equation.DSMT4">
                  <p:embed/>
                  <p:pic>
                    <p:nvPicPr>
                      <p:cNvPr id="0" name="Picture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826" y="1010235"/>
                        <a:ext cx="11811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9">
            <a:extLst>
              <a:ext uri="{FF2B5EF4-FFF2-40B4-BE49-F238E27FC236}">
                <a16:creationId xmlns:a16="http://schemas.microsoft.com/office/drawing/2014/main" id="{CAEEB271-5EDD-4D3F-88FC-02B3026764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420213"/>
              </p:ext>
            </p:extLst>
          </p:nvPr>
        </p:nvGraphicFramePr>
        <p:xfrm>
          <a:off x="3791876" y="1017137"/>
          <a:ext cx="1130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05" name="Equation" r:id="rId7" imgW="27432000" imgH="8229600" progId="Equation.DSMT4">
                  <p:embed/>
                </p:oleObj>
              </mc:Choice>
              <mc:Fallback>
                <p:oleObj name="Equation" r:id="rId7" imgW="27432000" imgH="8229600" progId="Equation.DSMT4">
                  <p:embed/>
                  <p:pic>
                    <p:nvPicPr>
                      <p:cNvPr id="0" name="Picture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876" y="1017137"/>
                        <a:ext cx="11303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9">
            <a:extLst>
              <a:ext uri="{FF2B5EF4-FFF2-40B4-BE49-F238E27FC236}">
                <a16:creationId xmlns:a16="http://schemas.microsoft.com/office/drawing/2014/main" id="{0EC94224-192C-498C-8077-F419365F3E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939485"/>
              </p:ext>
            </p:extLst>
          </p:nvPr>
        </p:nvGraphicFramePr>
        <p:xfrm>
          <a:off x="1156626" y="1651585"/>
          <a:ext cx="3492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06" name="Equation" r:id="rId9" imgW="84429600" imgH="9144000" progId="Equation.DSMT4">
                  <p:embed/>
                </p:oleObj>
              </mc:Choice>
              <mc:Fallback>
                <p:oleObj name="Equation" r:id="rId9" imgW="84429600" imgH="9144000" progId="Equation.DSMT4">
                  <p:embed/>
                  <p:pic>
                    <p:nvPicPr>
                      <p:cNvPr id="0" name="Picture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626" y="1651585"/>
                        <a:ext cx="34925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文本框 8">
            <a:extLst>
              <a:ext uri="{FF2B5EF4-FFF2-40B4-BE49-F238E27FC236}">
                <a16:creationId xmlns:a16="http://schemas.microsoft.com/office/drawing/2014/main" id="{488A61A0-E0B6-470F-B6FF-F3B7A01922E3}"/>
              </a:ext>
            </a:extLst>
          </p:cNvPr>
          <p:cNvSpPr txBox="1"/>
          <p:nvPr/>
        </p:nvSpPr>
        <p:spPr>
          <a:xfrm>
            <a:off x="131796" y="1589871"/>
            <a:ext cx="1646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则</a:t>
            </a:r>
          </a:p>
        </p:txBody>
      </p:sp>
      <p:sp>
        <p:nvSpPr>
          <p:cNvPr id="75" name="文本框 8">
            <a:extLst>
              <a:ext uri="{FF2B5EF4-FFF2-40B4-BE49-F238E27FC236}">
                <a16:creationId xmlns:a16="http://schemas.microsoft.com/office/drawing/2014/main" id="{38EFA6EA-57D8-4113-B666-F96D8D272E82}"/>
              </a:ext>
            </a:extLst>
          </p:cNvPr>
          <p:cNvSpPr txBox="1"/>
          <p:nvPr/>
        </p:nvSpPr>
        <p:spPr>
          <a:xfrm>
            <a:off x="131796" y="2237943"/>
            <a:ext cx="1646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即</a:t>
            </a: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205647AB-F173-4F94-97E1-EA1B36010757}"/>
              </a:ext>
            </a:extLst>
          </p:cNvPr>
          <p:cNvCxnSpPr/>
          <p:nvPr/>
        </p:nvCxnSpPr>
        <p:spPr>
          <a:xfrm flipV="1">
            <a:off x="7136502" y="1178479"/>
            <a:ext cx="10764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95">
            <a:extLst>
              <a:ext uri="{FF2B5EF4-FFF2-40B4-BE49-F238E27FC236}">
                <a16:creationId xmlns:a16="http://schemas.microsoft.com/office/drawing/2014/main" id="{B384BF9C-0568-493D-9067-7C9CF08EC0E6}"/>
              </a:ext>
            </a:extLst>
          </p:cNvPr>
          <p:cNvGrpSpPr>
            <a:grpSpLocks/>
          </p:cNvGrpSpPr>
          <p:nvPr/>
        </p:nvGrpSpPr>
        <p:grpSpPr bwMode="auto">
          <a:xfrm>
            <a:off x="5560177" y="191612"/>
            <a:ext cx="2964065" cy="2346413"/>
            <a:chOff x="6350083" y="2636615"/>
            <a:chExt cx="3367485" cy="2796467"/>
          </a:xfrm>
        </p:grpSpPr>
        <p:graphicFrame>
          <p:nvGraphicFramePr>
            <p:cNvPr id="97" name="Object 21">
              <a:extLst>
                <a:ext uri="{FF2B5EF4-FFF2-40B4-BE49-F238E27FC236}">
                  <a16:creationId xmlns:a16="http://schemas.microsoft.com/office/drawing/2014/main" id="{64E39413-6FF4-4C0E-BC10-1E404F541D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15932" y="5162926"/>
            <a:ext cx="201636" cy="2269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07" name="Equation" r:id="rId11" imgW="4267200" imgH="4572000" progId="Equation.DSMT4">
                    <p:embed/>
                  </p:oleObj>
                </mc:Choice>
                <mc:Fallback>
                  <p:oleObj name="Equation" r:id="rId11" imgW="4267200" imgH="4572000" progId="Equation.DSMT4">
                    <p:embed/>
                    <p:pic>
                      <p:nvPicPr>
                        <p:cNvPr id="0" name="Picture 1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15932" y="5162926"/>
                          <a:ext cx="201636" cy="2269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" name="Line 22">
              <a:extLst>
                <a:ext uri="{FF2B5EF4-FFF2-40B4-BE49-F238E27FC236}">
                  <a16:creationId xmlns:a16="http://schemas.microsoft.com/office/drawing/2014/main" id="{07A72305-B254-4FB8-9132-00F7FF940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3519" y="5132443"/>
              <a:ext cx="32760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23">
              <a:extLst>
                <a:ext uri="{FF2B5EF4-FFF2-40B4-BE49-F238E27FC236}">
                  <a16:creationId xmlns:a16="http://schemas.microsoft.com/office/drawing/2014/main" id="{D6177474-D2ED-41F7-9100-8AA0CA634C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48945" y="2694685"/>
              <a:ext cx="0" cy="27383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graphicFrame>
          <p:nvGraphicFramePr>
            <p:cNvPr id="100" name="Object 26">
              <a:extLst>
                <a:ext uri="{FF2B5EF4-FFF2-40B4-BE49-F238E27FC236}">
                  <a16:creationId xmlns:a16="http://schemas.microsoft.com/office/drawing/2014/main" id="{B48A4645-B2EB-45D1-90EA-61CA227613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20529" y="2636615"/>
            <a:ext cx="216360" cy="287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08" name="Equation" r:id="rId13" imgW="4572000" imgH="5791200" progId="Equation.DSMT4">
                    <p:embed/>
                  </p:oleObj>
                </mc:Choice>
                <mc:Fallback>
                  <p:oleObj name="Equation" r:id="rId13" imgW="4572000" imgH="5791200" progId="Equation.DSMT4">
                    <p:embed/>
                    <p:pic>
                      <p:nvPicPr>
                        <p:cNvPr id="0" name="Picture 1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0529" y="2636615"/>
                          <a:ext cx="216360" cy="2874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" name="Object 27">
              <a:extLst>
                <a:ext uri="{FF2B5EF4-FFF2-40B4-BE49-F238E27FC236}">
                  <a16:creationId xmlns:a16="http://schemas.microsoft.com/office/drawing/2014/main" id="{F0222542-FABD-493B-80AC-4B68BAB8FB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50083" y="5139126"/>
            <a:ext cx="259712" cy="287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09" name="Equation" r:id="rId15" imgW="5486400" imgH="5791200" progId="Equation.DSMT4">
                    <p:embed/>
                  </p:oleObj>
                </mc:Choice>
                <mc:Fallback>
                  <p:oleObj name="Equation" r:id="rId15" imgW="5486400" imgH="5791200" progId="Equation.DSMT4">
                    <p:embed/>
                    <p:pic>
                      <p:nvPicPr>
                        <p:cNvPr id="0" name="Picture 1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0083" y="5139126"/>
                          <a:ext cx="259712" cy="2874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" name="任意多边形: 形状 35">
            <a:extLst>
              <a:ext uri="{FF2B5EF4-FFF2-40B4-BE49-F238E27FC236}">
                <a16:creationId xmlns:a16="http://schemas.microsoft.com/office/drawing/2014/main" id="{423E23AC-6BFB-46C3-8833-4A72C6962CD5}"/>
              </a:ext>
            </a:extLst>
          </p:cNvPr>
          <p:cNvSpPr/>
          <p:nvPr/>
        </p:nvSpPr>
        <p:spPr>
          <a:xfrm rot="20880997">
            <a:off x="5863853" y="555156"/>
            <a:ext cx="1672878" cy="1268298"/>
          </a:xfrm>
          <a:custGeom>
            <a:avLst/>
            <a:gdLst>
              <a:gd name="connsiteX0" fmla="*/ 0 w 1899138"/>
              <a:gd name="connsiteY0" fmla="*/ 1559170 h 1559170"/>
              <a:gd name="connsiteX1" fmla="*/ 1090246 w 1899138"/>
              <a:gd name="connsiteY1" fmla="*/ 1289539 h 1559170"/>
              <a:gd name="connsiteX2" fmla="*/ 1899138 w 1899138"/>
              <a:gd name="connsiteY2" fmla="*/ 0 h 155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99138" h="1559170">
                <a:moveTo>
                  <a:pt x="0" y="1559170"/>
                </a:moveTo>
                <a:cubicBezTo>
                  <a:pt x="386861" y="1554285"/>
                  <a:pt x="773723" y="1549401"/>
                  <a:pt x="1090246" y="1289539"/>
                </a:cubicBezTo>
                <a:cubicBezTo>
                  <a:pt x="1406769" y="1029677"/>
                  <a:pt x="1652953" y="514838"/>
                  <a:pt x="1899138" y="0"/>
                </a:cubicBezTo>
              </a:path>
            </a:pathLst>
          </a:custGeom>
          <a:noFill/>
          <a:ln w="19050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3" name="Object 24">
            <a:extLst>
              <a:ext uri="{FF2B5EF4-FFF2-40B4-BE49-F238E27FC236}">
                <a16:creationId xmlns:a16="http://schemas.microsoft.com/office/drawing/2014/main" id="{7698B920-5A49-4CFC-84A5-A3CDE05D83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745518"/>
              </p:ext>
            </p:extLst>
          </p:nvPr>
        </p:nvGraphicFramePr>
        <p:xfrm>
          <a:off x="7524750" y="295275"/>
          <a:ext cx="92700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10" name="Equation" r:id="rId17" imgW="927000" imgH="304560" progId="Equation.DSMT4">
                  <p:embed/>
                </p:oleObj>
              </mc:Choice>
              <mc:Fallback>
                <p:oleObj name="Equation" r:id="rId17" imgW="927000" imgH="304560" progId="Equation.DSMT4">
                  <p:embed/>
                  <p:pic>
                    <p:nvPicPr>
                      <p:cNvPr id="0" name="Picture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295275"/>
                        <a:ext cx="927000" cy="304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65D3C002-A32B-4DB0-8E84-9A5E14E1A782}"/>
              </a:ext>
            </a:extLst>
          </p:cNvPr>
          <p:cNvCxnSpPr>
            <a:cxnSpLocks/>
          </p:cNvCxnSpPr>
          <p:nvPr/>
        </p:nvCxnSpPr>
        <p:spPr>
          <a:xfrm flipV="1">
            <a:off x="5978512" y="844081"/>
            <a:ext cx="1944216" cy="14401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>
            <a:extLst>
              <a:ext uri="{FF2B5EF4-FFF2-40B4-BE49-F238E27FC236}">
                <a16:creationId xmlns:a16="http://schemas.microsoft.com/office/drawing/2014/main" id="{12B50A73-0614-4840-84D8-F91B5F060408}"/>
              </a:ext>
            </a:extLst>
          </p:cNvPr>
          <p:cNvSpPr/>
          <p:nvPr/>
        </p:nvSpPr>
        <p:spPr>
          <a:xfrm>
            <a:off x="6596382" y="1537403"/>
            <a:ext cx="2648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•</a:t>
            </a:r>
          </a:p>
        </p:txBody>
      </p:sp>
      <p:graphicFrame>
        <p:nvGraphicFramePr>
          <p:cNvPr id="106" name="Object 24">
            <a:extLst>
              <a:ext uri="{FF2B5EF4-FFF2-40B4-BE49-F238E27FC236}">
                <a16:creationId xmlns:a16="http://schemas.microsoft.com/office/drawing/2014/main" id="{396AFF54-701A-4185-8A76-1B438ABA88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535179"/>
              </p:ext>
            </p:extLst>
          </p:nvPr>
        </p:nvGraphicFramePr>
        <p:xfrm>
          <a:off x="6515314" y="1467384"/>
          <a:ext cx="279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11" name="Equation" r:id="rId19" imgW="6705600" imgH="5181600" progId="Equation.DSMT4">
                  <p:embed/>
                </p:oleObj>
              </mc:Choice>
              <mc:Fallback>
                <p:oleObj name="Equation" r:id="rId19" imgW="6705600" imgH="5181600" progId="Equation.DSMT4">
                  <p:embed/>
                  <p:pic>
                    <p:nvPicPr>
                      <p:cNvPr id="0" name="Picture 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314" y="1467384"/>
                        <a:ext cx="279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24">
            <a:extLst>
              <a:ext uri="{FF2B5EF4-FFF2-40B4-BE49-F238E27FC236}">
                <a16:creationId xmlns:a16="http://schemas.microsoft.com/office/drawing/2014/main" id="{65408906-CA6F-49B7-AF1F-1BEBC74B7C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56153"/>
              </p:ext>
            </p:extLst>
          </p:nvPr>
        </p:nvGraphicFramePr>
        <p:xfrm>
          <a:off x="6928203" y="962559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12" name="Equation" r:id="rId21" imgW="5486400" imgH="5486400" progId="Equation.DSMT4">
                  <p:embed/>
                </p:oleObj>
              </mc:Choice>
              <mc:Fallback>
                <p:oleObj name="Equation" r:id="rId21" imgW="5486400" imgH="5486400" progId="Equation.DSMT4">
                  <p:embed/>
                  <p:pic>
                    <p:nvPicPr>
                      <p:cNvPr id="0" name="Picture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8203" y="962559"/>
                        <a:ext cx="2286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矩形 107">
            <a:extLst>
              <a:ext uri="{FF2B5EF4-FFF2-40B4-BE49-F238E27FC236}">
                <a16:creationId xmlns:a16="http://schemas.microsoft.com/office/drawing/2014/main" id="{B925397A-0D84-4FCC-915E-B6286FC1AEDF}"/>
              </a:ext>
            </a:extLst>
          </p:cNvPr>
          <p:cNvSpPr/>
          <p:nvPr/>
        </p:nvSpPr>
        <p:spPr>
          <a:xfrm>
            <a:off x="6998995" y="989305"/>
            <a:ext cx="2648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•</a:t>
            </a:r>
          </a:p>
        </p:txBody>
      </p: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B544BC99-B2AF-4B8E-A170-6105566C581B}"/>
              </a:ext>
            </a:extLst>
          </p:cNvPr>
          <p:cNvCxnSpPr/>
          <p:nvPr/>
        </p:nvCxnSpPr>
        <p:spPr>
          <a:xfrm>
            <a:off x="6728790" y="1891356"/>
            <a:ext cx="414000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0" name="Object 24">
            <a:extLst>
              <a:ext uri="{FF2B5EF4-FFF2-40B4-BE49-F238E27FC236}">
                <a16:creationId xmlns:a16="http://schemas.microsoft.com/office/drawing/2014/main" id="{6B7B6578-189A-456D-9956-3C0DBFC64E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745793"/>
              </p:ext>
            </p:extLst>
          </p:nvPr>
        </p:nvGraphicFramePr>
        <p:xfrm>
          <a:off x="7210127" y="1852556"/>
          <a:ext cx="317160" cy="24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13" name="Equation" r:id="rId23" imgW="317160" imgH="241200" progId="Equation.DSMT4">
                  <p:embed/>
                </p:oleObj>
              </mc:Choice>
              <mc:Fallback>
                <p:oleObj name="Equation" r:id="rId23" imgW="317160" imgH="241200" progId="Equation.DSMT4">
                  <p:embed/>
                  <p:pic>
                    <p:nvPicPr>
                      <p:cNvPr id="0" name="Picture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0127" y="1852556"/>
                        <a:ext cx="317160" cy="24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BE3DD718-704D-4339-BBC2-C359D575A400}"/>
              </a:ext>
            </a:extLst>
          </p:cNvPr>
          <p:cNvCxnSpPr/>
          <p:nvPr/>
        </p:nvCxnSpPr>
        <p:spPr>
          <a:xfrm flipV="1">
            <a:off x="6748144" y="1725734"/>
            <a:ext cx="1512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2" name="Object 24">
            <a:extLst>
              <a:ext uri="{FF2B5EF4-FFF2-40B4-BE49-F238E27FC236}">
                <a16:creationId xmlns:a16="http://schemas.microsoft.com/office/drawing/2014/main" id="{CE4EC6ED-3D4A-490D-98C6-22B9044119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390002"/>
              </p:ext>
            </p:extLst>
          </p:nvPr>
        </p:nvGraphicFramePr>
        <p:xfrm>
          <a:off x="7943816" y="766821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14" name="Equation" r:id="rId25" imgW="4876800" imgH="5486400" progId="Equation.DSMT4">
                  <p:embed/>
                </p:oleObj>
              </mc:Choice>
              <mc:Fallback>
                <p:oleObj name="Equation" r:id="rId25" imgW="4876800" imgH="5486400" progId="Equation.DSMT4">
                  <p:embed/>
                  <p:pic>
                    <p:nvPicPr>
                      <p:cNvPr id="0" name="Picture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3816" y="766821"/>
                        <a:ext cx="2032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8A2E3573-B4A8-4B62-ABB3-A73ADFC29132}"/>
              </a:ext>
            </a:extLst>
          </p:cNvPr>
          <p:cNvCxnSpPr/>
          <p:nvPr/>
        </p:nvCxnSpPr>
        <p:spPr>
          <a:xfrm>
            <a:off x="7980668" y="1181661"/>
            <a:ext cx="0" cy="554400"/>
          </a:xfrm>
          <a:prstGeom prst="straightConnector1">
            <a:avLst/>
          </a:prstGeom>
          <a:ln w="19050">
            <a:solidFill>
              <a:srgbClr val="0064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4" name="Object 24">
            <a:extLst>
              <a:ext uri="{FF2B5EF4-FFF2-40B4-BE49-F238E27FC236}">
                <a16:creationId xmlns:a16="http://schemas.microsoft.com/office/drawing/2014/main" id="{AC2906A1-4728-42E8-8DA2-C13AA7A8EA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039919"/>
              </p:ext>
            </p:extLst>
          </p:nvPr>
        </p:nvGraphicFramePr>
        <p:xfrm>
          <a:off x="8131175" y="1433513"/>
          <a:ext cx="317160" cy="291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15" name="Equation" r:id="rId27" imgW="317160" imgH="291960" progId="Equation.DSMT4">
                  <p:embed/>
                </p:oleObj>
              </mc:Choice>
              <mc:Fallback>
                <p:oleObj name="Equation" r:id="rId27" imgW="317160" imgH="291960" progId="Equation.DSMT4">
                  <p:embed/>
                  <p:pic>
                    <p:nvPicPr>
                      <p:cNvPr id="0" name="Picture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1175" y="1433513"/>
                        <a:ext cx="317160" cy="291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E0E3A7AA-5928-4595-A96B-D26E2C876B00}"/>
              </a:ext>
            </a:extLst>
          </p:cNvPr>
          <p:cNvCxnSpPr/>
          <p:nvPr/>
        </p:nvCxnSpPr>
        <p:spPr>
          <a:xfrm>
            <a:off x="7146501" y="1407003"/>
            <a:ext cx="360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03E34538-1466-4E5A-BFF2-B713540DD87A}"/>
              </a:ext>
            </a:extLst>
          </p:cNvPr>
          <p:cNvCxnSpPr/>
          <p:nvPr/>
        </p:nvCxnSpPr>
        <p:spPr>
          <a:xfrm>
            <a:off x="7467836" y="1402339"/>
            <a:ext cx="0" cy="31680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Object 24">
            <a:extLst>
              <a:ext uri="{FF2B5EF4-FFF2-40B4-BE49-F238E27FC236}">
                <a16:creationId xmlns:a16="http://schemas.microsoft.com/office/drawing/2014/main" id="{F2A6DA03-CEB7-4486-B640-790BBAE447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893266"/>
              </p:ext>
            </p:extLst>
          </p:nvPr>
        </p:nvGraphicFramePr>
        <p:xfrm>
          <a:off x="7518816" y="1411455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16" name="Equation" r:id="rId29" imgW="7010400" imgH="7315200" progId="Equation.DSMT4">
                  <p:embed/>
                </p:oleObj>
              </mc:Choice>
              <mc:Fallback>
                <p:oleObj name="Equation" r:id="rId29" imgW="7010400" imgH="7315200" progId="Equation.DSMT4">
                  <p:embed/>
                  <p:pic>
                    <p:nvPicPr>
                      <p:cNvPr id="0" name="Picture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816" y="1411455"/>
                        <a:ext cx="292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24">
            <a:extLst>
              <a:ext uri="{FF2B5EF4-FFF2-40B4-BE49-F238E27FC236}">
                <a16:creationId xmlns:a16="http://schemas.microsoft.com/office/drawing/2014/main" id="{93664E9B-E4AA-4ED5-8F5F-2DE525E88E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080035"/>
              </p:ext>
            </p:extLst>
          </p:nvPr>
        </p:nvGraphicFramePr>
        <p:xfrm>
          <a:off x="7132750" y="1719516"/>
          <a:ext cx="190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17" name="Equation" r:id="rId31" imgW="4572000" imgH="5181600" progId="Equation.DSMT4">
                  <p:embed/>
                </p:oleObj>
              </mc:Choice>
              <mc:Fallback>
                <p:oleObj name="Equation" r:id="rId31" imgW="4572000" imgH="5181600" progId="Equation.DSMT4">
                  <p:embed/>
                  <p:pic>
                    <p:nvPicPr>
                      <p:cNvPr id="0" name="Picture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2750" y="1719516"/>
                        <a:ext cx="1905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24">
            <a:extLst>
              <a:ext uri="{FF2B5EF4-FFF2-40B4-BE49-F238E27FC236}">
                <a16:creationId xmlns:a16="http://schemas.microsoft.com/office/drawing/2014/main" id="{CC646853-B79A-4CDA-8DB8-5A24D2DEDA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063638"/>
              </p:ext>
            </p:extLst>
          </p:nvPr>
        </p:nvGraphicFramePr>
        <p:xfrm>
          <a:off x="7133790" y="1393369"/>
          <a:ext cx="203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18" name="Equation" r:id="rId33" imgW="4876800" imgH="6400800" progId="Equation.DSMT4">
                  <p:embed/>
                </p:oleObj>
              </mc:Choice>
              <mc:Fallback>
                <p:oleObj name="Equation" r:id="rId33" imgW="4876800" imgH="6400800" progId="Equation.DSMT4">
                  <p:embed/>
                  <p:pic>
                    <p:nvPicPr>
                      <p:cNvPr id="0" name="Picture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3790" y="1393369"/>
                        <a:ext cx="2032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119">
            <a:extLst>
              <a:ext uri="{FF2B5EF4-FFF2-40B4-BE49-F238E27FC236}">
                <a16:creationId xmlns:a16="http://schemas.microsoft.com/office/drawing/2014/main" id="{501AAA25-45F6-4670-A6C9-BF8A263C51F8}"/>
              </a:ext>
            </a:extLst>
          </p:cNvPr>
          <p:cNvGrpSpPr/>
          <p:nvPr/>
        </p:nvGrpSpPr>
        <p:grpSpPr>
          <a:xfrm>
            <a:off x="6016209" y="2035987"/>
            <a:ext cx="491662" cy="348057"/>
            <a:chOff x="5517744" y="2738167"/>
            <a:chExt cx="491662" cy="348057"/>
          </a:xfrm>
        </p:grpSpPr>
        <p:graphicFrame>
          <p:nvGraphicFramePr>
            <p:cNvPr id="121" name="Object 20">
              <a:extLst>
                <a:ext uri="{FF2B5EF4-FFF2-40B4-BE49-F238E27FC236}">
                  <a16:creationId xmlns:a16="http://schemas.microsoft.com/office/drawing/2014/main" id="{92C23C91-3FDC-4EE7-8BDE-0D4F32954A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89176" y="2738167"/>
            <a:ext cx="220230" cy="222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19" name="Equation" r:id="rId35" imgW="177840" imgH="177840" progId="Equation.DSMT4">
                    <p:embed/>
                  </p:oleObj>
                </mc:Choice>
                <mc:Fallback>
                  <p:oleObj name="Equation" r:id="rId35" imgW="177840" imgH="177840" progId="Equation.DSMT4">
                    <p:embed/>
                    <p:pic>
                      <p:nvPicPr>
                        <p:cNvPr id="0" name="Picture 1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89176" y="2738167"/>
                          <a:ext cx="220230" cy="2228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" name="弧形 121">
              <a:extLst>
                <a:ext uri="{FF2B5EF4-FFF2-40B4-BE49-F238E27FC236}">
                  <a16:creationId xmlns:a16="http://schemas.microsoft.com/office/drawing/2014/main" id="{2F2B1B0F-86E6-461F-9D0E-F565115E3C71}"/>
                </a:ext>
              </a:extLst>
            </p:cNvPr>
            <p:cNvSpPr/>
            <p:nvPr/>
          </p:nvSpPr>
          <p:spPr>
            <a:xfrm rot="814332">
              <a:off x="5517744" y="2824600"/>
              <a:ext cx="319894" cy="261624"/>
            </a:xfrm>
            <a:prstGeom prst="arc">
              <a:avLst/>
            </a:prstGeom>
            <a:ln w="19050">
              <a:solidFill>
                <a:srgbClr val="00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" name="组合 59">
            <a:extLst>
              <a:ext uri="{FF2B5EF4-FFF2-40B4-BE49-F238E27FC236}">
                <a16:creationId xmlns:a16="http://schemas.microsoft.com/office/drawing/2014/main" id="{BDF2D6AB-AB86-42F5-8E1C-360A042FDAD3}"/>
              </a:ext>
            </a:extLst>
          </p:cNvPr>
          <p:cNvGrpSpPr/>
          <p:nvPr/>
        </p:nvGrpSpPr>
        <p:grpSpPr>
          <a:xfrm>
            <a:off x="563844" y="4038143"/>
            <a:ext cx="3701045" cy="539353"/>
            <a:chOff x="3605235" y="3158163"/>
            <a:chExt cx="3701045" cy="539353"/>
          </a:xfrm>
        </p:grpSpPr>
        <p:sp>
          <p:nvSpPr>
            <p:cNvPr id="61" name="文本框 2">
              <a:extLst>
                <a:ext uri="{FF2B5EF4-FFF2-40B4-BE49-F238E27FC236}">
                  <a16:creationId xmlns:a16="http://schemas.microsoft.com/office/drawing/2014/main" id="{6E6D2C91-F18B-42D4-BDE7-259FAF970221}"/>
                </a:ext>
              </a:extLst>
            </p:cNvPr>
            <p:cNvSpPr txBox="1"/>
            <p:nvPr/>
          </p:nvSpPr>
          <p:spPr>
            <a:xfrm>
              <a:off x="3605235" y="3183384"/>
              <a:ext cx="37010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当   很小时，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</a:p>
          </p:txBody>
        </p:sp>
        <p:graphicFrame>
          <p:nvGraphicFramePr>
            <p:cNvPr id="62" name="Object 9">
              <a:extLst>
                <a:ext uri="{FF2B5EF4-FFF2-40B4-BE49-F238E27FC236}">
                  <a16:creationId xmlns:a16="http://schemas.microsoft.com/office/drawing/2014/main" id="{4C25ED56-6C4F-4FA4-8D9A-C12CADD92E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2879" y="3233676"/>
            <a:ext cx="473045" cy="420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20" name="Equation" r:id="rId37" imgW="11277600" imgH="10363200" progId="Equation.DSMT4">
                    <p:embed/>
                  </p:oleObj>
                </mc:Choice>
                <mc:Fallback>
                  <p:oleObj name="Equation" r:id="rId37" imgW="11277600" imgH="10363200" progId="Equation.DSMT4">
                    <p:embed/>
                    <p:pic>
                      <p:nvPicPr>
                        <p:cNvPr id="0" name="Picture 1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2879" y="3233676"/>
                          <a:ext cx="473045" cy="4206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Rectangle 67">
              <a:extLst>
                <a:ext uri="{FF2B5EF4-FFF2-40B4-BE49-F238E27FC236}">
                  <a16:creationId xmlns:a16="http://schemas.microsoft.com/office/drawing/2014/main" id="{AFB0E280-E796-4618-A308-09391B035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4405" y="3158163"/>
              <a:ext cx="1187306" cy="53935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64" name="Object 9">
              <a:extLst>
                <a:ext uri="{FF2B5EF4-FFF2-40B4-BE49-F238E27FC236}">
                  <a16:creationId xmlns:a16="http://schemas.microsoft.com/office/drawing/2014/main" id="{D214DB6C-B2F2-4B3E-BA31-A3068519D3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78732" y="3302179"/>
            <a:ext cx="971659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21" name="Equation" r:id="rId39" imgW="23164800" imgH="8229600" progId="Equation.DSMT4">
                    <p:embed/>
                  </p:oleObj>
                </mc:Choice>
                <mc:Fallback>
                  <p:oleObj name="Equation" r:id="rId39" imgW="23164800" imgH="8229600" progId="Equation.DSMT4">
                    <p:embed/>
                    <p:pic>
                      <p:nvPicPr>
                        <p:cNvPr id="0" name="Picture 1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78732" y="3302179"/>
                          <a:ext cx="971659" cy="333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65"/>
          <p:cNvGrpSpPr/>
          <p:nvPr/>
        </p:nvGrpSpPr>
        <p:grpSpPr>
          <a:xfrm>
            <a:off x="4668300" y="3966135"/>
            <a:ext cx="3672408" cy="648072"/>
            <a:chOff x="4427984" y="4371950"/>
            <a:chExt cx="3672408" cy="648072"/>
          </a:xfrm>
        </p:grpSpPr>
        <p:sp>
          <p:nvSpPr>
            <p:cNvPr id="60" name="文本框 8">
              <a:extLst>
                <a:ext uri="{FF2B5EF4-FFF2-40B4-BE49-F238E27FC236}">
                  <a16:creationId xmlns:a16="http://schemas.microsoft.com/office/drawing/2014/main" id="{8D4538D6-0487-47B3-83C6-E7C78CCD825D}"/>
                </a:ext>
              </a:extLst>
            </p:cNvPr>
            <p:cNvSpPr txBox="1"/>
            <p:nvPr/>
          </p:nvSpPr>
          <p:spPr>
            <a:xfrm>
              <a:off x="4644008" y="4373691"/>
              <a:ext cx="34563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以</a:t>
              </a:r>
              <a:r>
                <a:rPr lang="en-US" altLang="zh-CN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zh-CN" altLang="en-US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切线段</a:t>
              </a:r>
              <a:r>
                <a:rPr lang="en-US" altLang="zh-CN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  <a:r>
                <a:rPr lang="zh-CN" altLang="en-US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直代</a:t>
              </a:r>
              <a:r>
                <a:rPr lang="en-US" altLang="zh-CN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zh-CN" altLang="en-US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曲线段</a:t>
              </a:r>
              <a:r>
                <a:rPr lang="en-US" altLang="zh-CN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  <a:r>
                <a:rPr lang="zh-CN" altLang="en-US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曲、</a:t>
              </a:r>
              <a:endPara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r>
                <a:rPr lang="zh-CN" altLang="en-US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以线性函数代替非线性函数</a:t>
              </a:r>
              <a:r>
                <a:rPr lang="en-US" altLang="zh-CN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.</a:t>
              </a:r>
              <a:endPara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5" name="圆角矩形 64"/>
            <p:cNvSpPr/>
            <p:nvPr/>
          </p:nvSpPr>
          <p:spPr>
            <a:xfrm>
              <a:off x="4427984" y="4371950"/>
              <a:ext cx="3456384" cy="648072"/>
            </a:xfrm>
            <a:prstGeom prst="roundRect">
              <a:avLst/>
            </a:prstGeom>
            <a:noFill/>
            <a:ln w="15875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66" name="组合 92">
            <a:extLst>
              <a:ext uri="{FF2B5EF4-FFF2-40B4-BE49-F238E27FC236}">
                <a16:creationId xmlns:a16="http://schemas.microsoft.com/office/drawing/2014/main" id="{C9D4B55D-8A14-4F0F-BF96-18DBB2FAF80D}"/>
              </a:ext>
            </a:extLst>
          </p:cNvPr>
          <p:cNvGrpSpPr/>
          <p:nvPr/>
        </p:nvGrpSpPr>
        <p:grpSpPr>
          <a:xfrm>
            <a:off x="739721" y="2784390"/>
            <a:ext cx="8080751" cy="461665"/>
            <a:chOff x="827594" y="3934706"/>
            <a:chExt cx="8080751" cy="461665"/>
          </a:xfrm>
        </p:grpSpPr>
        <p:sp>
          <p:nvSpPr>
            <p:cNvPr id="68" name="文本框 8">
              <a:extLst>
                <a:ext uri="{FF2B5EF4-FFF2-40B4-BE49-F238E27FC236}">
                  <a16:creationId xmlns:a16="http://schemas.microsoft.com/office/drawing/2014/main" id="{ED279023-AC0F-4B30-A8E5-F825A1B4A1BD}"/>
                </a:ext>
              </a:extLst>
            </p:cNvPr>
            <p:cNvSpPr txBox="1"/>
            <p:nvPr/>
          </p:nvSpPr>
          <p:spPr>
            <a:xfrm>
              <a:off x="827594" y="3934706"/>
              <a:ext cx="80807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总之，对可微函数       而言，当   是曲线       上的</a:t>
              </a:r>
            </a:p>
          </p:txBody>
        </p:sp>
        <p:graphicFrame>
          <p:nvGraphicFramePr>
            <p:cNvPr id="70" name="Object 9">
              <a:extLst>
                <a:ext uri="{FF2B5EF4-FFF2-40B4-BE49-F238E27FC236}">
                  <a16:creationId xmlns:a16="http://schemas.microsoft.com/office/drawing/2014/main" id="{2ED0DB17-A160-41B4-B597-F4B7005D35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0729271"/>
                </p:ext>
              </p:extLst>
            </p:nvPr>
          </p:nvGraphicFramePr>
          <p:xfrm>
            <a:off x="3377486" y="4012005"/>
            <a:ext cx="1101725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22" name="Equation" r:id="rId41" imgW="26517600" imgH="8229600" progId="Equation.DSMT4">
                    <p:embed/>
                  </p:oleObj>
                </mc:Choice>
                <mc:Fallback>
                  <p:oleObj name="Equation" r:id="rId41" imgW="26517600" imgH="8229600" progId="Equation.DSMT4">
                    <p:embed/>
                    <p:pic>
                      <p:nvPicPr>
                        <p:cNvPr id="0" name="Picture 1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7486" y="4012005"/>
                          <a:ext cx="1101725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9">
              <a:extLst>
                <a:ext uri="{FF2B5EF4-FFF2-40B4-BE49-F238E27FC236}">
                  <a16:creationId xmlns:a16="http://schemas.microsoft.com/office/drawing/2014/main" id="{B79EB16F-D430-49B5-83C8-E894B04115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9779795"/>
                </p:ext>
              </p:extLst>
            </p:nvPr>
          </p:nvGraphicFramePr>
          <p:xfrm>
            <a:off x="5747901" y="4017867"/>
            <a:ext cx="366713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23" name="Equation" r:id="rId43" imgW="8839200" imgH="8229600" progId="Equation.DSMT4">
                    <p:embed/>
                  </p:oleObj>
                </mc:Choice>
                <mc:Fallback>
                  <p:oleObj name="Equation" r:id="rId43" imgW="8839200" imgH="8229600" progId="Equation.DSMT4">
                    <p:embed/>
                    <p:pic>
                      <p:nvPicPr>
                        <p:cNvPr id="0" name="Picture 1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47901" y="4017867"/>
                          <a:ext cx="366713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9">
              <a:extLst>
                <a:ext uri="{FF2B5EF4-FFF2-40B4-BE49-F238E27FC236}">
                  <a16:creationId xmlns:a16="http://schemas.microsoft.com/office/drawing/2014/main" id="{8CEF0095-4D9B-47C6-84E3-96F1AB1FBE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1464295"/>
                </p:ext>
              </p:extLst>
            </p:nvPr>
          </p:nvGraphicFramePr>
          <p:xfrm>
            <a:off x="7070675" y="4017221"/>
            <a:ext cx="1101725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24" name="Equation" r:id="rId45" imgW="26517600" imgH="8229600" progId="Equation.DSMT4">
                    <p:embed/>
                  </p:oleObj>
                </mc:Choice>
                <mc:Fallback>
                  <p:oleObj name="Equation" r:id="rId45" imgW="26517600" imgH="8229600" progId="Equation.DSMT4">
                    <p:embed/>
                    <p:pic>
                      <p:nvPicPr>
                        <p:cNvPr id="0" name="Picture 1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0675" y="4017221"/>
                          <a:ext cx="1101725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7" name="组合 93">
            <a:extLst>
              <a:ext uri="{FF2B5EF4-FFF2-40B4-BE49-F238E27FC236}">
                <a16:creationId xmlns:a16="http://schemas.microsoft.com/office/drawing/2014/main" id="{80BC5160-42DC-4297-97EA-03973FBFAF71}"/>
              </a:ext>
            </a:extLst>
          </p:cNvPr>
          <p:cNvGrpSpPr/>
          <p:nvPr/>
        </p:nvGrpSpPr>
        <p:grpSpPr>
          <a:xfrm>
            <a:off x="-12220" y="3360454"/>
            <a:ext cx="8904700" cy="461665"/>
            <a:chOff x="122130" y="4462753"/>
            <a:chExt cx="8000307" cy="461665"/>
          </a:xfrm>
        </p:grpSpPr>
        <p:sp>
          <p:nvSpPr>
            <p:cNvPr id="78" name="文本框 8">
              <a:extLst>
                <a:ext uri="{FF2B5EF4-FFF2-40B4-BE49-F238E27FC236}">
                  <a16:creationId xmlns:a16="http://schemas.microsoft.com/office/drawing/2014/main" id="{AEC8484B-B610-4C5D-BD89-6A5B0829BCB4}"/>
                </a:ext>
              </a:extLst>
            </p:cNvPr>
            <p:cNvSpPr txBox="1"/>
            <p:nvPr/>
          </p:nvSpPr>
          <p:spPr>
            <a:xfrm>
              <a:off x="122130" y="4462753"/>
              <a:ext cx="80003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点的纵坐标</a:t>
              </a:r>
              <a:r>
                <a:rPr lang="zh-CN" altLang="en-US" sz="2400" b="1" dirty="0">
                  <a:latin typeface="+mn-ea"/>
                </a:rPr>
                <a:t>增量</a:t>
              </a:r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时，  就是曲线的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切线</a:t>
              </a:r>
              <a:r>
                <a:rPr lang="zh-CN" altLang="en-US" sz="2400" b="1" dirty="0">
                  <a:latin typeface="+mn-ea"/>
                </a:rPr>
                <a:t>上点的纵坐标的相应</a:t>
              </a:r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增量</a:t>
              </a:r>
              <a:r>
                <a:rPr lang="en-US" altLang="zh-CN" sz="2400" b="1" dirty="0">
                  <a:solidFill>
                    <a:schemeClr val="tx1"/>
                  </a:solidFill>
                  <a:latin typeface="+mn-ea"/>
                </a:rPr>
                <a:t>.</a:t>
              </a:r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 </a:t>
              </a:r>
            </a:p>
          </p:txBody>
        </p:sp>
        <p:graphicFrame>
          <p:nvGraphicFramePr>
            <p:cNvPr id="79" name="Object 9">
              <a:extLst>
                <a:ext uri="{FF2B5EF4-FFF2-40B4-BE49-F238E27FC236}">
                  <a16:creationId xmlns:a16="http://schemas.microsoft.com/office/drawing/2014/main" id="{202C7685-BF5D-4B62-B3CE-B6F03C1FBE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4237793"/>
                </p:ext>
              </p:extLst>
            </p:nvPr>
          </p:nvGraphicFramePr>
          <p:xfrm>
            <a:off x="2645221" y="4564328"/>
            <a:ext cx="328612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25" name="Equation" r:id="rId47" imgW="7924800" imgH="8229600" progId="Equation.DSMT4">
                    <p:embed/>
                  </p:oleObj>
                </mc:Choice>
                <mc:Fallback>
                  <p:oleObj name="Equation" r:id="rId47" imgW="7924800" imgH="8229600" progId="Equation.DSMT4">
                    <p:embed/>
                    <p:pic>
                      <p:nvPicPr>
                        <p:cNvPr id="0" name="Picture 1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5221" y="4564328"/>
                          <a:ext cx="328612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6908007" y="1203752"/>
            <a:ext cx="880156" cy="1402583"/>
            <a:chOff x="4673497" y="1538303"/>
            <a:chExt cx="880156" cy="1402583"/>
          </a:xfrm>
        </p:grpSpPr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4C97831-A092-4100-9C61-B62287040622}"/>
                </a:ext>
              </a:extLst>
            </p:cNvPr>
            <p:cNvCxnSpPr/>
            <p:nvPr/>
          </p:nvCxnSpPr>
          <p:spPr>
            <a:xfrm>
              <a:off x="4910469" y="1538303"/>
              <a:ext cx="0" cy="1080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9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7864339"/>
                </p:ext>
              </p:extLst>
            </p:nvPr>
          </p:nvGraphicFramePr>
          <p:xfrm>
            <a:off x="4673497" y="2597968"/>
            <a:ext cx="880156" cy="342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26" name="Equation" r:id="rId49" imgW="977760" imgH="380880" progId="Equation.DSMT4">
                    <p:embed/>
                  </p:oleObj>
                </mc:Choice>
                <mc:Fallback>
                  <p:oleObj name="Equation" r:id="rId49" imgW="977760" imgH="380880" progId="Equation.DSMT4">
                    <p:embed/>
                    <p:pic>
                      <p:nvPicPr>
                        <p:cNvPr id="0" name="Picture 1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3497" y="2597968"/>
                          <a:ext cx="880156" cy="3429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" name="组合 78">
            <a:extLst>
              <a:ext uri="{FF2B5EF4-FFF2-40B4-BE49-F238E27FC236}">
                <a16:creationId xmlns:a16="http://schemas.microsoft.com/office/drawing/2014/main" id="{B6F28F78-703B-43A1-AB9E-5060B13E0B48}"/>
              </a:ext>
            </a:extLst>
          </p:cNvPr>
          <p:cNvGrpSpPr/>
          <p:nvPr/>
        </p:nvGrpSpPr>
        <p:grpSpPr>
          <a:xfrm>
            <a:off x="6646699" y="1756044"/>
            <a:ext cx="241300" cy="828085"/>
            <a:chOff x="6248912" y="2526586"/>
            <a:chExt cx="241300" cy="828085"/>
          </a:xfrm>
        </p:grpSpPr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2C695F66-905B-4463-8082-4E0C1025CDB9}"/>
                </a:ext>
              </a:extLst>
            </p:cNvPr>
            <p:cNvCxnSpPr/>
            <p:nvPr/>
          </p:nvCxnSpPr>
          <p:spPr>
            <a:xfrm>
              <a:off x="6338497" y="2526586"/>
              <a:ext cx="0" cy="540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86" name="Object 24">
              <a:extLst>
                <a:ext uri="{FF2B5EF4-FFF2-40B4-BE49-F238E27FC236}">
                  <a16:creationId xmlns:a16="http://schemas.microsoft.com/office/drawing/2014/main" id="{BE3BF799-3BF4-41FF-AF0E-49578323B1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8912" y="3024471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27" name="Equation" r:id="rId51" imgW="5791200" imgH="7924800" progId="Equation.DSMT4">
                    <p:embed/>
                  </p:oleObj>
                </mc:Choice>
                <mc:Fallback>
                  <p:oleObj name="Equation" r:id="rId51" imgW="5791200" imgH="7924800" progId="Equation.DSMT4">
                    <p:embed/>
                    <p:pic>
                      <p:nvPicPr>
                        <p:cNvPr id="0" name="Picture 1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8912" y="3024471"/>
                          <a:ext cx="2413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8078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74" grpId="0" autoUpdateAnimBg="0"/>
      <p:bldP spid="75" grpId="0" autoUpdateAnimBg="0"/>
      <p:bldP spid="102" grpId="0" animBg="1"/>
      <p:bldP spid="105" grpId="0"/>
      <p:bldP spid="10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771312" y="2670226"/>
            <a:ext cx="2088000" cy="2088000"/>
            <a:chOff x="2843808" y="499254"/>
            <a:chExt cx="2088000" cy="2088000"/>
          </a:xfrm>
        </p:grpSpPr>
        <p:sp>
          <p:nvSpPr>
            <p:cNvPr id="6" name="文本框 33">
              <a:extLst>
                <a:ext uri="{FF2B5EF4-FFF2-40B4-BE49-F238E27FC236}">
                  <a16:creationId xmlns:a16="http://schemas.microsoft.com/office/drawing/2014/main" id="{C228AE0E-42E9-4E2C-B965-AAC272DDF416}"/>
                </a:ext>
              </a:extLst>
            </p:cNvPr>
            <p:cNvSpPr txBox="1"/>
            <p:nvPr/>
          </p:nvSpPr>
          <p:spPr>
            <a:xfrm>
              <a:off x="3131840" y="1059582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/>
              <a:r>
                <a:rPr lang="zh-CN" altLang="en-US" sz="2400" b="1" dirty="0">
                  <a:latin typeface="+mn-ea"/>
                </a:rPr>
                <a:t>不定积分</a:t>
              </a:r>
            </a:p>
          </p:txBody>
        </p:sp>
        <p:sp>
          <p:nvSpPr>
            <p:cNvPr id="7" name="椭圆 6"/>
            <p:cNvSpPr/>
            <p:nvPr/>
          </p:nvSpPr>
          <p:spPr>
            <a:xfrm>
              <a:off x="2843808" y="499254"/>
              <a:ext cx="2088000" cy="2088000"/>
            </a:xfrm>
            <a:prstGeom prst="ellipse">
              <a:avLst/>
            </a:pr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71010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3404629"/>
                </p:ext>
              </p:extLst>
            </p:nvPr>
          </p:nvGraphicFramePr>
          <p:xfrm>
            <a:off x="3361184" y="1631702"/>
            <a:ext cx="10668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6" name="Equation" r:id="rId3" imgW="1066800" imgH="508000" progId="Equation.DSMT4">
                    <p:embed/>
                  </p:oleObj>
                </mc:Choice>
                <mc:Fallback>
                  <p:oleObj name="Equation" r:id="rId3" imgW="1066800" imgH="508000" progId="Equation.DSMT4">
                    <p:embed/>
                    <p:pic>
                      <p:nvPicPr>
                        <p:cNvPr id="0" name="Picture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1184" y="1631702"/>
                          <a:ext cx="1066800" cy="5080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4274904" y="2687630"/>
            <a:ext cx="2088000" cy="2088000"/>
            <a:chOff x="827584" y="2859782"/>
            <a:chExt cx="2088000" cy="2088000"/>
          </a:xfrm>
        </p:grpSpPr>
        <p:sp>
          <p:nvSpPr>
            <p:cNvPr id="8" name="椭圆 7"/>
            <p:cNvSpPr/>
            <p:nvPr/>
          </p:nvSpPr>
          <p:spPr>
            <a:xfrm>
              <a:off x="827584" y="2859782"/>
              <a:ext cx="2088000" cy="2088000"/>
            </a:xfrm>
            <a:prstGeom prst="ellipse">
              <a:avLst/>
            </a:pr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33">
              <a:extLst>
                <a:ext uri="{FF2B5EF4-FFF2-40B4-BE49-F238E27FC236}">
                  <a16:creationId xmlns:a16="http://schemas.microsoft.com/office/drawing/2014/main" id="{C228AE0E-42E9-4E2C-B965-AAC272DDF416}"/>
                </a:ext>
              </a:extLst>
            </p:cNvPr>
            <p:cNvSpPr txBox="1"/>
            <p:nvPr/>
          </p:nvSpPr>
          <p:spPr>
            <a:xfrm>
              <a:off x="1115616" y="3363838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/>
              <a:r>
                <a:rPr lang="zh-CN" altLang="en-US" sz="2400" b="1" dirty="0">
                  <a:latin typeface="+mn-ea"/>
                </a:rPr>
                <a:t>微分方程</a:t>
              </a:r>
            </a:p>
          </p:txBody>
        </p:sp>
        <p:graphicFrame>
          <p:nvGraphicFramePr>
            <p:cNvPr id="16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2531685"/>
                </p:ext>
              </p:extLst>
            </p:nvPr>
          </p:nvGraphicFramePr>
          <p:xfrm>
            <a:off x="971600" y="3957042"/>
            <a:ext cx="1800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7" name="Equation" r:id="rId5" imgW="2108200" imgH="342900" progId="Equation.DSMT4">
                    <p:embed/>
                  </p:oleObj>
                </mc:Choice>
                <mc:Fallback>
                  <p:oleObj name="Equation" r:id="rId5" imgW="2108200" imgH="342900" progId="Equation.DSMT4">
                    <p:embed/>
                    <p:pic>
                      <p:nvPicPr>
                        <p:cNvPr id="0" name="Picture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0" y="3957042"/>
                          <a:ext cx="1800200" cy="3429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/>
          <p:nvPr/>
        </p:nvGrpSpPr>
        <p:grpSpPr>
          <a:xfrm>
            <a:off x="2603708" y="453714"/>
            <a:ext cx="2088000" cy="2088000"/>
            <a:chOff x="6084168" y="483518"/>
            <a:chExt cx="2088000" cy="2088000"/>
          </a:xfrm>
        </p:grpSpPr>
        <p:sp>
          <p:nvSpPr>
            <p:cNvPr id="4" name="文本框 33">
              <a:extLst>
                <a:ext uri="{FF2B5EF4-FFF2-40B4-BE49-F238E27FC236}">
                  <a16:creationId xmlns:a16="http://schemas.microsoft.com/office/drawing/2014/main" id="{C228AE0E-42E9-4E2C-B965-AAC272DDF416}"/>
                </a:ext>
              </a:extLst>
            </p:cNvPr>
            <p:cNvSpPr txBox="1"/>
            <p:nvPr/>
          </p:nvSpPr>
          <p:spPr>
            <a:xfrm>
              <a:off x="6372200" y="771550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/>
              <a:r>
                <a:rPr lang="zh-CN" altLang="en-US" sz="2400" b="1" dirty="0">
                  <a:latin typeface="+mn-ea"/>
                </a:rPr>
                <a:t>近似计算</a:t>
              </a:r>
            </a:p>
          </p:txBody>
        </p:sp>
        <p:sp>
          <p:nvSpPr>
            <p:cNvPr id="9" name="椭圆 8"/>
            <p:cNvSpPr/>
            <p:nvPr/>
          </p:nvSpPr>
          <p:spPr>
            <a:xfrm>
              <a:off x="6084168" y="483518"/>
              <a:ext cx="2088000" cy="2088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4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5982389"/>
                </p:ext>
              </p:extLst>
            </p:nvPr>
          </p:nvGraphicFramePr>
          <p:xfrm>
            <a:off x="6372200" y="1347614"/>
            <a:ext cx="1638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8" name="Equation" r:id="rId7" imgW="1637589" imgH="342751" progId="Equation.DSMT4">
                    <p:embed/>
                  </p:oleObj>
                </mc:Choice>
                <mc:Fallback>
                  <p:oleObj name="Equation" r:id="rId7" imgW="1637589" imgH="342751" progId="Equation.DSMT4">
                    <p:embed/>
                    <p:pic>
                      <p:nvPicPr>
                        <p:cNvPr id="0" name="Picture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72200" y="1347614"/>
                          <a:ext cx="1638300" cy="3429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2555836"/>
                </p:ext>
              </p:extLst>
            </p:nvPr>
          </p:nvGraphicFramePr>
          <p:xfrm>
            <a:off x="6764040" y="1868810"/>
            <a:ext cx="800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9" name="Equation" r:id="rId9" imgW="799753" imgH="342751" progId="Equation.DSMT4">
                    <p:embed/>
                  </p:oleObj>
                </mc:Choice>
                <mc:Fallback>
                  <p:oleObj name="Equation" r:id="rId9" imgW="799753" imgH="342751" progId="Equation.DSMT4">
                    <p:embed/>
                    <p:pic>
                      <p:nvPicPr>
                        <p:cNvPr id="0" name="Picture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64040" y="1868810"/>
                          <a:ext cx="800100" cy="3429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平行四边形 24"/>
          <p:cNvSpPr/>
          <p:nvPr/>
        </p:nvSpPr>
        <p:spPr>
          <a:xfrm>
            <a:off x="1763688" y="1491630"/>
            <a:ext cx="5400600" cy="2232248"/>
          </a:xfrm>
          <a:prstGeom prst="parallelogram">
            <a:avLst>
              <a:gd name="adj" fmla="val 82348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415309" y="328641"/>
            <a:ext cx="1560210" cy="1078335"/>
          </a:xfrm>
          <a:prstGeom prst="roundRect">
            <a:avLst/>
          </a:prstGeom>
          <a:solidFill>
            <a:srgbClr val="FFFF00"/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</a:rPr>
              <a:t>微  分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800" b="1" dirty="0">
                <a:solidFill>
                  <a:schemeClr val="tx1"/>
                </a:solidFill>
              </a:rPr>
              <a:t>应   用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6236568" y="428610"/>
            <a:ext cx="2088000" cy="2088000"/>
            <a:chOff x="4716016" y="2859782"/>
            <a:chExt cx="2088000" cy="2088000"/>
          </a:xfrm>
        </p:grpSpPr>
        <p:sp>
          <p:nvSpPr>
            <p:cNvPr id="28" name="椭圆 27"/>
            <p:cNvSpPr/>
            <p:nvPr/>
          </p:nvSpPr>
          <p:spPr>
            <a:xfrm>
              <a:off x="4716016" y="2859782"/>
              <a:ext cx="2088000" cy="2088000"/>
            </a:xfrm>
            <a:prstGeom prst="ellipse">
              <a:avLst/>
            </a:pr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33">
              <a:extLst>
                <a:ext uri="{FF2B5EF4-FFF2-40B4-BE49-F238E27FC236}">
                  <a16:creationId xmlns:a16="http://schemas.microsoft.com/office/drawing/2014/main" id="{C228AE0E-42E9-4E2C-B965-AAC272DDF416}"/>
                </a:ext>
              </a:extLst>
            </p:cNvPr>
            <p:cNvSpPr txBox="1"/>
            <p:nvPr/>
          </p:nvSpPr>
          <p:spPr>
            <a:xfrm>
              <a:off x="5004048" y="3291830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/>
              <a:r>
                <a:rPr lang="zh-CN" altLang="en-US" sz="2400" b="1" dirty="0">
                  <a:latin typeface="+mn-ea"/>
                </a:rPr>
                <a:t>误差估计</a:t>
              </a:r>
            </a:p>
          </p:txBody>
        </p:sp>
        <p:graphicFrame>
          <p:nvGraphicFramePr>
            <p:cNvPr id="30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9921500"/>
                </p:ext>
              </p:extLst>
            </p:nvPr>
          </p:nvGraphicFramePr>
          <p:xfrm>
            <a:off x="5004048" y="4012158"/>
            <a:ext cx="4699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0" name="Equation" r:id="rId11" imgW="469696" imgH="431613" progId="Equation.DSMT4">
                    <p:embed/>
                  </p:oleObj>
                </mc:Choice>
                <mc:Fallback>
                  <p:oleObj name="Equation" r:id="rId11" imgW="469696" imgH="431613" progId="Equation.DSMT4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4048" y="4012158"/>
                          <a:ext cx="469900" cy="4318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文本框 33">
              <a:extLst>
                <a:ext uri="{FF2B5EF4-FFF2-40B4-BE49-F238E27FC236}">
                  <a16:creationId xmlns:a16="http://schemas.microsoft.com/office/drawing/2014/main" id="{C228AE0E-42E9-4E2C-B965-AAC272DDF416}"/>
                </a:ext>
              </a:extLst>
            </p:cNvPr>
            <p:cNvSpPr txBox="1"/>
            <p:nvPr/>
          </p:nvSpPr>
          <p:spPr>
            <a:xfrm>
              <a:off x="5436096" y="3982293"/>
              <a:ext cx="6480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/>
              <a:r>
                <a:rPr lang="zh-CN" altLang="en-US" sz="2400" b="1" dirty="0">
                  <a:latin typeface="+mn-ea"/>
                </a:rPr>
                <a:t>及</a:t>
              </a:r>
              <a:endParaRPr lang="zh-CN" altLang="en-US" dirty="0"/>
            </a:p>
          </p:txBody>
        </p:sp>
        <p:graphicFrame>
          <p:nvGraphicFramePr>
            <p:cNvPr id="32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1293898"/>
                </p:ext>
              </p:extLst>
            </p:nvPr>
          </p:nvGraphicFramePr>
          <p:xfrm>
            <a:off x="5972395" y="3754178"/>
            <a:ext cx="520700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1" name="Equation" r:id="rId13" imgW="520474" imgH="863225" progId="Equation.DSMT4">
                    <p:embed/>
                  </p:oleObj>
                </mc:Choice>
                <mc:Fallback>
                  <p:oleObj name="Equation" r:id="rId13" imgW="520474" imgH="863225" progId="Equation.DSMT4">
                    <p:embed/>
                    <p:pic>
                      <p:nvPicPr>
                        <p:cNvPr id="0" name="Picture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2395" y="3754178"/>
                          <a:ext cx="520700" cy="8636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4">
            <a:extLst>
              <a:ext uri="{FF2B5EF4-FFF2-40B4-BE49-F238E27FC236}">
                <a16:creationId xmlns:a16="http://schemas.microsoft.com/office/drawing/2014/main" id="{D5021D9B-05DF-493C-A88C-5D4F5B48D13D}"/>
              </a:ext>
            </a:extLst>
          </p:cNvPr>
          <p:cNvSpPr txBox="1"/>
          <p:nvPr/>
        </p:nvSpPr>
        <p:spPr>
          <a:xfrm>
            <a:off x="923907" y="195486"/>
            <a:ext cx="5626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 微分在近似计算方面的应用</a:t>
            </a:r>
          </a:p>
        </p:txBody>
      </p:sp>
      <p:sp>
        <p:nvSpPr>
          <p:cNvPr id="39" name="文本框 2">
            <a:extLst>
              <a:ext uri="{FF2B5EF4-FFF2-40B4-BE49-F238E27FC236}">
                <a16:creationId xmlns:a16="http://schemas.microsoft.com/office/drawing/2014/main" id="{4FC16B58-583E-4D2A-8C35-911657BC69B0}"/>
              </a:ext>
            </a:extLst>
          </p:cNvPr>
          <p:cNvSpPr txBox="1"/>
          <p:nvPr/>
        </p:nvSpPr>
        <p:spPr>
          <a:xfrm>
            <a:off x="203827" y="1894061"/>
            <a:ext cx="54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即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44" name="Object 9">
            <a:extLst>
              <a:ext uri="{FF2B5EF4-FFF2-40B4-BE49-F238E27FC236}">
                <a16:creationId xmlns:a16="http://schemas.microsoft.com/office/drawing/2014/main" id="{4063444D-7193-40B1-98EE-951E95554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30330"/>
              </p:ext>
            </p:extLst>
          </p:nvPr>
        </p:nvGraphicFramePr>
        <p:xfrm>
          <a:off x="3547721" y="1417514"/>
          <a:ext cx="23447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0" name="Equation" r:id="rId3" imgW="56997600" imgH="9144000" progId="Equation.DSMT4">
                  <p:embed/>
                </p:oleObj>
              </mc:Choice>
              <mc:Fallback>
                <p:oleObj name="Equation" r:id="rId3" imgW="56997600" imgH="9144000" progId="Equation.DSMT4">
                  <p:embed/>
                  <p:pic>
                    <p:nvPicPr>
                      <p:cNvPr id="0" name="Picture 3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7721" y="1417514"/>
                        <a:ext cx="2344738" cy="3667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EF1B8419-F548-4B74-88D8-8CB8F8CAA730}"/>
              </a:ext>
            </a:extLst>
          </p:cNvPr>
          <p:cNvGrpSpPr/>
          <p:nvPr/>
        </p:nvGrpSpPr>
        <p:grpSpPr>
          <a:xfrm>
            <a:off x="923907" y="771550"/>
            <a:ext cx="8216792" cy="469177"/>
            <a:chOff x="899592" y="1203598"/>
            <a:chExt cx="8216792" cy="469177"/>
          </a:xfrm>
        </p:grpSpPr>
        <p:sp>
          <p:nvSpPr>
            <p:cNvPr id="37" name="文本框 2">
              <a:extLst>
                <a:ext uri="{FF2B5EF4-FFF2-40B4-BE49-F238E27FC236}">
                  <a16:creationId xmlns:a16="http://schemas.microsoft.com/office/drawing/2014/main" id="{38DC1F6A-9930-4F66-B9A3-88C86C4D23F8}"/>
                </a:ext>
              </a:extLst>
            </p:cNvPr>
            <p:cNvSpPr txBox="1"/>
            <p:nvPr/>
          </p:nvSpPr>
          <p:spPr>
            <a:xfrm>
              <a:off x="899592" y="1203598"/>
              <a:ext cx="8216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若       在点  处的导数         ，且   很小时，则有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1" name="Object 2">
              <a:extLst>
                <a:ext uri="{FF2B5EF4-FFF2-40B4-BE49-F238E27FC236}">
                  <a16:creationId xmlns:a16="http://schemas.microsoft.com/office/drawing/2014/main" id="{5B46F31C-A464-4D1C-89F7-1D0E33114D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7093430"/>
                </p:ext>
              </p:extLst>
            </p:nvPr>
          </p:nvGraphicFramePr>
          <p:xfrm>
            <a:off x="1273700" y="1272547"/>
            <a:ext cx="110172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61" name="Equation" r:id="rId5" imgW="26517600" imgH="8229600" progId="Equation.DSMT4">
                    <p:embed/>
                  </p:oleObj>
                </mc:Choice>
                <mc:Fallback>
                  <p:oleObj name="Equation" r:id="rId5" imgW="26517600" imgH="8229600" progId="Equation.DSMT4">
                    <p:embed/>
                    <p:pic>
                      <p:nvPicPr>
                        <p:cNvPr id="0" name="Picture 3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3700" y="1272547"/>
                          <a:ext cx="1101725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">
              <a:extLst>
                <a:ext uri="{FF2B5EF4-FFF2-40B4-BE49-F238E27FC236}">
                  <a16:creationId xmlns:a16="http://schemas.microsoft.com/office/drawing/2014/main" id="{314EBC43-5BB3-487C-8B93-AFAA871F42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7327841"/>
                </p:ext>
              </p:extLst>
            </p:nvPr>
          </p:nvGraphicFramePr>
          <p:xfrm>
            <a:off x="3020482" y="1255939"/>
            <a:ext cx="277812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62" name="Equation" r:id="rId7" imgW="6705600" imgH="9144000" progId="Equation.DSMT4">
                    <p:embed/>
                  </p:oleObj>
                </mc:Choice>
                <mc:Fallback>
                  <p:oleObj name="Equation" r:id="rId7" imgW="6705600" imgH="9144000" progId="Equation.DSMT4">
                    <p:embed/>
                    <p:pic>
                      <p:nvPicPr>
                        <p:cNvPr id="0" name="Picture 3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0482" y="1255939"/>
                          <a:ext cx="277812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2">
              <a:extLst>
                <a:ext uri="{FF2B5EF4-FFF2-40B4-BE49-F238E27FC236}">
                  <a16:creationId xmlns:a16="http://schemas.microsoft.com/office/drawing/2014/main" id="{CF5D4E15-A4CE-4A55-9F73-686DF7E16F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6702116"/>
                </p:ext>
              </p:extLst>
            </p:nvPr>
          </p:nvGraphicFramePr>
          <p:xfrm>
            <a:off x="4566958" y="1276350"/>
            <a:ext cx="1250950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63" name="Equation" r:id="rId9" imgW="30175200" imgH="9144000" progId="Equation.DSMT4">
                    <p:embed/>
                  </p:oleObj>
                </mc:Choice>
                <mc:Fallback>
                  <p:oleObj name="Equation" r:id="rId9" imgW="30175200" imgH="9144000" progId="Equation.DSMT4">
                    <p:embed/>
                    <p:pic>
                      <p:nvPicPr>
                        <p:cNvPr id="0" name="Picture 3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6958" y="1276350"/>
                          <a:ext cx="1250950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">
              <a:extLst>
                <a:ext uri="{FF2B5EF4-FFF2-40B4-BE49-F238E27FC236}">
                  <a16:creationId xmlns:a16="http://schemas.microsoft.com/office/drawing/2014/main" id="{6CA998C1-03B0-4D23-9641-E6293946A8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3378203"/>
                </p:ext>
              </p:extLst>
            </p:nvPr>
          </p:nvGraphicFramePr>
          <p:xfrm>
            <a:off x="6501724" y="1252087"/>
            <a:ext cx="468312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64" name="Equation" r:id="rId11" imgW="11277600" imgH="10363200" progId="Equation.DSMT4">
                    <p:embed/>
                  </p:oleObj>
                </mc:Choice>
                <mc:Fallback>
                  <p:oleObj name="Equation" r:id="rId11" imgW="11277600" imgH="10363200" progId="Equation.DSMT4">
                    <p:embed/>
                    <p:pic>
                      <p:nvPicPr>
                        <p:cNvPr id="0" name="Picture 3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1724" y="1252087"/>
                          <a:ext cx="468312" cy="4206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9">
            <a:extLst>
              <a:ext uri="{FF2B5EF4-FFF2-40B4-BE49-F238E27FC236}">
                <a16:creationId xmlns:a16="http://schemas.microsoft.com/office/drawing/2014/main" id="{424FB67B-6126-4D27-8E29-DF7834379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415095"/>
              </p:ext>
            </p:extLst>
          </p:nvPr>
        </p:nvGraphicFramePr>
        <p:xfrm>
          <a:off x="2571458" y="1977901"/>
          <a:ext cx="43291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5" name="Equation" r:id="rId13" imgW="104241600" imgH="9144000" progId="Equation.DSMT4">
                  <p:embed/>
                </p:oleObj>
              </mc:Choice>
              <mc:Fallback>
                <p:oleObj name="Equation" r:id="rId13" imgW="104241600" imgH="9144000" progId="Equation.DSMT4">
                  <p:embed/>
                  <p:pic>
                    <p:nvPicPr>
                      <p:cNvPr id="0" name="Picture 3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458" y="1977901"/>
                        <a:ext cx="4329113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2">
            <a:extLst>
              <a:ext uri="{FF2B5EF4-FFF2-40B4-BE49-F238E27FC236}">
                <a16:creationId xmlns:a16="http://schemas.microsoft.com/office/drawing/2014/main" id="{943A39D9-211B-4BCE-9316-10A41FFEF943}"/>
              </a:ext>
            </a:extLst>
          </p:cNvPr>
          <p:cNvSpPr txBox="1"/>
          <p:nvPr/>
        </p:nvSpPr>
        <p:spPr>
          <a:xfrm>
            <a:off x="203827" y="2542133"/>
            <a:ext cx="54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或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7" name="Object 9">
            <a:extLst>
              <a:ext uri="{FF2B5EF4-FFF2-40B4-BE49-F238E27FC236}">
                <a16:creationId xmlns:a16="http://schemas.microsoft.com/office/drawing/2014/main" id="{1FAE89D5-82C9-4FC2-9F86-579BAE7469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169053"/>
              </p:ext>
            </p:extLst>
          </p:nvPr>
        </p:nvGraphicFramePr>
        <p:xfrm>
          <a:off x="3132863" y="2625973"/>
          <a:ext cx="36957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6" name="Equation" r:id="rId15" imgW="89001600" imgH="9144000" progId="Equation.DSMT4">
                  <p:embed/>
                </p:oleObj>
              </mc:Choice>
              <mc:Fallback>
                <p:oleObj name="Equation" r:id="rId15" imgW="89001600" imgH="9144000" progId="Equation.DSMT4">
                  <p:embed/>
                  <p:pic>
                    <p:nvPicPr>
                      <p:cNvPr id="0" name="Picture 3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863" y="2625973"/>
                        <a:ext cx="3695700" cy="3778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AutoShape 25">
            <a:extLst>
              <a:ext uri="{FF2B5EF4-FFF2-40B4-BE49-F238E27FC236}">
                <a16:creationId xmlns:a16="http://schemas.microsoft.com/office/drawing/2014/main" id="{D3BD9FB5-D3B4-463C-9E5C-F52F2A388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073" y="3029241"/>
            <a:ext cx="152400" cy="838200"/>
          </a:xfrm>
          <a:prstGeom prst="downArrow">
            <a:avLst>
              <a:gd name="adj1" fmla="val 50000"/>
              <a:gd name="adj2" fmla="val 1375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E890950-52E6-42F0-87D4-F4F2D807667F}"/>
              </a:ext>
            </a:extLst>
          </p:cNvPr>
          <p:cNvGrpSpPr/>
          <p:nvPr/>
        </p:nvGrpSpPr>
        <p:grpSpPr>
          <a:xfrm>
            <a:off x="4569501" y="3141544"/>
            <a:ext cx="1755006" cy="461665"/>
            <a:chOff x="6228184" y="3488990"/>
            <a:chExt cx="1755006" cy="461665"/>
          </a:xfrm>
        </p:grpSpPr>
        <p:sp>
          <p:nvSpPr>
            <p:cNvPr id="20" name="文本框 2">
              <a:extLst>
                <a:ext uri="{FF2B5EF4-FFF2-40B4-BE49-F238E27FC236}">
                  <a16:creationId xmlns:a16="http://schemas.microsoft.com/office/drawing/2014/main" id="{A71C3C49-EC2B-43FE-8DB7-DC8F696DA476}"/>
                </a:ext>
              </a:extLst>
            </p:cNvPr>
            <p:cNvSpPr txBox="1"/>
            <p:nvPr/>
          </p:nvSpPr>
          <p:spPr>
            <a:xfrm>
              <a:off x="6228184" y="3488990"/>
              <a:ext cx="540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令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21" name="Object 9">
              <a:extLst>
                <a:ext uri="{FF2B5EF4-FFF2-40B4-BE49-F238E27FC236}">
                  <a16:creationId xmlns:a16="http://schemas.microsoft.com/office/drawing/2014/main" id="{804132A4-6E88-432C-9EF2-6B1C929FA5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3329215"/>
                </p:ext>
              </p:extLst>
            </p:nvPr>
          </p:nvGraphicFramePr>
          <p:xfrm>
            <a:off x="6616352" y="3553242"/>
            <a:ext cx="1366838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67" name="Equation" r:id="rId17" imgW="32918400" imgH="9144000" progId="Equation.DSMT4">
                    <p:embed/>
                  </p:oleObj>
                </mc:Choice>
                <mc:Fallback>
                  <p:oleObj name="Equation" r:id="rId17" imgW="32918400" imgH="9144000" progId="Equation.DSMT4">
                    <p:embed/>
                    <p:pic>
                      <p:nvPicPr>
                        <p:cNvPr id="0" name="Picture 3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16352" y="3553242"/>
                          <a:ext cx="1366838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23">
            <a:extLst>
              <a:ext uri="{FF2B5EF4-FFF2-40B4-BE49-F238E27FC236}">
                <a16:creationId xmlns:a16="http://schemas.microsoft.com/office/drawing/2014/main" id="{981F0999-44CD-46B1-90CA-C14E825AEF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792485"/>
              </p:ext>
            </p:extLst>
          </p:nvPr>
        </p:nvGraphicFramePr>
        <p:xfrm>
          <a:off x="3158015" y="3887867"/>
          <a:ext cx="32385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8" name="Equation" r:id="rId19" imgW="5737680" imgH="584280" progId="Equation.DSMT4">
                  <p:embed/>
                </p:oleObj>
              </mc:Choice>
              <mc:Fallback>
                <p:oleObj name="Equation" r:id="rId19" imgW="5737680" imgH="584280" progId="Equation.DSMT4">
                  <p:embed/>
                  <p:pic>
                    <p:nvPicPr>
                      <p:cNvPr id="0" name="Picture 3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8015" y="3887867"/>
                        <a:ext cx="3238500" cy="3333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B3771110-C037-47B7-84F7-4F0DF040B773}"/>
              </a:ext>
            </a:extLst>
          </p:cNvPr>
          <p:cNvGrpSpPr/>
          <p:nvPr/>
        </p:nvGrpSpPr>
        <p:grpSpPr>
          <a:xfrm>
            <a:off x="921166" y="4342333"/>
            <a:ext cx="7491573" cy="461665"/>
            <a:chOff x="896851" y="4260945"/>
            <a:chExt cx="7491573" cy="461665"/>
          </a:xfrm>
        </p:grpSpPr>
        <p:sp>
          <p:nvSpPr>
            <p:cNvPr id="24" name="文本框 2">
              <a:extLst>
                <a:ext uri="{FF2B5EF4-FFF2-40B4-BE49-F238E27FC236}">
                  <a16:creationId xmlns:a16="http://schemas.microsoft.com/office/drawing/2014/main" id="{6580CFA7-6D6A-4333-8C54-54DE4FD2BE49}"/>
                </a:ext>
              </a:extLst>
            </p:cNvPr>
            <p:cNvSpPr txBox="1"/>
            <p:nvPr/>
          </p:nvSpPr>
          <p:spPr>
            <a:xfrm>
              <a:off x="896851" y="4260945"/>
              <a:ext cx="7491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使用原则：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1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）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   容易计算；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2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） 与  靠近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</a:p>
          </p:txBody>
        </p:sp>
        <p:graphicFrame>
          <p:nvGraphicFramePr>
            <p:cNvPr id="27" name="Object 9">
              <a:extLst>
                <a:ext uri="{FF2B5EF4-FFF2-40B4-BE49-F238E27FC236}">
                  <a16:creationId xmlns:a16="http://schemas.microsoft.com/office/drawing/2014/main" id="{AA42E396-0F87-4C08-8DC4-4F5774ECB7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8487436"/>
                </p:ext>
              </p:extLst>
            </p:nvPr>
          </p:nvGraphicFramePr>
          <p:xfrm>
            <a:off x="2843808" y="4316413"/>
            <a:ext cx="733425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69" name="Equation" r:id="rId21" imgW="17678400" imgH="9144000" progId="Equation.DSMT4">
                    <p:embed/>
                  </p:oleObj>
                </mc:Choice>
                <mc:Fallback>
                  <p:oleObj name="Equation" r:id="rId21" imgW="17678400" imgH="9144000" progId="Equation.DSMT4">
                    <p:embed/>
                    <p:pic>
                      <p:nvPicPr>
                        <p:cNvPr id="0" name="Picture 3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808" y="4316413"/>
                          <a:ext cx="733425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9">
              <a:extLst>
                <a:ext uri="{FF2B5EF4-FFF2-40B4-BE49-F238E27FC236}">
                  <a16:creationId xmlns:a16="http://schemas.microsoft.com/office/drawing/2014/main" id="{60850B9F-9DA3-4C26-BEA0-E5469E5674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5185311"/>
                </p:ext>
              </p:extLst>
            </p:nvPr>
          </p:nvGraphicFramePr>
          <p:xfrm>
            <a:off x="3707904" y="4316413"/>
            <a:ext cx="796925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70" name="Equation" r:id="rId23" imgW="19202400" imgH="9144000" progId="Equation.DSMT4">
                    <p:embed/>
                  </p:oleObj>
                </mc:Choice>
                <mc:Fallback>
                  <p:oleObj name="Equation" r:id="rId23" imgW="19202400" imgH="9144000" progId="Equation.DSMT4">
                    <p:embed/>
                    <p:pic>
                      <p:nvPicPr>
                        <p:cNvPr id="0" name="Picture 3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904" y="4316413"/>
                          <a:ext cx="796925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9">
              <a:extLst>
                <a:ext uri="{FF2B5EF4-FFF2-40B4-BE49-F238E27FC236}">
                  <a16:creationId xmlns:a16="http://schemas.microsoft.com/office/drawing/2014/main" id="{861E806B-F102-4679-863E-DA41C6F889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6584181"/>
                </p:ext>
              </p:extLst>
            </p:nvPr>
          </p:nvGraphicFramePr>
          <p:xfrm>
            <a:off x="6570307" y="4310551"/>
            <a:ext cx="277813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71" name="Equation" r:id="rId25" imgW="6705600" imgH="9144000" progId="Equation.DSMT4">
                    <p:embed/>
                  </p:oleObj>
                </mc:Choice>
                <mc:Fallback>
                  <p:oleObj name="Equation" r:id="rId25" imgW="6705600" imgH="9144000" progId="Equation.DSMT4">
                    <p:embed/>
                    <p:pic>
                      <p:nvPicPr>
                        <p:cNvPr id="0" name="Picture 3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0307" y="4310551"/>
                          <a:ext cx="277813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9">
              <a:extLst>
                <a:ext uri="{FF2B5EF4-FFF2-40B4-BE49-F238E27FC236}">
                  <a16:creationId xmlns:a16="http://schemas.microsoft.com/office/drawing/2014/main" id="{D76C8AF5-BF1B-44D0-953E-95C88186A7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4914222"/>
                </p:ext>
              </p:extLst>
            </p:nvPr>
          </p:nvGraphicFramePr>
          <p:xfrm>
            <a:off x="7191400" y="4420419"/>
            <a:ext cx="188912" cy="201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72" name="Equation" r:id="rId27" imgW="4572000" imgH="4876800" progId="Equation.DSMT4">
                    <p:embed/>
                  </p:oleObj>
                </mc:Choice>
                <mc:Fallback>
                  <p:oleObj name="Equation" r:id="rId27" imgW="4572000" imgH="4876800" progId="Equation.DSMT4">
                    <p:embed/>
                    <p:pic>
                      <p:nvPicPr>
                        <p:cNvPr id="0" name="Picture 3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1400" y="4420419"/>
                          <a:ext cx="188912" cy="2016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6685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Object 9">
            <a:extLst>
              <a:ext uri="{FF2B5EF4-FFF2-40B4-BE49-F238E27FC236}">
                <a16:creationId xmlns:a16="http://schemas.microsoft.com/office/drawing/2014/main" id="{18C8C301-3D22-42AA-B44C-F330910BE4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28871"/>
              </p:ext>
            </p:extLst>
          </p:nvPr>
        </p:nvGraphicFramePr>
        <p:xfrm>
          <a:off x="3315206" y="1139205"/>
          <a:ext cx="25812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7" name="Equation" r:id="rId3" imgW="62179200" imgH="8534400" progId="Equation.DSMT4">
                  <p:embed/>
                </p:oleObj>
              </mc:Choice>
              <mc:Fallback>
                <p:oleObj name="Equation" r:id="rId3" imgW="62179200" imgH="8534400" progId="Equation.DSMT4">
                  <p:embed/>
                  <p:pic>
                    <p:nvPicPr>
                      <p:cNvPr id="0" name="Picture 2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206" y="1139205"/>
                        <a:ext cx="2581275" cy="3524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31654882-CF55-4D4D-AD8B-7A282E93DE70}"/>
              </a:ext>
            </a:extLst>
          </p:cNvPr>
          <p:cNvGrpSpPr/>
          <p:nvPr/>
        </p:nvGrpSpPr>
        <p:grpSpPr>
          <a:xfrm>
            <a:off x="827584" y="411510"/>
            <a:ext cx="5802194" cy="489387"/>
            <a:chOff x="1002054" y="627534"/>
            <a:chExt cx="5802194" cy="489387"/>
          </a:xfrm>
        </p:grpSpPr>
        <p:sp>
          <p:nvSpPr>
            <p:cNvPr id="39" name="文本框 2">
              <a:extLst>
                <a:ext uri="{FF2B5EF4-FFF2-40B4-BE49-F238E27FC236}">
                  <a16:creationId xmlns:a16="http://schemas.microsoft.com/office/drawing/2014/main" id="{4FC16B58-583E-4D2A-8C35-911657BC69B0}"/>
                </a:ext>
              </a:extLst>
            </p:cNvPr>
            <p:cNvSpPr txBox="1"/>
            <p:nvPr/>
          </p:nvSpPr>
          <p:spPr>
            <a:xfrm>
              <a:off x="1002054" y="627534"/>
              <a:ext cx="58021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特别的，取      ，当   很小时， 则有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1" name="Object 9">
              <a:extLst>
                <a:ext uri="{FF2B5EF4-FFF2-40B4-BE49-F238E27FC236}">
                  <a16:creationId xmlns:a16="http://schemas.microsoft.com/office/drawing/2014/main" id="{3147C4FF-33C6-4B83-914E-C60D59000D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5850718"/>
                </p:ext>
              </p:extLst>
            </p:nvPr>
          </p:nvGraphicFramePr>
          <p:xfrm>
            <a:off x="2724159" y="714415"/>
            <a:ext cx="758825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38" name="Equation" r:id="rId5" imgW="18288000" imgH="9144000" progId="Equation.DSMT4">
                    <p:embed/>
                  </p:oleObj>
                </mc:Choice>
                <mc:Fallback>
                  <p:oleObj name="Equation" r:id="rId5" imgW="18288000" imgH="9144000" progId="Equation.DSMT4">
                    <p:embed/>
                    <p:pic>
                      <p:nvPicPr>
                        <p:cNvPr id="0" name="Picture 2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4159" y="714415"/>
                          <a:ext cx="758825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9">
              <a:extLst>
                <a:ext uri="{FF2B5EF4-FFF2-40B4-BE49-F238E27FC236}">
                  <a16:creationId xmlns:a16="http://schemas.microsoft.com/office/drawing/2014/main" id="{AF8A831E-5113-4DF7-8769-AF354DA202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0261400"/>
                </p:ext>
              </p:extLst>
            </p:nvPr>
          </p:nvGraphicFramePr>
          <p:xfrm>
            <a:off x="4242120" y="688296"/>
            <a:ext cx="2921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39" name="Equation" r:id="rId7" imgW="7010400" imgH="10363200" progId="Equation.DSMT4">
                    <p:embed/>
                  </p:oleObj>
                </mc:Choice>
                <mc:Fallback>
                  <p:oleObj name="Equation" r:id="rId7" imgW="7010400" imgH="10363200" progId="Equation.DSMT4">
                    <p:embed/>
                    <p:pic>
                      <p:nvPicPr>
                        <p:cNvPr id="0" name="Picture 2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2120" y="688296"/>
                          <a:ext cx="29210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CDCDCB7-112A-44D4-ACEB-25E0B1142E2D}"/>
              </a:ext>
            </a:extLst>
          </p:cNvPr>
          <p:cNvGrpSpPr/>
          <p:nvPr/>
        </p:nvGrpSpPr>
        <p:grpSpPr>
          <a:xfrm>
            <a:off x="899592" y="1750045"/>
            <a:ext cx="4284702" cy="483055"/>
            <a:chOff x="899592" y="2211710"/>
            <a:chExt cx="4284702" cy="483055"/>
          </a:xfrm>
        </p:grpSpPr>
        <p:sp>
          <p:nvSpPr>
            <p:cNvPr id="16" name="文本框 2">
              <a:extLst>
                <a:ext uri="{FF2B5EF4-FFF2-40B4-BE49-F238E27FC236}">
                  <a16:creationId xmlns:a16="http://schemas.microsoft.com/office/drawing/2014/main" id="{943A39D9-211B-4BCE-9316-10A41FFEF943}"/>
                </a:ext>
              </a:extLst>
            </p:cNvPr>
            <p:cNvSpPr txBox="1"/>
            <p:nvPr/>
          </p:nvSpPr>
          <p:spPr>
            <a:xfrm>
              <a:off x="899592" y="2211710"/>
              <a:ext cx="42847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常用的近似公式：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Wingdings" panose="05000000000000000000" pitchFamily="2" charset="2"/>
                </a:rPr>
                <a:t>（  较小）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6" name="Object 9">
              <a:extLst>
                <a:ext uri="{FF2B5EF4-FFF2-40B4-BE49-F238E27FC236}">
                  <a16:creationId xmlns:a16="http://schemas.microsoft.com/office/drawing/2014/main" id="{D36B7E79-D12D-4B09-925F-6F28E5399F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048813"/>
                </p:ext>
              </p:extLst>
            </p:nvPr>
          </p:nvGraphicFramePr>
          <p:xfrm>
            <a:off x="3773220" y="2266140"/>
            <a:ext cx="290512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40" name="Equation" r:id="rId9" imgW="7010400" imgH="10363200" progId="Equation.DSMT4">
                    <p:embed/>
                  </p:oleObj>
                </mc:Choice>
                <mc:Fallback>
                  <p:oleObj name="Equation" r:id="rId9" imgW="7010400" imgH="10363200" progId="Equation.DSMT4">
                    <p:embed/>
                    <p:pic>
                      <p:nvPicPr>
                        <p:cNvPr id="0" name="Picture 2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3220" y="2266140"/>
                          <a:ext cx="290512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Object 9">
            <a:extLst>
              <a:ext uri="{FF2B5EF4-FFF2-40B4-BE49-F238E27FC236}">
                <a16:creationId xmlns:a16="http://schemas.microsoft.com/office/drawing/2014/main" id="{7A363F09-E8A6-49E3-BA29-A246CE0C6C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1253"/>
              </p:ext>
            </p:extLst>
          </p:nvPr>
        </p:nvGraphicFramePr>
        <p:xfrm>
          <a:off x="2827337" y="2355726"/>
          <a:ext cx="174466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1" name="Equation" r:id="rId11" imgW="42062400" imgH="8229600" progId="Equation.DSMT4">
                  <p:embed/>
                </p:oleObj>
              </mc:Choice>
              <mc:Fallback>
                <p:oleObj name="Equation" r:id="rId11" imgW="42062400" imgH="8229600" progId="Equation.DSMT4">
                  <p:embed/>
                  <p:pic>
                    <p:nvPicPr>
                      <p:cNvPr id="0" name="Picture 2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7" y="2355726"/>
                        <a:ext cx="1744663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9">
            <a:extLst>
              <a:ext uri="{FF2B5EF4-FFF2-40B4-BE49-F238E27FC236}">
                <a16:creationId xmlns:a16="http://schemas.microsoft.com/office/drawing/2014/main" id="{855FB736-5732-42EC-8D57-D947452443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843238"/>
              </p:ext>
            </p:extLst>
          </p:nvPr>
        </p:nvGraphicFramePr>
        <p:xfrm>
          <a:off x="2782686" y="2957756"/>
          <a:ext cx="183356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2" name="Equation" r:id="rId13" imgW="44196000" imgH="8229600" progId="Equation.DSMT4">
                  <p:embed/>
                </p:oleObj>
              </mc:Choice>
              <mc:Fallback>
                <p:oleObj name="Equation" r:id="rId13" imgW="44196000" imgH="8229600" progId="Equation.DSMT4">
                  <p:embed/>
                  <p:pic>
                    <p:nvPicPr>
                      <p:cNvPr id="0" name="Picture 2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686" y="2957756"/>
                        <a:ext cx="1833563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9">
            <a:extLst>
              <a:ext uri="{FF2B5EF4-FFF2-40B4-BE49-F238E27FC236}">
                <a16:creationId xmlns:a16="http://schemas.microsoft.com/office/drawing/2014/main" id="{97C57D60-5DE8-4A9A-8F5B-60266688EC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544140"/>
              </p:ext>
            </p:extLst>
          </p:nvPr>
        </p:nvGraphicFramePr>
        <p:xfrm>
          <a:off x="2803187" y="3500444"/>
          <a:ext cx="1808163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3" name="Equation" r:id="rId15" imgW="43586400" imgH="9753600" progId="Equation.DSMT4">
                  <p:embed/>
                </p:oleObj>
              </mc:Choice>
              <mc:Fallback>
                <p:oleObj name="Equation" r:id="rId15" imgW="43586400" imgH="9753600" progId="Equation.DSMT4">
                  <p:embed/>
                  <p:pic>
                    <p:nvPicPr>
                      <p:cNvPr id="0" name="Picture 2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187" y="3500444"/>
                        <a:ext cx="1808163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9">
            <a:extLst>
              <a:ext uri="{FF2B5EF4-FFF2-40B4-BE49-F238E27FC236}">
                <a16:creationId xmlns:a16="http://schemas.microsoft.com/office/drawing/2014/main" id="{53687B0C-72C5-4541-BC0F-4D84810590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725482"/>
              </p:ext>
            </p:extLst>
          </p:nvPr>
        </p:nvGraphicFramePr>
        <p:xfrm>
          <a:off x="2780187" y="4104233"/>
          <a:ext cx="22129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4" name="Equation" r:id="rId17" imgW="53340000" imgH="8229600" progId="Equation.DSMT4">
                  <p:embed/>
                </p:oleObj>
              </mc:Choice>
              <mc:Fallback>
                <p:oleObj name="Equation" r:id="rId17" imgW="53340000" imgH="8229600" progId="Equation.DSMT4">
                  <p:embed/>
                  <p:pic>
                    <p:nvPicPr>
                      <p:cNvPr id="0" name="Picture 2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187" y="4104233"/>
                        <a:ext cx="2212975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9">
            <a:extLst>
              <a:ext uri="{FF2B5EF4-FFF2-40B4-BE49-F238E27FC236}">
                <a16:creationId xmlns:a16="http://schemas.microsoft.com/office/drawing/2014/main" id="{D028FCA9-1144-4E79-81D2-36CFA7EDED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3960524"/>
              </p:ext>
            </p:extLst>
          </p:nvPr>
        </p:nvGraphicFramePr>
        <p:xfrm>
          <a:off x="2793411" y="4547964"/>
          <a:ext cx="36290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5" name="Equation" r:id="rId19" imgW="87477600" imgH="9753600" progId="Equation.DSMT4">
                  <p:embed/>
                </p:oleObj>
              </mc:Choice>
              <mc:Fallback>
                <p:oleObj name="Equation" r:id="rId19" imgW="87477600" imgH="9753600" progId="Equation.DSMT4">
                  <p:embed/>
                  <p:pic>
                    <p:nvPicPr>
                      <p:cNvPr id="0" name="Picture 2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3411" y="4547964"/>
                        <a:ext cx="3629025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51C64A12-747B-4AB1-86B9-2A6C0A78106D}"/>
              </a:ext>
            </a:extLst>
          </p:cNvPr>
          <p:cNvGrpSpPr/>
          <p:nvPr/>
        </p:nvGrpSpPr>
        <p:grpSpPr>
          <a:xfrm>
            <a:off x="4742516" y="2260096"/>
            <a:ext cx="3954016" cy="461665"/>
            <a:chOff x="3779913" y="2260096"/>
            <a:chExt cx="3954016" cy="461665"/>
          </a:xfrm>
        </p:grpSpPr>
        <p:sp>
          <p:nvSpPr>
            <p:cNvPr id="46" name="文本框 2">
              <a:extLst>
                <a:ext uri="{FF2B5EF4-FFF2-40B4-BE49-F238E27FC236}">
                  <a16:creationId xmlns:a16="http://schemas.microsoft.com/office/drawing/2014/main" id="{FD9BD8BE-BE29-4E2D-84DB-EBF0E9656BC8}"/>
                </a:ext>
              </a:extLst>
            </p:cNvPr>
            <p:cNvSpPr txBox="1"/>
            <p:nvPr/>
          </p:nvSpPr>
          <p:spPr>
            <a:xfrm>
              <a:off x="3779913" y="2260096"/>
              <a:ext cx="3954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（ 用弧度作单位来表达）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47" name="Object 9">
              <a:extLst>
                <a:ext uri="{FF2B5EF4-FFF2-40B4-BE49-F238E27FC236}">
                  <a16:creationId xmlns:a16="http://schemas.microsoft.com/office/drawing/2014/main" id="{10825FDF-5E11-4473-B939-E295BAC455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3055329"/>
                </p:ext>
              </p:extLst>
            </p:nvPr>
          </p:nvGraphicFramePr>
          <p:xfrm>
            <a:off x="4139953" y="2401203"/>
            <a:ext cx="207803" cy="2217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46" name="Equation" r:id="rId21" imgW="4572000" imgH="4876800" progId="Equation.DSMT4">
                    <p:embed/>
                  </p:oleObj>
                </mc:Choice>
                <mc:Fallback>
                  <p:oleObj name="Equation" r:id="rId21" imgW="4572000" imgH="4876800" progId="Equation.DSMT4">
                    <p:embed/>
                    <p:pic>
                      <p:nvPicPr>
                        <p:cNvPr id="0" name="Picture 2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9953" y="2401203"/>
                          <a:ext cx="207803" cy="2217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F44AFC6-C0FE-4E3F-AE28-653E2BACD038}"/>
              </a:ext>
            </a:extLst>
          </p:cNvPr>
          <p:cNvGrpSpPr/>
          <p:nvPr/>
        </p:nvGrpSpPr>
        <p:grpSpPr>
          <a:xfrm>
            <a:off x="4744212" y="2885748"/>
            <a:ext cx="3954016" cy="461665"/>
            <a:chOff x="4139952" y="2902173"/>
            <a:chExt cx="3954016" cy="461665"/>
          </a:xfrm>
        </p:grpSpPr>
        <p:sp>
          <p:nvSpPr>
            <p:cNvPr id="49" name="文本框 2">
              <a:extLst>
                <a:ext uri="{FF2B5EF4-FFF2-40B4-BE49-F238E27FC236}">
                  <a16:creationId xmlns:a16="http://schemas.microsoft.com/office/drawing/2014/main" id="{261EBB52-D436-441E-B907-14083225E8B1}"/>
                </a:ext>
              </a:extLst>
            </p:cNvPr>
            <p:cNvSpPr txBox="1"/>
            <p:nvPr/>
          </p:nvSpPr>
          <p:spPr>
            <a:xfrm>
              <a:off x="4139952" y="2902173"/>
              <a:ext cx="3954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（ 用弧度作单位来表达）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51" name="Object 9">
              <a:extLst>
                <a:ext uri="{FF2B5EF4-FFF2-40B4-BE49-F238E27FC236}">
                  <a16:creationId xmlns:a16="http://schemas.microsoft.com/office/drawing/2014/main" id="{9681C66F-02EA-4FB1-B6EC-1F577C94A1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7670302"/>
                </p:ext>
              </p:extLst>
            </p:nvPr>
          </p:nvGraphicFramePr>
          <p:xfrm>
            <a:off x="4499992" y="3028494"/>
            <a:ext cx="207803" cy="2217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47" name="Equation" r:id="rId23" imgW="4572000" imgH="4876800" progId="Equation.DSMT4">
                    <p:embed/>
                  </p:oleObj>
                </mc:Choice>
                <mc:Fallback>
                  <p:oleObj name="Equation" r:id="rId23" imgW="4572000" imgH="4876800" progId="Equation.DSMT4">
                    <p:embed/>
                    <p:pic>
                      <p:nvPicPr>
                        <p:cNvPr id="0" name="Picture 2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9992" y="3028494"/>
                          <a:ext cx="207803" cy="2217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0148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>
            <a:extLst>
              <a:ext uri="{FF2B5EF4-FFF2-40B4-BE49-F238E27FC236}">
                <a16:creationId xmlns:a16="http://schemas.microsoft.com/office/drawing/2014/main" id="{0CC0B93E-DF06-41CE-8496-1B52159FC0C5}"/>
              </a:ext>
            </a:extLst>
          </p:cNvPr>
          <p:cNvGrpSpPr/>
          <p:nvPr/>
        </p:nvGrpSpPr>
        <p:grpSpPr>
          <a:xfrm>
            <a:off x="214282" y="3500444"/>
            <a:ext cx="7992888" cy="461665"/>
            <a:chOff x="971600" y="905272"/>
            <a:chExt cx="7992888" cy="461665"/>
          </a:xfrm>
        </p:grpSpPr>
        <p:sp>
          <p:nvSpPr>
            <p:cNvPr id="62" name="文本框 2">
              <a:extLst>
                <a:ext uri="{FF2B5EF4-FFF2-40B4-BE49-F238E27FC236}">
                  <a16:creationId xmlns:a16="http://schemas.microsoft.com/office/drawing/2014/main" id="{80142D16-3DEB-4951-B731-B7AEA308F112}"/>
                </a:ext>
              </a:extLst>
            </p:cNvPr>
            <p:cNvSpPr txBox="1"/>
            <p:nvPr/>
          </p:nvSpPr>
          <p:spPr>
            <a:xfrm>
              <a:off x="971600" y="905272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代入公式                  中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便得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63" name="Object 9">
              <a:extLst>
                <a:ext uri="{FF2B5EF4-FFF2-40B4-BE49-F238E27FC236}">
                  <a16:creationId xmlns:a16="http://schemas.microsoft.com/office/drawing/2014/main" id="{B0179830-7F3C-4FA3-83E1-72B92925E4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3321605"/>
                </p:ext>
              </p:extLst>
            </p:nvPr>
          </p:nvGraphicFramePr>
          <p:xfrm>
            <a:off x="2376990" y="986299"/>
            <a:ext cx="2579687" cy="35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93" name="Equation" r:id="rId3" imgW="62179200" imgH="8534400" progId="Equation.DSMT4">
                    <p:embed/>
                  </p:oleObj>
                </mc:Choice>
                <mc:Fallback>
                  <p:oleObj name="Equation" r:id="rId3" imgW="62179200" imgH="8534400" progId="Equation.DSMT4">
                    <p:embed/>
                    <p:pic>
                      <p:nvPicPr>
                        <p:cNvPr id="0" name="Picture 2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6990" y="986299"/>
                          <a:ext cx="2579687" cy="3508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774211" y="549414"/>
            <a:ext cx="7500990" cy="461665"/>
            <a:chOff x="899592" y="522116"/>
            <a:chExt cx="7500990" cy="461665"/>
          </a:xfrm>
        </p:grpSpPr>
        <p:sp>
          <p:nvSpPr>
            <p:cNvPr id="10" name="文本框 2">
              <a:extLst>
                <a:ext uri="{FF2B5EF4-FFF2-40B4-BE49-F238E27FC236}">
                  <a16:creationId xmlns:a16="http://schemas.microsoft.com/office/drawing/2014/main" id="{7D5902C2-4C3F-4A4D-BB6E-874DE595D0F0}"/>
                </a:ext>
              </a:extLst>
            </p:cNvPr>
            <p:cNvSpPr txBox="1"/>
            <p:nvPr/>
          </p:nvSpPr>
          <p:spPr>
            <a:xfrm>
              <a:off x="899592" y="522116"/>
              <a:ext cx="75009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现在以第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(5)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式                    </a:t>
              </a:r>
              <a:r>
                <a:rPr lang="zh-CN" altLang="en-US" sz="2400" b="1" i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为例加以证明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</a:p>
          </p:txBody>
        </p:sp>
        <p:graphicFrame>
          <p:nvGraphicFramePr>
            <p:cNvPr id="59" name="Object 9">
              <a:extLst>
                <a:ext uri="{FF2B5EF4-FFF2-40B4-BE49-F238E27FC236}">
                  <a16:creationId xmlns:a16="http://schemas.microsoft.com/office/drawing/2014/main" id="{2DCEFDB3-67EB-4A92-8250-4B99EFEEB1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4917846"/>
                </p:ext>
              </p:extLst>
            </p:nvPr>
          </p:nvGraphicFramePr>
          <p:xfrm>
            <a:off x="3092965" y="577701"/>
            <a:ext cx="3340080" cy="406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94" name="Equation" r:id="rId5" imgW="3340080" imgH="406080" progId="Equation.DSMT4">
                    <p:embed/>
                  </p:oleObj>
                </mc:Choice>
                <mc:Fallback>
                  <p:oleObj name="Equation" r:id="rId5" imgW="3340080" imgH="406080" progId="Equation.DSMT4">
                    <p:embed/>
                    <p:pic>
                      <p:nvPicPr>
                        <p:cNvPr id="0" name="Picture 2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2965" y="577701"/>
                          <a:ext cx="3340080" cy="4060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774211" y="1279670"/>
            <a:ext cx="3528392" cy="461665"/>
            <a:chOff x="1002836" y="1672852"/>
            <a:chExt cx="3528392" cy="461665"/>
          </a:xfrm>
        </p:grpSpPr>
        <p:sp>
          <p:nvSpPr>
            <p:cNvPr id="13" name="文本框 2">
              <a:extLst>
                <a:ext uri="{FF2B5EF4-FFF2-40B4-BE49-F238E27FC236}">
                  <a16:creationId xmlns:a16="http://schemas.microsoft.com/office/drawing/2014/main" id="{80142D16-3DEB-4951-B731-B7AEA308F112}"/>
                </a:ext>
              </a:extLst>
            </p:cNvPr>
            <p:cNvSpPr txBox="1"/>
            <p:nvPr/>
          </p:nvSpPr>
          <p:spPr>
            <a:xfrm>
              <a:off x="1002836" y="1672852"/>
              <a:ext cx="352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证</a:t>
              </a:r>
              <a:r>
                <a:rPr lang="zh-CN" altLang="en-US" sz="2400" b="1" dirty="0">
                  <a:solidFill>
                    <a:srgbClr val="2F42F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取 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则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4" name="Object 9">
              <a:extLst>
                <a:ext uri="{FF2B5EF4-FFF2-40B4-BE49-F238E27FC236}">
                  <a16:creationId xmlns:a16="http://schemas.microsoft.com/office/drawing/2014/main" id="{B0179830-7F3C-4FA3-83E1-72B92925E4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3260132"/>
                </p:ext>
              </p:extLst>
            </p:nvPr>
          </p:nvGraphicFramePr>
          <p:xfrm>
            <a:off x="2064321" y="1710081"/>
            <a:ext cx="178276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95" name="Equation" r:id="rId7" imgW="42976800" imgH="9753600" progId="Equation.DSMT4">
                    <p:embed/>
                  </p:oleObj>
                </mc:Choice>
                <mc:Fallback>
                  <p:oleObj name="Equation" r:id="rId7" imgW="42976800" imgH="9753600" progId="Equation.DSMT4">
                    <p:embed/>
                    <p:pic>
                      <p:nvPicPr>
                        <p:cNvPr id="0" name="Picture 2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321" y="1710081"/>
                          <a:ext cx="1782763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B0179830-7F3C-4FA3-83E1-72B92925E4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321605"/>
              </p:ext>
            </p:extLst>
          </p:nvPr>
        </p:nvGraphicFramePr>
        <p:xfrm>
          <a:off x="2538407" y="2071684"/>
          <a:ext cx="117633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6" name="Equation" r:id="rId9" imgW="28346400" imgH="8229600" progId="Equation.DSMT4">
                  <p:embed/>
                </p:oleObj>
              </mc:Choice>
              <mc:Fallback>
                <p:oleObj name="Equation" r:id="rId9" imgW="28346400" imgH="8229600" progId="Equation.DSMT4">
                  <p:embed/>
                  <p:pic>
                    <p:nvPicPr>
                      <p:cNvPr id="0" name="Picture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07" y="2071684"/>
                        <a:ext cx="1176337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">
            <a:extLst>
              <a:ext uri="{FF2B5EF4-FFF2-40B4-BE49-F238E27FC236}">
                <a16:creationId xmlns:a16="http://schemas.microsoft.com/office/drawing/2014/main" id="{B0179830-7F3C-4FA3-83E1-72B92925E4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321605"/>
              </p:ext>
            </p:extLst>
          </p:nvPr>
        </p:nvGraphicFramePr>
        <p:xfrm>
          <a:off x="2571736" y="2714626"/>
          <a:ext cx="32908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7" name="Equation" r:id="rId11" imgW="79248000" imgH="12496800" progId="Equation.DSMT4">
                  <p:embed/>
                </p:oleObj>
              </mc:Choice>
              <mc:Fallback>
                <p:oleObj name="Equation" r:id="rId11" imgW="79248000" imgH="12496800" progId="Equation.DSMT4">
                  <p:embed/>
                  <p:pic>
                    <p:nvPicPr>
                      <p:cNvPr id="0" name="Picture 2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6" y="2714626"/>
                        <a:ext cx="3290887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">
            <a:extLst>
              <a:ext uri="{FF2B5EF4-FFF2-40B4-BE49-F238E27FC236}">
                <a16:creationId xmlns:a16="http://schemas.microsoft.com/office/drawing/2014/main" id="{2DCEFDB3-67EB-4A92-8250-4B99EFEEB1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962566"/>
              </p:ext>
            </p:extLst>
          </p:nvPr>
        </p:nvGraphicFramePr>
        <p:xfrm>
          <a:off x="3286116" y="4214824"/>
          <a:ext cx="20986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8" name="Equation" r:id="rId13" imgW="50596800" imgH="9753600" progId="Equation.DSMT4">
                  <p:embed/>
                </p:oleObj>
              </mc:Choice>
              <mc:Fallback>
                <p:oleObj name="Equation" r:id="rId13" imgW="50596800" imgH="9753600" progId="Equation.DSMT4">
                  <p:embed/>
                  <p:pic>
                    <p:nvPicPr>
                      <p:cNvPr id="0" name="Picture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4214824"/>
                        <a:ext cx="2098675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B0179830-7F3C-4FA3-83E1-72B92925E4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321605"/>
              </p:ext>
            </p:extLst>
          </p:nvPr>
        </p:nvGraphicFramePr>
        <p:xfrm>
          <a:off x="4103700" y="2000250"/>
          <a:ext cx="23256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9" name="Equation" r:id="rId15" imgW="56083200" imgH="9753600" progId="Equation.DSMT4">
                  <p:embed/>
                </p:oleObj>
              </mc:Choice>
              <mc:Fallback>
                <p:oleObj name="Equation" r:id="rId15" imgW="56083200" imgH="9753600" progId="Equation.DSMT4">
                  <p:embed/>
                  <p:pic>
                    <p:nvPicPr>
                      <p:cNvPr id="0" name="Picture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3700" y="2000250"/>
                        <a:ext cx="2325688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398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Object 9">
            <a:extLst>
              <a:ext uri="{FF2B5EF4-FFF2-40B4-BE49-F238E27FC236}">
                <a16:creationId xmlns:a16="http://schemas.microsoft.com/office/drawing/2014/main" id="{2DCEFDB3-67EB-4A92-8250-4B99EFEEB1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49325"/>
              </p:ext>
            </p:extLst>
          </p:nvPr>
        </p:nvGraphicFramePr>
        <p:xfrm>
          <a:off x="6249953" y="1858740"/>
          <a:ext cx="50657" cy="2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8" name="Equation" r:id="rId3" imgW="1244600" imgH="736600" progId="Equation.DSMT4">
                  <p:embed/>
                </p:oleObj>
              </mc:Choice>
              <mc:Fallback>
                <p:oleObj name="Equation" r:id="rId3" imgW="1244600" imgH="736600" progId="Equation.DSMT4">
                  <p:embed/>
                  <p:pic>
                    <p:nvPicPr>
                      <p:cNvPr id="0" name="Picture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9953" y="1858740"/>
                        <a:ext cx="50657" cy="285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文本框 2">
            <a:extLst>
              <a:ext uri="{FF2B5EF4-FFF2-40B4-BE49-F238E27FC236}">
                <a16:creationId xmlns:a16="http://schemas.microsoft.com/office/drawing/2014/main" id="{9B187DE4-3859-4366-8196-DFEF658FF02B}"/>
              </a:ext>
            </a:extLst>
          </p:cNvPr>
          <p:cNvSpPr txBox="1"/>
          <p:nvPr/>
        </p:nvSpPr>
        <p:spPr>
          <a:xfrm>
            <a:off x="652733" y="217143"/>
            <a:ext cx="8184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10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半径为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的球体，为了提高其表面的光洁度，要镀上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3" name="组合 67">
            <a:extLst>
              <a:ext uri="{FF2B5EF4-FFF2-40B4-BE49-F238E27FC236}">
                <a16:creationId xmlns:a16="http://schemas.microsoft.com/office/drawing/2014/main" id="{0CC0B93E-DF06-41CE-8496-1B52159FC0C5}"/>
              </a:ext>
            </a:extLst>
          </p:cNvPr>
          <p:cNvGrpSpPr/>
          <p:nvPr/>
        </p:nvGrpSpPr>
        <p:grpSpPr>
          <a:xfrm>
            <a:off x="184356" y="2817391"/>
            <a:ext cx="7970410" cy="461665"/>
            <a:chOff x="1115616" y="905272"/>
            <a:chExt cx="7992888" cy="461665"/>
          </a:xfrm>
        </p:grpSpPr>
        <p:sp>
          <p:nvSpPr>
            <p:cNvPr id="62" name="文本框 2">
              <a:extLst>
                <a:ext uri="{FF2B5EF4-FFF2-40B4-BE49-F238E27FC236}">
                  <a16:creationId xmlns:a16="http://schemas.microsoft.com/office/drawing/2014/main" id="{80142D16-3DEB-4951-B731-B7AEA308F112}"/>
                </a:ext>
              </a:extLst>
            </p:cNvPr>
            <p:cNvSpPr txBox="1"/>
            <p:nvPr/>
          </p:nvSpPr>
          <p:spPr>
            <a:xfrm>
              <a:off x="1115616" y="905272"/>
              <a:ext cx="79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将              代入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则体积的增加量为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63" name="Object 9">
              <a:extLst>
                <a:ext uri="{FF2B5EF4-FFF2-40B4-BE49-F238E27FC236}">
                  <a16:creationId xmlns:a16="http://schemas.microsoft.com/office/drawing/2014/main" id="{B0179830-7F3C-4FA3-83E1-72B92925E4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3321605"/>
                </p:ext>
              </p:extLst>
            </p:nvPr>
          </p:nvGraphicFramePr>
          <p:xfrm>
            <a:off x="1575800" y="1000516"/>
            <a:ext cx="1974850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9" name="Equation" r:id="rId5" imgW="47548800" imgH="7010400" progId="Equation.DSMT4">
                    <p:embed/>
                  </p:oleObj>
                </mc:Choice>
                <mc:Fallback>
                  <p:oleObj name="Equation" r:id="rId5" imgW="47548800" imgH="7010400" progId="Equation.DSMT4">
                    <p:embed/>
                    <p:pic>
                      <p:nvPicPr>
                        <p:cNvPr id="0" name="Picture 1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5800" y="1000516"/>
                          <a:ext cx="1974850" cy="288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22"/>
          <p:cNvGrpSpPr/>
          <p:nvPr/>
        </p:nvGrpSpPr>
        <p:grpSpPr>
          <a:xfrm>
            <a:off x="901201" y="1609204"/>
            <a:ext cx="5313607" cy="461665"/>
            <a:chOff x="899592" y="1939627"/>
            <a:chExt cx="5328592" cy="461665"/>
          </a:xfrm>
        </p:grpSpPr>
        <p:sp>
          <p:nvSpPr>
            <p:cNvPr id="13" name="文本框 2">
              <a:extLst>
                <a:ext uri="{FF2B5EF4-FFF2-40B4-BE49-F238E27FC236}">
                  <a16:creationId xmlns:a16="http://schemas.microsoft.com/office/drawing/2014/main" id="{80142D16-3DEB-4951-B731-B7AEA308F112}"/>
                </a:ext>
              </a:extLst>
            </p:cNvPr>
            <p:cNvSpPr txBox="1"/>
            <p:nvPr/>
          </p:nvSpPr>
          <p:spPr>
            <a:xfrm>
              <a:off x="899592" y="1939627"/>
              <a:ext cx="53285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解</a:t>
              </a:r>
              <a:r>
                <a:rPr lang="zh-CN" altLang="en-US" sz="2400" b="1" dirty="0">
                  <a:solidFill>
                    <a:srgbClr val="2F42F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设球体的半径为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则其体积为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4" name="Object 9">
              <a:extLst>
                <a:ext uri="{FF2B5EF4-FFF2-40B4-BE49-F238E27FC236}">
                  <a16:creationId xmlns:a16="http://schemas.microsoft.com/office/drawing/2014/main" id="{B0179830-7F3C-4FA3-83E1-72B92925E4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3321605"/>
                </p:ext>
              </p:extLst>
            </p:nvPr>
          </p:nvGraphicFramePr>
          <p:xfrm>
            <a:off x="3686488" y="2124529"/>
            <a:ext cx="176212" cy="187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40" name="Equation" r:id="rId7" imgW="4267200" imgH="4572000" progId="Equation.DSMT4">
                    <p:embed/>
                  </p:oleObj>
                </mc:Choice>
                <mc:Fallback>
                  <p:oleObj name="Equation" r:id="rId7" imgW="4267200" imgH="4572000" progId="Equation.DSMT4">
                    <p:embed/>
                    <p:pic>
                      <p:nvPicPr>
                        <p:cNvPr id="0" name="Picture 1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6488" y="2124529"/>
                          <a:ext cx="176212" cy="187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文本框 2">
            <a:extLst>
              <a:ext uri="{FF2B5EF4-FFF2-40B4-BE49-F238E27FC236}">
                <a16:creationId xmlns:a16="http://schemas.microsoft.com/office/drawing/2014/main" id="{9B187DE4-3859-4366-8196-DFEF658FF02B}"/>
              </a:ext>
            </a:extLst>
          </p:cNvPr>
          <p:cNvSpPr txBox="1"/>
          <p:nvPr/>
        </p:nvSpPr>
        <p:spPr>
          <a:xfrm>
            <a:off x="6802054" y="1635646"/>
            <a:ext cx="2189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且镀层的体积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71500" y="760607"/>
            <a:ext cx="9001000" cy="461665"/>
            <a:chOff x="214076" y="1215770"/>
            <a:chExt cx="8640960" cy="461665"/>
          </a:xfrm>
        </p:grpSpPr>
        <p:sp>
          <p:nvSpPr>
            <p:cNvPr id="15" name="文本框 2">
              <a:extLst>
                <a:ext uri="{FF2B5EF4-FFF2-40B4-BE49-F238E27FC236}">
                  <a16:creationId xmlns:a16="http://schemas.microsoft.com/office/drawing/2014/main" id="{9B187DE4-3859-4366-8196-DFEF658FF02B}"/>
                </a:ext>
              </a:extLst>
            </p:cNvPr>
            <p:cNvSpPr txBox="1"/>
            <p:nvPr/>
          </p:nvSpPr>
          <p:spPr>
            <a:xfrm>
              <a:off x="214076" y="1215770"/>
              <a:ext cx="8640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一层厚度为      的铜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问需镀铜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约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多少克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(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铜的密度是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  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？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7" name="Object 9">
              <a:extLst>
                <a:ext uri="{FF2B5EF4-FFF2-40B4-BE49-F238E27FC236}">
                  <a16:creationId xmlns:a16="http://schemas.microsoft.com/office/drawing/2014/main" id="{2DCEFDB3-67EB-4A92-8250-4B99EFEEB1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9517703"/>
                </p:ext>
              </p:extLst>
            </p:nvPr>
          </p:nvGraphicFramePr>
          <p:xfrm>
            <a:off x="7299663" y="1254045"/>
            <a:ext cx="1196975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41" name="Equation" r:id="rId9" imgW="28956000" imgH="9753600" progId="Equation.DSMT4">
                    <p:embed/>
                  </p:oleObj>
                </mc:Choice>
                <mc:Fallback>
                  <p:oleObj name="Equation" r:id="rId9" imgW="28956000" imgH="9753600" progId="Equation.DSMT4">
                    <p:embed/>
                    <p:pic>
                      <p:nvPicPr>
                        <p:cNvPr id="0" name="Picture 1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99663" y="1254045"/>
                          <a:ext cx="1196975" cy="396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9">
              <a:extLst>
                <a:ext uri="{FF2B5EF4-FFF2-40B4-BE49-F238E27FC236}">
                  <a16:creationId xmlns:a16="http://schemas.microsoft.com/office/drawing/2014/main" id="{2DCEFDB3-67EB-4A92-8250-4B99EFEEB1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4542092"/>
                </p:ext>
              </p:extLst>
            </p:nvPr>
          </p:nvGraphicFramePr>
          <p:xfrm>
            <a:off x="1727257" y="1316660"/>
            <a:ext cx="906463" cy="273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42" name="Equation" r:id="rId11" imgW="21945600" imgH="6705600" progId="Equation.DSMT4">
                    <p:embed/>
                  </p:oleObj>
                </mc:Choice>
                <mc:Fallback>
                  <p:oleObj name="Equation" r:id="rId11" imgW="21945600" imgH="6705600" progId="Equation.DSMT4">
                    <p:embed/>
                    <p:pic>
                      <p:nvPicPr>
                        <p:cNvPr id="0" name="Picture 1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7257" y="1316660"/>
                          <a:ext cx="906463" cy="273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文本框 2">
            <a:extLst>
              <a:ext uri="{FF2B5EF4-FFF2-40B4-BE49-F238E27FC236}">
                <a16:creationId xmlns:a16="http://schemas.microsoft.com/office/drawing/2014/main" id="{80142D16-3DEB-4951-B731-B7AEA308F112}"/>
              </a:ext>
            </a:extLst>
          </p:cNvPr>
          <p:cNvSpPr txBox="1"/>
          <p:nvPr/>
        </p:nvSpPr>
        <p:spPr>
          <a:xfrm>
            <a:off x="107016" y="4011910"/>
            <a:ext cx="359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于是该球体需镀铜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约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为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24" name="Object 9">
            <a:extLst>
              <a:ext uri="{FF2B5EF4-FFF2-40B4-BE49-F238E27FC236}">
                <a16:creationId xmlns:a16="http://schemas.microsoft.com/office/drawing/2014/main" id="{2DCEFDB3-67EB-4A92-8250-4B99EFEEB1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002504"/>
              </p:ext>
            </p:extLst>
          </p:nvPr>
        </p:nvGraphicFramePr>
        <p:xfrm>
          <a:off x="3633937" y="4113535"/>
          <a:ext cx="2382468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3" name="Equation" r:id="rId13" imgW="57607200" imgH="8229600" progId="Equation.DSMT4">
                  <p:embed/>
                </p:oleObj>
              </mc:Choice>
              <mc:Fallback>
                <p:oleObj name="Equation" r:id="rId13" imgW="57607200" imgH="8229600" progId="Equation.DSMT4">
                  <p:embed/>
                  <p:pic>
                    <p:nvPicPr>
                      <p:cNvPr id="0" name="Picture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937" y="4113535"/>
                        <a:ext cx="2382468" cy="3381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9">
            <a:extLst>
              <a:ext uri="{FF2B5EF4-FFF2-40B4-BE49-F238E27FC236}">
                <a16:creationId xmlns:a16="http://schemas.microsoft.com/office/drawing/2014/main" id="{2DCEFDB3-67EB-4A92-8250-4B99EFEEB1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353975"/>
              </p:ext>
            </p:extLst>
          </p:nvPr>
        </p:nvGraphicFramePr>
        <p:xfrm>
          <a:off x="2411760" y="346574"/>
          <a:ext cx="50340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4" name="Equation" r:id="rId15" imgW="12192000" imgH="6705600" progId="Equation.DSMT4">
                  <p:embed/>
                </p:oleObj>
              </mc:Choice>
              <mc:Fallback>
                <p:oleObj name="Equation" r:id="rId15" imgW="12192000" imgH="6705600" progId="Equation.DSMT4">
                  <p:embed/>
                  <p:pic>
                    <p:nvPicPr>
                      <p:cNvPr id="0" name="Picture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46574"/>
                        <a:ext cx="503405" cy="2730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99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463873"/>
              </p:ext>
            </p:extLst>
          </p:nvPr>
        </p:nvGraphicFramePr>
        <p:xfrm>
          <a:off x="2608457" y="2321967"/>
          <a:ext cx="138040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5" name="Equation" r:id="rId17" imgW="1384300" imgH="279400" progId="Equation.DSMT4">
                  <p:embed/>
                </p:oleObj>
              </mc:Choice>
              <mc:Fallback>
                <p:oleObj name="Equation" r:id="rId17" imgW="1384300" imgH="279400" progId="Equation.DSMT4">
                  <p:embed/>
                  <p:pic>
                    <p:nvPicPr>
                      <p:cNvPr id="0" name="Picture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457" y="2321967"/>
                        <a:ext cx="1380407" cy="279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895728"/>
              </p:ext>
            </p:extLst>
          </p:nvPr>
        </p:nvGraphicFramePr>
        <p:xfrm>
          <a:off x="4115585" y="2322519"/>
          <a:ext cx="30394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6" name="Equation" r:id="rId19" imgW="304668" imgH="291973" progId="Equation.DSMT4">
                  <p:embed/>
                </p:oleObj>
              </mc:Choice>
              <mc:Fallback>
                <p:oleObj name="Equation" r:id="rId19" imgW="304668" imgH="291973" progId="Equation.DSMT4">
                  <p:embed/>
                  <p:pic>
                    <p:nvPicPr>
                      <p:cNvPr id="0" name="Picture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5585" y="2322519"/>
                        <a:ext cx="303943" cy="2921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844021"/>
              </p:ext>
            </p:extLst>
          </p:nvPr>
        </p:nvGraphicFramePr>
        <p:xfrm>
          <a:off x="4459782" y="2261205"/>
          <a:ext cx="154504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7" name="Equation" r:id="rId21" imgW="1548728" imgH="342751" progId="Equation.DSMT4">
                  <p:embed/>
                </p:oleObj>
              </mc:Choice>
              <mc:Fallback>
                <p:oleObj name="Equation" r:id="rId21" imgW="1548728" imgH="342751" progId="Equation.DSMT4">
                  <p:embed/>
                  <p:pic>
                    <p:nvPicPr>
                      <p:cNvPr id="0" name="Picture 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782" y="2261205"/>
                        <a:ext cx="1545043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045556"/>
              </p:ext>
            </p:extLst>
          </p:nvPr>
        </p:nvGraphicFramePr>
        <p:xfrm>
          <a:off x="2603885" y="3465463"/>
          <a:ext cx="38119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8" name="Equation" r:id="rId23" imgW="3822700" imgH="406400" progId="Equation.DSMT4">
                  <p:embed/>
                </p:oleObj>
              </mc:Choice>
              <mc:Fallback>
                <p:oleObj name="Equation" r:id="rId23" imgW="3822700" imgH="406400" progId="Equation.DSMT4">
                  <p:embed/>
                  <p:pic>
                    <p:nvPicPr>
                      <p:cNvPr id="0" name="Picture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885" y="3465463"/>
                        <a:ext cx="3811950" cy="406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361225"/>
              </p:ext>
            </p:extLst>
          </p:nvPr>
        </p:nvGraphicFramePr>
        <p:xfrm>
          <a:off x="5648679" y="1504727"/>
          <a:ext cx="116511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9" name="Equation" r:id="rId25" imgW="1168400" imgH="736600" progId="Equation.DSMT4">
                  <p:embed/>
                </p:oleObj>
              </mc:Choice>
              <mc:Fallback>
                <p:oleObj name="Equation" r:id="rId25" imgW="1168400" imgH="736600" progId="Equation.DSMT4">
                  <p:embed/>
                  <p:pic>
                    <p:nvPicPr>
                      <p:cNvPr id="0" name="Picture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679" y="1504727"/>
                        <a:ext cx="1165115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398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圆角矩形 26"/>
          <p:cNvSpPr/>
          <p:nvPr/>
        </p:nvSpPr>
        <p:spPr>
          <a:xfrm>
            <a:off x="2195736" y="3411938"/>
            <a:ext cx="3960440" cy="432048"/>
          </a:xfrm>
          <a:prstGeom prst="roundRect">
            <a:avLst/>
          </a:prstGeom>
          <a:solidFill>
            <a:srgbClr val="FFFF00"/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899592" y="267494"/>
            <a:ext cx="30963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11 </a:t>
            </a:r>
            <a:r>
              <a:rPr lang="zh-CN" altLang="en-US" sz="2400" b="1" dirty="0">
                <a:latin typeface="+mn-ea"/>
              </a:rPr>
              <a:t>利用微分计算</a:t>
            </a:r>
          </a:p>
        </p:txBody>
      </p:sp>
      <p:graphicFrame>
        <p:nvGraphicFramePr>
          <p:cNvPr id="161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905130"/>
              </p:ext>
            </p:extLst>
          </p:nvPr>
        </p:nvGraphicFramePr>
        <p:xfrm>
          <a:off x="3659190" y="315693"/>
          <a:ext cx="1198562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2" name="Equation" r:id="rId3" imgW="28956000" imgH="8229600" progId="Equation.DSMT4">
                  <p:embed/>
                </p:oleObj>
              </mc:Choice>
              <mc:Fallback>
                <p:oleObj name="Equation" r:id="rId3" imgW="28956000" imgH="8229600" progId="Equation.DSMT4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90" y="315693"/>
                        <a:ext cx="1198562" cy="33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759888" y="275091"/>
            <a:ext cx="19694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的近似值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4" name="组合 5"/>
          <p:cNvGrpSpPr/>
          <p:nvPr/>
        </p:nvGrpSpPr>
        <p:grpSpPr>
          <a:xfrm>
            <a:off x="899592" y="1063997"/>
            <a:ext cx="4104456" cy="461665"/>
            <a:chOff x="899592" y="1939627"/>
            <a:chExt cx="4104456" cy="461665"/>
          </a:xfrm>
        </p:grpSpPr>
        <p:sp>
          <p:nvSpPr>
            <p:cNvPr id="7" name="文本框 2">
              <a:extLst>
                <a:ext uri="{FF2B5EF4-FFF2-40B4-BE49-F238E27FC236}">
                  <a16:creationId xmlns:a16="http://schemas.microsoft.com/office/drawing/2014/main" id="{80142D16-3DEB-4951-B731-B7AEA308F112}"/>
                </a:ext>
              </a:extLst>
            </p:cNvPr>
            <p:cNvSpPr txBox="1"/>
            <p:nvPr/>
          </p:nvSpPr>
          <p:spPr>
            <a:xfrm>
              <a:off x="899592" y="1939627"/>
              <a:ext cx="41044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解</a:t>
              </a:r>
              <a:r>
                <a:rPr lang="zh-CN" altLang="en-US" sz="2400" b="1" dirty="0">
                  <a:solidFill>
                    <a:srgbClr val="2F42F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把     化为弧度，得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8" name="Object 9">
              <a:extLst>
                <a:ext uri="{FF2B5EF4-FFF2-40B4-BE49-F238E27FC236}">
                  <a16:creationId xmlns:a16="http://schemas.microsoft.com/office/drawing/2014/main" id="{B0179830-7F3C-4FA3-83E1-72B92925E4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3321605"/>
                </p:ext>
              </p:extLst>
            </p:nvPr>
          </p:nvGraphicFramePr>
          <p:xfrm>
            <a:off x="1907704" y="1991146"/>
            <a:ext cx="784225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3" name="Equation" r:id="rId5" imgW="18897600" imgH="8229600" progId="Equation.DSMT4">
                    <p:embed/>
                  </p:oleObj>
                </mc:Choice>
                <mc:Fallback>
                  <p:oleObj name="Equation" r:id="rId5" imgW="18897600" imgH="8229600" progId="Equation.DSMT4">
                    <p:embed/>
                    <p:pic>
                      <p:nvPicPr>
                        <p:cNvPr id="0" name="Picture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7704" y="1991146"/>
                          <a:ext cx="784225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9"/>
          <p:cNvGrpSpPr/>
          <p:nvPr/>
        </p:nvGrpSpPr>
        <p:grpSpPr>
          <a:xfrm>
            <a:off x="755576" y="1873978"/>
            <a:ext cx="4463731" cy="461665"/>
            <a:chOff x="899592" y="2787774"/>
            <a:chExt cx="4463731" cy="461665"/>
          </a:xfrm>
        </p:grpSpPr>
        <p:sp>
          <p:nvSpPr>
            <p:cNvPr id="11" name="文本框 2">
              <a:extLst>
                <a:ext uri="{FF2B5EF4-FFF2-40B4-BE49-F238E27FC236}">
                  <a16:creationId xmlns:a16="http://schemas.microsoft.com/office/drawing/2014/main" id="{80142D16-3DEB-4951-B731-B7AEA308F112}"/>
                </a:ext>
              </a:extLst>
            </p:cNvPr>
            <p:cNvSpPr txBox="1"/>
            <p:nvPr/>
          </p:nvSpPr>
          <p:spPr>
            <a:xfrm>
              <a:off x="899592" y="2787774"/>
              <a:ext cx="180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2F42F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取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2" name="Object 9">
              <a:extLst>
                <a:ext uri="{FF2B5EF4-FFF2-40B4-BE49-F238E27FC236}">
                  <a16:creationId xmlns:a16="http://schemas.microsoft.com/office/drawing/2014/main" id="{B0179830-7F3C-4FA3-83E1-72B92925E4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3321605"/>
                </p:ext>
              </p:extLst>
            </p:nvPr>
          </p:nvGraphicFramePr>
          <p:xfrm>
            <a:off x="3505948" y="2845949"/>
            <a:ext cx="1857375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4" name="Equation" r:id="rId7" imgW="44805600" imgH="9753600" progId="Equation.DSMT4">
                    <p:embed/>
                  </p:oleObj>
                </mc:Choice>
                <mc:Fallback>
                  <p:oleObj name="Equation" r:id="rId7" imgW="44805600" imgH="9753600" progId="Equation.DSMT4">
                    <p:embed/>
                    <p:pic>
                      <p:nvPicPr>
                        <p:cNvPr id="0" name="Picture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5948" y="2845949"/>
                          <a:ext cx="1857375" cy="401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9">
              <a:extLst>
                <a:ext uri="{FF2B5EF4-FFF2-40B4-BE49-F238E27FC236}">
                  <a16:creationId xmlns:a16="http://schemas.microsoft.com/office/drawing/2014/main" id="{B0179830-7F3C-4FA3-83E1-72B92925E4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8681769"/>
                </p:ext>
              </p:extLst>
            </p:nvPr>
          </p:nvGraphicFramePr>
          <p:xfrm>
            <a:off x="1445108" y="2890069"/>
            <a:ext cx="1693862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5" name="Equation" r:id="rId9" imgW="40843200" imgH="8229600" progId="Equation.DSMT4">
                    <p:embed/>
                  </p:oleObj>
                </mc:Choice>
                <mc:Fallback>
                  <p:oleObj name="Equation" r:id="rId9" imgW="40843200" imgH="8229600" progId="Equation.DSMT4">
                    <p:embed/>
                    <p:pic>
                      <p:nvPicPr>
                        <p:cNvPr id="0" name="Picture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5108" y="2890069"/>
                          <a:ext cx="1693862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文本框 2">
              <a:extLst>
                <a:ext uri="{FF2B5EF4-FFF2-40B4-BE49-F238E27FC236}">
                  <a16:creationId xmlns:a16="http://schemas.microsoft.com/office/drawing/2014/main" id="{80142D16-3DEB-4951-B731-B7AEA308F112}"/>
                </a:ext>
              </a:extLst>
            </p:cNvPr>
            <p:cNvSpPr txBox="1"/>
            <p:nvPr/>
          </p:nvSpPr>
          <p:spPr>
            <a:xfrm>
              <a:off x="2987824" y="2787774"/>
              <a:ext cx="180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2F42F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则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sp>
        <p:nvSpPr>
          <p:cNvPr id="23" name="文本框 2">
            <a:extLst>
              <a:ext uri="{FF2B5EF4-FFF2-40B4-BE49-F238E27FC236}">
                <a16:creationId xmlns:a16="http://schemas.microsoft.com/office/drawing/2014/main" id="{80142D16-3DEB-4951-B731-B7AEA308F112}"/>
              </a:ext>
            </a:extLst>
          </p:cNvPr>
          <p:cNvSpPr txBox="1"/>
          <p:nvPr/>
        </p:nvSpPr>
        <p:spPr>
          <a:xfrm>
            <a:off x="70896" y="2641936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F42F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则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5" name="文本框 2">
            <a:extLst>
              <a:ext uri="{FF2B5EF4-FFF2-40B4-BE49-F238E27FC236}">
                <a16:creationId xmlns:a16="http://schemas.microsoft.com/office/drawing/2014/main" id="{80142D16-3DEB-4951-B731-B7AEA308F112}"/>
              </a:ext>
            </a:extLst>
          </p:cNvPr>
          <p:cNvSpPr txBox="1"/>
          <p:nvPr/>
        </p:nvSpPr>
        <p:spPr>
          <a:xfrm>
            <a:off x="5724128" y="2645706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应用公式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618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089873"/>
              </p:ext>
            </p:extLst>
          </p:nvPr>
        </p:nvGraphicFramePr>
        <p:xfrm>
          <a:off x="2339975" y="3454181"/>
          <a:ext cx="36957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6" name="Equation" r:id="rId11" imgW="89001600" imgH="9144000" progId="Equation.DSMT4">
                  <p:embed/>
                </p:oleObj>
              </mc:Choice>
              <mc:Fallback>
                <p:oleObj name="Equation" r:id="rId11" imgW="89001600" imgH="9144000" progId="Equation.DSMT4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454181"/>
                        <a:ext cx="36957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>
            <a:extLst>
              <a:ext uri="{FF2B5EF4-FFF2-40B4-BE49-F238E27FC236}">
                <a16:creationId xmlns:a16="http://schemas.microsoft.com/office/drawing/2014/main" id="{80142D16-3DEB-4951-B731-B7AEA308F112}"/>
              </a:ext>
            </a:extLst>
          </p:cNvPr>
          <p:cNvSpPr txBox="1"/>
          <p:nvPr/>
        </p:nvSpPr>
        <p:spPr>
          <a:xfrm>
            <a:off x="179512" y="4147941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于是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29" name="Object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996793"/>
              </p:ext>
            </p:extLst>
          </p:nvPr>
        </p:nvGraphicFramePr>
        <p:xfrm>
          <a:off x="4643438" y="945262"/>
          <a:ext cx="2260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7" name="Equation" r:id="rId13" imgW="2260600" imgH="736600" progId="Equation.DSMT4">
                  <p:embed/>
                </p:oleObj>
              </mc:Choice>
              <mc:Fallback>
                <p:oleObj name="Equation" r:id="rId13" imgW="2260600" imgH="736600" progId="Equation.DSMT4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945262"/>
                        <a:ext cx="2260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31"/>
          <p:cNvGrpSpPr/>
          <p:nvPr/>
        </p:nvGrpSpPr>
        <p:grpSpPr>
          <a:xfrm>
            <a:off x="5032184" y="1782193"/>
            <a:ext cx="3904704" cy="742643"/>
            <a:chOff x="5032184" y="2036193"/>
            <a:chExt cx="3904704" cy="742643"/>
          </a:xfrm>
        </p:grpSpPr>
        <p:sp>
          <p:nvSpPr>
            <p:cNvPr id="20" name="文本框 2">
              <a:extLst>
                <a:ext uri="{FF2B5EF4-FFF2-40B4-BE49-F238E27FC236}">
                  <a16:creationId xmlns:a16="http://schemas.microsoft.com/office/drawing/2014/main" id="{80142D16-3DEB-4951-B731-B7AEA308F112}"/>
                </a:ext>
              </a:extLst>
            </p:cNvPr>
            <p:cNvSpPr txBox="1"/>
            <p:nvPr/>
          </p:nvSpPr>
          <p:spPr>
            <a:xfrm>
              <a:off x="5032184" y="2167427"/>
              <a:ext cx="180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2F42F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取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21" name="文本框 2">
              <a:extLst>
                <a:ext uri="{FF2B5EF4-FFF2-40B4-BE49-F238E27FC236}">
                  <a16:creationId xmlns:a16="http://schemas.microsoft.com/office/drawing/2014/main" id="{80142D16-3DEB-4951-B731-B7AEA308F112}"/>
                </a:ext>
              </a:extLst>
            </p:cNvPr>
            <p:cNvSpPr txBox="1"/>
            <p:nvPr/>
          </p:nvSpPr>
          <p:spPr>
            <a:xfrm>
              <a:off x="7768488" y="2181906"/>
              <a:ext cx="1168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(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较小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),</a:t>
              </a:r>
            </a:p>
          </p:txBody>
        </p:sp>
        <p:graphicFrame>
          <p:nvGraphicFramePr>
            <p:cNvPr id="30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2556781"/>
                </p:ext>
              </p:extLst>
            </p:nvPr>
          </p:nvGraphicFramePr>
          <p:xfrm>
            <a:off x="5600268" y="2036193"/>
            <a:ext cx="9271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8" name="Equation" r:id="rId15" imgW="926698" imgH="723586" progId="Equation.DSMT4">
                    <p:embed/>
                  </p:oleObj>
                </mc:Choice>
                <mc:Fallback>
                  <p:oleObj name="Equation" r:id="rId15" imgW="926698" imgH="723586" progId="Equation.DSMT4">
                    <p:embed/>
                    <p:pic>
                      <p:nvPicPr>
                        <p:cNvPr id="0" name="Picture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0268" y="2036193"/>
                          <a:ext cx="9271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7778071"/>
                </p:ext>
              </p:extLst>
            </p:nvPr>
          </p:nvGraphicFramePr>
          <p:xfrm>
            <a:off x="6657770" y="2042236"/>
            <a:ext cx="1168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9" name="Equation" r:id="rId17" imgW="1168400" imgH="736600" progId="Equation.DSMT4">
                    <p:embed/>
                  </p:oleObj>
                </mc:Choice>
                <mc:Fallback>
                  <p:oleObj name="Equation" r:id="rId17" imgW="1168400" imgH="736600" progId="Equation.DSMT4">
                    <p:embed/>
                    <p:pic>
                      <p:nvPicPr>
                        <p:cNvPr id="0" name="Picture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57770" y="2042236"/>
                          <a:ext cx="11684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896463"/>
              </p:ext>
            </p:extLst>
          </p:nvPr>
        </p:nvGraphicFramePr>
        <p:xfrm>
          <a:off x="639936" y="2530475"/>
          <a:ext cx="5156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0" name="Equation" r:id="rId19" imgW="5155920" imgH="723600" progId="Equation.DSMT4">
                  <p:embed/>
                </p:oleObj>
              </mc:Choice>
              <mc:Fallback>
                <p:oleObj name="Equation" r:id="rId19" imgW="5155920" imgH="723600" progId="Equation.DSMT4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936" y="2530475"/>
                        <a:ext cx="51562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616256"/>
              </p:ext>
            </p:extLst>
          </p:nvPr>
        </p:nvGraphicFramePr>
        <p:xfrm>
          <a:off x="2071670" y="4059300"/>
          <a:ext cx="4991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1" name="Equation" r:id="rId21" imgW="4991100" imgH="736600" progId="Equation.DSMT4">
                  <p:embed/>
                </p:oleObj>
              </mc:Choice>
              <mc:Fallback>
                <p:oleObj name="Equation" r:id="rId21" imgW="4991100" imgH="736600" progId="Equation.DSMT4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70" y="4059300"/>
                        <a:ext cx="4991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3" grpId="0"/>
      <p:bldP spid="25" grpId="0"/>
      <p:bldP spid="2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0321E46D-5D62-4BA2-BB97-A9320A176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34" y="184633"/>
            <a:ext cx="864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思考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B261F2F-9A69-40A6-82F7-3968238329E0}"/>
              </a:ext>
            </a:extLst>
          </p:cNvPr>
          <p:cNvGrpSpPr/>
          <p:nvPr/>
        </p:nvGrpSpPr>
        <p:grpSpPr>
          <a:xfrm>
            <a:off x="547378" y="792710"/>
            <a:ext cx="8352928" cy="461665"/>
            <a:chOff x="755576" y="1059582"/>
            <a:chExt cx="8352928" cy="461665"/>
          </a:xfrm>
        </p:grpSpPr>
        <p:sp>
          <p:nvSpPr>
            <p:cNvPr id="4" name="Text Box 2">
              <a:extLst>
                <a:ext uri="{FF2B5EF4-FFF2-40B4-BE49-F238E27FC236}">
                  <a16:creationId xmlns:a16="http://schemas.microsoft.com/office/drawing/2014/main" id="{468EA8E5-2ECE-4901-87AF-DF8037B6B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576" y="1059582"/>
              <a:ext cx="835292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64FF"/>
                  </a:solidFill>
                  <a:latin typeface="+mn-ea"/>
                </a:rPr>
                <a:t>1.</a:t>
              </a:r>
              <a:r>
                <a:rPr lang="zh-CN" altLang="en-US" sz="2400" b="1" dirty="0">
                  <a:latin typeface="+mn-ea"/>
                </a:rPr>
                <a:t>函数    的导数    与微分       是否与  和   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都</a:t>
              </a:r>
              <a:r>
                <a:rPr lang="zh-CN" altLang="en-US" sz="2400" b="1" dirty="0">
                  <a:latin typeface="+mn-ea"/>
                </a:rPr>
                <a:t>有关？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73C43DE-2C7A-4BE3-9708-76F2A4CB3A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3038038"/>
                </p:ext>
              </p:extLst>
            </p:nvPr>
          </p:nvGraphicFramePr>
          <p:xfrm>
            <a:off x="1763688" y="116821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24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63688" y="116821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8D9A8A3-1991-4F9E-A94D-1695D74998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0290394"/>
                </p:ext>
              </p:extLst>
            </p:nvPr>
          </p:nvGraphicFramePr>
          <p:xfrm>
            <a:off x="3275856" y="1155516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25" name="Equation" r:id="rId5" imgW="685800" imgH="355320" progId="Equation.DSMT4">
                    <p:embed/>
                  </p:oleObj>
                </mc:Choice>
                <mc:Fallback>
                  <p:oleObj name="Equation" r:id="rId5" imgW="685800" imgH="35532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F813751B-EB2F-4E24-8FE9-CD68183C8D8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75856" y="1155516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EF0E4EB1-9F25-40C0-8CCC-84624737CA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876521"/>
                </p:ext>
              </p:extLst>
            </p:nvPr>
          </p:nvGraphicFramePr>
          <p:xfrm>
            <a:off x="4806094" y="1136282"/>
            <a:ext cx="1028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26" name="Equation" r:id="rId7" imgW="1028520" imgH="355320" progId="Equation.DSMT4">
                    <p:embed/>
                  </p:oleObj>
                </mc:Choice>
                <mc:Fallback>
                  <p:oleObj name="Equation" r:id="rId7" imgW="102852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06094" y="1136282"/>
                          <a:ext cx="10287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996D01E9-FCAC-4623-B2EE-0030B722ED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5525859"/>
                </p:ext>
              </p:extLst>
            </p:nvPr>
          </p:nvGraphicFramePr>
          <p:xfrm>
            <a:off x="6876256" y="123806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27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876256" y="123806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121AD970-70F6-4C4E-9652-2229C45696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6132934"/>
                </p:ext>
              </p:extLst>
            </p:nvPr>
          </p:nvGraphicFramePr>
          <p:xfrm>
            <a:off x="7503306" y="1150714"/>
            <a:ext cx="368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28" name="Equation" r:id="rId11" imgW="368280" imgH="279360" progId="Equation.DSMT4">
                    <p:embed/>
                  </p:oleObj>
                </mc:Choice>
                <mc:Fallback>
                  <p:oleObj name="Equation" r:id="rId11" imgW="3682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503306" y="1150714"/>
                          <a:ext cx="368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2">
            <a:extLst>
              <a:ext uri="{FF2B5EF4-FFF2-40B4-BE49-F238E27FC236}">
                <a16:creationId xmlns:a16="http://schemas.microsoft.com/office/drawing/2014/main" id="{5E89F50C-0C37-4405-9ECE-E08DE3AFF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8" y="1319072"/>
            <a:ext cx="83529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2.</a:t>
            </a:r>
            <a:r>
              <a:rPr lang="zh-CN" altLang="en-US" sz="2400" b="1" dirty="0">
                <a:latin typeface="+mn-ea"/>
              </a:rPr>
              <a:t>在微分的表达式           中，当  为自变量时，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5ED1C6B-86C7-43E4-8D40-A0D746D636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274400"/>
              </p:ext>
            </p:extLst>
          </p:nvPr>
        </p:nvGraphicFramePr>
        <p:xfrm>
          <a:off x="3211674" y="1388944"/>
          <a:ext cx="158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9" name="Equation" r:id="rId13" imgW="1587240" imgH="355320" progId="Equation.DSMT4">
                  <p:embed/>
                </p:oleObj>
              </mc:Choice>
              <mc:Fallback>
                <p:oleObj name="Equation" r:id="rId13" imgW="15872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11674" y="1388944"/>
                        <a:ext cx="1587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BD6992E-4560-49F1-A0C7-48782CB45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247284"/>
              </p:ext>
            </p:extLst>
          </p:nvPr>
        </p:nvGraphicFramePr>
        <p:xfrm>
          <a:off x="5731954" y="1501337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0" name="Equation" r:id="rId15" imgW="190440" imgH="203040" progId="Equation.DSMT4">
                  <p:embed/>
                </p:oleObj>
              </mc:Choice>
              <mc:Fallback>
                <p:oleObj name="Equation" r:id="rId15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31954" y="1501337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896EAD6-1527-492B-A7A0-86E44DF2F2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152480"/>
              </p:ext>
            </p:extLst>
          </p:nvPr>
        </p:nvGraphicFramePr>
        <p:xfrm>
          <a:off x="7663408" y="1410347"/>
          <a:ext cx="1028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1" name="Equation" r:id="rId17" imgW="1028520" imgH="330120" progId="Equation.DSMT4">
                  <p:embed/>
                </p:oleObj>
              </mc:Choice>
              <mc:Fallback>
                <p:oleObj name="Equation" r:id="rId17" imgW="10285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63408" y="1410347"/>
                        <a:ext cx="1028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1ACC5491-0619-4584-8C18-941623C8BF7E}"/>
              </a:ext>
            </a:extLst>
          </p:cNvPr>
          <p:cNvSpPr/>
          <p:nvPr/>
        </p:nvSpPr>
        <p:spPr>
          <a:xfrm>
            <a:off x="7663408" y="1298581"/>
            <a:ext cx="948866" cy="46166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5FC3A7F-292E-411B-B010-39D12273D316}"/>
              </a:ext>
            </a:extLst>
          </p:cNvPr>
          <p:cNvGrpSpPr/>
          <p:nvPr/>
        </p:nvGrpSpPr>
        <p:grpSpPr>
          <a:xfrm>
            <a:off x="149792" y="1845434"/>
            <a:ext cx="6123764" cy="461665"/>
            <a:chOff x="149792" y="1805455"/>
            <a:chExt cx="6123764" cy="461665"/>
          </a:xfrm>
        </p:grpSpPr>
        <p:sp>
          <p:nvSpPr>
            <p:cNvPr id="15" name="Text Box 2">
              <a:extLst>
                <a:ext uri="{FF2B5EF4-FFF2-40B4-BE49-F238E27FC236}">
                  <a16:creationId xmlns:a16="http://schemas.microsoft.com/office/drawing/2014/main" id="{C8F34C78-50F1-4BFF-B53D-4019F1436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792" y="1805455"/>
              <a:ext cx="612376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当  不为自变量时，      是否仍旧成立？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6F32241-A60B-4C27-9BF0-988834139C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2693271"/>
                </p:ext>
              </p:extLst>
            </p:nvPr>
          </p:nvGraphicFramePr>
          <p:xfrm>
            <a:off x="650968" y="199242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2" name="Equation" r:id="rId19" imgW="190440" imgH="203040" progId="Equation.DSMT4">
                    <p:embed/>
                  </p:oleObj>
                </mc:Choice>
                <mc:Fallback>
                  <p:oleObj name="Equation" r:id="rId19" imgW="190440" imgH="20304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4BD6992E-4560-49F1-A0C7-48782CB45D8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50968" y="1992428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91BA5B93-AF92-43E3-95D6-D9961BA536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0057534"/>
                </p:ext>
              </p:extLst>
            </p:nvPr>
          </p:nvGraphicFramePr>
          <p:xfrm>
            <a:off x="2894728" y="1896587"/>
            <a:ext cx="965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3" name="Equation" r:id="rId21" imgW="965160" imgH="279360" progId="Equation.DSMT4">
                    <p:embed/>
                  </p:oleObj>
                </mc:Choice>
                <mc:Fallback>
                  <p:oleObj name="Equation" r:id="rId21" imgW="9651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894728" y="1896587"/>
                          <a:ext cx="965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Text Box 2">
            <a:extLst>
              <a:ext uri="{FF2B5EF4-FFF2-40B4-BE49-F238E27FC236}">
                <a16:creationId xmlns:a16="http://schemas.microsoft.com/office/drawing/2014/main" id="{DB7158FB-1E4C-4026-BBE5-61BECCE9B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588" y="2571750"/>
            <a:ext cx="6540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答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3F25188-B895-4B87-B5E0-11D255B21F3F}"/>
              </a:ext>
            </a:extLst>
          </p:cNvPr>
          <p:cNvGrpSpPr/>
          <p:nvPr/>
        </p:nvGrpSpPr>
        <p:grpSpPr>
          <a:xfrm>
            <a:off x="971600" y="2591149"/>
            <a:ext cx="8064896" cy="461665"/>
            <a:chOff x="971600" y="2591149"/>
            <a:chExt cx="8064896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332027F-4BD5-4777-872E-789F7A8D3130}"/>
                </a:ext>
              </a:extLst>
            </p:cNvPr>
            <p:cNvSpPr/>
            <p:nvPr/>
          </p:nvSpPr>
          <p:spPr>
            <a:xfrm>
              <a:off x="971600" y="2591149"/>
              <a:ext cx="80648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64FF"/>
                  </a:solidFill>
                  <a:latin typeface="+mn-ea"/>
                </a:rPr>
                <a:t>1.</a:t>
              </a:r>
              <a:r>
                <a:rPr lang="zh-CN" altLang="en-US" sz="2400" b="1" dirty="0">
                  <a:latin typeface="+mn-ea"/>
                </a:rPr>
                <a:t>导数    仅与  有关，而微分       与  和   都有关</a:t>
              </a:r>
              <a:r>
                <a:rPr lang="en-US" altLang="zh-CN" sz="2400" b="1" dirty="0">
                  <a:latin typeface="+mn-ea"/>
                </a:rPr>
                <a:t>.</a:t>
              </a:r>
              <a:r>
                <a:rPr lang="zh-CN" altLang="en-US" sz="2400" b="1" dirty="0">
                  <a:latin typeface="+mn-ea"/>
                </a:rPr>
                <a:t>  </a:t>
              </a:r>
              <a:endParaRPr lang="zh-CN" altLang="en-US" sz="2400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CBDF283B-4A0E-4D67-81CE-C721463CFD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742421"/>
                </p:ext>
              </p:extLst>
            </p:nvPr>
          </p:nvGraphicFramePr>
          <p:xfrm>
            <a:off x="1913904" y="2650959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4" name="Equation" r:id="rId23" imgW="685800" imgH="355320" progId="Equation.DSMT4">
                    <p:embed/>
                  </p:oleObj>
                </mc:Choice>
                <mc:Fallback>
                  <p:oleObj name="Equation" r:id="rId23" imgW="685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913904" y="2650959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27FA986D-5615-47F0-BD49-EB0E938CEE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9440342"/>
                </p:ext>
              </p:extLst>
            </p:nvPr>
          </p:nvGraphicFramePr>
          <p:xfrm>
            <a:off x="3259948" y="274697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5" name="Equation" r:id="rId25" imgW="190440" imgH="203040" progId="Equation.DSMT4">
                    <p:embed/>
                  </p:oleObj>
                </mc:Choice>
                <mc:Fallback>
                  <p:oleObj name="Equation" r:id="rId25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259948" y="2746979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A1421BE7-3601-4F87-B139-5BEB43C874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6759623"/>
                </p:ext>
              </p:extLst>
            </p:nvPr>
          </p:nvGraphicFramePr>
          <p:xfrm>
            <a:off x="5301944" y="2650959"/>
            <a:ext cx="1028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6" name="Equation" r:id="rId27" imgW="1028520" imgH="355320" progId="Equation.DSMT4">
                    <p:embed/>
                  </p:oleObj>
                </mc:Choice>
                <mc:Fallback>
                  <p:oleObj name="Equation" r:id="rId27" imgW="1028520" imgH="3553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EF0E4EB1-9F25-40C0-8CCC-84624737CA5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301944" y="2650959"/>
                          <a:ext cx="10287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5BD8E3D1-CFD6-41A3-B68D-3C6E5D0185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8082294"/>
                </p:ext>
              </p:extLst>
            </p:nvPr>
          </p:nvGraphicFramePr>
          <p:xfrm>
            <a:off x="6775178" y="272715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7" name="Equation" r:id="rId28" imgW="190440" imgH="203040" progId="Equation.DSMT4">
                    <p:embed/>
                  </p:oleObj>
                </mc:Choice>
                <mc:Fallback>
                  <p:oleObj name="Equation" r:id="rId28" imgW="190440" imgH="20304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996D01E9-FCAC-4623-B2EE-0030B722ED1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6775178" y="2727159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189870E5-E85A-4605-96AE-0D36E1C31B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5956871"/>
                </p:ext>
              </p:extLst>
            </p:nvPr>
          </p:nvGraphicFramePr>
          <p:xfrm>
            <a:off x="7399824" y="2650959"/>
            <a:ext cx="368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8" name="Equation" r:id="rId30" imgW="368280" imgH="279360" progId="Equation.DSMT4">
                    <p:embed/>
                  </p:oleObj>
                </mc:Choice>
                <mc:Fallback>
                  <p:oleObj name="Equation" r:id="rId30" imgW="368280" imgH="27936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121AD970-70F6-4C4E-9652-2229C456961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399824" y="2650959"/>
                          <a:ext cx="368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9504396-078E-46CC-8462-6198AE6DE068}"/>
              </a:ext>
            </a:extLst>
          </p:cNvPr>
          <p:cNvGrpSpPr/>
          <p:nvPr/>
        </p:nvGrpSpPr>
        <p:grpSpPr>
          <a:xfrm>
            <a:off x="971600" y="3169425"/>
            <a:ext cx="4032448" cy="461665"/>
            <a:chOff x="971600" y="3169425"/>
            <a:chExt cx="4032448" cy="461665"/>
          </a:xfrm>
        </p:grpSpPr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E826A85F-F8B8-4BC6-B4D8-1722272C91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3652065"/>
                </p:ext>
              </p:extLst>
            </p:nvPr>
          </p:nvGraphicFramePr>
          <p:xfrm>
            <a:off x="1460240" y="331348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9" name="Equation" r:id="rId31" imgW="190440" imgH="203040" progId="Equation.DSMT4">
                    <p:embed/>
                  </p:oleObj>
                </mc:Choice>
                <mc:Fallback>
                  <p:oleObj name="Equation" r:id="rId31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460240" y="331348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1045968E-4B07-4375-A80D-D4373647A3DF}"/>
                </a:ext>
              </a:extLst>
            </p:cNvPr>
            <p:cNvGrpSpPr/>
            <p:nvPr/>
          </p:nvGrpSpPr>
          <p:grpSpPr>
            <a:xfrm>
              <a:off x="971600" y="3169425"/>
              <a:ext cx="4032448" cy="461665"/>
              <a:chOff x="971600" y="3169425"/>
              <a:chExt cx="4032448" cy="461665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E7374B01-5B8A-4499-9BF6-DCA71348C88B}"/>
                  </a:ext>
                </a:extLst>
              </p:cNvPr>
              <p:cNvSpPr/>
              <p:nvPr/>
            </p:nvSpPr>
            <p:spPr>
              <a:xfrm>
                <a:off x="971600" y="3169425"/>
                <a:ext cx="403244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64FF"/>
                    </a:solidFill>
                    <a:latin typeface="+mn-ea"/>
                  </a:rPr>
                  <a:t>2.  </a:t>
                </a:r>
                <a:r>
                  <a:rPr lang="zh-CN" altLang="en-US" sz="2400" b="1" dirty="0">
                    <a:latin typeface="+mn-ea"/>
                  </a:rPr>
                  <a:t>不为自变量时，</a:t>
                </a:r>
                <a:r>
                  <a:rPr lang="en-US" altLang="zh-CN" sz="2400" b="1" dirty="0">
                    <a:latin typeface="+mn-ea"/>
                  </a:rPr>
                  <a:t> </a:t>
                </a:r>
                <a:endParaRPr lang="zh-CN" altLang="en-US" sz="2400" dirty="0"/>
              </a:p>
            </p:txBody>
          </p:sp>
          <p:graphicFrame>
            <p:nvGraphicFramePr>
              <p:cNvPr id="31" name="对象 30">
                <a:extLst>
                  <a:ext uri="{FF2B5EF4-FFF2-40B4-BE49-F238E27FC236}">
                    <a16:creationId xmlns:a16="http://schemas.microsoft.com/office/drawing/2014/main" id="{220C4195-4759-42AC-B6A0-5FE6759ACCC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35113364"/>
                  </p:ext>
                </p:extLst>
              </p:nvPr>
            </p:nvGraphicFramePr>
            <p:xfrm>
              <a:off x="3708020" y="3247416"/>
              <a:ext cx="10160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40" name="Equation" r:id="rId33" imgW="1015920" imgH="279360" progId="Equation.DSMT4">
                      <p:embed/>
                    </p:oleObj>
                  </mc:Choice>
                  <mc:Fallback>
                    <p:oleObj name="Equation" r:id="rId33" imgW="1015920" imgH="2793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3708020" y="3247416"/>
                            <a:ext cx="10160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2" name="Text Box 2">
            <a:extLst>
              <a:ext uri="{FF2B5EF4-FFF2-40B4-BE49-F238E27FC236}">
                <a16:creationId xmlns:a16="http://schemas.microsoft.com/office/drawing/2014/main" id="{F90F3696-651B-4056-8E95-3115DE915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693" y="3747701"/>
            <a:ext cx="6540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E4A9122A-FCC3-42EC-9EC3-3127DB4D5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945179"/>
              </p:ext>
            </p:extLst>
          </p:nvPr>
        </p:nvGraphicFramePr>
        <p:xfrm>
          <a:off x="1606603" y="3807083"/>
          <a:ext cx="237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1" name="Equation" r:id="rId35" imgW="2374560" imgH="342720" progId="Equation.DSMT4">
                  <p:embed/>
                </p:oleObj>
              </mc:Choice>
              <mc:Fallback>
                <p:oleObj name="Equation" r:id="rId35" imgW="2374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606603" y="3807083"/>
                        <a:ext cx="237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8ADDAEA1-8337-4BF5-9778-D646178E11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272980"/>
              </p:ext>
            </p:extLst>
          </p:nvPr>
        </p:nvGraphicFramePr>
        <p:xfrm>
          <a:off x="4500563" y="3794383"/>
          <a:ext cx="1663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2" name="Equation" r:id="rId37" imgW="1663560" imgH="355320" progId="Equation.DSMT4">
                  <p:embed/>
                </p:oleObj>
              </mc:Choice>
              <mc:Fallback>
                <p:oleObj name="Equation" r:id="rId37" imgW="16635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500563" y="3794383"/>
                        <a:ext cx="1663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9515FC44-6D9D-4955-8A93-FA81AE4032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006100"/>
              </p:ext>
            </p:extLst>
          </p:nvPr>
        </p:nvGraphicFramePr>
        <p:xfrm>
          <a:off x="6353911" y="3793280"/>
          <a:ext cx="1536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3" name="Equation" r:id="rId39" imgW="1536480" imgH="355320" progId="Equation.DSMT4">
                  <p:embed/>
                </p:oleObj>
              </mc:Choice>
              <mc:Fallback>
                <p:oleObj name="Equation" r:id="rId39" imgW="15364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353911" y="3793280"/>
                        <a:ext cx="1536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E6DB265F-3EF8-4CB9-8416-111D60ECFD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255816"/>
              </p:ext>
            </p:extLst>
          </p:nvPr>
        </p:nvGraphicFramePr>
        <p:xfrm>
          <a:off x="4484216" y="4404614"/>
          <a:ext cx="2146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4" name="Equation" r:id="rId41" imgW="2145960" imgH="355320" progId="Equation.DSMT4">
                  <p:embed/>
                </p:oleObj>
              </mc:Choice>
              <mc:Fallback>
                <p:oleObj name="Equation" r:id="rId41" imgW="21459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484216" y="4404614"/>
                        <a:ext cx="2146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859298A-E954-4379-89CF-42D2F099EF52}"/>
              </a:ext>
            </a:extLst>
          </p:cNvPr>
          <p:cNvSpPr/>
          <p:nvPr/>
        </p:nvSpPr>
        <p:spPr>
          <a:xfrm>
            <a:off x="4400067" y="3631090"/>
            <a:ext cx="3528392" cy="1244916"/>
          </a:xfrm>
          <a:prstGeom prst="roundRect">
            <a:avLst/>
          </a:prstGeom>
          <a:noFill/>
          <a:ln w="12700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5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2" grpId="0"/>
      <p:bldP spid="4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2C73EFA1-4398-4E43-A2E4-AA018D9ED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83518"/>
            <a:ext cx="14600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练习题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B36A8C4C-FEA6-40B8-A9B3-53D15BCDA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54" y="1131590"/>
            <a:ext cx="8448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1. </a:t>
            </a:r>
            <a:r>
              <a:rPr lang="zh-CN" altLang="en-US" sz="2400" b="1" dirty="0">
                <a:latin typeface="+mn-ea"/>
              </a:rPr>
              <a:t>分别指出下面四图中，函数    在  处表示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CFB78CA-955A-40CB-84AF-62CE9F41C3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309049"/>
              </p:ext>
            </p:extLst>
          </p:nvPr>
        </p:nvGraphicFramePr>
        <p:xfrm>
          <a:off x="4788024" y="121514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5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8024" y="1215147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27576C6-08C9-45BA-9A7F-DD14B4C80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222494"/>
              </p:ext>
            </p:extLst>
          </p:nvPr>
        </p:nvGraphicFramePr>
        <p:xfrm>
          <a:off x="7020272" y="1215147"/>
          <a:ext cx="1943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6" name="Equation" r:id="rId5" imgW="1942920" imgH="342720" progId="Equation.DSMT4">
                  <p:embed/>
                </p:oleObj>
              </mc:Choice>
              <mc:Fallback>
                <p:oleObj name="Equation" r:id="rId5" imgW="1942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20272" y="1215147"/>
                        <a:ext cx="1943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">
            <a:extLst>
              <a:ext uri="{FF2B5EF4-FFF2-40B4-BE49-F238E27FC236}">
                <a16:creationId xmlns:a16="http://schemas.microsoft.com/office/drawing/2014/main" id="{8A6A356A-88BA-4C85-95E1-6483D16EC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09" y="1736894"/>
            <a:ext cx="57606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的线段，并说明其正负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C859ACA-26D4-4A41-B3D8-6FCCA94C4024}"/>
              </a:ext>
            </a:extLst>
          </p:cNvPr>
          <p:cNvGrpSpPr/>
          <p:nvPr/>
        </p:nvGrpSpPr>
        <p:grpSpPr>
          <a:xfrm>
            <a:off x="1043608" y="2499742"/>
            <a:ext cx="3181119" cy="2216540"/>
            <a:chOff x="1043608" y="2499742"/>
            <a:chExt cx="3181119" cy="2216540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5D032519-49D5-4879-A7B4-BC5DFB32196B}"/>
                </a:ext>
              </a:extLst>
            </p:cNvPr>
            <p:cNvGrpSpPr/>
            <p:nvPr/>
          </p:nvGrpSpPr>
          <p:grpSpPr>
            <a:xfrm>
              <a:off x="1043608" y="2499742"/>
              <a:ext cx="3181119" cy="1769795"/>
              <a:chOff x="696937" y="2219564"/>
              <a:chExt cx="3181119" cy="1769795"/>
            </a:xfrm>
          </p:grpSpPr>
          <p:graphicFrame>
            <p:nvGraphicFramePr>
              <p:cNvPr id="6" name="对象 5">
                <a:extLst>
                  <a:ext uri="{FF2B5EF4-FFF2-40B4-BE49-F238E27FC236}">
                    <a16:creationId xmlns:a16="http://schemas.microsoft.com/office/drawing/2014/main" id="{F64E1A8B-3814-4558-A29E-7614643E2BC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77043022"/>
                  </p:ext>
                </p:extLst>
              </p:nvPr>
            </p:nvGraphicFramePr>
            <p:xfrm>
              <a:off x="2105726" y="3659159"/>
              <a:ext cx="7620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57" name="Equation" r:id="rId7" imgW="761760" imgH="330120" progId="Equation.DSMT4">
                      <p:embed/>
                    </p:oleObj>
                  </mc:Choice>
                  <mc:Fallback>
                    <p:oleObj name="Equation" r:id="rId7" imgW="76176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105726" y="3659159"/>
                            <a:ext cx="7620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72AD0E61-0A42-4D18-9E6E-B2178B9EC151}"/>
                  </a:ext>
                </a:extLst>
              </p:cNvPr>
              <p:cNvCxnSpPr/>
              <p:nvPr/>
            </p:nvCxnSpPr>
            <p:spPr>
              <a:xfrm>
                <a:off x="827584" y="3651870"/>
                <a:ext cx="230425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A3860587-5350-41F8-9F91-BFBCC81FDD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9984" y="2355726"/>
                <a:ext cx="0" cy="14485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7C47D7C8-8F01-463C-BB9E-E4CA01F6B0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5636" y="2389855"/>
                <a:ext cx="1620180" cy="6044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6FBAC6E8-4F5F-415F-B28E-AFB2E8AD6F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5656" y="2931790"/>
                <a:ext cx="0" cy="72008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82D34ACC-3369-4B21-B599-0D6E0B8586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1760" y="2571750"/>
                <a:ext cx="0" cy="108012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5" name="对象 24">
                <a:extLst>
                  <a:ext uri="{FF2B5EF4-FFF2-40B4-BE49-F238E27FC236}">
                    <a16:creationId xmlns:a16="http://schemas.microsoft.com/office/drawing/2014/main" id="{3B6F2C00-598B-4584-895F-C294C8DF97D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26603075"/>
                  </p:ext>
                </p:extLst>
              </p:nvPr>
            </p:nvGraphicFramePr>
            <p:xfrm>
              <a:off x="2942990" y="3709020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58" name="Equation" r:id="rId9" imgW="177480" imgH="190440" progId="Equation.DSMT4">
                      <p:embed/>
                    </p:oleObj>
                  </mc:Choice>
                  <mc:Fallback>
                    <p:oleObj name="Equation" r:id="rId9" imgW="17748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942990" y="3709020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>
                <a:extLst>
                  <a:ext uri="{FF2B5EF4-FFF2-40B4-BE49-F238E27FC236}">
                    <a16:creationId xmlns:a16="http://schemas.microsoft.com/office/drawing/2014/main" id="{DE39A5D6-68B9-4412-B3F0-9936855C553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39645312"/>
                  </p:ext>
                </p:extLst>
              </p:nvPr>
            </p:nvGraphicFramePr>
            <p:xfrm>
              <a:off x="713284" y="2451100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59" name="Equation" r:id="rId11" imgW="190440" imgH="241200" progId="Equation.DSMT4">
                      <p:embed/>
                    </p:oleObj>
                  </mc:Choice>
                  <mc:Fallback>
                    <p:oleObj name="Equation" r:id="rId11" imgW="190440" imgH="241200" progId="Equation.DSMT4">
                      <p:embed/>
                      <p:pic>
                        <p:nvPicPr>
                          <p:cNvPr id="25" name="对象 24">
                            <a:extLst>
                              <a:ext uri="{FF2B5EF4-FFF2-40B4-BE49-F238E27FC236}">
                                <a16:creationId xmlns:a16="http://schemas.microsoft.com/office/drawing/2014/main" id="{3B6F2C00-598B-4584-895F-C294C8DF97D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713284" y="2451100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对象 27">
                <a:extLst>
                  <a:ext uri="{FF2B5EF4-FFF2-40B4-BE49-F238E27FC236}">
                    <a16:creationId xmlns:a16="http://schemas.microsoft.com/office/drawing/2014/main" id="{15CE4A6F-B246-4093-ACFC-A00C1D1104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03673373"/>
                  </p:ext>
                </p:extLst>
              </p:nvPr>
            </p:nvGraphicFramePr>
            <p:xfrm>
              <a:off x="696937" y="3672107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60" name="Equation" r:id="rId13" imgW="228600" imgH="241200" progId="Equation.DSMT4">
                      <p:embed/>
                    </p:oleObj>
                  </mc:Choice>
                  <mc:Fallback>
                    <p:oleObj name="Equation" r:id="rId13" imgW="22860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96937" y="3672107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对象 28">
                <a:extLst>
                  <a:ext uri="{FF2B5EF4-FFF2-40B4-BE49-F238E27FC236}">
                    <a16:creationId xmlns:a16="http://schemas.microsoft.com/office/drawing/2014/main" id="{4DB5C9D0-96E0-4846-96CD-5B32EAA507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02724109"/>
                  </p:ext>
                </p:extLst>
              </p:nvPr>
            </p:nvGraphicFramePr>
            <p:xfrm>
              <a:off x="2950956" y="2219564"/>
              <a:ext cx="9271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61" name="Equation" r:id="rId15" imgW="927000" imgH="304560" progId="Equation.DSMT4">
                      <p:embed/>
                    </p:oleObj>
                  </mc:Choice>
                  <mc:Fallback>
                    <p:oleObj name="Equation" r:id="rId15" imgW="927000" imgH="3045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950956" y="2219564"/>
                            <a:ext cx="9271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对象 29">
                <a:extLst>
                  <a:ext uri="{FF2B5EF4-FFF2-40B4-BE49-F238E27FC236}">
                    <a16:creationId xmlns:a16="http://schemas.microsoft.com/office/drawing/2014/main" id="{469C58AF-AB50-46B0-A3AA-7121460111B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18741771"/>
                  </p:ext>
                </p:extLst>
              </p:nvPr>
            </p:nvGraphicFramePr>
            <p:xfrm>
              <a:off x="1355725" y="3627438"/>
              <a:ext cx="2413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62" name="Equation" r:id="rId17" imgW="241200" imgH="330120" progId="Equation.DSMT4">
                      <p:embed/>
                    </p:oleObj>
                  </mc:Choice>
                  <mc:Fallback>
                    <p:oleObj name="Equation" r:id="rId17" imgW="24120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355725" y="3627438"/>
                            <a:ext cx="2413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296A9370-D374-4335-BD99-6EA0A29B46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6960223"/>
                </p:ext>
              </p:extLst>
            </p:nvPr>
          </p:nvGraphicFramePr>
          <p:xfrm>
            <a:off x="2071570" y="4411482"/>
            <a:ext cx="3556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63" name="Equation" r:id="rId19" imgW="355320" imgH="304560" progId="Equation.DSMT4">
                    <p:embed/>
                  </p:oleObj>
                </mc:Choice>
                <mc:Fallback>
                  <p:oleObj name="Equation" r:id="rId19" imgW="35532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071570" y="4411482"/>
                          <a:ext cx="3556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DBED367-F7DE-47F5-AD71-C3B7210976F1}"/>
              </a:ext>
            </a:extLst>
          </p:cNvPr>
          <p:cNvCxnSpPr>
            <a:cxnSpLocks/>
          </p:cNvCxnSpPr>
          <p:nvPr/>
        </p:nvCxnSpPr>
        <p:spPr>
          <a:xfrm>
            <a:off x="1326655" y="3211968"/>
            <a:ext cx="14317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6951374-A70A-4033-B929-32A9F453D23A}"/>
              </a:ext>
            </a:extLst>
          </p:cNvPr>
          <p:cNvCxnSpPr>
            <a:cxnSpLocks/>
          </p:cNvCxnSpPr>
          <p:nvPr/>
        </p:nvCxnSpPr>
        <p:spPr>
          <a:xfrm>
            <a:off x="2758431" y="2868696"/>
            <a:ext cx="0" cy="34327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18C2745B-E746-4DF4-91E0-E6767CD32F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749140"/>
              </p:ext>
            </p:extLst>
          </p:nvPr>
        </p:nvGraphicFramePr>
        <p:xfrm>
          <a:off x="3210909" y="3131595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4" name="Equation" r:id="rId21" imgW="965160" imgH="342720" progId="Equation.DSMT4">
                  <p:embed/>
                </p:oleObj>
              </mc:Choice>
              <mc:Fallback>
                <p:oleObj name="Equation" r:id="rId21" imgW="965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10909" y="3131595"/>
                        <a:ext cx="965200" cy="3429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72D5CFC-58EC-4128-A010-97996D71830C}"/>
              </a:ext>
            </a:extLst>
          </p:cNvPr>
          <p:cNvCxnSpPr/>
          <p:nvPr/>
        </p:nvCxnSpPr>
        <p:spPr>
          <a:xfrm>
            <a:off x="2758431" y="3040332"/>
            <a:ext cx="433648" cy="2341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Box 2">
            <a:extLst>
              <a:ext uri="{FF2B5EF4-FFF2-40B4-BE49-F238E27FC236}">
                <a16:creationId xmlns:a16="http://schemas.microsoft.com/office/drawing/2014/main" id="{9BB5AA52-0B93-43F9-B516-0264B49C9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5348" y="2471268"/>
            <a:ext cx="6085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5B2853C2-506C-4CC9-A968-684331207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166051"/>
              </p:ext>
            </p:extLst>
          </p:nvPr>
        </p:nvGraphicFramePr>
        <p:xfrm>
          <a:off x="5881515" y="2528723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5" name="Equation" r:id="rId23" imgW="1180800" imgH="342720" progId="Equation.DSMT4">
                  <p:embed/>
                </p:oleObj>
              </mc:Choice>
              <mc:Fallback>
                <p:oleObj name="Equation" r:id="rId23" imgW="1180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881515" y="2528723"/>
                        <a:ext cx="118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EFE36A7F-D93C-40BB-B125-200CCEECF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042426"/>
              </p:ext>
            </p:extLst>
          </p:nvPr>
        </p:nvGraphicFramePr>
        <p:xfrm>
          <a:off x="5995815" y="3116234"/>
          <a:ext cx="1066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6" name="Equation" r:id="rId25" imgW="1066680" imgH="736560" progId="Equation.DSMT4">
                  <p:embed/>
                </p:oleObj>
              </mc:Choice>
              <mc:Fallback>
                <p:oleObj name="Equation" r:id="rId25" imgW="1066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995815" y="3116234"/>
                        <a:ext cx="1066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6D3DE1D0-D8E9-4A18-95E4-5EF680BA0B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176953"/>
              </p:ext>
            </p:extLst>
          </p:nvPr>
        </p:nvGraphicFramePr>
        <p:xfrm>
          <a:off x="6084168" y="3761537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7" name="Equation" r:id="rId27" imgW="1447560" imgH="342720" progId="Equation.DSMT4">
                  <p:embed/>
                </p:oleObj>
              </mc:Choice>
              <mc:Fallback>
                <p:oleObj name="Equation" r:id="rId27" imgW="1447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084168" y="3761537"/>
                        <a:ext cx="1447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4126695B-2F76-408F-98EF-A03D3F4F3F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778130"/>
              </p:ext>
            </p:extLst>
          </p:nvPr>
        </p:nvGraphicFramePr>
        <p:xfrm>
          <a:off x="5772999" y="1265712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8" name="Equation" r:id="rId29" imgW="190440" imgH="203040" progId="Equation.DSMT4">
                  <p:embed/>
                </p:oleObj>
              </mc:Choice>
              <mc:Fallback>
                <p:oleObj name="Equation" r:id="rId29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772999" y="1265712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AA6E0EE6-8935-480D-B66B-61077A8EF4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695520"/>
              </p:ext>
            </p:extLst>
          </p:nvPr>
        </p:nvGraphicFramePr>
        <p:xfrm>
          <a:off x="6146800" y="3352800"/>
          <a:ext cx="914400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9" name="Equation" r:id="rId31" imgW="914400" imgH="267840" progId="Equation.DSMT4">
                  <p:embed/>
                </p:oleObj>
              </mc:Choice>
              <mc:Fallback>
                <p:oleObj name="Equation" r:id="rId31" imgW="914400" imgH="267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6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12ACC6D-95AD-4FE6-A12E-9436B912DE3F}"/>
              </a:ext>
            </a:extLst>
          </p:cNvPr>
          <p:cNvCxnSpPr>
            <a:cxnSpLocks/>
          </p:cNvCxnSpPr>
          <p:nvPr/>
        </p:nvCxnSpPr>
        <p:spPr>
          <a:xfrm>
            <a:off x="1326655" y="2868696"/>
            <a:ext cx="14317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77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A32C3B1A-473C-4DDB-9282-B00A27A2B1B1}"/>
              </a:ext>
            </a:extLst>
          </p:cNvPr>
          <p:cNvGrpSpPr/>
          <p:nvPr/>
        </p:nvGrpSpPr>
        <p:grpSpPr>
          <a:xfrm>
            <a:off x="882684" y="843558"/>
            <a:ext cx="2680986" cy="3076912"/>
            <a:chOff x="683568" y="793474"/>
            <a:chExt cx="2680986" cy="3076912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936F2EA-98DD-4F7F-B0B2-6173142CAB65}"/>
                </a:ext>
              </a:extLst>
            </p:cNvPr>
            <p:cNvGrpSpPr/>
            <p:nvPr/>
          </p:nvGrpSpPr>
          <p:grpSpPr>
            <a:xfrm>
              <a:off x="683568" y="793474"/>
              <a:ext cx="2680986" cy="2446827"/>
              <a:chOff x="696937" y="1542532"/>
              <a:chExt cx="2680986" cy="2446827"/>
            </a:xfrm>
          </p:grpSpPr>
          <p:graphicFrame>
            <p:nvGraphicFramePr>
              <p:cNvPr id="6" name="对象 5">
                <a:extLst>
                  <a:ext uri="{FF2B5EF4-FFF2-40B4-BE49-F238E27FC236}">
                    <a16:creationId xmlns:a16="http://schemas.microsoft.com/office/drawing/2014/main" id="{53160310-AD8C-419D-B475-AF845753684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2677751"/>
                  </p:ext>
                </p:extLst>
              </p:nvPr>
            </p:nvGraphicFramePr>
            <p:xfrm>
              <a:off x="2105726" y="3659159"/>
              <a:ext cx="7620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83" name="Equation" r:id="rId3" imgW="761760" imgH="330120" progId="Equation.DSMT4">
                      <p:embed/>
                    </p:oleObj>
                  </mc:Choice>
                  <mc:Fallback>
                    <p:oleObj name="Equation" r:id="rId3" imgW="761760" imgH="330120" progId="Equation.DSMT4">
                      <p:embed/>
                      <p:pic>
                        <p:nvPicPr>
                          <p:cNvPr id="6" name="对象 5">
                            <a:extLst>
                              <a:ext uri="{FF2B5EF4-FFF2-40B4-BE49-F238E27FC236}">
                                <a16:creationId xmlns:a16="http://schemas.microsoft.com/office/drawing/2014/main" id="{F64E1A8B-3814-4558-A29E-7614643E2BC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105726" y="3659159"/>
                            <a:ext cx="7620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6BE85363-7790-46BD-9DD9-1869B7A60387}"/>
                  </a:ext>
                </a:extLst>
              </p:cNvPr>
              <p:cNvCxnSpPr/>
              <p:nvPr/>
            </p:nvCxnSpPr>
            <p:spPr>
              <a:xfrm>
                <a:off x="827584" y="3651870"/>
                <a:ext cx="230425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100ED128-2222-4485-B7F7-7149BFF547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9984" y="1542532"/>
                <a:ext cx="0" cy="22617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EAF7D550-8279-4E6D-9A36-709EC4FCBF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985" y="1808640"/>
                <a:ext cx="1296144" cy="1512169"/>
              </a:xfrm>
              <a:prstGeom prst="line">
                <a:avLst/>
              </a:prstGeom>
              <a:ln w="12700">
                <a:solidFill>
                  <a:srgbClr val="0064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BEBADCE5-D138-4337-8FDE-4B79F613C8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5656" y="2931790"/>
                <a:ext cx="0" cy="72008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E9B33D7A-E1BA-485A-9C10-6526698247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1113" y="2010283"/>
                <a:ext cx="0" cy="1641587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2" name="对象 11">
                <a:extLst>
                  <a:ext uri="{FF2B5EF4-FFF2-40B4-BE49-F238E27FC236}">
                    <a16:creationId xmlns:a16="http://schemas.microsoft.com/office/drawing/2014/main" id="{527E1836-077D-43D3-9BC2-8A51D23B3F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63365468"/>
                  </p:ext>
                </p:extLst>
              </p:nvPr>
            </p:nvGraphicFramePr>
            <p:xfrm>
              <a:off x="2942990" y="3709020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84" name="Equation" r:id="rId5" imgW="177480" imgH="190440" progId="Equation.DSMT4">
                      <p:embed/>
                    </p:oleObj>
                  </mc:Choice>
                  <mc:Fallback>
                    <p:oleObj name="Equation" r:id="rId5" imgW="177480" imgH="190440" progId="Equation.DSMT4">
                      <p:embed/>
                      <p:pic>
                        <p:nvPicPr>
                          <p:cNvPr id="25" name="对象 24">
                            <a:extLst>
                              <a:ext uri="{FF2B5EF4-FFF2-40B4-BE49-F238E27FC236}">
                                <a16:creationId xmlns:a16="http://schemas.microsoft.com/office/drawing/2014/main" id="{3B6F2C00-598B-4584-895F-C294C8DF97D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942990" y="3709020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64D40A22-C0B3-4E13-89D9-26A659B621E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82315583"/>
                  </p:ext>
                </p:extLst>
              </p:nvPr>
            </p:nvGraphicFramePr>
            <p:xfrm>
              <a:off x="772551" y="1640176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85" name="Equation" r:id="rId7" imgW="190440" imgH="241200" progId="Equation.DSMT4">
                      <p:embed/>
                    </p:oleObj>
                  </mc:Choice>
                  <mc:Fallback>
                    <p:oleObj name="Equation" r:id="rId7" imgW="190440" imgH="241200" progId="Equation.DSMT4">
                      <p:embed/>
                      <p:pic>
                        <p:nvPicPr>
                          <p:cNvPr id="27" name="对象 26">
                            <a:extLst>
                              <a:ext uri="{FF2B5EF4-FFF2-40B4-BE49-F238E27FC236}">
                                <a16:creationId xmlns:a16="http://schemas.microsoft.com/office/drawing/2014/main" id="{DE39A5D6-68B9-4412-B3F0-9936855C553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772551" y="1640176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对象 13">
                <a:extLst>
                  <a:ext uri="{FF2B5EF4-FFF2-40B4-BE49-F238E27FC236}">
                    <a16:creationId xmlns:a16="http://schemas.microsoft.com/office/drawing/2014/main" id="{DFB5ECAF-28FD-47A0-A37E-8FB4BD7428F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83602154"/>
                  </p:ext>
                </p:extLst>
              </p:nvPr>
            </p:nvGraphicFramePr>
            <p:xfrm>
              <a:off x="696937" y="3672107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86" name="Equation" r:id="rId9" imgW="228600" imgH="241200" progId="Equation.DSMT4">
                      <p:embed/>
                    </p:oleObj>
                  </mc:Choice>
                  <mc:Fallback>
                    <p:oleObj name="Equation" r:id="rId9" imgW="228600" imgH="241200" progId="Equation.DSMT4">
                      <p:embed/>
                      <p:pic>
                        <p:nvPicPr>
                          <p:cNvPr id="28" name="对象 27">
                            <a:extLst>
                              <a:ext uri="{FF2B5EF4-FFF2-40B4-BE49-F238E27FC236}">
                                <a16:creationId xmlns:a16="http://schemas.microsoft.com/office/drawing/2014/main" id="{15CE4A6F-B246-4093-ACFC-A00C1D1104E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696937" y="3672107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1FCBE591-28EF-44E3-9AF3-C6B65A5C346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8259158"/>
                  </p:ext>
                </p:extLst>
              </p:nvPr>
            </p:nvGraphicFramePr>
            <p:xfrm>
              <a:off x="2450823" y="2075624"/>
              <a:ext cx="9271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87" name="Equation" r:id="rId11" imgW="927000" imgH="304560" progId="Equation.DSMT4">
                      <p:embed/>
                    </p:oleObj>
                  </mc:Choice>
                  <mc:Fallback>
                    <p:oleObj name="Equation" r:id="rId11" imgW="927000" imgH="304560" progId="Equation.DSMT4">
                      <p:embed/>
                      <p:pic>
                        <p:nvPicPr>
                          <p:cNvPr id="29" name="对象 28">
                            <a:extLst>
                              <a:ext uri="{FF2B5EF4-FFF2-40B4-BE49-F238E27FC236}">
                                <a16:creationId xmlns:a16="http://schemas.microsoft.com/office/drawing/2014/main" id="{4DB5C9D0-96E0-4846-96CD-5B32EAA5075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450823" y="2075624"/>
                            <a:ext cx="9271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DA3AF132-3856-4C23-BE45-9D43C1F641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3651240"/>
                  </p:ext>
                </p:extLst>
              </p:nvPr>
            </p:nvGraphicFramePr>
            <p:xfrm>
              <a:off x="1355725" y="3627438"/>
              <a:ext cx="2413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88" name="Equation" r:id="rId13" imgW="241200" imgH="330120" progId="Equation.DSMT4">
                      <p:embed/>
                    </p:oleObj>
                  </mc:Choice>
                  <mc:Fallback>
                    <p:oleObj name="Equation" r:id="rId13" imgW="241200" imgH="330120" progId="Equation.DSMT4">
                      <p:embed/>
                      <p:pic>
                        <p:nvPicPr>
                          <p:cNvPr id="30" name="对象 29">
                            <a:extLst>
                              <a:ext uri="{FF2B5EF4-FFF2-40B4-BE49-F238E27FC236}">
                                <a16:creationId xmlns:a16="http://schemas.microsoft.com/office/drawing/2014/main" id="{469C58AF-AB50-46B0-A3AA-7121460111B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355725" y="3627438"/>
                            <a:ext cx="2413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8FBE356E-4160-4CE7-8866-1B4CB5DA23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2210588"/>
                </p:ext>
              </p:extLst>
            </p:nvPr>
          </p:nvGraphicFramePr>
          <p:xfrm>
            <a:off x="1717675" y="3382963"/>
            <a:ext cx="3429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89" name="Equation" r:id="rId15" imgW="342720" imgH="304560" progId="Equation.DSMT4">
                    <p:embed/>
                  </p:oleObj>
                </mc:Choice>
                <mc:Fallback>
                  <p:oleObj name="Equation" r:id="rId15" imgW="342720" imgH="30456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296A9370-D374-4335-BD99-6EA0A29B46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717675" y="3382963"/>
                          <a:ext cx="3429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弧形 16">
              <a:extLst>
                <a:ext uri="{FF2B5EF4-FFF2-40B4-BE49-F238E27FC236}">
                  <a16:creationId xmlns:a16="http://schemas.microsoft.com/office/drawing/2014/main" id="{670CD313-3251-4F6F-A1BE-1A28274C68E6}"/>
                </a:ext>
              </a:extLst>
            </p:cNvPr>
            <p:cNvSpPr/>
            <p:nvPr/>
          </p:nvSpPr>
          <p:spPr>
            <a:xfrm rot="18441541">
              <a:off x="531238" y="2069689"/>
              <a:ext cx="2552914" cy="1048480"/>
            </a:xfrm>
            <a:prstGeom prst="arc">
              <a:avLst>
                <a:gd name="adj1" fmla="val 14819583"/>
                <a:gd name="adj2" fmla="val 21074226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BEC4229B-B2F1-4829-85B2-6D8A9CE55B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6960012"/>
                </p:ext>
              </p:extLst>
            </p:nvPr>
          </p:nvGraphicFramePr>
          <p:xfrm>
            <a:off x="1420475" y="2156143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90" name="Equation" r:id="rId17" imgW="152280" imgH="177480" progId="Equation.DSMT4">
                    <p:embed/>
                  </p:oleObj>
                </mc:Choice>
                <mc:Fallback>
                  <p:oleObj name="Equation" r:id="rId17" imgW="1522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20475" y="2156143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1881F952-63B4-4683-91D9-73AC255CDAD9}"/>
                </a:ext>
              </a:extLst>
            </p:cNvPr>
            <p:cNvCxnSpPr>
              <a:cxnSpLocks/>
            </p:cNvCxnSpPr>
            <p:nvPr/>
          </p:nvCxnSpPr>
          <p:spPr>
            <a:xfrm>
              <a:off x="966615" y="2211388"/>
              <a:ext cx="1301129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AFD18DB8-152A-4371-A680-12E9C139CC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3236729"/>
                </p:ext>
              </p:extLst>
            </p:nvPr>
          </p:nvGraphicFramePr>
          <p:xfrm>
            <a:off x="2057198" y="1009498"/>
            <a:ext cx="2032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91" name="Equation" r:id="rId19" imgW="203040" imgH="228600" progId="Equation.DSMT4">
                    <p:embed/>
                  </p:oleObj>
                </mc:Choice>
                <mc:Fallback>
                  <p:oleObj name="Equation" r:id="rId19" imgW="203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057198" y="1009498"/>
                          <a:ext cx="2032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999BF36D-9C92-4776-AFCF-F5CD7B9E92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529028"/>
                </p:ext>
              </p:extLst>
            </p:nvPr>
          </p:nvGraphicFramePr>
          <p:xfrm>
            <a:off x="2023776" y="1663746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92" name="Equation" r:id="rId21" imgW="215640" imgH="228600" progId="Equation.DSMT4">
                    <p:embed/>
                  </p:oleObj>
                </mc:Choice>
                <mc:Fallback>
                  <p:oleObj name="Equation" r:id="rId21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023776" y="1663746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对象 51">
              <a:extLst>
                <a:ext uri="{FF2B5EF4-FFF2-40B4-BE49-F238E27FC236}">
                  <a16:creationId xmlns:a16="http://schemas.microsoft.com/office/drawing/2014/main" id="{F05C37A7-5DC4-4EC8-83A7-A4B35A0F32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356378"/>
                </p:ext>
              </p:extLst>
            </p:nvPr>
          </p:nvGraphicFramePr>
          <p:xfrm>
            <a:off x="2287957" y="2150892"/>
            <a:ext cx="2286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93" name="Equation" r:id="rId23" imgW="228600" imgH="291960" progId="Equation.DSMT4">
                    <p:embed/>
                  </p:oleObj>
                </mc:Choice>
                <mc:Fallback>
                  <p:oleObj name="Equation" r:id="rId23" imgW="22860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287957" y="2150892"/>
                          <a:ext cx="2286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64525C32-B2D5-4193-A20F-0A86D90204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0078169"/>
                </p:ext>
              </p:extLst>
            </p:nvPr>
          </p:nvGraphicFramePr>
          <p:xfrm>
            <a:off x="2223177" y="1209236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94" name="Equation" r:id="rId25" imgW="152280" imgH="177480" progId="Equation.DSMT4">
                    <p:embed/>
                  </p:oleObj>
                </mc:Choice>
                <mc:Fallback>
                  <p:oleObj name="Equation" r:id="rId25" imgW="152280" imgH="17748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BEC4229B-B2F1-4829-85B2-6D8A9CE55B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223177" y="1209236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2BD9BA73-514F-404F-ABD3-2A163B340B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5569740"/>
                </p:ext>
              </p:extLst>
            </p:nvPr>
          </p:nvGraphicFramePr>
          <p:xfrm>
            <a:off x="2229674" y="1517928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95" name="Equation" r:id="rId27" imgW="152280" imgH="177480" progId="Equation.DSMT4">
                    <p:embed/>
                  </p:oleObj>
                </mc:Choice>
                <mc:Fallback>
                  <p:oleObj name="Equation" r:id="rId27" imgW="152280" imgH="17748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BEC4229B-B2F1-4829-85B2-6D8A9CE55B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229674" y="1517928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对象 52">
              <a:extLst>
                <a:ext uri="{FF2B5EF4-FFF2-40B4-BE49-F238E27FC236}">
                  <a16:creationId xmlns:a16="http://schemas.microsoft.com/office/drawing/2014/main" id="{7767BE5B-3620-423C-BFF8-E594637576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1977603"/>
                </p:ext>
              </p:extLst>
            </p:nvPr>
          </p:nvGraphicFramePr>
          <p:xfrm>
            <a:off x="2222328" y="2156143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96" name="Equation" r:id="rId28" imgW="152280" imgH="177480" progId="Equation.DSMT4">
                    <p:embed/>
                  </p:oleObj>
                </mc:Choice>
                <mc:Fallback>
                  <p:oleObj name="Equation" r:id="rId28" imgW="152280" imgH="177480" progId="Equation.DSMT4">
                    <p:embed/>
                    <p:pic>
                      <p:nvPicPr>
                        <p:cNvPr id="47" name="对象 46">
                          <a:extLst>
                            <a:ext uri="{FF2B5EF4-FFF2-40B4-BE49-F238E27FC236}">
                              <a16:creationId xmlns:a16="http://schemas.microsoft.com/office/drawing/2014/main" id="{64525C32-B2D5-4193-A20F-0A86D90204E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222328" y="2156143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" name="Text Box 2">
            <a:extLst>
              <a:ext uri="{FF2B5EF4-FFF2-40B4-BE49-F238E27FC236}">
                <a16:creationId xmlns:a16="http://schemas.microsoft.com/office/drawing/2014/main" id="{C30EC638-F89E-4FA4-B27B-803192394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1324" y="1122872"/>
            <a:ext cx="6085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CF8DA026-CD14-4248-B23E-864BD7480F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761725"/>
              </p:ext>
            </p:extLst>
          </p:nvPr>
        </p:nvGraphicFramePr>
        <p:xfrm>
          <a:off x="5244423" y="1241665"/>
          <a:ext cx="167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7" name="Equation" r:id="rId29" imgW="1676160" imgH="342720" progId="Equation.DSMT4">
                  <p:embed/>
                </p:oleObj>
              </mc:Choice>
              <mc:Fallback>
                <p:oleObj name="Equation" r:id="rId29" imgW="1676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244423" y="1241665"/>
                        <a:ext cx="1676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5F32480E-EA1F-430E-95BE-4740214A0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519470"/>
              </p:ext>
            </p:extLst>
          </p:nvPr>
        </p:nvGraphicFramePr>
        <p:xfrm>
          <a:off x="5226050" y="1971675"/>
          <a:ext cx="1625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8" name="Equation" r:id="rId31" imgW="1625400" imgH="342720" progId="Equation.DSMT4">
                  <p:embed/>
                </p:oleObj>
              </mc:Choice>
              <mc:Fallback>
                <p:oleObj name="Equation" r:id="rId31" imgW="1625400" imgH="34272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CF8DA026-CD14-4248-B23E-864BD7480F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226050" y="1971675"/>
                        <a:ext cx="1625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8EC792B8-948F-4E07-BFB2-05F5CABE4C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691943"/>
              </p:ext>
            </p:extLst>
          </p:nvPr>
        </p:nvGraphicFramePr>
        <p:xfrm>
          <a:off x="5244423" y="2657710"/>
          <a:ext cx="247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9" name="Equation" r:id="rId33" imgW="2476440" imgH="342720" progId="Equation.DSMT4">
                  <p:embed/>
                </p:oleObj>
              </mc:Choice>
              <mc:Fallback>
                <p:oleObj name="Equation" r:id="rId33" imgW="2476440" imgH="34272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6D3DE1D0-D8E9-4A18-95E4-5EF680BA0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244423" y="2657710"/>
                        <a:ext cx="2476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B5E978BB-B822-4091-BFE1-056F63CB6832}"/>
              </a:ext>
            </a:extLst>
          </p:cNvPr>
          <p:cNvCxnSpPr>
            <a:cxnSpLocks/>
          </p:cNvCxnSpPr>
          <p:nvPr/>
        </p:nvCxnSpPr>
        <p:spPr>
          <a:xfrm flipV="1">
            <a:off x="1165731" y="1595362"/>
            <a:ext cx="1301129" cy="16526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398F3EC7-4FEE-4117-BDC9-49AAA2168498}"/>
              </a:ext>
            </a:extLst>
          </p:cNvPr>
          <p:cNvCxnSpPr>
            <a:cxnSpLocks/>
          </p:cNvCxnSpPr>
          <p:nvPr/>
        </p:nvCxnSpPr>
        <p:spPr>
          <a:xfrm flipV="1">
            <a:off x="1181815" y="1286393"/>
            <a:ext cx="1294632" cy="19132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93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>
            <a:extLst>
              <a:ext uri="{FF2B5EF4-FFF2-40B4-BE49-F238E27FC236}">
                <a16:creationId xmlns:a16="http://schemas.microsoft.com/office/drawing/2014/main" id="{587C9045-791C-4DD8-BA3B-A5644112BE4F}"/>
              </a:ext>
            </a:extLst>
          </p:cNvPr>
          <p:cNvGrpSpPr/>
          <p:nvPr/>
        </p:nvGrpSpPr>
        <p:grpSpPr>
          <a:xfrm>
            <a:off x="971600" y="1131590"/>
            <a:ext cx="2434903" cy="2955266"/>
            <a:chOff x="683568" y="1203598"/>
            <a:chExt cx="2434903" cy="2955266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34F79AC5-C8AB-45B8-ABE7-20130A56FA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7102633"/>
                </p:ext>
              </p:extLst>
            </p:nvPr>
          </p:nvGraphicFramePr>
          <p:xfrm>
            <a:off x="2094200" y="3009676"/>
            <a:ext cx="762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58" name="Equation" r:id="rId3" imgW="761760" imgH="330120" progId="Equation.DSMT4">
                    <p:embed/>
                  </p:oleObj>
                </mc:Choice>
                <mc:Fallback>
                  <p:oleObj name="Equation" r:id="rId3" imgW="761760" imgH="3301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53160310-AD8C-419D-B475-AF845753684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94200" y="3009676"/>
                          <a:ext cx="762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C581B0EE-1B1B-4889-9E0F-D80972B58184}"/>
                </a:ext>
              </a:extLst>
            </p:cNvPr>
            <p:cNvCxnSpPr/>
            <p:nvPr/>
          </p:nvCxnSpPr>
          <p:spPr>
            <a:xfrm>
              <a:off x="814215" y="2952896"/>
              <a:ext cx="23042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F4AF1F1A-22FF-412C-B6FF-9CCB279454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615" y="1203598"/>
              <a:ext cx="0" cy="19016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60692FD-9BCA-4807-A224-3422174DA2F8}"/>
                </a:ext>
              </a:extLst>
            </p:cNvPr>
            <p:cNvCxnSpPr>
              <a:cxnSpLocks/>
            </p:cNvCxnSpPr>
            <p:nvPr/>
          </p:nvCxnSpPr>
          <p:spPr>
            <a:xfrm>
              <a:off x="1475152" y="1828130"/>
              <a:ext cx="0" cy="112476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8151F78F-0F4B-48CD-8B10-4E6D9A184A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4742" y="2386549"/>
              <a:ext cx="10286" cy="59078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611C075-66A6-4915-B01C-93DEA29145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0518099"/>
                </p:ext>
              </p:extLst>
            </p:nvPr>
          </p:nvGraphicFramePr>
          <p:xfrm>
            <a:off x="2929621" y="3010046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59" name="Equation" r:id="rId5" imgW="177480" imgH="190440" progId="Equation.DSMT4">
                    <p:embed/>
                  </p:oleObj>
                </mc:Choice>
                <mc:Fallback>
                  <p:oleObj name="Equation" r:id="rId5" imgW="177480" imgH="19044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527E1836-077D-43D3-9BC2-8A51D23B3FF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29621" y="3010046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DFFCA33-55FD-46CD-8BC1-DD7FF2DC4A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9305188"/>
                </p:ext>
              </p:extLst>
            </p:nvPr>
          </p:nvGraphicFramePr>
          <p:xfrm>
            <a:off x="699915" y="1752126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60" name="Equation" r:id="rId7" imgW="190440" imgH="241200" progId="Equation.DSMT4">
                    <p:embed/>
                  </p:oleObj>
                </mc:Choice>
                <mc:Fallback>
                  <p:oleObj name="Equation" r:id="rId7" imgW="190440" imgH="2412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64D40A22-C0B3-4E13-89D9-26A659B621E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99915" y="1752126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7E369B62-8114-4628-8F0E-27B80542F7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1173661"/>
                </p:ext>
              </p:extLst>
            </p:nvPr>
          </p:nvGraphicFramePr>
          <p:xfrm>
            <a:off x="683568" y="2973133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61" name="Equation" r:id="rId9" imgW="228600" imgH="241200" progId="Equation.DSMT4">
                    <p:embed/>
                  </p:oleObj>
                </mc:Choice>
                <mc:Fallback>
                  <p:oleObj name="Equation" r:id="rId9" imgW="228600" imgH="2412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DFB5ECAF-28FD-47A0-A37E-8FB4BD7428F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83568" y="2973133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242C5A67-1D1C-4682-B0CA-F7AB57C56D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4529787"/>
                </p:ext>
              </p:extLst>
            </p:nvPr>
          </p:nvGraphicFramePr>
          <p:xfrm>
            <a:off x="1615332" y="1644682"/>
            <a:ext cx="927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62" name="Equation" r:id="rId11" imgW="927000" imgH="304560" progId="Equation.DSMT4">
                    <p:embed/>
                  </p:oleObj>
                </mc:Choice>
                <mc:Fallback>
                  <p:oleObj name="Equation" r:id="rId11" imgW="927000" imgH="3045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1FCBE591-28EF-44E3-9AF3-C6B65A5C34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15332" y="1644682"/>
                          <a:ext cx="9271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BD5590CC-A38F-4833-A772-D4B96878ED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1019676"/>
                </p:ext>
              </p:extLst>
            </p:nvPr>
          </p:nvGraphicFramePr>
          <p:xfrm>
            <a:off x="1337950" y="2986748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63" name="Equation" r:id="rId13" imgW="241200" imgH="330120" progId="Equation.DSMT4">
                    <p:embed/>
                  </p:oleObj>
                </mc:Choice>
                <mc:Fallback>
                  <p:oleObj name="Equation" r:id="rId13" imgW="241200" imgH="3301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DA3AF132-3856-4C23-BE45-9D43C1F6418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337950" y="2986748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7B5A8BF-D286-4E13-8E69-A6DD4DDE03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7398292"/>
                </p:ext>
              </p:extLst>
            </p:nvPr>
          </p:nvGraphicFramePr>
          <p:xfrm>
            <a:off x="1723455" y="3433155"/>
            <a:ext cx="3302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64" name="Equation" r:id="rId15" imgW="330120" imgH="304560" progId="Equation.DSMT4">
                    <p:embed/>
                  </p:oleObj>
                </mc:Choice>
                <mc:Fallback>
                  <p:oleObj name="Equation" r:id="rId15" imgW="330120" imgH="30456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8FBE356E-4160-4CE7-8866-1B4CB5DA23D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723455" y="3433155"/>
                          <a:ext cx="3302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4DEEB60A-CEBC-4D09-B87E-56F5CA62AB39}"/>
                </a:ext>
              </a:extLst>
            </p:cNvPr>
            <p:cNvGrpSpPr/>
            <p:nvPr/>
          </p:nvGrpSpPr>
          <p:grpSpPr>
            <a:xfrm>
              <a:off x="1140656" y="1348060"/>
              <a:ext cx="1296144" cy="2810804"/>
              <a:chOff x="1115616" y="1109666"/>
              <a:chExt cx="1296144" cy="2810804"/>
            </a:xfrm>
            <a:scene3d>
              <a:camera prst="orthographicFront">
                <a:rot lat="10800000" lon="0" rev="0"/>
              </a:camera>
              <a:lightRig rig="threePt" dir="t"/>
            </a:scene3d>
          </p:grpSpPr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C268443E-D10D-461C-9F17-3A3791E0BD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5616" y="1109666"/>
                <a:ext cx="1296144" cy="1512169"/>
              </a:xfrm>
              <a:prstGeom prst="line">
                <a:avLst/>
              </a:prstGeom>
              <a:ln w="12700">
                <a:solidFill>
                  <a:srgbClr val="0064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弧形 5">
                <a:extLst>
                  <a:ext uri="{FF2B5EF4-FFF2-40B4-BE49-F238E27FC236}">
                    <a16:creationId xmlns:a16="http://schemas.microsoft.com/office/drawing/2014/main" id="{9CB96204-3247-4E62-95EC-40CEEBC7EBD6}"/>
                  </a:ext>
                </a:extLst>
              </p:cNvPr>
              <p:cNvSpPr/>
              <p:nvPr/>
            </p:nvSpPr>
            <p:spPr>
              <a:xfrm rot="18441541">
                <a:off x="531238" y="2119773"/>
                <a:ext cx="2552914" cy="1048480"/>
              </a:xfrm>
              <a:prstGeom prst="arc">
                <a:avLst>
                  <a:gd name="adj1" fmla="val 14819583"/>
                  <a:gd name="adj2" fmla="val 21074226"/>
                </a:avLst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DCE64F08-C76C-4059-BE67-2E82AF5A2A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7401117"/>
                </p:ext>
              </p:extLst>
            </p:nvPr>
          </p:nvGraphicFramePr>
          <p:xfrm>
            <a:off x="1451903" y="1783759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65" name="Equation" r:id="rId17" imgW="152280" imgH="177480" progId="Equation.DSMT4">
                    <p:embed/>
                  </p:oleObj>
                </mc:Choice>
                <mc:Fallback>
                  <p:oleObj name="Equation" r:id="rId17" imgW="152280" imgH="17748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BEC4229B-B2F1-4829-85B2-6D8A9CE55B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51903" y="1783759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16578634-37BE-440A-9AC4-F6E231CFB33C}"/>
                </a:ext>
              </a:extLst>
            </p:cNvPr>
            <p:cNvCxnSpPr>
              <a:cxnSpLocks/>
            </p:cNvCxnSpPr>
            <p:nvPr/>
          </p:nvCxnSpPr>
          <p:spPr>
            <a:xfrm>
              <a:off x="966615" y="1828129"/>
              <a:ext cx="496391" cy="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28358AB9-36B8-4B5B-910D-52444852F7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7166221"/>
                </p:ext>
              </p:extLst>
            </p:nvPr>
          </p:nvGraphicFramePr>
          <p:xfrm>
            <a:off x="1297171" y="2492906"/>
            <a:ext cx="2032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66" name="Equation" r:id="rId19" imgW="203040" imgH="228600" progId="Equation.DSMT4">
                    <p:embed/>
                  </p:oleObj>
                </mc:Choice>
                <mc:Fallback>
                  <p:oleObj name="Equation" r:id="rId19" imgW="203040" imgH="228600" progId="Equation.DSMT4">
                    <p:embed/>
                    <p:pic>
                      <p:nvPicPr>
                        <p:cNvPr id="50" name="对象 49">
                          <a:extLst>
                            <a:ext uri="{FF2B5EF4-FFF2-40B4-BE49-F238E27FC236}">
                              <a16:creationId xmlns:a16="http://schemas.microsoft.com/office/drawing/2014/main" id="{AFD18DB8-152A-4371-A680-12E9C139CC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297171" y="2492906"/>
                          <a:ext cx="2032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B646EAF3-E1A3-4114-85DC-818D2339A7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9536354"/>
                </p:ext>
              </p:extLst>
            </p:nvPr>
          </p:nvGraphicFramePr>
          <p:xfrm>
            <a:off x="1247552" y="1819993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67" name="Equation" r:id="rId21" imgW="215640" imgH="228600" progId="Equation.DSMT4">
                    <p:embed/>
                  </p:oleObj>
                </mc:Choice>
                <mc:Fallback>
                  <p:oleObj name="Equation" r:id="rId21" imgW="215640" imgH="228600" progId="Equation.DSMT4">
                    <p:embed/>
                    <p:pic>
                      <p:nvPicPr>
                        <p:cNvPr id="51" name="对象 50">
                          <a:extLst>
                            <a:ext uri="{FF2B5EF4-FFF2-40B4-BE49-F238E27FC236}">
                              <a16:creationId xmlns:a16="http://schemas.microsoft.com/office/drawing/2014/main" id="{999BF36D-9C92-4776-AFCF-F5CD7B9E92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247552" y="1819993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ADCDB82C-DF41-4ED7-9C3A-2E595B7D3B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1031607"/>
                </p:ext>
              </p:extLst>
            </p:nvPr>
          </p:nvGraphicFramePr>
          <p:xfrm>
            <a:off x="1230116" y="2156629"/>
            <a:ext cx="2286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68" name="Equation" r:id="rId23" imgW="228600" imgH="291960" progId="Equation.DSMT4">
                    <p:embed/>
                  </p:oleObj>
                </mc:Choice>
                <mc:Fallback>
                  <p:oleObj name="Equation" r:id="rId23" imgW="228600" imgH="291960" progId="Equation.DSMT4">
                    <p:embed/>
                    <p:pic>
                      <p:nvPicPr>
                        <p:cNvPr id="52" name="对象 51">
                          <a:extLst>
                            <a:ext uri="{FF2B5EF4-FFF2-40B4-BE49-F238E27FC236}">
                              <a16:creationId xmlns:a16="http://schemas.microsoft.com/office/drawing/2014/main" id="{F05C37A7-5DC4-4EC8-83A7-A4B35A0F32B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230116" y="2156629"/>
                          <a:ext cx="2286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DD3BA49-F517-4E04-9658-786A180166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4379061"/>
                </p:ext>
              </p:extLst>
            </p:nvPr>
          </p:nvGraphicFramePr>
          <p:xfrm>
            <a:off x="2159428" y="2616153"/>
            <a:ext cx="62866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69" name="Equation" r:id="rId25" imgW="152280" imgH="177480" progId="Equation.DSMT4">
                    <p:embed/>
                  </p:oleObj>
                </mc:Choice>
                <mc:Fallback>
                  <p:oleObj name="Equation" r:id="rId25" imgW="152280" imgH="17748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2BD9BA73-514F-404F-ABD3-2A163B340B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159428" y="2616153"/>
                          <a:ext cx="62866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2A8616C6-0B55-4424-82BA-B6CE1FA306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4125796"/>
                </p:ext>
              </p:extLst>
            </p:nvPr>
          </p:nvGraphicFramePr>
          <p:xfrm>
            <a:off x="2170434" y="2362449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70" name="Equation" r:id="rId27" imgW="152280" imgH="177480" progId="Equation.DSMT4">
                    <p:embed/>
                  </p:oleObj>
                </mc:Choice>
                <mc:Fallback>
                  <p:oleObj name="Equation" r:id="rId27" imgW="152280" imgH="177480" progId="Equation.DSMT4">
                    <p:embed/>
                    <p:pic>
                      <p:nvPicPr>
                        <p:cNvPr id="53" name="对象 52">
                          <a:extLst>
                            <a:ext uri="{FF2B5EF4-FFF2-40B4-BE49-F238E27FC236}">
                              <a16:creationId xmlns:a16="http://schemas.microsoft.com/office/drawing/2014/main" id="{7767BE5B-3620-423C-BFF8-E5946375769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170434" y="2362449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对象 66">
              <a:extLst>
                <a:ext uri="{FF2B5EF4-FFF2-40B4-BE49-F238E27FC236}">
                  <a16:creationId xmlns:a16="http://schemas.microsoft.com/office/drawing/2014/main" id="{B01CFA89-258E-4ADF-BE7A-3170D6ED7B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3189462"/>
                </p:ext>
              </p:extLst>
            </p:nvPr>
          </p:nvGraphicFramePr>
          <p:xfrm>
            <a:off x="2157443" y="2900417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71" name="Equation" r:id="rId28" imgW="152280" imgH="177480" progId="Equation.DSMT4">
                    <p:embed/>
                  </p:oleObj>
                </mc:Choice>
                <mc:Fallback>
                  <p:oleObj name="Equation" r:id="rId28" imgW="152280" imgH="1774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2A8616C6-0B55-4424-82BA-B6CE1FA306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157443" y="2900417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A73CDAA3-7245-4B7D-8C45-C137DE0B931B}"/>
                </a:ext>
              </a:extLst>
            </p:cNvPr>
            <p:cNvCxnSpPr>
              <a:cxnSpLocks/>
            </p:cNvCxnSpPr>
            <p:nvPr/>
          </p:nvCxnSpPr>
          <p:spPr>
            <a:xfrm>
              <a:off x="966615" y="2398710"/>
              <a:ext cx="1238413" cy="761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CA18DD06-0E4B-4A7C-9922-F5649A81D57E}"/>
                </a:ext>
              </a:extLst>
            </p:cNvPr>
            <p:cNvCxnSpPr>
              <a:cxnSpLocks/>
            </p:cNvCxnSpPr>
            <p:nvPr/>
          </p:nvCxnSpPr>
          <p:spPr>
            <a:xfrm>
              <a:off x="980857" y="2655689"/>
              <a:ext cx="1238413" cy="761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1" name="对象 80">
              <a:extLst>
                <a:ext uri="{FF2B5EF4-FFF2-40B4-BE49-F238E27FC236}">
                  <a16:creationId xmlns:a16="http://schemas.microsoft.com/office/drawing/2014/main" id="{94D02794-8E7C-49B0-849B-59ED0B5931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8235773"/>
                </p:ext>
              </p:extLst>
            </p:nvPr>
          </p:nvGraphicFramePr>
          <p:xfrm>
            <a:off x="1437082" y="2928464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72" name="Equation" r:id="rId29" imgW="152280" imgH="177480" progId="Equation.DSMT4">
                    <p:embed/>
                  </p:oleObj>
                </mc:Choice>
                <mc:Fallback>
                  <p:oleObj name="Equation" r:id="rId29" imgW="152280" imgH="177480" progId="Equation.DSMT4">
                    <p:embed/>
                    <p:pic>
                      <p:nvPicPr>
                        <p:cNvPr id="80" name="对象 79">
                          <a:extLst>
                            <a:ext uri="{FF2B5EF4-FFF2-40B4-BE49-F238E27FC236}">
                              <a16:creationId xmlns:a16="http://schemas.microsoft.com/office/drawing/2014/main" id="{E9FC9822-A342-4F8D-9C45-E7F070EB35B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437082" y="2928464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" name="对象 81">
              <a:extLst>
                <a:ext uri="{FF2B5EF4-FFF2-40B4-BE49-F238E27FC236}">
                  <a16:creationId xmlns:a16="http://schemas.microsoft.com/office/drawing/2014/main" id="{AE759712-60A2-45BC-85A0-1538A4999B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9329623"/>
                </p:ext>
              </p:extLst>
            </p:nvPr>
          </p:nvGraphicFramePr>
          <p:xfrm>
            <a:off x="1428111" y="2616153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73" name="Equation" r:id="rId30" imgW="152280" imgH="177480" progId="Equation.DSMT4">
                    <p:embed/>
                  </p:oleObj>
                </mc:Choice>
                <mc:Fallback>
                  <p:oleObj name="Equation" r:id="rId30" imgW="152280" imgH="177480" progId="Equation.DSMT4">
                    <p:embed/>
                    <p:pic>
                      <p:nvPicPr>
                        <p:cNvPr id="80" name="对象 79">
                          <a:extLst>
                            <a:ext uri="{FF2B5EF4-FFF2-40B4-BE49-F238E27FC236}">
                              <a16:creationId xmlns:a16="http://schemas.microsoft.com/office/drawing/2014/main" id="{E9FC9822-A342-4F8D-9C45-E7F070EB35B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428111" y="2616153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" name="对象 82">
              <a:extLst>
                <a:ext uri="{FF2B5EF4-FFF2-40B4-BE49-F238E27FC236}">
                  <a16:creationId xmlns:a16="http://schemas.microsoft.com/office/drawing/2014/main" id="{06868A06-1FE1-42BD-A3E4-00633196D9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5986660"/>
                </p:ext>
              </p:extLst>
            </p:nvPr>
          </p:nvGraphicFramePr>
          <p:xfrm>
            <a:off x="1434068" y="2354351"/>
            <a:ext cx="42659" cy="8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74" name="Equation" r:id="rId31" imgW="152280" imgH="177480" progId="Equation.DSMT4">
                    <p:embed/>
                  </p:oleObj>
                </mc:Choice>
                <mc:Fallback>
                  <p:oleObj name="Equation" r:id="rId31" imgW="152280" imgH="177480" progId="Equation.DSMT4">
                    <p:embed/>
                    <p:pic>
                      <p:nvPicPr>
                        <p:cNvPr id="80" name="对象 79">
                          <a:extLst>
                            <a:ext uri="{FF2B5EF4-FFF2-40B4-BE49-F238E27FC236}">
                              <a16:creationId xmlns:a16="http://schemas.microsoft.com/office/drawing/2014/main" id="{E9FC9822-A342-4F8D-9C45-E7F070EB35B2}"/>
                            </a:ext>
                          </a:extLst>
                        </p:cNvPr>
                        <p:cNvPicPr preferRelativeResize="0"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434068" y="2354351"/>
                          <a:ext cx="42659" cy="8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5" name="Text Box 2">
            <a:extLst>
              <a:ext uri="{FF2B5EF4-FFF2-40B4-BE49-F238E27FC236}">
                <a16:creationId xmlns:a16="http://schemas.microsoft.com/office/drawing/2014/main" id="{08E53C88-4937-4A67-BBF2-B888F3EAE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6142" y="1137059"/>
            <a:ext cx="6085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52D0763C-6544-40FF-A546-B6611F83C7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747070"/>
              </p:ext>
            </p:extLst>
          </p:nvPr>
        </p:nvGraphicFramePr>
        <p:xfrm>
          <a:off x="5233217" y="1276052"/>
          <a:ext cx="198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5" name="Equation" r:id="rId32" imgW="1981080" imgH="342720" progId="Equation.DSMT4">
                  <p:embed/>
                </p:oleObj>
              </mc:Choice>
              <mc:Fallback>
                <p:oleObj name="Equation" r:id="rId32" imgW="1981080" imgH="34272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CF8DA026-CD14-4248-B23E-864BD7480F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233217" y="1276052"/>
                        <a:ext cx="1981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对象 86">
            <a:extLst>
              <a:ext uri="{FF2B5EF4-FFF2-40B4-BE49-F238E27FC236}">
                <a16:creationId xmlns:a16="http://schemas.microsoft.com/office/drawing/2014/main" id="{0C2EB4E9-662F-4267-BF93-736F294735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466764"/>
              </p:ext>
            </p:extLst>
          </p:nvPr>
        </p:nvGraphicFramePr>
        <p:xfrm>
          <a:off x="5284017" y="2012865"/>
          <a:ext cx="187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6" name="Equation" r:id="rId34" imgW="1879560" imgH="342720" progId="Equation.DSMT4">
                  <p:embed/>
                </p:oleObj>
              </mc:Choice>
              <mc:Fallback>
                <p:oleObj name="Equation" r:id="rId34" imgW="1879560" imgH="342720" progId="Equation.DSMT4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5F32480E-EA1F-430E-95BE-4740214A09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284017" y="2012865"/>
                        <a:ext cx="1879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E115428F-3A44-4A4F-ADC0-D33EF68E82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100610"/>
              </p:ext>
            </p:extLst>
          </p:nvPr>
        </p:nvGraphicFramePr>
        <p:xfrm>
          <a:off x="5210337" y="2743290"/>
          <a:ext cx="2247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7" name="Equation" r:id="rId36" imgW="2247840" imgH="342720" progId="Equation.DSMT4">
                  <p:embed/>
                </p:oleObj>
              </mc:Choice>
              <mc:Fallback>
                <p:oleObj name="Equation" r:id="rId36" imgW="2247840" imgH="342720" progId="Equation.DSMT4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8EC792B8-948F-4E07-BFB2-05F5CABE4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210337" y="2743290"/>
                        <a:ext cx="2247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877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弧形 5">
            <a:extLst>
              <a:ext uri="{FF2B5EF4-FFF2-40B4-BE49-F238E27FC236}">
                <a16:creationId xmlns:a16="http://schemas.microsoft.com/office/drawing/2014/main" id="{61E72745-3DFA-48DF-AA23-306FC7167DCE}"/>
              </a:ext>
            </a:extLst>
          </p:cNvPr>
          <p:cNvSpPr/>
          <p:nvPr/>
        </p:nvSpPr>
        <p:spPr>
          <a:xfrm rot="1896006">
            <a:off x="1049926" y="2470570"/>
            <a:ext cx="2552914" cy="1048480"/>
          </a:xfrm>
          <a:prstGeom prst="arc">
            <a:avLst>
              <a:gd name="adj1" fmla="val 11288334"/>
              <a:gd name="adj2" fmla="val 18288281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097122E-A1DB-4559-B9E4-B10DBEABB6D6}"/>
              </a:ext>
            </a:extLst>
          </p:cNvPr>
          <p:cNvGrpSpPr/>
          <p:nvPr/>
        </p:nvGrpSpPr>
        <p:grpSpPr>
          <a:xfrm>
            <a:off x="1043608" y="1352570"/>
            <a:ext cx="2827709" cy="2438359"/>
            <a:chOff x="837068" y="1635646"/>
            <a:chExt cx="2827709" cy="2438359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DCD37FD-B0F4-472F-AB92-3607A76448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372200"/>
                </p:ext>
              </p:extLst>
            </p:nvPr>
          </p:nvGraphicFramePr>
          <p:xfrm>
            <a:off x="2245857" y="3209062"/>
            <a:ext cx="762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4" name="Equation" r:id="rId3" imgW="761760" imgH="330120" progId="Equation.DSMT4">
                    <p:embed/>
                  </p:oleObj>
                </mc:Choice>
                <mc:Fallback>
                  <p:oleObj name="Equation" r:id="rId3" imgW="761760" imgH="33012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673219D3-0D98-47E2-BCE2-C62B6D5F3CC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45857" y="3209062"/>
                          <a:ext cx="762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7067A3AC-DEE6-46DD-8F6B-E219359ACF95}"/>
                </a:ext>
              </a:extLst>
            </p:cNvPr>
            <p:cNvCxnSpPr/>
            <p:nvPr/>
          </p:nvCxnSpPr>
          <p:spPr>
            <a:xfrm>
              <a:off x="967715" y="3201773"/>
              <a:ext cx="23042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DFED5B9C-3AFB-4AF3-A084-38B1A6734B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0115" y="1635646"/>
              <a:ext cx="0" cy="1718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54213F4-3470-44AC-ADA2-C945654CD074}"/>
                </a:ext>
              </a:extLst>
            </p:cNvPr>
            <p:cNvCxnSpPr>
              <a:cxnSpLocks/>
            </p:cNvCxnSpPr>
            <p:nvPr/>
          </p:nvCxnSpPr>
          <p:spPr>
            <a:xfrm>
              <a:off x="1174563" y="2419949"/>
              <a:ext cx="1797552" cy="282598"/>
            </a:xfrm>
            <a:prstGeom prst="line">
              <a:avLst/>
            </a:prstGeom>
            <a:ln w="127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41B5BE0-E2D1-4045-9A8B-5BF082A4C211}"/>
                </a:ext>
              </a:extLst>
            </p:cNvPr>
            <p:cNvCxnSpPr>
              <a:cxnSpLocks/>
            </p:cNvCxnSpPr>
            <p:nvPr/>
          </p:nvCxnSpPr>
          <p:spPr>
            <a:xfrm>
              <a:off x="1615787" y="2481693"/>
              <a:ext cx="0" cy="72008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AC94FAC-807E-4476-B3B0-4B4162FD811F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>
              <a:off x="2413898" y="2598012"/>
              <a:ext cx="7346" cy="60376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1CB12D65-45AF-4134-9A87-94043B7B06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5312571"/>
                </p:ext>
              </p:extLst>
            </p:nvPr>
          </p:nvGraphicFramePr>
          <p:xfrm>
            <a:off x="3083121" y="325892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5" name="Equation" r:id="rId5" imgW="177480" imgH="190440" progId="Equation.DSMT4">
                    <p:embed/>
                  </p:oleObj>
                </mc:Choice>
                <mc:Fallback>
                  <p:oleObj name="Equation" r:id="rId5" imgW="177480" imgH="19044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12A4E7A8-270E-45F0-8597-F1207C8B835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83121" y="325892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8957BA7C-69B7-47A8-92D8-4BD9755B4F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4735076"/>
                </p:ext>
              </p:extLst>
            </p:nvPr>
          </p:nvGraphicFramePr>
          <p:xfrm>
            <a:off x="882085" y="1736112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6" name="Equation" r:id="rId7" imgW="190440" imgH="241200" progId="Equation.DSMT4">
                    <p:embed/>
                  </p:oleObj>
                </mc:Choice>
                <mc:Fallback>
                  <p:oleObj name="Equation" r:id="rId7" imgW="190440" imgH="24120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5973D28A-9920-47C1-B01C-7CE2ADCC5B4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82085" y="1736112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B3D9447B-5EF4-4536-9D2A-14AB34929E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1415776"/>
                </p:ext>
              </p:extLst>
            </p:nvPr>
          </p:nvGraphicFramePr>
          <p:xfrm>
            <a:off x="837068" y="3222010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7" name="Equation" r:id="rId9" imgW="228600" imgH="241200" progId="Equation.DSMT4">
                    <p:embed/>
                  </p:oleObj>
                </mc:Choice>
                <mc:Fallback>
                  <p:oleObj name="Equation" r:id="rId9" imgW="228600" imgH="24120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65E42E55-A128-4174-B689-44E25A5EA3D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37068" y="3222010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AE1A8C6E-43A9-4788-908B-7637D0E4F0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570303"/>
                </p:ext>
              </p:extLst>
            </p:nvPr>
          </p:nvGraphicFramePr>
          <p:xfrm>
            <a:off x="2737677" y="2773149"/>
            <a:ext cx="927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8" name="Equation" r:id="rId11" imgW="927000" imgH="304560" progId="Equation.DSMT4">
                    <p:embed/>
                  </p:oleObj>
                </mc:Choice>
                <mc:Fallback>
                  <p:oleObj name="Equation" r:id="rId11" imgW="927000" imgH="304560" progId="Equation.DSMT4">
                    <p:embed/>
                    <p:pic>
                      <p:nvPicPr>
                        <p:cNvPr id="47" name="对象 46">
                          <a:extLst>
                            <a:ext uri="{FF2B5EF4-FFF2-40B4-BE49-F238E27FC236}">
                              <a16:creationId xmlns:a16="http://schemas.microsoft.com/office/drawing/2014/main" id="{2FCA682A-DAD7-43CF-B2D2-9BAC713F0C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737677" y="2773149"/>
                          <a:ext cx="9271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837AF6EA-91BE-42D5-AB94-D8006A3D65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5022979"/>
                </p:ext>
              </p:extLst>
            </p:nvPr>
          </p:nvGraphicFramePr>
          <p:xfrm>
            <a:off x="1495856" y="3177341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9" name="Equation" r:id="rId13" imgW="241200" imgH="330120" progId="Equation.DSMT4">
                    <p:embed/>
                  </p:oleObj>
                </mc:Choice>
                <mc:Fallback>
                  <p:oleObj name="Equation" r:id="rId13" imgW="241200" imgH="330120" progId="Equation.DSMT4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B0771561-1A08-4932-BCE7-F0A8CDC6711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95856" y="3177341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B7D32B20-AEA4-40DA-A9CE-E0F3F521DB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7707445"/>
                </p:ext>
              </p:extLst>
            </p:nvPr>
          </p:nvGraphicFramePr>
          <p:xfrm>
            <a:off x="1875911" y="3769205"/>
            <a:ext cx="3683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90" name="Equation" r:id="rId15" imgW="368280" imgH="304560" progId="Equation.DSMT4">
                    <p:embed/>
                  </p:oleObj>
                </mc:Choice>
                <mc:Fallback>
                  <p:oleObj name="Equation" r:id="rId15" imgW="368280" imgH="30456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0B688E1B-7C4D-4D38-81A4-771C4F0A264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875911" y="3769205"/>
                          <a:ext cx="3683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B1E9AC27-7927-442F-9DFF-EC0F8DB82D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7699634"/>
                </p:ext>
              </p:extLst>
            </p:nvPr>
          </p:nvGraphicFramePr>
          <p:xfrm>
            <a:off x="1573975" y="2455104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91" name="Equation" r:id="rId17" imgW="152280" imgH="177480" progId="Equation.DSMT4">
                    <p:embed/>
                  </p:oleObj>
                </mc:Choice>
                <mc:Fallback>
                  <p:oleObj name="Equation" r:id="rId17" imgW="152280" imgH="17748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1EBCD5DB-9B99-4B36-96E5-3A5428233A9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573975" y="2455104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0E254C35-12FB-4FA7-80B1-9540455D4A3A}"/>
                </a:ext>
              </a:extLst>
            </p:cNvPr>
            <p:cNvCxnSpPr>
              <a:cxnSpLocks/>
            </p:cNvCxnSpPr>
            <p:nvPr/>
          </p:nvCxnSpPr>
          <p:spPr>
            <a:xfrm>
              <a:off x="1120115" y="2641648"/>
              <a:ext cx="1293783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27C8DEB4-856A-4F6D-B108-1F1FA9ED61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1943341"/>
                </p:ext>
              </p:extLst>
            </p:nvPr>
          </p:nvGraphicFramePr>
          <p:xfrm>
            <a:off x="1448516" y="2223630"/>
            <a:ext cx="2032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92" name="Equation" r:id="rId19" imgW="203040" imgH="228600" progId="Equation.DSMT4">
                    <p:embed/>
                  </p:oleObj>
                </mc:Choice>
                <mc:Fallback>
                  <p:oleObj name="Equation" r:id="rId19" imgW="203040" imgH="22860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91874165-8DF3-4FAC-8CD8-63966DA1226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48516" y="2223630"/>
                          <a:ext cx="2032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94373462-1DA0-4B49-B8FD-081551320F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0843362"/>
                </p:ext>
              </p:extLst>
            </p:nvPr>
          </p:nvGraphicFramePr>
          <p:xfrm>
            <a:off x="1365560" y="2646365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93" name="Equation" r:id="rId21" imgW="215640" imgH="228600" progId="Equation.DSMT4">
                    <p:embed/>
                  </p:oleObj>
                </mc:Choice>
                <mc:Fallback>
                  <p:oleObj name="Equation" r:id="rId21" imgW="215640" imgH="228600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5E9DCF30-E858-49D0-84B1-1E4EAD160F2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365560" y="2646365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717C1A4-9B62-45ED-8D64-9D2909F4CA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741884"/>
                </p:ext>
              </p:extLst>
            </p:nvPr>
          </p:nvGraphicFramePr>
          <p:xfrm>
            <a:off x="1385127" y="2857552"/>
            <a:ext cx="2286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94" name="Equation" r:id="rId23" imgW="228600" imgH="291960" progId="Equation.DSMT4">
                    <p:embed/>
                  </p:oleObj>
                </mc:Choice>
                <mc:Fallback>
                  <p:oleObj name="Equation" r:id="rId23" imgW="228600" imgH="29196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195A0C5D-CABA-4C8B-A117-8C8DC8D3FAA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385127" y="2857552"/>
                          <a:ext cx="2286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92E81244-9475-4A99-B109-CA63FE6D45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0917391"/>
                </p:ext>
              </p:extLst>
            </p:nvPr>
          </p:nvGraphicFramePr>
          <p:xfrm>
            <a:off x="1573975" y="2626129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95" name="Equation" r:id="rId25" imgW="152280" imgH="177480" progId="Equation.DSMT4">
                    <p:embed/>
                  </p:oleObj>
                </mc:Choice>
                <mc:Fallback>
                  <p:oleObj name="Equation" r:id="rId25" imgW="152280" imgH="17748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0ED37F59-04D0-4B9F-BC22-7CF0B205A28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573975" y="2626129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732936E-148D-4449-B3F8-5054CBA120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3642022"/>
                </p:ext>
              </p:extLst>
            </p:nvPr>
          </p:nvGraphicFramePr>
          <p:xfrm>
            <a:off x="2375828" y="2598012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96" name="Equation" r:id="rId27" imgW="152280" imgH="177480" progId="Equation.DSMT4">
                    <p:embed/>
                  </p:oleObj>
                </mc:Choice>
                <mc:Fallback>
                  <p:oleObj name="Equation" r:id="rId27" imgW="152280" imgH="17748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DC005EC6-542C-4461-819C-30E242CE6FB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375828" y="2598012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C21CEB5C-9B5D-44E1-8915-91CA4D9D9E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4081680"/>
                </p:ext>
              </p:extLst>
            </p:nvPr>
          </p:nvGraphicFramePr>
          <p:xfrm>
            <a:off x="2375828" y="2787774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97" name="Equation" r:id="rId28" imgW="152280" imgH="177480" progId="Equation.DSMT4">
                    <p:embed/>
                  </p:oleObj>
                </mc:Choice>
                <mc:Fallback>
                  <p:oleObj name="Equation" r:id="rId28" imgW="152280" imgH="17748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E5B10760-70BC-4D96-B589-18B59A908A0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375828" y="2787774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16448B-2A70-4435-A56B-99F947816890}"/>
                </a:ext>
              </a:extLst>
            </p:cNvPr>
            <p:cNvCxnSpPr>
              <a:cxnSpLocks/>
            </p:cNvCxnSpPr>
            <p:nvPr/>
          </p:nvCxnSpPr>
          <p:spPr>
            <a:xfrm>
              <a:off x="1129521" y="2859088"/>
              <a:ext cx="1293783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FA3CAACD-A3EC-40E0-9E98-AD9FCDEA88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4500612"/>
                </p:ext>
              </p:extLst>
            </p:nvPr>
          </p:nvGraphicFramePr>
          <p:xfrm>
            <a:off x="1573975" y="2829863"/>
            <a:ext cx="76140" cy="88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98" name="Equation" r:id="rId29" imgW="152280" imgH="177480" progId="Equation.DSMT4">
                    <p:embed/>
                  </p:oleObj>
                </mc:Choice>
                <mc:Fallback>
                  <p:oleObj name="Equation" r:id="rId29" imgW="152280" imgH="1774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92E81244-9475-4A99-B109-CA63FE6D457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573975" y="2829863"/>
                          <a:ext cx="76140" cy="88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Text Box 2">
            <a:extLst>
              <a:ext uri="{FF2B5EF4-FFF2-40B4-BE49-F238E27FC236}">
                <a16:creationId xmlns:a16="http://schemas.microsoft.com/office/drawing/2014/main" id="{DFA29F4D-75A0-4F27-AB00-B8E3564E5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992" y="1352570"/>
            <a:ext cx="6085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90273361-4C56-44A7-80F0-F6A8DA1F92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526401"/>
              </p:ext>
            </p:extLst>
          </p:nvPr>
        </p:nvGraphicFramePr>
        <p:xfrm>
          <a:off x="5232400" y="1452563"/>
          <a:ext cx="199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9" name="Equation" r:id="rId30" imgW="1993680" imgH="342720" progId="Equation.DSMT4">
                  <p:embed/>
                </p:oleObj>
              </mc:Choice>
              <mc:Fallback>
                <p:oleObj name="Equation" r:id="rId30" imgW="1993680" imgH="34272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52D0763C-6544-40FF-A546-B6611F83C7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232400" y="1452563"/>
                        <a:ext cx="1993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8F65FF67-BAD7-4A3D-90E3-7775704A60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156706"/>
              </p:ext>
            </p:extLst>
          </p:nvPr>
        </p:nvGraphicFramePr>
        <p:xfrm>
          <a:off x="5288942" y="2189849"/>
          <a:ext cx="187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00" name="Equation" r:id="rId32" imgW="1879560" imgH="342720" progId="Equation.DSMT4">
                  <p:embed/>
                </p:oleObj>
              </mc:Choice>
              <mc:Fallback>
                <p:oleObj name="Equation" r:id="rId32" imgW="1879560" imgH="342720" progId="Equation.DSMT4">
                  <p:embed/>
                  <p:pic>
                    <p:nvPicPr>
                      <p:cNvPr id="87" name="对象 86">
                        <a:extLst>
                          <a:ext uri="{FF2B5EF4-FFF2-40B4-BE49-F238E27FC236}">
                            <a16:creationId xmlns:a16="http://schemas.microsoft.com/office/drawing/2014/main" id="{0C2EB4E9-662F-4267-BF93-736F294735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288942" y="2189849"/>
                        <a:ext cx="1879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FCE0EB82-A299-46F0-8A2E-F491B0EE1F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438615"/>
              </p:ext>
            </p:extLst>
          </p:nvPr>
        </p:nvGraphicFramePr>
        <p:xfrm>
          <a:off x="5290045" y="2928094"/>
          <a:ext cx="252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01" name="Equation" r:id="rId34" imgW="2527200" imgH="342720" progId="Equation.DSMT4">
                  <p:embed/>
                </p:oleObj>
              </mc:Choice>
              <mc:Fallback>
                <p:oleObj name="Equation" r:id="rId34" imgW="2527200" imgH="342720" progId="Equation.DSMT4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E115428F-3A44-4A4F-ADC0-D33EF68E82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290045" y="2928094"/>
                        <a:ext cx="2527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187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AD38A107-3CC0-4036-9FBD-40A0AF971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229" y="411510"/>
            <a:ext cx="8448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2. </a:t>
            </a:r>
            <a:r>
              <a:rPr lang="zh-CN" altLang="en-US" sz="2400" b="1" dirty="0">
                <a:latin typeface="+mn-ea"/>
              </a:rPr>
              <a:t>设函数    可导，且函数        当自变量在     处取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34264F1-0894-4FDB-960B-57A61ADF49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826397"/>
              </p:ext>
            </p:extLst>
          </p:nvPr>
        </p:nvGraphicFramePr>
        <p:xfrm>
          <a:off x="2123728" y="530275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1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728" y="530275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18DCAE1-AE96-4647-B59D-49F63F583C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709410"/>
              </p:ext>
            </p:extLst>
          </p:nvPr>
        </p:nvGraphicFramePr>
        <p:xfrm>
          <a:off x="4644008" y="405780"/>
          <a:ext cx="123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19" name="Equation" r:id="rId5" imgW="1231560" imgH="406080" progId="Equation.DSMT4">
                  <p:embed/>
                </p:oleObj>
              </mc:Choice>
              <mc:Fallback>
                <p:oleObj name="Equation" r:id="rId5" imgW="1231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44008" y="405780"/>
                        <a:ext cx="1231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47FE683-2EEE-473D-A9EA-4BA6733C2A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396877"/>
              </p:ext>
            </p:extLst>
          </p:nvPr>
        </p:nvGraphicFramePr>
        <p:xfrm>
          <a:off x="7350125" y="503238"/>
          <a:ext cx="800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20" name="Equation" r:id="rId7" imgW="799920" imgH="279360" progId="Equation.DSMT4">
                  <p:embed/>
                </p:oleObj>
              </mc:Choice>
              <mc:Fallback>
                <p:oleObj name="Equation" r:id="rId7" imgW="7999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50125" y="503238"/>
                        <a:ext cx="800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">
            <a:extLst>
              <a:ext uri="{FF2B5EF4-FFF2-40B4-BE49-F238E27FC236}">
                <a16:creationId xmlns:a16="http://schemas.microsoft.com/office/drawing/2014/main" id="{1F779A86-850C-4173-93CC-AA6B1326E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937601"/>
            <a:ext cx="8448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得增量         时，相应的函数   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线性主部</a:t>
            </a:r>
            <a:r>
              <a:rPr lang="zh-CN" altLang="en-US" sz="2400" b="1" dirty="0">
                <a:latin typeface="+mn-ea"/>
              </a:rPr>
              <a:t>为    求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3450E6D-EAB6-4314-BDCD-2CDED76E27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267649"/>
              </p:ext>
            </p:extLst>
          </p:nvPr>
        </p:nvGraphicFramePr>
        <p:xfrm>
          <a:off x="1221815" y="1028733"/>
          <a:ext cx="1193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21" name="Equation" r:id="rId9" imgW="1193760" imgH="279360" progId="Equation.DSMT4">
                  <p:embed/>
                </p:oleObj>
              </mc:Choice>
              <mc:Fallback>
                <p:oleObj name="Equation" r:id="rId9" imgW="11937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21815" y="1028733"/>
                        <a:ext cx="1193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7D84AC3-825A-4E2C-86A8-762A599233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385656"/>
              </p:ext>
            </p:extLst>
          </p:nvPr>
        </p:nvGraphicFramePr>
        <p:xfrm>
          <a:off x="4740400" y="1034211"/>
          <a:ext cx="368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22" name="Equation" r:id="rId11" imgW="368280" imgH="342720" progId="Equation.DSMT4">
                  <p:embed/>
                </p:oleObj>
              </mc:Choice>
              <mc:Fallback>
                <p:oleObj name="Equation" r:id="rId11" imgW="368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40400" y="1034211"/>
                        <a:ext cx="368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1B05ED6-91D2-4124-9EF0-4B59368C36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318799"/>
              </p:ext>
            </p:extLst>
          </p:nvPr>
        </p:nvGraphicFramePr>
        <p:xfrm>
          <a:off x="7092280" y="1064409"/>
          <a:ext cx="45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23" name="Equation" r:id="rId13" imgW="457200" imgH="330120" progId="Equation.DSMT4">
                  <p:embed/>
                </p:oleObj>
              </mc:Choice>
              <mc:Fallback>
                <p:oleObj name="Equation" r:id="rId13" imgW="4572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92280" y="1064409"/>
                        <a:ext cx="457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9EC7C49-FDD6-4AD4-8BDE-0E95F0DDB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333079"/>
              </p:ext>
            </p:extLst>
          </p:nvPr>
        </p:nvGraphicFramePr>
        <p:xfrm>
          <a:off x="7942354" y="1049342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24" name="Equation" r:id="rId15" imgW="685800" imgH="355320" progId="Equation.DSMT4">
                  <p:embed/>
                </p:oleObj>
              </mc:Choice>
              <mc:Fallback>
                <p:oleObj name="Equation" r:id="rId15" imgW="685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42354" y="1049342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">
            <a:extLst>
              <a:ext uri="{FF2B5EF4-FFF2-40B4-BE49-F238E27FC236}">
                <a16:creationId xmlns:a16="http://schemas.microsoft.com/office/drawing/2014/main" id="{AD29CA22-29F2-408D-99CA-F2E13FFA6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48" y="1517011"/>
            <a:ext cx="6085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35390A0-5F4B-4EE7-BFAB-C2F8ADD7B6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144598"/>
              </p:ext>
            </p:extLst>
          </p:nvPr>
        </p:nvGraphicFramePr>
        <p:xfrm>
          <a:off x="1438275" y="1571625"/>
          <a:ext cx="237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25" name="Equation" r:id="rId17" imgW="2374560" imgH="406080" progId="Equation.DSMT4">
                  <p:embed/>
                </p:oleObj>
              </mc:Choice>
              <mc:Fallback>
                <p:oleObj name="Equation" r:id="rId17" imgW="2374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38275" y="1571625"/>
                        <a:ext cx="2374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85C430C-0C5B-44B9-B0AE-ACFD96F0AF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344753"/>
              </p:ext>
            </p:extLst>
          </p:nvPr>
        </p:nvGraphicFramePr>
        <p:xfrm>
          <a:off x="1438275" y="2209800"/>
          <a:ext cx="5130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26" name="Equation" r:id="rId19" imgW="5130720" imgH="723600" progId="Equation.DSMT4">
                  <p:embed/>
                </p:oleObj>
              </mc:Choice>
              <mc:Fallback>
                <p:oleObj name="Equation" r:id="rId19" imgW="51307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38275" y="2209800"/>
                        <a:ext cx="5130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FAD39303-FB15-48C3-B515-8EC83637A540}"/>
              </a:ext>
            </a:extLst>
          </p:cNvPr>
          <p:cNvGrpSpPr/>
          <p:nvPr/>
        </p:nvGrpSpPr>
        <p:grpSpPr>
          <a:xfrm>
            <a:off x="684087" y="2933700"/>
            <a:ext cx="5989094" cy="461665"/>
            <a:chOff x="684087" y="2933700"/>
            <a:chExt cx="5989094" cy="461665"/>
          </a:xfrm>
        </p:grpSpPr>
        <p:sp>
          <p:nvSpPr>
            <p:cNvPr id="15" name="Text Box 2">
              <a:extLst>
                <a:ext uri="{FF2B5EF4-FFF2-40B4-BE49-F238E27FC236}">
                  <a16:creationId xmlns:a16="http://schemas.microsoft.com/office/drawing/2014/main" id="{94D3676D-D2A3-4CF5-9A3D-5D21BACEE0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87" y="2933700"/>
              <a:ext cx="598909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又相应的函数增量   的线性主部为    即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4EF05EF-E717-4C19-BDA7-37C430EFD6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3736198"/>
                </p:ext>
              </p:extLst>
            </p:nvPr>
          </p:nvGraphicFramePr>
          <p:xfrm>
            <a:off x="3275856" y="3052465"/>
            <a:ext cx="368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27" name="Equation" r:id="rId21" imgW="368280" imgH="342720" progId="Equation.DSMT4">
                    <p:embed/>
                  </p:oleObj>
                </mc:Choice>
                <mc:Fallback>
                  <p:oleObj name="Equation" r:id="rId21" imgW="3682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275856" y="3052465"/>
                          <a:ext cx="368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948F3684-D400-4233-842A-00F6F4951F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2999593"/>
                </p:ext>
              </p:extLst>
            </p:nvPr>
          </p:nvGraphicFramePr>
          <p:xfrm>
            <a:off x="5580112" y="3058815"/>
            <a:ext cx="457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28" name="Equation" r:id="rId23" imgW="457200" imgH="330120" progId="Equation.DSMT4">
                    <p:embed/>
                  </p:oleObj>
                </mc:Choice>
                <mc:Fallback>
                  <p:oleObj name="Equation" r:id="rId23" imgW="457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580112" y="3058815"/>
                          <a:ext cx="457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0CE7079-7206-49F9-84AD-277F40B681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608150"/>
              </p:ext>
            </p:extLst>
          </p:nvPr>
        </p:nvGraphicFramePr>
        <p:xfrm>
          <a:off x="6673180" y="2944975"/>
          <a:ext cx="175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29" name="Equation" r:id="rId25" imgW="1752480" imgH="571320" progId="Equation.DSMT4">
                  <p:embed/>
                </p:oleObj>
              </mc:Choice>
              <mc:Fallback>
                <p:oleObj name="Equation" r:id="rId25" imgW="175248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673180" y="2944975"/>
                        <a:ext cx="17526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">
            <a:extLst>
              <a:ext uri="{FF2B5EF4-FFF2-40B4-BE49-F238E27FC236}">
                <a16:creationId xmlns:a16="http://schemas.microsoft.com/office/drawing/2014/main" id="{473EEEB6-FB0F-4D92-B2A2-522C3F2DB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290" y="3658685"/>
            <a:ext cx="8213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从而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B6F635B-6CF6-4A78-AC49-71866408BD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650897"/>
              </p:ext>
            </p:extLst>
          </p:nvPr>
        </p:nvGraphicFramePr>
        <p:xfrm>
          <a:off x="1641475" y="3759167"/>
          <a:ext cx="1968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30" name="Equation" r:id="rId27" imgW="1968480" imgH="355320" progId="Equation.DSMT4">
                  <p:embed/>
                </p:oleObj>
              </mc:Choice>
              <mc:Fallback>
                <p:oleObj name="Equation" r:id="rId27" imgW="19684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641475" y="3759167"/>
                        <a:ext cx="1968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C878EDE-44FE-4777-A1CA-583CA21978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902021"/>
              </p:ext>
            </p:extLst>
          </p:nvPr>
        </p:nvGraphicFramePr>
        <p:xfrm>
          <a:off x="3813175" y="3526774"/>
          <a:ext cx="120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31" name="Equation" r:id="rId29" imgW="1206360" imgH="723600" progId="Equation.DSMT4">
                  <p:embed/>
                </p:oleObj>
              </mc:Choice>
              <mc:Fallback>
                <p:oleObj name="Equation" r:id="rId29" imgW="12063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813175" y="3526774"/>
                        <a:ext cx="1206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81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EB4ED809-C3E0-4331-A69D-E878BF78D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229" y="411510"/>
            <a:ext cx="8448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3. </a:t>
            </a:r>
            <a:r>
              <a:rPr lang="zh-CN" altLang="en-US" sz="2400" b="1" dirty="0">
                <a:latin typeface="+mn-ea"/>
              </a:rPr>
              <a:t>设        是由方程       所确定的隐函数，求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C01E6BC-E3A7-47F9-86E9-2C2BFE938D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947088"/>
              </p:ext>
            </p:extLst>
          </p:nvPr>
        </p:nvGraphicFramePr>
        <p:xfrm>
          <a:off x="4108450" y="439142"/>
          <a:ext cx="927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2" name="Equation" r:id="rId3" imgW="927000" imgH="406080" progId="Equation.DSMT4">
                  <p:embed/>
                </p:oleObj>
              </mc:Choice>
              <mc:Fallback>
                <p:oleObj name="Equation" r:id="rId3" imgW="927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08450" y="439142"/>
                        <a:ext cx="927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71AA6ED-2934-4488-B5EF-6F5C6F1C94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013249"/>
              </p:ext>
            </p:extLst>
          </p:nvPr>
        </p:nvGraphicFramePr>
        <p:xfrm>
          <a:off x="1618019" y="530275"/>
          <a:ext cx="105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3" name="Equation" r:id="rId5" imgW="1054080" imgH="342720" progId="Equation.DSMT4">
                  <p:embed/>
                </p:oleObj>
              </mc:Choice>
              <mc:Fallback>
                <p:oleObj name="Equation" r:id="rId5" imgW="1054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8019" y="530275"/>
                        <a:ext cx="1054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45FE91D-FB37-4010-B771-7BDB0AFB04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519386"/>
              </p:ext>
            </p:extLst>
          </p:nvPr>
        </p:nvGraphicFramePr>
        <p:xfrm>
          <a:off x="7884368" y="502642"/>
          <a:ext cx="381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4" name="Equation" r:id="rId7" imgW="380880" imgH="279360" progId="Equation.DSMT4">
                  <p:embed/>
                </p:oleObj>
              </mc:Choice>
              <mc:Fallback>
                <p:oleObj name="Equation" r:id="rId7" imgW="3808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84368" y="502642"/>
                        <a:ext cx="381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2">
            <a:extLst>
              <a:ext uri="{FF2B5EF4-FFF2-40B4-BE49-F238E27FC236}">
                <a16:creationId xmlns:a16="http://schemas.microsoft.com/office/drawing/2014/main" id="{2803C345-1A2F-4CB8-839D-D80EB1EDA3E6}"/>
              </a:ext>
            </a:extLst>
          </p:cNvPr>
          <p:cNvSpPr txBox="1"/>
          <p:nvPr/>
        </p:nvSpPr>
        <p:spPr>
          <a:xfrm>
            <a:off x="700229" y="1018187"/>
            <a:ext cx="4827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利用导数与微分的关系求解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A45A0F8-4662-4C2B-A632-E456650F017B}"/>
              </a:ext>
            </a:extLst>
          </p:cNvPr>
          <p:cNvSpPr txBox="1">
            <a:spLocks noChangeArrowheads="1"/>
          </p:cNvSpPr>
          <p:nvPr/>
        </p:nvSpPr>
        <p:spPr>
          <a:xfrm>
            <a:off x="711778" y="1591434"/>
            <a:ext cx="1152128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取对数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37C4882-FC97-48DE-8943-BAEFA681AB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730298"/>
              </p:ext>
            </p:extLst>
          </p:nvPr>
        </p:nvGraphicFramePr>
        <p:xfrm>
          <a:off x="1867557" y="1674950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5" name="Equation" r:id="rId9" imgW="1815840" imgH="342720" progId="Equation.DSMT4">
                  <p:embed/>
                </p:oleObj>
              </mc:Choice>
              <mc:Fallback>
                <p:oleObj name="Equation" r:id="rId9" imgW="181584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D4199BF7-D6FC-4A3C-9E26-E476A751C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67557" y="1674950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9306EC6D-A7EA-46FA-9341-6D6F0E4878D1}"/>
              </a:ext>
            </a:extLst>
          </p:cNvPr>
          <p:cNvGrpSpPr/>
          <p:nvPr/>
        </p:nvGrpSpPr>
        <p:grpSpPr>
          <a:xfrm>
            <a:off x="3779912" y="1591434"/>
            <a:ext cx="2652072" cy="406625"/>
            <a:chOff x="911816" y="2093688"/>
            <a:chExt cx="2652072" cy="406625"/>
          </a:xfrm>
        </p:grpSpPr>
        <p:sp>
          <p:nvSpPr>
            <p:cNvPr id="13" name="Rectangle 2">
              <a:extLst>
                <a:ext uri="{FF2B5EF4-FFF2-40B4-BE49-F238E27FC236}">
                  <a16:creationId xmlns:a16="http://schemas.microsoft.com/office/drawing/2014/main" id="{A2AD5101-B21A-4336-B642-210E07C66CB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11816" y="2093688"/>
              <a:ext cx="2652072" cy="40617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两端对  求导，得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3C5D18FD-D4A6-4F3A-806B-1969649F82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5720397"/>
                </p:ext>
              </p:extLst>
            </p:nvPr>
          </p:nvGraphicFramePr>
          <p:xfrm>
            <a:off x="1955994" y="2233613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56" name="Equation" r:id="rId11" imgW="215640" imgH="266400" progId="Equation.DSMT4">
                    <p:embed/>
                  </p:oleObj>
                </mc:Choice>
                <mc:Fallback>
                  <p:oleObj name="Equation" r:id="rId11" imgW="215640" imgH="26640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7784A4F7-0121-44C7-A9C5-195435E45F8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955994" y="2233613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192AD3D-F3BA-4A4C-8BD2-8A904BBB13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632434"/>
              </p:ext>
            </p:extLst>
          </p:nvPr>
        </p:nvGraphicFramePr>
        <p:xfrm>
          <a:off x="1029357" y="2239506"/>
          <a:ext cx="3492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7" name="Equation" r:id="rId13" imgW="3492360" imgH="787320" progId="Equation.DSMT4">
                  <p:embed/>
                </p:oleObj>
              </mc:Choice>
              <mc:Fallback>
                <p:oleObj name="Equation" r:id="rId13" imgW="3492360" imgH="7873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0B8ECC26-8E08-42E4-A14A-61F539BD8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29357" y="2239506"/>
                        <a:ext cx="3492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EAABC6C-A499-4E4D-9076-95C18BADAB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442435"/>
              </p:ext>
            </p:extLst>
          </p:nvPr>
        </p:nvGraphicFramePr>
        <p:xfrm>
          <a:off x="5598368" y="2239506"/>
          <a:ext cx="2286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8" name="Equation" r:id="rId15" imgW="2286000" imgH="787320" progId="Equation.DSMT4">
                  <p:embed/>
                </p:oleObj>
              </mc:Choice>
              <mc:Fallback>
                <p:oleObj name="Equation" r:id="rId15" imgW="2286000" imgH="7873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F1F82894-A5B9-435E-ADF1-2CCCED5830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98368" y="2239506"/>
                        <a:ext cx="2286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71068B65-F294-4B3D-938A-B4AAD3B6EADF}"/>
              </a:ext>
            </a:extLst>
          </p:cNvPr>
          <p:cNvSpPr/>
          <p:nvPr/>
        </p:nvSpPr>
        <p:spPr>
          <a:xfrm>
            <a:off x="793796" y="361151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故</a:t>
            </a:r>
            <a:endParaRPr lang="zh-CN" altLang="en-US" sz="2400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211C8CC-FD41-44AC-8752-F5B44B812A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783746"/>
              </p:ext>
            </p:extLst>
          </p:nvPr>
        </p:nvGraphicFramePr>
        <p:xfrm>
          <a:off x="1353207" y="3448646"/>
          <a:ext cx="1422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9" name="Equation" r:id="rId17" imgW="1422360" imgH="787320" progId="Equation.DSMT4">
                  <p:embed/>
                </p:oleObj>
              </mc:Choice>
              <mc:Fallback>
                <p:oleObj name="Equation" r:id="rId17" imgW="14223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53207" y="3448646"/>
                        <a:ext cx="1422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B9F9A29-DA46-4168-B9C9-7D0C1E8F6F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479522"/>
              </p:ext>
            </p:extLst>
          </p:nvPr>
        </p:nvGraphicFramePr>
        <p:xfrm>
          <a:off x="2840972" y="3448646"/>
          <a:ext cx="2184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60" name="Equation" r:id="rId19" imgW="2184120" imgH="787320" progId="Equation.DSMT4">
                  <p:embed/>
                </p:oleObj>
              </mc:Choice>
              <mc:Fallback>
                <p:oleObj name="Equation" r:id="rId19" imgW="21841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40972" y="3448646"/>
                        <a:ext cx="2184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217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77575730-0EE7-499D-AA51-71D2ADDF4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411510"/>
            <a:ext cx="8448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3. </a:t>
            </a:r>
            <a:r>
              <a:rPr lang="zh-CN" altLang="en-US" sz="2400" b="1" dirty="0">
                <a:latin typeface="+mn-ea"/>
              </a:rPr>
              <a:t>设        是由方程       所确定的隐函数，求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B69D945-A05F-4BAB-BA80-60B05E3AEC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034185"/>
              </p:ext>
            </p:extLst>
          </p:nvPr>
        </p:nvGraphicFramePr>
        <p:xfrm>
          <a:off x="3875765" y="439142"/>
          <a:ext cx="927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4" name="Equation" r:id="rId3" imgW="927000" imgH="406080" progId="Equation.DSMT4">
                  <p:embed/>
                </p:oleObj>
              </mc:Choice>
              <mc:Fallback>
                <p:oleObj name="Equation" r:id="rId3" imgW="927000" imgH="406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C01E6BC-E3A7-47F9-86E9-2C2BFE938D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75765" y="439142"/>
                        <a:ext cx="927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79F55D4-EFCB-4A79-8FAD-D515FDB82C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487359"/>
              </p:ext>
            </p:extLst>
          </p:nvPr>
        </p:nvGraphicFramePr>
        <p:xfrm>
          <a:off x="1385334" y="530275"/>
          <a:ext cx="105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5" name="Equation" r:id="rId5" imgW="1054080" imgH="342720" progId="Equation.DSMT4">
                  <p:embed/>
                </p:oleObj>
              </mc:Choice>
              <mc:Fallback>
                <p:oleObj name="Equation" r:id="rId5" imgW="105408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71AA6ED-2934-4488-B5EF-6F5C6F1C94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85334" y="530275"/>
                        <a:ext cx="1054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D9B98BE-BD43-4C53-B7A4-D002A6728B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211235"/>
              </p:ext>
            </p:extLst>
          </p:nvPr>
        </p:nvGraphicFramePr>
        <p:xfrm>
          <a:off x="7651683" y="502642"/>
          <a:ext cx="381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6" name="Equation" r:id="rId7" imgW="380880" imgH="279360" progId="Equation.DSMT4">
                  <p:embed/>
                </p:oleObj>
              </mc:Choice>
              <mc:Fallback>
                <p:oleObj name="Equation" r:id="rId7" imgW="38088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45FE91D-FB37-4010-B771-7BDB0AFB0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51683" y="502642"/>
                        <a:ext cx="381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">
            <a:extLst>
              <a:ext uri="{FF2B5EF4-FFF2-40B4-BE49-F238E27FC236}">
                <a16:creationId xmlns:a16="http://schemas.microsoft.com/office/drawing/2014/main" id="{E505F843-3816-418C-AAFD-4DE63DCD44DF}"/>
              </a:ext>
            </a:extLst>
          </p:cNvPr>
          <p:cNvSpPr txBox="1"/>
          <p:nvPr/>
        </p:nvSpPr>
        <p:spPr>
          <a:xfrm>
            <a:off x="467544" y="991940"/>
            <a:ext cx="669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2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微分法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不用考虑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是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的函数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)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DCE1317-5C76-4D2F-8556-E2D85C9B840B}"/>
              </a:ext>
            </a:extLst>
          </p:cNvPr>
          <p:cNvSpPr txBox="1">
            <a:spLocks noChangeArrowheads="1"/>
          </p:cNvSpPr>
          <p:nvPr/>
        </p:nvSpPr>
        <p:spPr>
          <a:xfrm>
            <a:off x="711778" y="1591434"/>
            <a:ext cx="1152128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取对数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9F087B8-A326-470D-9914-9BDB8CEFD2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927660"/>
              </p:ext>
            </p:extLst>
          </p:nvPr>
        </p:nvGraphicFramePr>
        <p:xfrm>
          <a:off x="1867557" y="1674950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7" name="Equation" r:id="rId9" imgW="1815840" imgH="342720" progId="Equation.DSMT4">
                  <p:embed/>
                </p:oleObj>
              </mc:Choice>
              <mc:Fallback>
                <p:oleObj name="Equation" r:id="rId9" imgW="181584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37C4882-FC97-48DE-8943-BAEFA681AB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67557" y="1674950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C6B9C0A2-0173-47CA-8D69-3B8B6D9DE33D}"/>
              </a:ext>
            </a:extLst>
          </p:cNvPr>
          <p:cNvSpPr txBox="1">
            <a:spLocks noChangeArrowheads="1"/>
          </p:cNvSpPr>
          <p:nvPr/>
        </p:nvSpPr>
        <p:spPr>
          <a:xfrm>
            <a:off x="3779912" y="1591434"/>
            <a:ext cx="1816100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两端微分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144D771-4916-4D12-BBCF-3CD4A122B4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222540"/>
              </p:ext>
            </p:extLst>
          </p:nvPr>
        </p:nvGraphicFramePr>
        <p:xfrm>
          <a:off x="1381748" y="2239195"/>
          <a:ext cx="256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8" name="Equation" r:id="rId11" imgW="2565360" imgH="342720" progId="Equation.DSMT4">
                  <p:embed/>
                </p:oleObj>
              </mc:Choice>
              <mc:Fallback>
                <p:oleObj name="Equation" r:id="rId11" imgW="25653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81748" y="2239195"/>
                        <a:ext cx="2565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688E152-F6F2-4BF3-9D7E-19DC986066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667463"/>
              </p:ext>
            </p:extLst>
          </p:nvPr>
        </p:nvGraphicFramePr>
        <p:xfrm>
          <a:off x="1266825" y="2830513"/>
          <a:ext cx="223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9" name="Equation" r:id="rId13" imgW="2234880" imgH="342720" progId="Equation.DSMT4">
                  <p:embed/>
                </p:oleObj>
              </mc:Choice>
              <mc:Fallback>
                <p:oleObj name="Equation" r:id="rId13" imgW="2234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66825" y="2830513"/>
                        <a:ext cx="2235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6E39335-994C-4596-BD27-CE9AD12543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173494"/>
              </p:ext>
            </p:extLst>
          </p:nvPr>
        </p:nvGraphicFramePr>
        <p:xfrm>
          <a:off x="3530600" y="2823684"/>
          <a:ext cx="208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0" name="Equation" r:id="rId15" imgW="2082600" imgH="342720" progId="Equation.DSMT4">
                  <p:embed/>
                </p:oleObj>
              </mc:Choice>
              <mc:Fallback>
                <p:oleObj name="Equation" r:id="rId15" imgW="2082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30600" y="2823684"/>
                        <a:ext cx="2082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EA5DA27-B74B-416E-8E40-A341D785FC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102779"/>
              </p:ext>
            </p:extLst>
          </p:nvPr>
        </p:nvGraphicFramePr>
        <p:xfrm>
          <a:off x="1287842" y="3296196"/>
          <a:ext cx="3517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1" name="Equation" r:id="rId17" imgW="3517560" imgH="787320" progId="Equation.DSMT4">
                  <p:embed/>
                </p:oleObj>
              </mc:Choice>
              <mc:Fallback>
                <p:oleObj name="Equation" r:id="rId17" imgW="3517560" imgH="787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688E152-F6F2-4BF3-9D7E-19DC986066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87842" y="3296196"/>
                        <a:ext cx="3517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7E174A9-9357-4D10-8776-311C721DF3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728479"/>
              </p:ext>
            </p:extLst>
          </p:nvPr>
        </p:nvGraphicFramePr>
        <p:xfrm>
          <a:off x="5894288" y="3267339"/>
          <a:ext cx="2540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2" name="Equation" r:id="rId19" imgW="2539800" imgH="787320" progId="Equation.DSMT4">
                  <p:embed/>
                </p:oleObj>
              </mc:Choice>
              <mc:Fallback>
                <p:oleObj name="Equation" r:id="rId19" imgW="25398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94288" y="3267339"/>
                        <a:ext cx="2540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">
            <a:extLst>
              <a:ext uri="{FF2B5EF4-FFF2-40B4-BE49-F238E27FC236}">
                <a16:creationId xmlns:a16="http://schemas.microsoft.com/office/drawing/2014/main" id="{0075BEA9-312B-433F-A549-2ADD2CEBA984}"/>
              </a:ext>
            </a:extLst>
          </p:cNvPr>
          <p:cNvSpPr txBox="1">
            <a:spLocks noChangeArrowheads="1"/>
          </p:cNvSpPr>
          <p:nvPr/>
        </p:nvSpPr>
        <p:spPr>
          <a:xfrm>
            <a:off x="739850" y="4121854"/>
            <a:ext cx="1152128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且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8875413-FE39-4CA8-A426-0C33F478F8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390877"/>
              </p:ext>
            </p:extLst>
          </p:nvPr>
        </p:nvGraphicFramePr>
        <p:xfrm>
          <a:off x="1661148" y="4058434"/>
          <a:ext cx="2286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3" name="Equation" r:id="rId21" imgW="2286000" imgH="787320" progId="Equation.DSMT4">
                  <p:embed/>
                </p:oleObj>
              </mc:Choice>
              <mc:Fallback>
                <p:oleObj name="Equation" r:id="rId21" imgW="22860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661148" y="4058434"/>
                        <a:ext cx="2286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854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729CC0F8-AE45-42A4-A551-7BCA5B5B7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557830"/>
            <a:ext cx="10801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4.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784BCBF-2F3F-412B-991B-4D6F5F463D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784598"/>
              </p:ext>
            </p:extLst>
          </p:nvPr>
        </p:nvGraphicFramePr>
        <p:xfrm>
          <a:off x="1439863" y="382588"/>
          <a:ext cx="1727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0" name="Equation" r:id="rId3" imgW="1726920" imgH="812520" progId="Equation.DSMT4">
                  <p:embed/>
                </p:oleObj>
              </mc:Choice>
              <mc:Fallback>
                <p:oleObj name="Equation" r:id="rId3" imgW="17269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39863" y="382588"/>
                        <a:ext cx="1727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">
            <a:extLst>
              <a:ext uri="{FF2B5EF4-FFF2-40B4-BE49-F238E27FC236}">
                <a16:creationId xmlns:a16="http://schemas.microsoft.com/office/drawing/2014/main" id="{36B951A1-3675-4C4E-B339-CC1D23CFAE5A}"/>
              </a:ext>
            </a:extLst>
          </p:cNvPr>
          <p:cNvSpPr txBox="1"/>
          <p:nvPr/>
        </p:nvSpPr>
        <p:spPr>
          <a:xfrm>
            <a:off x="564087" y="1607241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14F1131-9E50-46E9-9A47-F1994B8B0D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696632"/>
              </p:ext>
            </p:extLst>
          </p:nvPr>
        </p:nvGraphicFramePr>
        <p:xfrm>
          <a:off x="6420652" y="1539625"/>
          <a:ext cx="1739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1" name="Equation" r:id="rId5" imgW="1739880" imgH="406080" progId="Equation.DSMT4">
                  <p:embed/>
                </p:oleObj>
              </mc:Choice>
              <mc:Fallback>
                <p:oleObj name="Equation" r:id="rId5" imgW="1739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20652" y="1539625"/>
                        <a:ext cx="1739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>
            <a:extLst>
              <a:ext uri="{FF2B5EF4-FFF2-40B4-BE49-F238E27FC236}">
                <a16:creationId xmlns:a16="http://schemas.microsoft.com/office/drawing/2014/main" id="{4196CAB2-CA30-49B6-B6F0-1F49F475F80C}"/>
              </a:ext>
            </a:extLst>
          </p:cNvPr>
          <p:cNvSpPr txBox="1"/>
          <p:nvPr/>
        </p:nvSpPr>
        <p:spPr>
          <a:xfrm>
            <a:off x="1140151" y="1607241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因为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09D32A3-A9CB-4967-BF9E-BD678C2F10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406286"/>
              </p:ext>
            </p:extLst>
          </p:nvPr>
        </p:nvGraphicFramePr>
        <p:xfrm>
          <a:off x="1979712" y="1426475"/>
          <a:ext cx="3568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2" name="Equation" r:id="rId7" imgW="3568680" imgH="812520" progId="Equation.DSMT4">
                  <p:embed/>
                </p:oleObj>
              </mc:Choice>
              <mc:Fallback>
                <p:oleObj name="Equation" r:id="rId7" imgW="35686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9712" y="1426475"/>
                        <a:ext cx="3568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>
            <a:extLst>
              <a:ext uri="{FF2B5EF4-FFF2-40B4-BE49-F238E27FC236}">
                <a16:creationId xmlns:a16="http://schemas.microsoft.com/office/drawing/2014/main" id="{FDB8AED9-E8D5-474B-A88F-C5EC34D4CF64}"/>
              </a:ext>
            </a:extLst>
          </p:cNvPr>
          <p:cNvSpPr txBox="1"/>
          <p:nvPr/>
        </p:nvSpPr>
        <p:spPr>
          <a:xfrm>
            <a:off x="600091" y="3238150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故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705568E-ABC0-493E-BA6F-7229776828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839890"/>
              </p:ext>
            </p:extLst>
          </p:nvPr>
        </p:nvGraphicFramePr>
        <p:xfrm>
          <a:off x="1274862" y="2673034"/>
          <a:ext cx="14097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3" name="Equation" r:id="rId9" imgW="1409400" imgH="1218960" progId="Equation.DSMT4">
                  <p:embed/>
                </p:oleObj>
              </mc:Choice>
              <mc:Fallback>
                <p:oleObj name="Equation" r:id="rId9" imgW="1409400" imgH="1218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74862" y="2673034"/>
                        <a:ext cx="14097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83F4D7B-DB03-479E-812E-41B77C6B79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379169"/>
              </p:ext>
            </p:extLst>
          </p:nvPr>
        </p:nvGraphicFramePr>
        <p:xfrm>
          <a:off x="2771800" y="2742884"/>
          <a:ext cx="21463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4" name="Equation" r:id="rId11" imgW="2145960" imgH="1079280" progId="Equation.DSMT4">
                  <p:embed/>
                </p:oleObj>
              </mc:Choice>
              <mc:Fallback>
                <p:oleObj name="Equation" r:id="rId11" imgW="2145960" imgH="107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71800" y="2742884"/>
                        <a:ext cx="21463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66FEC2D-F638-4770-87F2-F76B51B499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42992"/>
              </p:ext>
            </p:extLst>
          </p:nvPr>
        </p:nvGraphicFramePr>
        <p:xfrm>
          <a:off x="5005338" y="3095436"/>
          <a:ext cx="200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5" name="Equation" r:id="rId13" imgW="2006280" imgH="736560" progId="Equation.DSMT4">
                  <p:embed/>
                </p:oleObj>
              </mc:Choice>
              <mc:Fallback>
                <p:oleObj name="Equation" r:id="rId13" imgW="2006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05338" y="3095436"/>
                        <a:ext cx="2006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47267E8E-C9DD-4A92-A10B-DBA759350C37}"/>
              </a:ext>
            </a:extLst>
          </p:cNvPr>
          <p:cNvSpPr/>
          <p:nvPr/>
        </p:nvSpPr>
        <p:spPr>
          <a:xfrm>
            <a:off x="3286933" y="641138"/>
            <a:ext cx="3373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两个不同函数的微分求商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752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4">
            <a:extLst>
              <a:ext uri="{FF2B5EF4-FFF2-40B4-BE49-F238E27FC236}">
                <a16:creationId xmlns:a16="http://schemas.microsoft.com/office/drawing/2014/main" id="{F6EA5D69-A4A0-4FE9-9AE4-73A62D6C74E6}"/>
              </a:ext>
            </a:extLst>
          </p:cNvPr>
          <p:cNvSpPr txBox="1"/>
          <p:nvPr/>
        </p:nvSpPr>
        <p:spPr>
          <a:xfrm>
            <a:off x="843074" y="266157"/>
            <a:ext cx="597621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五、知识延展 </a:t>
            </a:r>
            <a:r>
              <a:rPr lang="en-US" altLang="zh-CN" sz="2800" b="1" dirty="0">
                <a:solidFill>
                  <a:srgbClr val="00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高阶微分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9157B4C-B111-408D-9809-E061744824B1}"/>
              </a:ext>
            </a:extLst>
          </p:cNvPr>
          <p:cNvGrpSpPr/>
          <p:nvPr/>
        </p:nvGrpSpPr>
        <p:grpSpPr>
          <a:xfrm>
            <a:off x="827584" y="990410"/>
            <a:ext cx="4090582" cy="439764"/>
            <a:chOff x="827584" y="990410"/>
            <a:chExt cx="4090582" cy="439764"/>
          </a:xfrm>
        </p:grpSpPr>
        <p:sp>
          <p:nvSpPr>
            <p:cNvPr id="4" name="副标题 2">
              <a:extLst>
                <a:ext uri="{FF2B5EF4-FFF2-40B4-BE49-F238E27FC236}">
                  <a16:creationId xmlns:a16="http://schemas.microsoft.com/office/drawing/2014/main" id="{AE5929AA-8C08-4086-96FB-26D690D1AF72}"/>
                </a:ext>
              </a:extLst>
            </p:cNvPr>
            <p:cNvSpPr txBox="1">
              <a:spLocks/>
            </p:cNvSpPr>
            <p:nvPr/>
          </p:nvSpPr>
          <p:spPr>
            <a:xfrm>
              <a:off x="827584" y="990410"/>
              <a:ext cx="4090582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在函数                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一阶微分      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CC51DDE-FA3D-4E88-9694-BD68FB843A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0398893"/>
                </p:ext>
              </p:extLst>
            </p:nvPr>
          </p:nvGraphicFramePr>
          <p:xfrm>
            <a:off x="2155325" y="1087274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32" name="Equation" r:id="rId3" imgW="1104840" imgH="342720" progId="Equation.DSMT4">
                    <p:embed/>
                  </p:oleObj>
                </mc:Choice>
                <mc:Fallback>
                  <p:oleObj name="Equation" r:id="rId3" imgW="1104840" imgH="34272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3CF0800B-CF41-4085-BBA9-160F56F61EB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55325" y="1087274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AD505F1-07AB-4934-A06F-4D3E719CBE57}"/>
              </a:ext>
            </a:extLst>
          </p:cNvPr>
          <p:cNvGrpSpPr/>
          <p:nvPr/>
        </p:nvGrpSpPr>
        <p:grpSpPr>
          <a:xfrm>
            <a:off x="2757926" y="1472113"/>
            <a:ext cx="4008200" cy="432048"/>
            <a:chOff x="2757926" y="1472113"/>
            <a:chExt cx="4008200" cy="432048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52831F8C-1871-428A-977A-AD46F7A55B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9983877"/>
                </p:ext>
              </p:extLst>
            </p:nvPr>
          </p:nvGraphicFramePr>
          <p:xfrm>
            <a:off x="2757926" y="1516819"/>
            <a:ext cx="1587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33" name="Equation" r:id="rId5" imgW="1587240" imgH="355320" progId="Equation.DSMT4">
                    <p:embed/>
                  </p:oleObj>
                </mc:Choice>
                <mc:Fallback>
                  <p:oleObj name="Equation" r:id="rId5" imgW="1587240" imgH="3553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C28BC624-E7FD-463C-85AD-4AB982FF454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757926" y="1516819"/>
                          <a:ext cx="1587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副标题 2">
              <a:extLst>
                <a:ext uri="{FF2B5EF4-FFF2-40B4-BE49-F238E27FC236}">
                  <a16:creationId xmlns:a16="http://schemas.microsoft.com/office/drawing/2014/main" id="{E10CEEB9-0066-4D91-B784-C8FED26F9E29}"/>
                </a:ext>
              </a:extLst>
            </p:cNvPr>
            <p:cNvSpPr txBox="1">
              <a:spLocks/>
            </p:cNvSpPr>
            <p:nvPr/>
          </p:nvSpPr>
          <p:spPr>
            <a:xfrm>
              <a:off x="4270094" y="1472113"/>
              <a:ext cx="483989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或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D4F9FFA3-7DB2-4638-9AA3-C916FE2577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3876368"/>
                </p:ext>
              </p:extLst>
            </p:nvPr>
          </p:nvGraphicFramePr>
          <p:xfrm>
            <a:off x="4797626" y="1521179"/>
            <a:ext cx="1968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34" name="Equation" r:id="rId7" imgW="1968480" imgH="355320" progId="Equation.DSMT4">
                    <p:embed/>
                  </p:oleObj>
                </mc:Choice>
                <mc:Fallback>
                  <p:oleObj name="Equation" r:id="rId7" imgW="1968480" imgH="355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1611B24D-39A9-4F0D-9CD6-C9F37D70166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97626" y="1521179"/>
                          <a:ext cx="1968500" cy="3556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D8FD3B5-4E57-42AD-B06A-C2D183E0028A}"/>
              </a:ext>
            </a:extLst>
          </p:cNvPr>
          <p:cNvGrpSpPr/>
          <p:nvPr/>
        </p:nvGrpSpPr>
        <p:grpSpPr>
          <a:xfrm>
            <a:off x="344055" y="1998482"/>
            <a:ext cx="4232250" cy="432048"/>
            <a:chOff x="344055" y="1998482"/>
            <a:chExt cx="4232250" cy="432048"/>
          </a:xfrm>
        </p:grpSpPr>
        <p:sp>
          <p:nvSpPr>
            <p:cNvPr id="9" name="副标题 2">
              <a:extLst>
                <a:ext uri="{FF2B5EF4-FFF2-40B4-BE49-F238E27FC236}">
                  <a16:creationId xmlns:a16="http://schemas.microsoft.com/office/drawing/2014/main" id="{6B16C245-656D-4ADB-95B3-B6D993BFDB3D}"/>
                </a:ext>
              </a:extLst>
            </p:cNvPr>
            <p:cNvSpPr txBox="1">
              <a:spLocks/>
            </p:cNvSpPr>
            <p:nvPr/>
          </p:nvSpPr>
          <p:spPr>
            <a:xfrm>
              <a:off x="344055" y="1998482"/>
              <a:ext cx="4232250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中，变量   和     是相互独立的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7DD36304-1FAD-4BD5-8ADC-AAFD34C815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8197612"/>
                </p:ext>
              </p:extLst>
            </p:nvPr>
          </p:nvGraphicFramePr>
          <p:xfrm>
            <a:off x="1691680" y="211290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35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E8C59E11-2D38-47EF-A91E-D48CE16D903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91680" y="211290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B4C958B-522C-4F7D-A4C8-58045E36D0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7226154"/>
                </p:ext>
              </p:extLst>
            </p:nvPr>
          </p:nvGraphicFramePr>
          <p:xfrm>
            <a:off x="2246313" y="2074806"/>
            <a:ext cx="330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36" name="Equation" r:id="rId11" imgW="330120" imgH="279360" progId="Equation.DSMT4">
                    <p:embed/>
                  </p:oleObj>
                </mc:Choice>
                <mc:Fallback>
                  <p:oleObj name="Equation" r:id="rId11" imgW="33012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46313" y="2074806"/>
                          <a:ext cx="330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FD1B9E2-66EF-4A3B-8F63-0DE1F5B74235}"/>
              </a:ext>
            </a:extLst>
          </p:cNvPr>
          <p:cNvGrpSpPr/>
          <p:nvPr/>
        </p:nvGrpSpPr>
        <p:grpSpPr>
          <a:xfrm>
            <a:off x="827584" y="2566790"/>
            <a:ext cx="5184576" cy="432048"/>
            <a:chOff x="827584" y="2566790"/>
            <a:chExt cx="5184576" cy="432048"/>
          </a:xfrm>
        </p:grpSpPr>
        <p:sp>
          <p:nvSpPr>
            <p:cNvPr id="12" name="副标题 2">
              <a:extLst>
                <a:ext uri="{FF2B5EF4-FFF2-40B4-BE49-F238E27FC236}">
                  <a16:creationId xmlns:a16="http://schemas.microsoft.com/office/drawing/2014/main" id="{CFB33701-CF64-448D-B38B-5861D726FF53}"/>
                </a:ext>
              </a:extLst>
            </p:cNvPr>
            <p:cNvSpPr txBox="1">
              <a:spLocks/>
            </p:cNvSpPr>
            <p:nvPr/>
          </p:nvSpPr>
          <p:spPr>
            <a:xfrm>
              <a:off x="827584" y="2566790"/>
              <a:ext cx="5184576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                         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是关于   的函数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3105550-75C4-4E8A-8265-9BC6EFBFBF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3696856"/>
                </p:ext>
              </p:extLst>
            </p:nvPr>
          </p:nvGraphicFramePr>
          <p:xfrm>
            <a:off x="1361575" y="2623135"/>
            <a:ext cx="1587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37" name="Equation" r:id="rId13" imgW="1587240" imgH="355320" progId="Equation.DSMT4">
                    <p:embed/>
                  </p:oleObj>
                </mc:Choice>
                <mc:Fallback>
                  <p:oleObj name="Equation" r:id="rId13" imgW="1587240" imgH="3553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52831F8C-1871-428A-977A-AD46F7A55B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61575" y="2623135"/>
                          <a:ext cx="1587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119E7AEF-E207-4460-8438-C0128600CE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9788610"/>
                </p:ext>
              </p:extLst>
            </p:nvPr>
          </p:nvGraphicFramePr>
          <p:xfrm>
            <a:off x="3995936" y="269933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38" name="Equation" r:id="rId14" imgW="190440" imgH="203040" progId="Equation.DSMT4">
                    <p:embed/>
                  </p:oleObj>
                </mc:Choice>
                <mc:Fallback>
                  <p:oleObj name="Equation" r:id="rId14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995936" y="2699335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4E0F3C8-2EE6-4A13-B34B-093678495BFC}"/>
              </a:ext>
            </a:extLst>
          </p:cNvPr>
          <p:cNvGrpSpPr/>
          <p:nvPr/>
        </p:nvGrpSpPr>
        <p:grpSpPr>
          <a:xfrm>
            <a:off x="2124085" y="3131383"/>
            <a:ext cx="3934201" cy="1412924"/>
            <a:chOff x="2108799" y="3170008"/>
            <a:chExt cx="3934201" cy="1412924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BC1C6085-6BD8-4051-9728-4709461DB0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7025783"/>
                </p:ext>
              </p:extLst>
            </p:nvPr>
          </p:nvGraphicFramePr>
          <p:xfrm>
            <a:off x="3260225" y="3225612"/>
            <a:ext cx="330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39" name="Equation" r:id="rId16" imgW="330120" imgH="342720" progId="Equation.DSMT4">
                    <p:embed/>
                  </p:oleObj>
                </mc:Choice>
                <mc:Fallback>
                  <p:oleObj name="Equation" r:id="rId16" imgW="3301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260225" y="3225612"/>
                          <a:ext cx="330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839F8ADF-8FDE-42F6-A885-A72BE1DE22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5671209"/>
                </p:ext>
              </p:extLst>
            </p:nvPr>
          </p:nvGraphicFramePr>
          <p:xfrm>
            <a:off x="4877544" y="3397062"/>
            <a:ext cx="990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40" name="Equation" r:id="rId18" imgW="990360" imgH="355320" progId="Equation.DSMT4">
                    <p:embed/>
                  </p:oleObj>
                </mc:Choice>
                <mc:Fallback>
                  <p:oleObj name="Equation" r:id="rId18" imgW="9903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877544" y="3397062"/>
                          <a:ext cx="990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B0BA71B9-5ABE-4B12-A813-DE503555B3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0019247"/>
                </p:ext>
              </p:extLst>
            </p:nvPr>
          </p:nvGraphicFramePr>
          <p:xfrm>
            <a:off x="2342314" y="348564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41" name="Equation" r:id="rId20" imgW="190440" imgH="203040" progId="Equation.DSMT4">
                    <p:embed/>
                  </p:oleObj>
                </mc:Choice>
                <mc:Fallback>
                  <p:oleObj name="Equation" r:id="rId20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342314" y="3485649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9FB85E9A-6C4E-4BFF-9E9A-4AE8D41B987F}"/>
                </a:ext>
              </a:extLst>
            </p:cNvPr>
            <p:cNvCxnSpPr/>
            <p:nvPr/>
          </p:nvCxnSpPr>
          <p:spPr>
            <a:xfrm>
              <a:off x="2627784" y="3599279"/>
              <a:ext cx="2126299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CCC157D-F42C-4104-A0C5-041E7409F025}"/>
                </a:ext>
              </a:extLst>
            </p:cNvPr>
            <p:cNvSpPr/>
            <p:nvPr/>
          </p:nvSpPr>
          <p:spPr>
            <a:xfrm>
              <a:off x="3470418" y="3170008"/>
              <a:ext cx="124153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映射法则</a:t>
              </a:r>
              <a:r>
                <a:rPr lang="en-US" altLang="zh-CN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AA229100-9D22-4E2F-AF4A-02BE67DA73B0}"/>
                </a:ext>
              </a:extLst>
            </p:cNvPr>
            <p:cNvSpPr/>
            <p:nvPr/>
          </p:nvSpPr>
          <p:spPr>
            <a:xfrm>
              <a:off x="2246313" y="3313975"/>
              <a:ext cx="381471" cy="481907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E9A2DC5B-C3F2-404A-9706-2E706BD76C3C}"/>
                </a:ext>
              </a:extLst>
            </p:cNvPr>
            <p:cNvSpPr/>
            <p:nvPr/>
          </p:nvSpPr>
          <p:spPr>
            <a:xfrm>
              <a:off x="4801465" y="3253724"/>
              <a:ext cx="1241535" cy="64227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F33C5EFC-7B4B-48EB-8BC8-8A49CED441CD}"/>
                </a:ext>
              </a:extLst>
            </p:cNvPr>
            <p:cNvSpPr/>
            <p:nvPr/>
          </p:nvSpPr>
          <p:spPr>
            <a:xfrm>
              <a:off x="2108799" y="4107032"/>
              <a:ext cx="702762" cy="43204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C366F8B-2783-431A-8C33-5CCD8697D775}"/>
                </a:ext>
              </a:extLst>
            </p:cNvPr>
            <p:cNvSpPr/>
            <p:nvPr/>
          </p:nvSpPr>
          <p:spPr>
            <a:xfrm>
              <a:off x="2158834" y="4138389"/>
              <a:ext cx="6908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原像</a:t>
              </a:r>
              <a:endPara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7D41843-4127-49D5-A1D0-1678B6846D4E}"/>
                </a:ext>
              </a:extLst>
            </p:cNvPr>
            <p:cNvSpPr/>
            <p:nvPr/>
          </p:nvSpPr>
          <p:spPr>
            <a:xfrm>
              <a:off x="5057127" y="4190159"/>
              <a:ext cx="6908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像</a:t>
              </a:r>
              <a:endPara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77F65EE4-7A99-4669-86F4-25C516065EBC}"/>
                </a:ext>
              </a:extLst>
            </p:cNvPr>
            <p:cNvSpPr/>
            <p:nvPr/>
          </p:nvSpPr>
          <p:spPr>
            <a:xfrm>
              <a:off x="4925567" y="4150886"/>
              <a:ext cx="702762" cy="43204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7EDBE2C4-59E4-4592-A08B-E3D7DF4239A2}"/>
                </a:ext>
              </a:extLst>
            </p:cNvPr>
            <p:cNvCxnSpPr>
              <a:cxnSpLocks/>
            </p:cNvCxnSpPr>
            <p:nvPr/>
          </p:nvCxnSpPr>
          <p:spPr>
            <a:xfrm>
              <a:off x="2437048" y="3795882"/>
              <a:ext cx="0" cy="2868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43505510-868A-49DB-AD9D-FB3AF8620B4B}"/>
                </a:ext>
              </a:extLst>
            </p:cNvPr>
            <p:cNvCxnSpPr>
              <a:cxnSpLocks/>
            </p:cNvCxnSpPr>
            <p:nvPr/>
          </p:nvCxnSpPr>
          <p:spPr>
            <a:xfrm>
              <a:off x="5372844" y="3896000"/>
              <a:ext cx="0" cy="2868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026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6D072B95-5645-47B8-A087-095B80EB631E}"/>
              </a:ext>
            </a:extLst>
          </p:cNvPr>
          <p:cNvSpPr txBox="1">
            <a:spLocks/>
          </p:cNvSpPr>
          <p:nvPr/>
        </p:nvSpPr>
        <p:spPr>
          <a:xfrm>
            <a:off x="235598" y="662902"/>
            <a:ext cx="4565167" cy="43204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  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是一个变化的无穷小量，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E519226-0714-4E6D-86B3-5140AA88F7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407608"/>
              </p:ext>
            </p:extLst>
          </p:nvPr>
        </p:nvGraphicFramePr>
        <p:xfrm>
          <a:off x="986848" y="770705"/>
          <a:ext cx="304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3" name="Equation" r:id="rId3" imgW="304560" imgH="266400" progId="Equation.DSMT4">
                  <p:embed/>
                </p:oleObj>
              </mc:Choice>
              <mc:Fallback>
                <p:oleObj name="Equation" r:id="rId3" imgW="304560" imgH="26640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8C31C47E-091F-4830-8A30-500F8253FF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6848" y="770705"/>
                        <a:ext cx="304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4F3C7AF-06AA-4910-9D9B-418E84187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471995"/>
              </p:ext>
            </p:extLst>
          </p:nvPr>
        </p:nvGraphicFramePr>
        <p:xfrm>
          <a:off x="1139248" y="2006600"/>
          <a:ext cx="990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4" name="Equation" r:id="rId5" imgW="990360" imgH="355320" progId="Equation.DSMT4">
                  <p:embed/>
                </p:oleObj>
              </mc:Choice>
              <mc:Fallback>
                <p:oleObj name="Equation" r:id="rId5" imgW="9903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39248" y="2006600"/>
                        <a:ext cx="990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23C33869-47FF-4FBB-BE68-353C6F141D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903646"/>
              </p:ext>
            </p:extLst>
          </p:nvPr>
        </p:nvGraphicFramePr>
        <p:xfrm>
          <a:off x="2854374" y="2019300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5" name="Equation" r:id="rId7" imgW="634680" imgH="330120" progId="Equation.DSMT4">
                  <p:embed/>
                </p:oleObj>
              </mc:Choice>
              <mc:Fallback>
                <p:oleObj name="Equation" r:id="rId7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54374" y="2019300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CFAA6897-B162-44DB-A7CE-7344BE0311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607240"/>
              </p:ext>
            </p:extLst>
          </p:nvPr>
        </p:nvGraphicFramePr>
        <p:xfrm>
          <a:off x="3884674" y="2006600"/>
          <a:ext cx="304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6" name="Equation" r:id="rId9" imgW="304560" imgH="266400" progId="Equation.DSMT4">
                  <p:embed/>
                </p:oleObj>
              </mc:Choice>
              <mc:Fallback>
                <p:oleObj name="Equation" r:id="rId9" imgW="3045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84674" y="2006600"/>
                        <a:ext cx="304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882E4921-1E07-4419-8852-610D80FE3DA8}"/>
              </a:ext>
            </a:extLst>
          </p:cNvPr>
          <p:cNvGrpSpPr/>
          <p:nvPr/>
        </p:nvGrpSpPr>
        <p:grpSpPr>
          <a:xfrm>
            <a:off x="4923360" y="1230207"/>
            <a:ext cx="3960440" cy="2088232"/>
            <a:chOff x="5032940" y="483518"/>
            <a:chExt cx="3960440" cy="2088232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3322ACE-3516-4EF4-98EC-49F10289DCF1}"/>
                </a:ext>
              </a:extLst>
            </p:cNvPr>
            <p:cNvGrpSpPr/>
            <p:nvPr/>
          </p:nvGrpSpPr>
          <p:grpSpPr>
            <a:xfrm>
              <a:off x="5220072" y="752103"/>
              <a:ext cx="3437535" cy="1403696"/>
              <a:chOff x="2108799" y="3187152"/>
              <a:chExt cx="3437535" cy="1403696"/>
            </a:xfrm>
          </p:grpSpPr>
          <p:graphicFrame>
            <p:nvGraphicFramePr>
              <p:cNvPr id="7" name="对象 6">
                <a:extLst>
                  <a:ext uri="{FF2B5EF4-FFF2-40B4-BE49-F238E27FC236}">
                    <a16:creationId xmlns:a16="http://schemas.microsoft.com/office/drawing/2014/main" id="{8603E286-42C6-4BFB-991D-3C57D9FDC68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4414525"/>
                  </p:ext>
                </p:extLst>
              </p:nvPr>
            </p:nvGraphicFramePr>
            <p:xfrm>
              <a:off x="2946393" y="3231962"/>
              <a:ext cx="3302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177" name="Equation" r:id="rId11" imgW="330120" imgH="342720" progId="Equation.DSMT4">
                      <p:embed/>
                    </p:oleObj>
                  </mc:Choice>
                  <mc:Fallback>
                    <p:oleObj name="Equation" r:id="rId11" imgW="330120" imgH="342720" progId="Equation.DSMT4">
                      <p:embed/>
                      <p:pic>
                        <p:nvPicPr>
                          <p:cNvPr id="16" name="对象 15">
                            <a:extLst>
                              <a:ext uri="{FF2B5EF4-FFF2-40B4-BE49-F238E27FC236}">
                                <a16:creationId xmlns:a16="http://schemas.microsoft.com/office/drawing/2014/main" id="{BC1C6085-6BD8-4051-9728-4709461DB09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946393" y="3231962"/>
                            <a:ext cx="3302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对象 7">
                <a:extLst>
                  <a:ext uri="{FF2B5EF4-FFF2-40B4-BE49-F238E27FC236}">
                    <a16:creationId xmlns:a16="http://schemas.microsoft.com/office/drawing/2014/main" id="{F07BC843-0D3C-4C8A-A770-E51D19438CB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04493938"/>
                  </p:ext>
                </p:extLst>
              </p:nvPr>
            </p:nvGraphicFramePr>
            <p:xfrm>
              <a:off x="4458308" y="3358942"/>
              <a:ext cx="9906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178" name="Equation" r:id="rId13" imgW="990360" imgH="355320" progId="Equation.DSMT4">
                      <p:embed/>
                    </p:oleObj>
                  </mc:Choice>
                  <mc:Fallback>
                    <p:oleObj name="Equation" r:id="rId13" imgW="990360" imgH="355320" progId="Equation.DSMT4">
                      <p:embed/>
                      <p:pic>
                        <p:nvPicPr>
                          <p:cNvPr id="17" name="对象 16">
                            <a:extLst>
                              <a:ext uri="{FF2B5EF4-FFF2-40B4-BE49-F238E27FC236}">
                                <a16:creationId xmlns:a16="http://schemas.microsoft.com/office/drawing/2014/main" id="{839F8ADF-8FDE-42F6-A885-A72BE1DE227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458308" y="3358942"/>
                            <a:ext cx="990600" cy="355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" name="对象 8">
                <a:extLst>
                  <a:ext uri="{FF2B5EF4-FFF2-40B4-BE49-F238E27FC236}">
                    <a16:creationId xmlns:a16="http://schemas.microsoft.com/office/drawing/2014/main" id="{19F64D4E-6AEC-466B-B74C-C7BC6A51BA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93117677"/>
                  </p:ext>
                </p:extLst>
              </p:nvPr>
            </p:nvGraphicFramePr>
            <p:xfrm>
              <a:off x="2342314" y="3485649"/>
              <a:ext cx="190500" cy="203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179" name="Equation" r:id="rId15" imgW="190440" imgH="203040" progId="Equation.DSMT4">
                      <p:embed/>
                    </p:oleObj>
                  </mc:Choice>
                  <mc:Fallback>
                    <p:oleObj name="Equation" r:id="rId15" imgW="190440" imgH="203040" progId="Equation.DSMT4">
                      <p:embed/>
                      <p:pic>
                        <p:nvPicPr>
                          <p:cNvPr id="18" name="对象 17">
                            <a:extLst>
                              <a:ext uri="{FF2B5EF4-FFF2-40B4-BE49-F238E27FC236}">
                                <a16:creationId xmlns:a16="http://schemas.microsoft.com/office/drawing/2014/main" id="{B0BA71B9-5ABE-4B12-A813-DE503555B3F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342314" y="3485649"/>
                            <a:ext cx="190500" cy="203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C6D749C0-AD83-44C4-98FE-CC8EB6C8C01B}"/>
                  </a:ext>
                </a:extLst>
              </p:cNvPr>
              <p:cNvCxnSpPr>
                <a:cxnSpLocks/>
                <a:endCxn id="13" idx="2"/>
              </p:cNvCxnSpPr>
              <p:nvPr/>
            </p:nvCxnSpPr>
            <p:spPr>
              <a:xfrm flipV="1">
                <a:off x="2627784" y="3560142"/>
                <a:ext cx="1677015" cy="39138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3AE380C-B912-4755-A841-8845E61586D1}"/>
                  </a:ext>
                </a:extLst>
              </p:cNvPr>
              <p:cNvSpPr/>
              <p:nvPr/>
            </p:nvSpPr>
            <p:spPr>
              <a:xfrm>
                <a:off x="3137248" y="3187152"/>
                <a:ext cx="1241535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映射法则</a:t>
                </a:r>
                <a:r>
                  <a:rPr lang="en-US" altLang="zh-CN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zh-CN" altLang="en-US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8F9BA2EE-A393-4503-B14C-555DAB377CE2}"/>
                  </a:ext>
                </a:extLst>
              </p:cNvPr>
              <p:cNvSpPr/>
              <p:nvPr/>
            </p:nvSpPr>
            <p:spPr>
              <a:xfrm>
                <a:off x="2246313" y="3313975"/>
                <a:ext cx="381471" cy="481907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0334080F-8884-4BA2-945A-43FDAA57A15C}"/>
                  </a:ext>
                </a:extLst>
              </p:cNvPr>
              <p:cNvSpPr/>
              <p:nvPr/>
            </p:nvSpPr>
            <p:spPr>
              <a:xfrm>
                <a:off x="4304799" y="3239004"/>
                <a:ext cx="1241535" cy="642276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0AE2C0E9-8EED-47FC-B2A8-FD348FC50EA4}"/>
                  </a:ext>
                </a:extLst>
              </p:cNvPr>
              <p:cNvSpPr/>
              <p:nvPr/>
            </p:nvSpPr>
            <p:spPr>
              <a:xfrm>
                <a:off x="2108799" y="4107032"/>
                <a:ext cx="702762" cy="432046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EE938859-1F2F-44BE-8C11-026EB10EB836}"/>
                  </a:ext>
                </a:extLst>
              </p:cNvPr>
              <p:cNvSpPr/>
              <p:nvPr/>
            </p:nvSpPr>
            <p:spPr>
              <a:xfrm>
                <a:off x="2158834" y="4138389"/>
                <a:ext cx="69087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原像</a:t>
                </a:r>
                <a:endParaRPr lang="zh-CN" altLang="en-US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0159B17-6584-409B-86E9-FAFCB9462CED}"/>
                  </a:ext>
                </a:extLst>
              </p:cNvPr>
              <p:cNvSpPr/>
              <p:nvPr/>
            </p:nvSpPr>
            <p:spPr>
              <a:xfrm>
                <a:off x="4761085" y="4190159"/>
                <a:ext cx="690870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像</a:t>
                </a:r>
                <a:endParaRPr lang="zh-CN" altLang="en-US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EAB3933-4103-4AFB-963D-5D3A824C8182}"/>
                  </a:ext>
                </a:extLst>
              </p:cNvPr>
              <p:cNvSpPr/>
              <p:nvPr/>
            </p:nvSpPr>
            <p:spPr>
              <a:xfrm>
                <a:off x="4667603" y="4158802"/>
                <a:ext cx="702762" cy="432046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6572D76F-21F2-4274-B60B-22D8EC5E63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7048" y="3795882"/>
                <a:ext cx="0" cy="28684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CE7784F6-0118-405F-A685-26BC029CE3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608" y="3881280"/>
                <a:ext cx="0" cy="28684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1B473FE-97F7-41F9-812D-37EF392E78FB}"/>
                </a:ext>
              </a:extLst>
            </p:cNvPr>
            <p:cNvSpPr/>
            <p:nvPr/>
          </p:nvSpPr>
          <p:spPr>
            <a:xfrm>
              <a:off x="5032940" y="483518"/>
              <a:ext cx="3960440" cy="2088232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副标题 2">
            <a:extLst>
              <a:ext uri="{FF2B5EF4-FFF2-40B4-BE49-F238E27FC236}">
                <a16:creationId xmlns:a16="http://schemas.microsoft.com/office/drawing/2014/main" id="{90137D15-1553-4D45-8930-DB208A9EFD0B}"/>
              </a:ext>
            </a:extLst>
          </p:cNvPr>
          <p:cNvSpPr txBox="1">
            <a:spLocks/>
          </p:cNvSpPr>
          <p:nvPr/>
        </p:nvSpPr>
        <p:spPr>
          <a:xfrm>
            <a:off x="586640" y="2481104"/>
            <a:ext cx="3967771" cy="43204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均是线性的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即可理解为</a:t>
            </a: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D1121E1B-05D9-473E-9426-41FBA6C9FF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50444"/>
              </p:ext>
            </p:extLst>
          </p:nvPr>
        </p:nvGraphicFramePr>
        <p:xfrm>
          <a:off x="3855125" y="2582952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0" name="Equation" r:id="rId17" imgW="634680" imgH="330120" progId="Equation.DSMT4">
                  <p:embed/>
                </p:oleObj>
              </mc:Choice>
              <mc:Fallback>
                <p:oleObj name="Equation" r:id="rId17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855125" y="2582952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副标题 2">
            <a:extLst>
              <a:ext uri="{FF2B5EF4-FFF2-40B4-BE49-F238E27FC236}">
                <a16:creationId xmlns:a16="http://schemas.microsoft.com/office/drawing/2014/main" id="{EDE4F1E2-8B09-42B4-B845-5AD97D44E1C4}"/>
              </a:ext>
            </a:extLst>
          </p:cNvPr>
          <p:cNvSpPr txBox="1">
            <a:spLocks/>
          </p:cNvSpPr>
          <p:nvPr/>
        </p:nvSpPr>
        <p:spPr>
          <a:xfrm>
            <a:off x="631344" y="3015000"/>
            <a:ext cx="3967771" cy="43204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倍的   也可理解为   倍的</a:t>
            </a: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03A8F0BF-CBC6-4762-8D12-939EECACBE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990621"/>
              </p:ext>
            </p:extLst>
          </p:nvPr>
        </p:nvGraphicFramePr>
        <p:xfrm>
          <a:off x="1355272" y="3122429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1" name="Equation" r:id="rId19" imgW="368280" imgH="304560" progId="Equation.DSMT4">
                  <p:embed/>
                </p:oleObj>
              </mc:Choice>
              <mc:Fallback>
                <p:oleObj name="Equation" r:id="rId19" imgW="368280" imgH="304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CFAA6897-B162-44DB-A7CE-7344BE0311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55272" y="3122429"/>
                        <a:ext cx="3683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B545AEAF-4598-4820-BAD3-C5513DEB1A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527550"/>
              </p:ext>
            </p:extLst>
          </p:nvPr>
        </p:nvGraphicFramePr>
        <p:xfrm>
          <a:off x="3371496" y="3129112"/>
          <a:ext cx="304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2" name="Equation" r:id="rId21" imgW="304560" imgH="266400" progId="Equation.DSMT4">
                  <p:embed/>
                </p:oleObj>
              </mc:Choice>
              <mc:Fallback>
                <p:oleObj name="Equation" r:id="rId21" imgW="3045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371496" y="3129112"/>
                        <a:ext cx="304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83F81B8C-5F22-4BD9-A442-317132E9F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414445"/>
              </p:ext>
            </p:extLst>
          </p:nvPr>
        </p:nvGraphicFramePr>
        <p:xfrm>
          <a:off x="707200" y="3673381"/>
          <a:ext cx="685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3" name="Equation" r:id="rId23" imgW="685800" imgH="330120" progId="Equation.DSMT4">
                  <p:embed/>
                </p:oleObj>
              </mc:Choice>
              <mc:Fallback>
                <p:oleObj name="Equation" r:id="rId23" imgW="685800" imgH="3301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D1121E1B-05D9-473E-9426-41FBA6C9FF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07200" y="3673381"/>
                        <a:ext cx="685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副标题 2">
            <a:extLst>
              <a:ext uri="{FF2B5EF4-FFF2-40B4-BE49-F238E27FC236}">
                <a16:creationId xmlns:a16="http://schemas.microsoft.com/office/drawing/2014/main" id="{A10E0AD9-2ED0-4D88-9E6C-88A88A37DD18}"/>
              </a:ext>
            </a:extLst>
          </p:cNvPr>
          <p:cNvSpPr txBox="1">
            <a:spLocks/>
          </p:cNvSpPr>
          <p:nvPr/>
        </p:nvSpPr>
        <p:spPr>
          <a:xfrm>
            <a:off x="654180" y="1923926"/>
            <a:ext cx="3837630" cy="43204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关于    和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副标题 2">
            <a:extLst>
              <a:ext uri="{FF2B5EF4-FFF2-40B4-BE49-F238E27FC236}">
                <a16:creationId xmlns:a16="http://schemas.microsoft.com/office/drawing/2014/main" id="{454315B2-8756-42D4-8AD4-2683EC328998}"/>
              </a:ext>
            </a:extLst>
          </p:cNvPr>
          <p:cNvSpPr txBox="1">
            <a:spLocks/>
          </p:cNvSpPr>
          <p:nvPr/>
        </p:nvSpPr>
        <p:spPr>
          <a:xfrm>
            <a:off x="606507" y="1273980"/>
            <a:ext cx="4565167" cy="43204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但在此映射中，是一个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常量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9858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EEF08F54-60E9-4436-894B-CD9C410DDA81}"/>
              </a:ext>
            </a:extLst>
          </p:cNvPr>
          <p:cNvSpPr txBox="1">
            <a:spLocks/>
          </p:cNvSpPr>
          <p:nvPr/>
        </p:nvSpPr>
        <p:spPr>
          <a:xfrm>
            <a:off x="389707" y="582960"/>
            <a:ext cx="1419633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二阶微分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C4FA3C1-A82F-4E18-B69D-7A09224939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94780"/>
              </p:ext>
            </p:extLst>
          </p:nvPr>
        </p:nvGraphicFramePr>
        <p:xfrm>
          <a:off x="2164284" y="564034"/>
          <a:ext cx="482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7" name="Equation" r:id="rId3" imgW="482400" imgH="406080" progId="Equation.DSMT4">
                  <p:embed/>
                </p:oleObj>
              </mc:Choice>
              <mc:Fallback>
                <p:oleObj name="Equation" r:id="rId3" imgW="482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4284" y="564034"/>
                        <a:ext cx="482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EDA05E8-0A20-4929-BDCC-109116B2E1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122867"/>
              </p:ext>
            </p:extLst>
          </p:nvPr>
        </p:nvGraphicFramePr>
        <p:xfrm>
          <a:off x="2693963" y="627534"/>
          <a:ext cx="92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8" name="Equation" r:id="rId5" imgW="927000" imgH="342720" progId="Equation.DSMT4">
                  <p:embed/>
                </p:oleObj>
              </mc:Choice>
              <mc:Fallback>
                <p:oleObj name="Equation" r:id="rId5" imgW="927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3963" y="627534"/>
                        <a:ext cx="927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8EF97E2-6143-40F5-8A98-917DBBA3C7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911141"/>
              </p:ext>
            </p:extLst>
          </p:nvPr>
        </p:nvGraphicFramePr>
        <p:xfrm>
          <a:off x="3635896" y="627534"/>
          <a:ext cx="1511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9" name="Equation" r:id="rId7" imgW="1511280" imgH="355320" progId="Equation.DSMT4">
                  <p:embed/>
                </p:oleObj>
              </mc:Choice>
              <mc:Fallback>
                <p:oleObj name="Equation" r:id="rId7" imgW="15112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35896" y="627534"/>
                        <a:ext cx="1511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B5EBF95-BBFD-4C09-B9C7-8809256BE6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55762"/>
              </p:ext>
            </p:extLst>
          </p:nvPr>
        </p:nvGraphicFramePr>
        <p:xfrm>
          <a:off x="5196408" y="621184"/>
          <a:ext cx="1879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0" name="Equation" r:id="rId9" imgW="1879560" imgH="355320" progId="Equation.DSMT4">
                  <p:embed/>
                </p:oleObj>
              </mc:Choice>
              <mc:Fallback>
                <p:oleObj name="Equation" r:id="rId9" imgW="18795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96408" y="621184"/>
                        <a:ext cx="1879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CC93781-5EB9-40AF-A2DC-D968AB3310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539424"/>
              </p:ext>
            </p:extLst>
          </p:nvPr>
        </p:nvGraphicFramePr>
        <p:xfrm>
          <a:off x="2676529" y="1159743"/>
          <a:ext cx="171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1" name="Equation" r:id="rId11" imgW="1714320" imgH="406080" progId="Equation.DSMT4">
                  <p:embed/>
                </p:oleObj>
              </mc:Choice>
              <mc:Fallback>
                <p:oleObj name="Equation" r:id="rId11" imgW="1714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76529" y="1159743"/>
                        <a:ext cx="1714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49DE493-E16A-4033-89D7-83FD4B6C5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24791"/>
              </p:ext>
            </p:extLst>
          </p:nvPr>
        </p:nvGraphicFramePr>
        <p:xfrm>
          <a:off x="4389562" y="1159743"/>
          <a:ext cx="144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2" name="Equation" r:id="rId13" imgW="1447560" imgH="406080" progId="Equation.DSMT4">
                  <p:embed/>
                </p:oleObj>
              </mc:Choice>
              <mc:Fallback>
                <p:oleObj name="Equation" r:id="rId13" imgW="1447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89562" y="1159743"/>
                        <a:ext cx="1447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92C7B91-1BAA-4D29-A32A-CE1853C666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766088"/>
              </p:ext>
            </p:extLst>
          </p:nvPr>
        </p:nvGraphicFramePr>
        <p:xfrm>
          <a:off x="7230467" y="1159743"/>
          <a:ext cx="137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3" name="Equation" r:id="rId15" imgW="1371600" imgH="406080" progId="Equation.DSMT4">
                  <p:embed/>
                </p:oleObj>
              </mc:Choice>
              <mc:Fallback>
                <p:oleObj name="Equation" r:id="rId15" imgW="1371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30467" y="1159743"/>
                        <a:ext cx="1371600" cy="406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E40BC63-3BF8-4D79-BD9C-38044A294C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609002"/>
              </p:ext>
            </p:extLst>
          </p:nvPr>
        </p:nvGraphicFramePr>
        <p:xfrm>
          <a:off x="2541008" y="1855068"/>
          <a:ext cx="1460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4" name="Equation" r:id="rId17" imgW="1460160" imgH="406080" progId="Equation.DSMT4">
                  <p:embed/>
                </p:oleObj>
              </mc:Choice>
              <mc:Fallback>
                <p:oleObj name="Equation" r:id="rId17" imgW="1460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41008" y="1855068"/>
                        <a:ext cx="1460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2777430-BC5D-49F8-B2DE-D74B17FFB8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867209"/>
              </p:ext>
            </p:extLst>
          </p:nvPr>
        </p:nvGraphicFramePr>
        <p:xfrm>
          <a:off x="4081835" y="1836773"/>
          <a:ext cx="1651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5" name="Equation" r:id="rId19" imgW="1650960" imgH="406080" progId="Equation.DSMT4">
                  <p:embed/>
                </p:oleObj>
              </mc:Choice>
              <mc:Fallback>
                <p:oleObj name="Equation" r:id="rId19" imgW="1650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81835" y="1836773"/>
                        <a:ext cx="1651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7FEAFBCB-4F0B-479A-8000-8B701026538F}"/>
              </a:ext>
            </a:extLst>
          </p:cNvPr>
          <p:cNvSpPr/>
          <p:nvPr/>
        </p:nvSpPr>
        <p:spPr>
          <a:xfrm>
            <a:off x="2117875" y="1780306"/>
            <a:ext cx="3719487" cy="5691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副标题 2">
            <a:extLst>
              <a:ext uri="{FF2B5EF4-FFF2-40B4-BE49-F238E27FC236}">
                <a16:creationId xmlns:a16="http://schemas.microsoft.com/office/drawing/2014/main" id="{76941648-EA43-4C6F-BAEB-2ED160342E68}"/>
              </a:ext>
            </a:extLst>
          </p:cNvPr>
          <p:cNvSpPr txBox="1">
            <a:spLocks/>
          </p:cNvSpPr>
          <p:nvPr/>
        </p:nvSpPr>
        <p:spPr>
          <a:xfrm>
            <a:off x="5813162" y="1811125"/>
            <a:ext cx="1561320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注意区别  </a:t>
            </a:r>
          </a:p>
        </p:txBody>
      </p:sp>
      <p:sp>
        <p:nvSpPr>
          <p:cNvPr id="17" name="副标题 2">
            <a:extLst>
              <a:ext uri="{FF2B5EF4-FFF2-40B4-BE49-F238E27FC236}">
                <a16:creationId xmlns:a16="http://schemas.microsoft.com/office/drawing/2014/main" id="{F8349672-36B8-47AE-BE67-D9AC5874F5A5}"/>
              </a:ext>
            </a:extLst>
          </p:cNvPr>
          <p:cNvSpPr txBox="1">
            <a:spLocks/>
          </p:cNvSpPr>
          <p:nvPr/>
        </p:nvSpPr>
        <p:spPr>
          <a:xfrm>
            <a:off x="539552" y="2655287"/>
            <a:ext cx="1419633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三阶微分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03C80B2-9982-450C-AC91-0865B43D23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023602"/>
              </p:ext>
            </p:extLst>
          </p:nvPr>
        </p:nvGraphicFramePr>
        <p:xfrm>
          <a:off x="2171700" y="2698750"/>
          <a:ext cx="480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6" name="Equation" r:id="rId21" imgW="4800600" imgH="406080" progId="Equation.DSMT4">
                  <p:embed/>
                </p:oleObj>
              </mc:Choice>
              <mc:Fallback>
                <p:oleObj name="Equation" r:id="rId21" imgW="4800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171700" y="2698750"/>
                        <a:ext cx="4800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副标题 2">
            <a:extLst>
              <a:ext uri="{FF2B5EF4-FFF2-40B4-BE49-F238E27FC236}">
                <a16:creationId xmlns:a16="http://schemas.microsoft.com/office/drawing/2014/main" id="{9B0123D6-838C-49EB-8ED7-A5D386E6A314}"/>
              </a:ext>
            </a:extLst>
          </p:cNvPr>
          <p:cNvSpPr txBox="1">
            <a:spLocks/>
          </p:cNvSpPr>
          <p:nvPr/>
        </p:nvSpPr>
        <p:spPr>
          <a:xfrm>
            <a:off x="399232" y="3448094"/>
            <a:ext cx="1559953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i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阶微分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BE5EFD06-8EE3-41E5-9257-18E5D04F96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627515"/>
              </p:ext>
            </p:extLst>
          </p:nvPr>
        </p:nvGraphicFramePr>
        <p:xfrm>
          <a:off x="2225830" y="3460918"/>
          <a:ext cx="562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7" name="Equation" r:id="rId23" imgW="5626080" imgH="406080" progId="Equation.DSMT4">
                  <p:embed/>
                </p:oleObj>
              </mc:Choice>
              <mc:Fallback>
                <p:oleObj name="Equation" r:id="rId23" imgW="5626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225830" y="3460918"/>
                        <a:ext cx="5626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EFA99B0A-9FFE-4FEF-B470-8297448EADD9}"/>
              </a:ext>
            </a:extLst>
          </p:cNvPr>
          <p:cNvSpPr/>
          <p:nvPr/>
        </p:nvSpPr>
        <p:spPr>
          <a:xfrm>
            <a:off x="831465" y="4169067"/>
            <a:ext cx="45384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阶可导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当且仅当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阶可微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副标题 2">
            <a:extLst>
              <a:ext uri="{FF2B5EF4-FFF2-40B4-BE49-F238E27FC236}">
                <a16:creationId xmlns:a16="http://schemas.microsoft.com/office/drawing/2014/main" id="{7021F686-5983-4C46-98D9-FF1E2EC3E799}"/>
              </a:ext>
            </a:extLst>
          </p:cNvPr>
          <p:cNvSpPr txBox="1">
            <a:spLocks/>
          </p:cNvSpPr>
          <p:nvPr/>
        </p:nvSpPr>
        <p:spPr>
          <a:xfrm>
            <a:off x="7481304" y="1564282"/>
            <a:ext cx="869926" cy="43204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简写</a:t>
            </a:r>
          </a:p>
        </p:txBody>
      </p:sp>
    </p:spTree>
    <p:extLst>
      <p:ext uri="{BB962C8B-B14F-4D97-AF65-F5344CB8AC3E}">
        <p14:creationId xmlns:p14="http://schemas.microsoft.com/office/powerpoint/2010/main" val="170716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17" grpId="0"/>
      <p:bldP spid="19" grpId="0"/>
      <p:bldP spid="23" grpId="0"/>
      <p:bldP spid="2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71E4B04-225C-4EDF-8972-E73C169410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095674"/>
              </p:ext>
            </p:extLst>
          </p:nvPr>
        </p:nvGraphicFramePr>
        <p:xfrm>
          <a:off x="2627784" y="555526"/>
          <a:ext cx="215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0" name="Equation" r:id="rId3" imgW="2158920" imgH="406080" progId="Equation.DSMT4">
                  <p:embed/>
                </p:oleObj>
              </mc:Choice>
              <mc:Fallback>
                <p:oleObj name="Equation" r:id="rId3" imgW="2158920" imgH="4060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BE5EFD06-8EE3-41E5-9257-18E5D04F96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784" y="555526"/>
                        <a:ext cx="2159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88840F3D-8FCC-4757-91C4-BFB8E735B8E3}"/>
              </a:ext>
            </a:extLst>
          </p:cNvPr>
          <p:cNvGrpSpPr/>
          <p:nvPr/>
        </p:nvGrpSpPr>
        <p:grpSpPr>
          <a:xfrm>
            <a:off x="611560" y="1206500"/>
            <a:ext cx="6048672" cy="774700"/>
            <a:chOff x="611560" y="1206500"/>
            <a:chExt cx="6048672" cy="7747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D694E30-2A5E-4801-8730-38898853B7A7}"/>
                </a:ext>
              </a:extLst>
            </p:cNvPr>
            <p:cNvSpPr/>
            <p:nvPr/>
          </p:nvSpPr>
          <p:spPr>
            <a:xfrm>
              <a:off x="611560" y="1362422"/>
              <a:ext cx="29523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注 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当    为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自变量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时，</a:t>
              </a:r>
              <a:endParaRPr lang="zh-CN" altLang="en-US" sz="2400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93A17638-E7A1-41EF-B355-3D617D195F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2410033"/>
                </p:ext>
              </p:extLst>
            </p:nvPr>
          </p:nvGraphicFramePr>
          <p:xfrm>
            <a:off x="1547664" y="149165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71" name="Equation" r:id="rId5" imgW="190440" imgH="203040" progId="Equation.DSMT4">
                    <p:embed/>
                  </p:oleObj>
                </mc:Choice>
                <mc:Fallback>
                  <p:oleObj name="Equation" r:id="rId5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47664" y="149165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6D690BA3-328D-4521-AD15-B0BAE6259A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0323678"/>
                </p:ext>
              </p:extLst>
            </p:nvPr>
          </p:nvGraphicFramePr>
          <p:xfrm>
            <a:off x="3636963" y="1206500"/>
            <a:ext cx="13716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72" name="Equation" r:id="rId7" imgW="1371600" imgH="774360" progId="Equation.DSMT4">
                    <p:embed/>
                  </p:oleObj>
                </mc:Choice>
                <mc:Fallback>
                  <p:oleObj name="Equation" r:id="rId7" imgW="137160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36963" y="1206500"/>
                          <a:ext cx="1371600" cy="7747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697C860-5230-43B5-B543-71F4A3990F46}"/>
                </a:ext>
              </a:extLst>
            </p:cNvPr>
            <p:cNvSpPr/>
            <p:nvPr/>
          </p:nvSpPr>
          <p:spPr>
            <a:xfrm>
              <a:off x="5436096" y="1300867"/>
              <a:ext cx="122413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highlight>
                    <a:srgbClr val="FFFF00"/>
                  </a:highligh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微商</a:t>
              </a:r>
              <a:endParaRPr lang="zh-CN" altLang="en-US" sz="28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E81BCEC-2770-442C-9AA4-5E2E3640185B}"/>
              </a:ext>
            </a:extLst>
          </p:cNvPr>
          <p:cNvGrpSpPr/>
          <p:nvPr/>
        </p:nvGrpSpPr>
        <p:grpSpPr>
          <a:xfrm>
            <a:off x="2417133" y="2192959"/>
            <a:ext cx="3467004" cy="525907"/>
            <a:chOff x="348912" y="2596134"/>
            <a:chExt cx="3467004" cy="525907"/>
          </a:xfrm>
        </p:grpSpPr>
        <p:sp>
          <p:nvSpPr>
            <p:cNvPr id="10" name="Rectangle 67">
              <a:extLst>
                <a:ext uri="{FF2B5EF4-FFF2-40B4-BE49-F238E27FC236}">
                  <a16:creationId xmlns:a16="http://schemas.microsoft.com/office/drawing/2014/main" id="{E57D0EE1-EF5B-46E1-BCAB-916C132DD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912" y="2596134"/>
              <a:ext cx="3384376" cy="52590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C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" name="文本框 2">
              <a:extLst>
                <a:ext uri="{FF2B5EF4-FFF2-40B4-BE49-F238E27FC236}">
                  <a16:creationId xmlns:a16="http://schemas.microsoft.com/office/drawing/2014/main" id="{4BF508CA-AC05-4F4E-BD2B-2B0BDA08FEE2}"/>
                </a:ext>
              </a:extLst>
            </p:cNvPr>
            <p:cNvSpPr txBox="1"/>
            <p:nvPr/>
          </p:nvSpPr>
          <p:spPr>
            <a:xfrm>
              <a:off x="359532" y="2636394"/>
              <a:ext cx="34563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一阶微分形式的不变性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D2D95B5-949C-4CCB-9653-EB3F338424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614749"/>
              </p:ext>
            </p:extLst>
          </p:nvPr>
        </p:nvGraphicFramePr>
        <p:xfrm>
          <a:off x="966788" y="2976563"/>
          <a:ext cx="138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3" name="Equation" r:id="rId9" imgW="1384200" imgH="342720" progId="Equation.DSMT4">
                  <p:embed/>
                </p:oleObj>
              </mc:Choice>
              <mc:Fallback>
                <p:oleObj name="Equation" r:id="rId9" imgW="13842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6788" y="2976563"/>
                        <a:ext cx="1384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B796F408-F3AE-4545-B360-BF021CE5B720}"/>
              </a:ext>
            </a:extLst>
          </p:cNvPr>
          <p:cNvGrpSpPr/>
          <p:nvPr/>
        </p:nvGrpSpPr>
        <p:grpSpPr>
          <a:xfrm>
            <a:off x="978298" y="3472604"/>
            <a:ext cx="1679426" cy="461665"/>
            <a:chOff x="6564982" y="2330055"/>
            <a:chExt cx="1679426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0F5F4C1-2471-48BF-814A-82A0A49D535B}"/>
                </a:ext>
              </a:extLst>
            </p:cNvPr>
            <p:cNvSpPr/>
            <p:nvPr/>
          </p:nvSpPr>
          <p:spPr>
            <a:xfrm>
              <a:off x="6709235" y="2330055"/>
              <a:ext cx="15351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中间变量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509A62D9-1554-4E0E-A520-81FD2ED56B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0733975"/>
                </p:ext>
              </p:extLst>
            </p:nvPr>
          </p:nvGraphicFramePr>
          <p:xfrm>
            <a:off x="6564982" y="243329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74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564982" y="243329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30512E0-1463-4B5F-AB64-7FFB56FE3EE0}"/>
              </a:ext>
            </a:extLst>
          </p:cNvPr>
          <p:cNvGrpSpPr/>
          <p:nvPr/>
        </p:nvGrpSpPr>
        <p:grpSpPr>
          <a:xfrm>
            <a:off x="932916" y="3934269"/>
            <a:ext cx="1694868" cy="461665"/>
            <a:chOff x="6580188" y="2664126"/>
            <a:chExt cx="1694868" cy="461665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7696AC68-2011-4817-942F-A29338B11C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9983784"/>
                </p:ext>
              </p:extLst>
            </p:nvPr>
          </p:nvGraphicFramePr>
          <p:xfrm>
            <a:off x="6580188" y="2794000"/>
            <a:ext cx="127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75" name="Equation" r:id="rId13" imgW="126720" imgH="241200" progId="Equation.DSMT4">
                    <p:embed/>
                  </p:oleObj>
                </mc:Choice>
                <mc:Fallback>
                  <p:oleObj name="Equation" r:id="rId13" imgW="126720" imgH="2412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509A62D9-1554-4E0E-A520-81FD2ED56B1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580188" y="2794000"/>
                          <a:ext cx="1270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A306B68-B951-4683-9EBC-9E02FE3BC43E}"/>
                </a:ext>
              </a:extLst>
            </p:cNvPr>
            <p:cNvSpPr/>
            <p:nvPr/>
          </p:nvSpPr>
          <p:spPr>
            <a:xfrm>
              <a:off x="6739883" y="2664126"/>
              <a:ext cx="15351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自变量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A523A04-AB71-4D7D-9974-D1C8F58314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582919"/>
              </p:ext>
            </p:extLst>
          </p:nvPr>
        </p:nvGraphicFramePr>
        <p:xfrm>
          <a:off x="2949922" y="3251343"/>
          <a:ext cx="1600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6" name="Equation" r:id="rId15" imgW="1600200" imgH="812520" progId="Equation.DSMT4">
                  <p:embed/>
                </p:oleObj>
              </mc:Choice>
              <mc:Fallback>
                <p:oleObj name="Equation" r:id="rId15" imgW="16002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49922" y="3251343"/>
                        <a:ext cx="1600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399C6565-D98A-4D00-85D8-D6648CA858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368350"/>
              </p:ext>
            </p:extLst>
          </p:nvPr>
        </p:nvGraphicFramePr>
        <p:xfrm>
          <a:off x="4589463" y="3243263"/>
          <a:ext cx="1206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7" name="Equation" r:id="rId17" imgW="1206360" imgH="812520" progId="Equation.DSMT4">
                  <p:embed/>
                </p:oleObj>
              </mc:Choice>
              <mc:Fallback>
                <p:oleObj name="Equation" r:id="rId17" imgW="12063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89463" y="3243263"/>
                        <a:ext cx="1206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815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E4EA19E-69F3-4F0E-8419-33E42817BF0E}"/>
              </a:ext>
            </a:extLst>
          </p:cNvPr>
          <p:cNvSpPr txBox="1">
            <a:spLocks/>
          </p:cNvSpPr>
          <p:nvPr/>
        </p:nvSpPr>
        <p:spPr>
          <a:xfrm>
            <a:off x="467544" y="555526"/>
            <a:ext cx="1157957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A5AF0767-ED83-410A-AA80-40F1FC0A0BA0}"/>
              </a:ext>
            </a:extLst>
          </p:cNvPr>
          <p:cNvSpPr txBox="1">
            <a:spLocks/>
          </p:cNvSpPr>
          <p:nvPr/>
        </p:nvSpPr>
        <p:spPr>
          <a:xfrm>
            <a:off x="1331640" y="555526"/>
            <a:ext cx="4464496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高阶微分是否具有形式不变性？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F43F2CD9-6E7D-45BA-8C2E-E6EFBF0355A7}"/>
              </a:ext>
            </a:extLst>
          </p:cNvPr>
          <p:cNvSpPr txBox="1">
            <a:spLocks/>
          </p:cNvSpPr>
          <p:nvPr/>
        </p:nvSpPr>
        <p:spPr>
          <a:xfrm>
            <a:off x="539553" y="1203598"/>
            <a:ext cx="627176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EF0B876-1294-4D2B-9300-624F165CE8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013660"/>
              </p:ext>
            </p:extLst>
          </p:nvPr>
        </p:nvGraphicFramePr>
        <p:xfrm>
          <a:off x="1198946" y="1282828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62" name="Equation" r:id="rId3" imgW="1180800" imgH="342720" progId="Equation.DSMT4">
                  <p:embed/>
                </p:oleObj>
              </mc:Choice>
              <mc:Fallback>
                <p:oleObj name="Equation" r:id="rId3" imgW="118080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D2D95B5-949C-4CCB-9653-EB3F338424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8946" y="1282828"/>
                        <a:ext cx="118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7C52608-C6DD-451B-A7CE-BCAA18A49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451534"/>
              </p:ext>
            </p:extLst>
          </p:nvPr>
        </p:nvGraphicFramePr>
        <p:xfrm>
          <a:off x="2509838" y="1281113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63" name="Equation" r:id="rId5" imgW="1041120" imgH="342720" progId="Equation.DSMT4">
                  <p:embed/>
                </p:oleObj>
              </mc:Choice>
              <mc:Fallback>
                <p:oleObj name="Equation" r:id="rId5" imgW="10411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9838" y="1281113"/>
                        <a:ext cx="1041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9BA3D35D-F670-4657-8042-4C8B5D3D301A}"/>
              </a:ext>
            </a:extLst>
          </p:cNvPr>
          <p:cNvGrpSpPr/>
          <p:nvPr/>
        </p:nvGrpSpPr>
        <p:grpSpPr>
          <a:xfrm>
            <a:off x="3578914" y="1203598"/>
            <a:ext cx="5292080" cy="432048"/>
            <a:chOff x="3851920" y="1237039"/>
            <a:chExt cx="5292080" cy="432048"/>
          </a:xfrm>
        </p:grpSpPr>
        <p:sp>
          <p:nvSpPr>
            <p:cNvPr id="8" name="副标题 2">
              <a:extLst>
                <a:ext uri="{FF2B5EF4-FFF2-40B4-BE49-F238E27FC236}">
                  <a16:creationId xmlns:a16="http://schemas.microsoft.com/office/drawing/2014/main" id="{4319B9EE-2659-4471-B813-DAB1DA7B721C}"/>
                </a:ext>
              </a:extLst>
            </p:cNvPr>
            <p:cNvSpPr txBox="1">
              <a:spLocks/>
            </p:cNvSpPr>
            <p:nvPr/>
          </p:nvSpPr>
          <p:spPr>
            <a:xfrm>
              <a:off x="3851920" y="1237039"/>
              <a:ext cx="5292080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考察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复合函数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的二阶微分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2B54374-40AF-4868-B504-55EC8B9341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1571066"/>
                </p:ext>
              </p:extLst>
            </p:nvPr>
          </p:nvGraphicFramePr>
          <p:xfrm>
            <a:off x="5834063" y="1325563"/>
            <a:ext cx="1384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64" name="Equation" r:id="rId7" imgW="1384200" imgH="342720" progId="Equation.DSMT4">
                    <p:embed/>
                  </p:oleObj>
                </mc:Choice>
                <mc:Fallback>
                  <p:oleObj name="Equation" r:id="rId7" imgW="13842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34063" y="1325563"/>
                          <a:ext cx="1384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988CA6A-4267-4C5E-9D12-75EA6D83BE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385387"/>
              </p:ext>
            </p:extLst>
          </p:nvPr>
        </p:nvGraphicFramePr>
        <p:xfrm>
          <a:off x="1198946" y="1968500"/>
          <a:ext cx="33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65" name="Equation" r:id="rId9" imgW="330120" imgH="342720" progId="Equation.DSMT4">
                  <p:embed/>
                </p:oleObj>
              </mc:Choice>
              <mc:Fallback>
                <p:oleObj name="Equation" r:id="rId9" imgW="3301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98946" y="1968500"/>
                        <a:ext cx="330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8859AE1-F4A8-42CF-AD59-8A162D2C94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539417"/>
              </p:ext>
            </p:extLst>
          </p:nvPr>
        </p:nvGraphicFramePr>
        <p:xfrm>
          <a:off x="1625501" y="1968500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66" name="Equation" r:id="rId11" imgW="1218960" imgH="355320" progId="Equation.DSMT4">
                  <p:embed/>
                </p:oleObj>
              </mc:Choice>
              <mc:Fallback>
                <p:oleObj name="Equation" r:id="rId11" imgW="12189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25501" y="1968500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5DBAE83-EBE3-4137-8FCF-9C84963A81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975546"/>
              </p:ext>
            </p:extLst>
          </p:nvPr>
        </p:nvGraphicFramePr>
        <p:xfrm>
          <a:off x="6807299" y="1790700"/>
          <a:ext cx="1422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67" name="Equation" r:id="rId13" imgW="1422360" imgH="355320" progId="Equation.DSMT4">
                  <p:embed/>
                </p:oleObj>
              </mc:Choice>
              <mc:Fallback>
                <p:oleObj name="Equation" r:id="rId13" imgW="14223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07299" y="1790700"/>
                        <a:ext cx="1422400" cy="355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648D7E9-75E5-478B-A980-B410BB822D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965074"/>
              </p:ext>
            </p:extLst>
          </p:nvPr>
        </p:nvGraphicFramePr>
        <p:xfrm>
          <a:off x="2967038" y="1968500"/>
          <a:ext cx="172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68" name="Equation" r:id="rId15" imgW="1726920" imgH="355320" progId="Equation.DSMT4">
                  <p:embed/>
                </p:oleObj>
              </mc:Choice>
              <mc:Fallback>
                <p:oleObj name="Equation" r:id="rId15" imgW="17269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67038" y="1968500"/>
                        <a:ext cx="1727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D259A19-E486-485F-A05C-A993A4506A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91485"/>
              </p:ext>
            </p:extLst>
          </p:nvPr>
        </p:nvGraphicFramePr>
        <p:xfrm>
          <a:off x="4694238" y="1757192"/>
          <a:ext cx="1206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69" name="Equation" r:id="rId17" imgW="1206360" imgH="812520" progId="Equation.DSMT4">
                  <p:embed/>
                </p:oleObj>
              </mc:Choice>
              <mc:Fallback>
                <p:oleObj name="Equation" r:id="rId17" imgW="12063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94238" y="1757192"/>
                        <a:ext cx="1206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042E460-C5A5-4DEC-BD60-3B9E66C59A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435695"/>
              </p:ext>
            </p:extLst>
          </p:nvPr>
        </p:nvGraphicFramePr>
        <p:xfrm>
          <a:off x="6688138" y="2260601"/>
          <a:ext cx="1879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70" name="Equation" r:id="rId19" imgW="1879560" imgH="736560" progId="Equation.DSMT4">
                  <p:embed/>
                </p:oleObj>
              </mc:Choice>
              <mc:Fallback>
                <p:oleObj name="Equation" r:id="rId19" imgW="1879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688138" y="2260601"/>
                        <a:ext cx="1879600" cy="736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0996AAD-29D2-4B6E-8767-254F5C4933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12333"/>
              </p:ext>
            </p:extLst>
          </p:nvPr>
        </p:nvGraphicFramePr>
        <p:xfrm>
          <a:off x="1169335" y="2838769"/>
          <a:ext cx="257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71" name="Equation" r:id="rId21" imgW="2577960" imgH="406080" progId="Equation.DSMT4">
                  <p:embed/>
                </p:oleObj>
              </mc:Choice>
              <mc:Fallback>
                <p:oleObj name="Equation" r:id="rId21" imgW="2577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69335" y="2838769"/>
                        <a:ext cx="2578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960F8557-87E8-43B1-B2F1-09B13848A5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844505"/>
              </p:ext>
            </p:extLst>
          </p:nvPr>
        </p:nvGraphicFramePr>
        <p:xfrm>
          <a:off x="3815859" y="2712986"/>
          <a:ext cx="250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72" name="Equation" r:id="rId23" imgW="2501640" imgH="736560" progId="Equation.DSMT4">
                  <p:embed/>
                </p:oleObj>
              </mc:Choice>
              <mc:Fallback>
                <p:oleObj name="Equation" r:id="rId23" imgW="2501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15859" y="2712986"/>
                        <a:ext cx="2501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FAE7B4B-2D05-484D-88C4-05B574581D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542165"/>
              </p:ext>
            </p:extLst>
          </p:nvPr>
        </p:nvGraphicFramePr>
        <p:xfrm>
          <a:off x="1676301" y="3492372"/>
          <a:ext cx="2336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73" name="Equation" r:id="rId25" imgW="2336760" imgH="736560" progId="Equation.DSMT4">
                  <p:embed/>
                </p:oleObj>
              </mc:Choice>
              <mc:Fallback>
                <p:oleObj name="Equation" r:id="rId25" imgW="23367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676301" y="3492372"/>
                        <a:ext cx="2336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椭圆 21">
            <a:extLst>
              <a:ext uri="{FF2B5EF4-FFF2-40B4-BE49-F238E27FC236}">
                <a16:creationId xmlns:a16="http://schemas.microsoft.com/office/drawing/2014/main" id="{5DEB08EE-5532-4204-86FF-B95BC91D7D83}"/>
              </a:ext>
            </a:extLst>
          </p:cNvPr>
          <p:cNvSpPr/>
          <p:nvPr/>
        </p:nvSpPr>
        <p:spPr>
          <a:xfrm>
            <a:off x="2509838" y="1968500"/>
            <a:ext cx="334863" cy="40640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33C647D-1F84-4369-B485-07C7B56FEB6E}"/>
              </a:ext>
            </a:extLst>
          </p:cNvPr>
          <p:cNvCxnSpPr>
            <a:cxnSpLocks/>
            <a:stCxn id="22" idx="5"/>
            <a:endCxn id="25" idx="1"/>
          </p:cNvCxnSpPr>
          <p:nvPr/>
        </p:nvCxnSpPr>
        <p:spPr>
          <a:xfrm>
            <a:off x="2795661" y="2315384"/>
            <a:ext cx="115518" cy="23190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副标题 2">
            <a:extLst>
              <a:ext uri="{FF2B5EF4-FFF2-40B4-BE49-F238E27FC236}">
                <a16:creationId xmlns:a16="http://schemas.microsoft.com/office/drawing/2014/main" id="{DAE99D8D-3A6E-488C-B5E1-C32722F4C31F}"/>
              </a:ext>
            </a:extLst>
          </p:cNvPr>
          <p:cNvSpPr txBox="1">
            <a:spLocks/>
          </p:cNvSpPr>
          <p:nvPr/>
        </p:nvSpPr>
        <p:spPr>
          <a:xfrm>
            <a:off x="2911179" y="2380956"/>
            <a:ext cx="2076936" cy="33266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此时不为常数了！</a:t>
            </a:r>
          </a:p>
        </p:txBody>
      </p:sp>
    </p:spTree>
    <p:extLst>
      <p:ext uri="{BB962C8B-B14F-4D97-AF65-F5344CB8AC3E}">
        <p14:creationId xmlns:p14="http://schemas.microsoft.com/office/powerpoint/2010/main" val="121519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8E37C29-C3C1-4D3E-9C24-C12D3B181A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1948359"/>
              </p:ext>
            </p:extLst>
          </p:nvPr>
        </p:nvGraphicFramePr>
        <p:xfrm>
          <a:off x="402556" y="1321412"/>
          <a:ext cx="4940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98" name="Equation" r:id="rId3" imgW="4940280" imgH="812520" progId="Equation.DSMT4">
                  <p:embed/>
                </p:oleObj>
              </mc:Choice>
              <mc:Fallback>
                <p:oleObj name="Equation" r:id="rId3" imgW="4940280" imgH="8125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653C6C28-7EFF-4518-9BC4-31FDFAC59F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2556" y="1321412"/>
                        <a:ext cx="4940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7FF2AA2-9BFD-4E44-B56A-D004E83542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416150"/>
              </p:ext>
            </p:extLst>
          </p:nvPr>
        </p:nvGraphicFramePr>
        <p:xfrm>
          <a:off x="395536" y="411510"/>
          <a:ext cx="2336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99" name="Equation" r:id="rId5" imgW="2336760" imgH="736560" progId="Equation.DSMT4">
                  <p:embed/>
                </p:oleObj>
              </mc:Choice>
              <mc:Fallback>
                <p:oleObj name="Equation" r:id="rId5" imgW="2336760" imgH="736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5FAE7B4B-2D05-484D-88C4-05B574581D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536" y="411510"/>
                        <a:ext cx="2336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8D71602-8AAB-4442-852A-BD0E3E90B8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871312"/>
              </p:ext>
            </p:extLst>
          </p:nvPr>
        </p:nvGraphicFramePr>
        <p:xfrm>
          <a:off x="402556" y="2307515"/>
          <a:ext cx="271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0" name="Equation" r:id="rId7" imgW="2717640" imgH="406080" progId="Equation.DSMT4">
                  <p:embed/>
                </p:oleObj>
              </mc:Choice>
              <mc:Fallback>
                <p:oleObj name="Equation" r:id="rId7" imgW="2717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2556" y="2307515"/>
                        <a:ext cx="2717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89D1042-8D85-407C-9CD5-3E9B2D5083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719615"/>
              </p:ext>
            </p:extLst>
          </p:nvPr>
        </p:nvGraphicFramePr>
        <p:xfrm>
          <a:off x="3120356" y="2298506"/>
          <a:ext cx="2120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1" name="Equation" r:id="rId9" imgW="2120760" imgH="406080" progId="Equation.DSMT4">
                  <p:embed/>
                </p:oleObj>
              </mc:Choice>
              <mc:Fallback>
                <p:oleObj name="Equation" r:id="rId9" imgW="2120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20356" y="2298506"/>
                        <a:ext cx="2120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CD30AD6-5C5A-4071-A268-F5CA76D5CC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237362"/>
              </p:ext>
            </p:extLst>
          </p:nvPr>
        </p:nvGraphicFramePr>
        <p:xfrm>
          <a:off x="402556" y="3048812"/>
          <a:ext cx="205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2" name="Equation" r:id="rId11" imgW="2057400" imgH="406080" progId="Equation.DSMT4">
                  <p:embed/>
                </p:oleObj>
              </mc:Choice>
              <mc:Fallback>
                <p:oleObj name="Equation" r:id="rId11" imgW="205740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8D71602-8AAB-4442-852A-BD0E3E90B8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2556" y="3048812"/>
                        <a:ext cx="2057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673C4EC-CCDA-4262-944B-37FAE39030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601504"/>
              </p:ext>
            </p:extLst>
          </p:nvPr>
        </p:nvGraphicFramePr>
        <p:xfrm>
          <a:off x="2491647" y="3048812"/>
          <a:ext cx="2032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3" name="Equation" r:id="rId13" imgW="2031840" imgH="406080" progId="Equation.DSMT4">
                  <p:embed/>
                </p:oleObj>
              </mc:Choice>
              <mc:Fallback>
                <p:oleObj name="Equation" r:id="rId13" imgW="2031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91647" y="3048812"/>
                        <a:ext cx="2032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08D1221-6538-4311-B507-6045FFA589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619772"/>
              </p:ext>
            </p:extLst>
          </p:nvPr>
        </p:nvGraphicFramePr>
        <p:xfrm>
          <a:off x="443612" y="3984916"/>
          <a:ext cx="1358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4" name="Equation" r:id="rId15" imgW="1358640" imgH="406080" progId="Equation.DSMT4">
                  <p:embed/>
                </p:oleObj>
              </mc:Choice>
              <mc:Fallback>
                <p:oleObj name="Equation" r:id="rId15" imgW="1358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3612" y="3984916"/>
                        <a:ext cx="1358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3956500-8ADE-4854-B487-00BD588236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825028"/>
              </p:ext>
            </p:extLst>
          </p:nvPr>
        </p:nvGraphicFramePr>
        <p:xfrm>
          <a:off x="1818547" y="3984916"/>
          <a:ext cx="1346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5" name="Equation" r:id="rId17" imgW="1346040" imgH="406080" progId="Equation.DSMT4">
                  <p:embed/>
                </p:oleObj>
              </mc:Choice>
              <mc:Fallback>
                <p:oleObj name="Equation" r:id="rId17" imgW="1346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18547" y="3984916"/>
                        <a:ext cx="1346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F2CDFD1-E945-4ED3-9900-9749BA22EB38}"/>
              </a:ext>
            </a:extLst>
          </p:cNvPr>
          <p:cNvCxnSpPr>
            <a:cxnSpLocks/>
          </p:cNvCxnSpPr>
          <p:nvPr/>
        </p:nvCxnSpPr>
        <p:spPr>
          <a:xfrm>
            <a:off x="1475656" y="3480860"/>
            <a:ext cx="720080" cy="0"/>
          </a:xfrm>
          <a:prstGeom prst="line">
            <a:avLst/>
          </a:prstGeom>
          <a:ln w="12700" cmpd="dbl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0AFF3ED-F078-4E46-807F-7E0B58F156B0}"/>
              </a:ext>
            </a:extLst>
          </p:cNvPr>
          <p:cNvCxnSpPr>
            <a:cxnSpLocks/>
          </p:cNvCxnSpPr>
          <p:nvPr/>
        </p:nvCxnSpPr>
        <p:spPr>
          <a:xfrm>
            <a:off x="3355380" y="3480860"/>
            <a:ext cx="1080120" cy="0"/>
          </a:xfrm>
          <a:prstGeom prst="line">
            <a:avLst/>
          </a:prstGeom>
          <a:ln w="12700" cmpd="dbl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27C098C-6C21-4A31-8D11-FF8CACE7C4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384298"/>
              </p:ext>
            </p:extLst>
          </p:nvPr>
        </p:nvGraphicFramePr>
        <p:xfrm>
          <a:off x="1522359" y="3455212"/>
          <a:ext cx="63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6" name="Equation" r:id="rId19" imgW="634680" imgH="406080" progId="Equation.DSMT4">
                  <p:embed/>
                </p:oleObj>
              </mc:Choice>
              <mc:Fallback>
                <p:oleObj name="Equation" r:id="rId19" imgW="634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22359" y="3455212"/>
                        <a:ext cx="635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22439B2-A9A5-4D9D-BD36-C89D90BDBD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246339"/>
              </p:ext>
            </p:extLst>
          </p:nvPr>
        </p:nvGraphicFramePr>
        <p:xfrm>
          <a:off x="3787428" y="3456218"/>
          <a:ext cx="45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7" name="Equation" r:id="rId21" imgW="457200" imgH="342720" progId="Equation.DSMT4">
                  <p:embed/>
                </p:oleObj>
              </mc:Choice>
              <mc:Fallback>
                <p:oleObj name="Equation" r:id="rId21" imgW="4572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87428" y="3456218"/>
                        <a:ext cx="457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54FC94F0-13E4-45EA-A649-AC4A61A12889}"/>
              </a:ext>
            </a:extLst>
          </p:cNvPr>
          <p:cNvSpPr/>
          <p:nvPr/>
        </p:nvSpPr>
        <p:spPr>
          <a:xfrm>
            <a:off x="1987228" y="3984916"/>
            <a:ext cx="1133128" cy="43204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69F94AF-EEBA-406A-B984-AAE31005A331}"/>
              </a:ext>
            </a:extLst>
          </p:cNvPr>
          <p:cNvCxnSpPr>
            <a:cxnSpLocks/>
          </p:cNvCxnSpPr>
          <p:nvPr/>
        </p:nvCxnSpPr>
        <p:spPr>
          <a:xfrm>
            <a:off x="5357305" y="0"/>
            <a:ext cx="346" cy="514350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7671C5D-1ACA-4DAC-A36C-6345CCAC24E2}"/>
              </a:ext>
            </a:extLst>
          </p:cNvPr>
          <p:cNvGrpSpPr/>
          <p:nvPr/>
        </p:nvGrpSpPr>
        <p:grpSpPr>
          <a:xfrm>
            <a:off x="5636326" y="1178672"/>
            <a:ext cx="3359711" cy="432048"/>
            <a:chOff x="5604776" y="483518"/>
            <a:chExt cx="3359711" cy="432048"/>
          </a:xfrm>
        </p:grpSpPr>
        <p:sp>
          <p:nvSpPr>
            <p:cNvPr id="21" name="副标题 2">
              <a:extLst>
                <a:ext uri="{FF2B5EF4-FFF2-40B4-BE49-F238E27FC236}">
                  <a16:creationId xmlns:a16="http://schemas.microsoft.com/office/drawing/2014/main" id="{D1213190-5621-43EE-B208-D66927059BF4}"/>
                </a:ext>
              </a:extLst>
            </p:cNvPr>
            <p:cNvSpPr txBox="1">
              <a:spLocks/>
            </p:cNvSpPr>
            <p:nvPr/>
          </p:nvSpPr>
          <p:spPr>
            <a:xfrm>
              <a:off x="5604776" y="483518"/>
              <a:ext cx="3359711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rgbClr val="0064FF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说明  </a:t>
              </a:r>
              <a:r>
                <a:rPr lang="zh-CN" altLang="en-US" sz="24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当  为</a:t>
              </a:r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中间变量</a:t>
              </a: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8F7FAEF0-4BE2-4D63-8E77-5741920050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0538380"/>
                </p:ext>
              </p:extLst>
            </p:nvPr>
          </p:nvGraphicFramePr>
          <p:xfrm>
            <a:off x="6948264" y="67821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308" name="Equation" r:id="rId23" imgW="190440" imgH="203040" progId="Equation.DSMT4">
                    <p:embed/>
                  </p:oleObj>
                </mc:Choice>
                <mc:Fallback>
                  <p:oleObj name="Equation" r:id="rId23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948264" y="678210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07E2F6F-EB97-4E01-89E1-3BEF3E1D51C5}"/>
              </a:ext>
            </a:extLst>
          </p:cNvPr>
          <p:cNvGrpSpPr/>
          <p:nvPr/>
        </p:nvGrpSpPr>
        <p:grpSpPr>
          <a:xfrm>
            <a:off x="5636326" y="1627240"/>
            <a:ext cx="3359711" cy="432048"/>
            <a:chOff x="5604776" y="932086"/>
            <a:chExt cx="3359711" cy="432048"/>
          </a:xfrm>
        </p:grpSpPr>
        <p:sp>
          <p:nvSpPr>
            <p:cNvPr id="23" name="副标题 2">
              <a:extLst>
                <a:ext uri="{FF2B5EF4-FFF2-40B4-BE49-F238E27FC236}">
                  <a16:creationId xmlns:a16="http://schemas.microsoft.com/office/drawing/2014/main" id="{1E3297F3-D3ED-4A01-9B62-B37ABEEF5B30}"/>
                </a:ext>
              </a:extLst>
            </p:cNvPr>
            <p:cNvSpPr txBox="1">
              <a:spLocks/>
            </p:cNvSpPr>
            <p:nvPr/>
          </p:nvSpPr>
          <p:spPr>
            <a:xfrm>
              <a:off x="5604776" y="932086"/>
              <a:ext cx="3359711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时，  不再为常数</a:t>
              </a:r>
              <a:r>
                <a:rPr lang="en-US" altLang="zh-CN" sz="24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76475FE8-1740-43A0-862C-44D9763BBA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9750463"/>
                </p:ext>
              </p:extLst>
            </p:nvPr>
          </p:nvGraphicFramePr>
          <p:xfrm>
            <a:off x="6255305" y="1055714"/>
            <a:ext cx="330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309" name="Equation" r:id="rId25" imgW="330120" imgH="279360" progId="Equation.DSMT4">
                    <p:embed/>
                  </p:oleObj>
                </mc:Choice>
                <mc:Fallback>
                  <p:oleObj name="Equation" r:id="rId25" imgW="33012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6255305" y="1055714"/>
                          <a:ext cx="330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副标题 2">
            <a:extLst>
              <a:ext uri="{FF2B5EF4-FFF2-40B4-BE49-F238E27FC236}">
                <a16:creationId xmlns:a16="http://schemas.microsoft.com/office/drawing/2014/main" id="{A2B52A79-21B4-4E4D-A617-4481A5FC5E06}"/>
              </a:ext>
            </a:extLst>
          </p:cNvPr>
          <p:cNvSpPr txBox="1">
            <a:spLocks/>
          </p:cNvSpPr>
          <p:nvPr/>
        </p:nvSpPr>
        <p:spPr>
          <a:xfrm>
            <a:off x="3117335" y="3984916"/>
            <a:ext cx="1313895" cy="43204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多了一项！</a:t>
            </a:r>
          </a:p>
        </p:txBody>
      </p:sp>
      <p:sp>
        <p:nvSpPr>
          <p:cNvPr id="26" name="副标题 2">
            <a:extLst>
              <a:ext uri="{FF2B5EF4-FFF2-40B4-BE49-F238E27FC236}">
                <a16:creationId xmlns:a16="http://schemas.microsoft.com/office/drawing/2014/main" id="{712B283A-06EB-4E9D-BD24-C674CCB65BAD}"/>
              </a:ext>
            </a:extLst>
          </p:cNvPr>
          <p:cNvSpPr txBox="1">
            <a:spLocks/>
          </p:cNvSpPr>
          <p:nvPr/>
        </p:nvSpPr>
        <p:spPr>
          <a:xfrm>
            <a:off x="5636325" y="2169485"/>
            <a:ext cx="3359711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此时二阶微分多了一项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副标题 2">
            <a:extLst>
              <a:ext uri="{FF2B5EF4-FFF2-40B4-BE49-F238E27FC236}">
                <a16:creationId xmlns:a16="http://schemas.microsoft.com/office/drawing/2014/main" id="{BA73CDFA-5F74-4EBD-8751-8E580672707A}"/>
              </a:ext>
            </a:extLst>
          </p:cNvPr>
          <p:cNvSpPr txBox="1">
            <a:spLocks/>
          </p:cNvSpPr>
          <p:nvPr/>
        </p:nvSpPr>
        <p:spPr>
          <a:xfrm>
            <a:off x="5636324" y="2764812"/>
            <a:ext cx="3359711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从而二阶微分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不具有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微</a:t>
            </a:r>
          </a:p>
        </p:txBody>
      </p:sp>
      <p:sp>
        <p:nvSpPr>
          <p:cNvPr id="28" name="副标题 2">
            <a:extLst>
              <a:ext uri="{FF2B5EF4-FFF2-40B4-BE49-F238E27FC236}">
                <a16:creationId xmlns:a16="http://schemas.microsoft.com/office/drawing/2014/main" id="{3DE31363-01D4-41FA-909F-3E145A469A5C}"/>
              </a:ext>
            </a:extLst>
          </p:cNvPr>
          <p:cNvSpPr txBox="1">
            <a:spLocks/>
          </p:cNvSpPr>
          <p:nvPr/>
        </p:nvSpPr>
        <p:spPr>
          <a:xfrm>
            <a:off x="5649928" y="3336949"/>
            <a:ext cx="2596920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分形式的不变性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11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5" grpId="0" animBg="1"/>
      <p:bldP spid="26" grpId="0"/>
      <p:bldP spid="27" grpId="0"/>
      <p:bldP spid="2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934A29CE-58B8-4373-9C78-23BC9BFD1B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123373"/>
              </p:ext>
            </p:extLst>
          </p:nvPr>
        </p:nvGraphicFramePr>
        <p:xfrm>
          <a:off x="1115131" y="537166"/>
          <a:ext cx="17399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25" name="Equation" r:id="rId3" imgW="1739880" imgH="406080" progId="Equation.DSMT4">
                  <p:embed/>
                </p:oleObj>
              </mc:Choice>
              <mc:Fallback>
                <p:oleObj name="Equation" r:id="rId3" imgW="1739880" imgH="406080" progId="Equation.DSMT4">
                  <p:embed/>
                  <p:pic>
                    <p:nvPicPr>
                      <p:cNvPr id="1382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131" y="537166"/>
                        <a:ext cx="17399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73C9B20-5CF2-43DE-AF50-1DBD6AEF0077}"/>
              </a:ext>
            </a:extLst>
          </p:cNvPr>
          <p:cNvSpPr/>
          <p:nvPr/>
        </p:nvSpPr>
        <p:spPr>
          <a:xfrm>
            <a:off x="447946" y="51221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  <a:cs typeface="Times New Roman" panose="02020603050405020304" pitchFamily="18" charset="0"/>
              </a:rPr>
              <a:t>例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94A055C-2B34-42F0-A77B-1EF4CA621D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708171"/>
              </p:ext>
            </p:extLst>
          </p:nvPr>
        </p:nvGraphicFramePr>
        <p:xfrm>
          <a:off x="1043608" y="1347614"/>
          <a:ext cx="628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26" name="Equation" r:id="rId5" imgW="6286320" imgH="419040" progId="Equation.DSMT4">
                  <p:embed/>
                </p:oleObj>
              </mc:Choice>
              <mc:Fallback>
                <p:oleObj name="Equation" r:id="rId5" imgW="62863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3608" y="1347614"/>
                        <a:ext cx="6286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25428FD-EDEB-443F-A437-B9FA15A41F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592069"/>
              </p:ext>
            </p:extLst>
          </p:nvPr>
        </p:nvGraphicFramePr>
        <p:xfrm>
          <a:off x="3563888" y="2104618"/>
          <a:ext cx="435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27" name="Equation" r:id="rId7" imgW="4356000" imgH="736560" progId="Equation.DSMT4">
                  <p:embed/>
                </p:oleObj>
              </mc:Choice>
              <mc:Fallback>
                <p:oleObj name="Equation" r:id="rId7" imgW="43560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63888" y="2104618"/>
                        <a:ext cx="43561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13B692B-C6C3-45A4-B9C3-D09814708D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834291"/>
              </p:ext>
            </p:extLst>
          </p:nvPr>
        </p:nvGraphicFramePr>
        <p:xfrm>
          <a:off x="3271801" y="535197"/>
          <a:ext cx="1079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28" name="Equation" r:id="rId9" imgW="1079280" imgH="406080" progId="Equation.DSMT4">
                  <p:embed/>
                </p:oleObj>
              </mc:Choice>
              <mc:Fallback>
                <p:oleObj name="Equation" r:id="rId9" imgW="1079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1801" y="535197"/>
                        <a:ext cx="1079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75FFB78-42B2-48BA-8D3B-7E54A6D744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557221"/>
              </p:ext>
            </p:extLst>
          </p:nvPr>
        </p:nvGraphicFramePr>
        <p:xfrm>
          <a:off x="4572000" y="587931"/>
          <a:ext cx="977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29" name="Equation" r:id="rId11" imgW="977760" imgH="355320" progId="Equation.DSMT4">
                  <p:embed/>
                </p:oleObj>
              </mc:Choice>
              <mc:Fallback>
                <p:oleObj name="Equation" r:id="rId11" imgW="97776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13B692B-C6C3-45A4-B9C3-D09814708D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72000" y="587931"/>
                        <a:ext cx="977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2F5A01A-DF43-473C-B132-31190F2E91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246249"/>
              </p:ext>
            </p:extLst>
          </p:nvPr>
        </p:nvGraphicFramePr>
        <p:xfrm>
          <a:off x="3951251" y="3153885"/>
          <a:ext cx="80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0" name="Equation" r:id="rId13" imgW="799920" imgH="419040" progId="Equation.DSMT4">
                  <p:embed/>
                </p:oleObj>
              </mc:Choice>
              <mc:Fallback>
                <p:oleObj name="Equation" r:id="rId13" imgW="799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51251" y="3153885"/>
                        <a:ext cx="800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F9BDBE1-07C9-484D-B9DB-794D2AE53787}"/>
              </a:ext>
            </a:extLst>
          </p:cNvPr>
          <p:cNvSpPr/>
          <p:nvPr/>
        </p:nvSpPr>
        <p:spPr>
          <a:xfrm>
            <a:off x="5292080" y="2019803"/>
            <a:ext cx="1728192" cy="871467"/>
          </a:xfrm>
          <a:prstGeom prst="roundRect">
            <a:avLst/>
          </a:prstGeom>
          <a:noFill/>
          <a:ln w="12700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0C8614D-6F79-4274-93F8-E8D6DCB23560}"/>
              </a:ext>
            </a:extLst>
          </p:cNvPr>
          <p:cNvSpPr/>
          <p:nvPr/>
        </p:nvSpPr>
        <p:spPr>
          <a:xfrm>
            <a:off x="3809206" y="2174782"/>
            <a:ext cx="1336513" cy="65106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86F3DDD-B463-48FA-8999-8129A93BAD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982443"/>
              </p:ext>
            </p:extLst>
          </p:nvPr>
        </p:nvGraphicFramePr>
        <p:xfrm>
          <a:off x="5654526" y="2976085"/>
          <a:ext cx="1003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1" name="Equation" r:id="rId15" imgW="1002960" imgH="774360" progId="Equation.DSMT4">
                  <p:embed/>
                </p:oleObj>
              </mc:Choice>
              <mc:Fallback>
                <p:oleObj name="Equation" r:id="rId15" imgW="10029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54526" y="2976085"/>
                        <a:ext cx="1003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074">
            <a:extLst>
              <a:ext uri="{FF2B5EF4-FFF2-40B4-BE49-F238E27FC236}">
                <a16:creationId xmlns:a16="http://schemas.microsoft.com/office/drawing/2014/main" id="{C1779DC5-29CE-4070-B0CD-F028FD6A1985}"/>
              </a:ext>
            </a:extLst>
          </p:cNvPr>
          <p:cNvSpPr txBox="1">
            <a:spLocks noChangeArrowheads="1"/>
          </p:cNvSpPr>
          <p:nvPr/>
        </p:nvSpPr>
        <p:spPr>
          <a:xfrm>
            <a:off x="2589435" y="3939902"/>
            <a:ext cx="5112568" cy="5143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_GB2312" pitchFamily="49" charset="-122"/>
                <a:cs typeface="+mj-cs"/>
              </a:rPr>
              <a:t>你发现了什么？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_GB2312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91582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BD77E358-D86B-4B42-B0C1-0BF0FB405641}"/>
              </a:ext>
            </a:extLst>
          </p:cNvPr>
          <p:cNvSpPr txBox="1">
            <a:spLocks/>
          </p:cNvSpPr>
          <p:nvPr/>
        </p:nvSpPr>
        <p:spPr>
          <a:xfrm>
            <a:off x="1489800" y="1709968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074"/>
          <p:cNvSpPr txBox="1">
            <a:spLocks noChangeArrowheads="1"/>
          </p:cNvSpPr>
          <p:nvPr/>
        </p:nvSpPr>
        <p:spPr>
          <a:xfrm>
            <a:off x="251520" y="195486"/>
            <a:ext cx="1857388" cy="5143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楷体" panose="02010609060101010101" pitchFamily="49" charset="-122"/>
                <a:ea typeface="楷体_GB2312" pitchFamily="49" charset="-122"/>
                <a:cs typeface="+mj-cs"/>
              </a:rPr>
              <a:t>内容小结</a:t>
            </a:r>
          </a:p>
        </p:txBody>
      </p:sp>
      <p:sp>
        <p:nvSpPr>
          <p:cNvPr id="5" name="Text Box 3075"/>
          <p:cNvSpPr txBox="1">
            <a:spLocks noChangeArrowheads="1"/>
          </p:cNvSpPr>
          <p:nvPr/>
        </p:nvSpPr>
        <p:spPr bwMode="auto">
          <a:xfrm>
            <a:off x="884954" y="900996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+mj-ea"/>
                <a:ea typeface="+mj-ea"/>
              </a:rPr>
              <a:t>1. </a:t>
            </a:r>
            <a:r>
              <a:rPr kumimoji="1" lang="zh-CN" altLang="en-US" sz="2400" b="1" dirty="0">
                <a:latin typeface="+mj-ea"/>
                <a:ea typeface="+mj-ea"/>
              </a:rPr>
              <a:t>微分概念</a:t>
            </a:r>
          </a:p>
        </p:txBody>
      </p:sp>
      <p:sp>
        <p:nvSpPr>
          <p:cNvPr id="6" name="Text Box 3076"/>
          <p:cNvSpPr txBox="1">
            <a:spLocks noChangeArrowheads="1"/>
          </p:cNvSpPr>
          <p:nvPr/>
        </p:nvSpPr>
        <p:spPr bwMode="auto">
          <a:xfrm>
            <a:off x="1394528" y="1424216"/>
            <a:ext cx="472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  </a:t>
            </a:r>
            <a:r>
              <a:rPr kumimoji="1" lang="zh-CN" altLang="en-US" sz="2400" b="1" dirty="0">
                <a:latin typeface="+mj-ea"/>
                <a:ea typeface="+mj-ea"/>
              </a:rPr>
              <a:t>微分的定义及几何意义</a:t>
            </a:r>
          </a:p>
        </p:txBody>
      </p:sp>
      <p:sp>
        <p:nvSpPr>
          <p:cNvPr id="7" name="Text Box 3077"/>
          <p:cNvSpPr txBox="1">
            <a:spLocks noChangeArrowheads="1"/>
          </p:cNvSpPr>
          <p:nvPr/>
        </p:nvSpPr>
        <p:spPr bwMode="auto">
          <a:xfrm>
            <a:off x="1427878" y="1924282"/>
            <a:ext cx="1752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latin typeface="+mj-ea"/>
                <a:ea typeface="+mj-ea"/>
              </a:rPr>
              <a:t>可导</a:t>
            </a:r>
          </a:p>
        </p:txBody>
      </p:sp>
      <p:sp>
        <p:nvSpPr>
          <p:cNvPr id="10" name="Text Box 3080"/>
          <p:cNvSpPr txBox="1">
            <a:spLocks noChangeArrowheads="1"/>
          </p:cNvSpPr>
          <p:nvPr/>
        </p:nvSpPr>
        <p:spPr bwMode="auto">
          <a:xfrm>
            <a:off x="3709366" y="1940800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可微</a:t>
            </a:r>
          </a:p>
        </p:txBody>
      </p:sp>
      <p:sp>
        <p:nvSpPr>
          <p:cNvPr id="11" name="Text Box 3081"/>
          <p:cNvSpPr txBox="1">
            <a:spLocks noChangeArrowheads="1"/>
          </p:cNvSpPr>
          <p:nvPr/>
        </p:nvSpPr>
        <p:spPr bwMode="auto">
          <a:xfrm>
            <a:off x="889724" y="2677063"/>
            <a:ext cx="65770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+mj-ea"/>
                <a:ea typeface="+mj-ea"/>
              </a:rPr>
              <a:t>2. </a:t>
            </a:r>
            <a:r>
              <a:rPr kumimoji="1" lang="zh-CN" altLang="en-US" sz="2400" b="1" dirty="0">
                <a:latin typeface="+mj-ea"/>
                <a:ea typeface="+mj-ea"/>
              </a:rPr>
              <a:t>微分的基本计算公式及微分运算法则</a:t>
            </a:r>
          </a:p>
        </p:txBody>
      </p:sp>
      <p:sp>
        <p:nvSpPr>
          <p:cNvPr id="12" name="Text Box 3085"/>
          <p:cNvSpPr txBox="1">
            <a:spLocks noChangeArrowheads="1"/>
          </p:cNvSpPr>
          <p:nvPr/>
        </p:nvSpPr>
        <p:spPr bwMode="auto">
          <a:xfrm>
            <a:off x="894462" y="3424480"/>
            <a:ext cx="42148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+mj-ea"/>
                <a:ea typeface="+mj-ea"/>
              </a:rPr>
              <a:t>3. </a:t>
            </a:r>
            <a:r>
              <a:rPr kumimoji="1" lang="zh-CN" altLang="en-US" sz="2400" b="1" dirty="0">
                <a:latin typeface="+mj-ea"/>
                <a:ea typeface="+mj-ea"/>
              </a:rPr>
              <a:t>微分在近似计算的应用</a:t>
            </a:r>
          </a:p>
        </p:txBody>
      </p:sp>
      <p:graphicFrame>
        <p:nvGraphicFramePr>
          <p:cNvPr id="1925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377135"/>
              </p:ext>
            </p:extLst>
          </p:nvPr>
        </p:nvGraphicFramePr>
        <p:xfrm>
          <a:off x="1664440" y="4186488"/>
          <a:ext cx="5016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8" name="Equation" r:id="rId3" imgW="5016240" imgH="380880" progId="Equation.DSMT4">
                  <p:embed/>
                </p:oleObj>
              </mc:Choice>
              <mc:Fallback>
                <p:oleObj name="Equation" r:id="rId3" imgW="5016240" imgH="3808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440" y="4186488"/>
                        <a:ext cx="5016500" cy="381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左右箭头 15"/>
          <p:cNvSpPr/>
          <p:nvPr/>
        </p:nvSpPr>
        <p:spPr>
          <a:xfrm>
            <a:off x="2466098" y="2072336"/>
            <a:ext cx="1135598" cy="214314"/>
          </a:xfrm>
          <a:prstGeom prst="leftRightArrow">
            <a:avLst/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utoUpdateAnimBg="0"/>
      <p:bldP spid="6" grpId="0" autoUpdateAnimBg="0"/>
      <p:bldP spid="7" grpId="0" autoUpdateAnimBg="0"/>
      <p:bldP spid="10" grpId="0" autoUpdateAnimBg="0"/>
      <p:bldP spid="11" grpId="0" autoUpdateAnimBg="0"/>
      <p:bldP spid="12" grpId="0" autoUpdateAnimBg="0"/>
      <p:bldP spid="1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074">
            <a:extLst>
              <a:ext uri="{FF2B5EF4-FFF2-40B4-BE49-F238E27FC236}">
                <a16:creationId xmlns:a16="http://schemas.microsoft.com/office/drawing/2014/main" id="{44627FD7-778C-4580-88CE-8B5FE22055E4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195486"/>
            <a:ext cx="1512168" cy="5143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练习题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5BB638C-2E58-4CC1-9F82-CCA608C64135}"/>
              </a:ext>
            </a:extLst>
          </p:cNvPr>
          <p:cNvGrpSpPr/>
          <p:nvPr/>
        </p:nvGrpSpPr>
        <p:grpSpPr>
          <a:xfrm>
            <a:off x="137839" y="640432"/>
            <a:ext cx="8842270" cy="1240855"/>
            <a:chOff x="137839" y="640432"/>
            <a:chExt cx="8842270" cy="124085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C673D72-F1BF-4E7C-8505-AE3159286898}"/>
                </a:ext>
              </a:extLst>
            </p:cNvPr>
            <p:cNvSpPr/>
            <p:nvPr/>
          </p:nvSpPr>
          <p:spPr>
            <a:xfrm>
              <a:off x="539552" y="771550"/>
              <a:ext cx="84405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设可导函数        在     处导数为          则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AAB0D4F-161B-4309-BECA-7EB9074B58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9683019"/>
                </p:ext>
              </p:extLst>
            </p:nvPr>
          </p:nvGraphicFramePr>
          <p:xfrm>
            <a:off x="6084168" y="640432"/>
            <a:ext cx="1409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90" name="Equation" r:id="rId4" imgW="1409400" imgH="723600" progId="Equation.DSMT4">
                    <p:embed/>
                  </p:oleObj>
                </mc:Choice>
                <mc:Fallback>
                  <p:oleObj name="Equation" r:id="rId4" imgW="140940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084168" y="640432"/>
                          <a:ext cx="1409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2053FF1F-D062-4A8D-A760-4BCDF84B72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6942755"/>
                </p:ext>
              </p:extLst>
            </p:nvPr>
          </p:nvGraphicFramePr>
          <p:xfrm>
            <a:off x="2483768" y="851688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91" name="Equation" r:id="rId6" imgW="1104840" imgH="342720" progId="Equation.DSMT4">
                    <p:embed/>
                  </p:oleObj>
                </mc:Choice>
                <mc:Fallback>
                  <p:oleObj name="Equation" r:id="rId6" imgW="1104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483768" y="851688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188A30BC-DE98-43B3-A826-9C657A77C9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9640370"/>
                </p:ext>
              </p:extLst>
            </p:nvPr>
          </p:nvGraphicFramePr>
          <p:xfrm>
            <a:off x="4023230" y="851688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92" name="Equation" r:id="rId8" imgW="736560" imgH="380880" progId="Equation.DSMT4">
                    <p:embed/>
                  </p:oleObj>
                </mc:Choice>
                <mc:Fallback>
                  <p:oleObj name="Equation" r:id="rId8" imgW="7365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023230" y="851688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D1C74BEF-6F76-4436-8E9E-3558643A01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3147666"/>
                </p:ext>
              </p:extLst>
            </p:nvPr>
          </p:nvGraphicFramePr>
          <p:xfrm>
            <a:off x="7878406" y="898740"/>
            <a:ext cx="939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93" name="Equation" r:id="rId10" imgW="939600" imgH="279360" progId="Equation.DSMT4">
                    <p:embed/>
                  </p:oleObj>
                </mc:Choice>
                <mc:Fallback>
                  <p:oleObj name="Equation" r:id="rId10" imgW="9396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878406" y="898740"/>
                          <a:ext cx="939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3ABBB55-E1DD-4187-BB14-3D4ED9BBCC0D}"/>
                </a:ext>
              </a:extLst>
            </p:cNvPr>
            <p:cNvSpPr/>
            <p:nvPr/>
          </p:nvSpPr>
          <p:spPr>
            <a:xfrm>
              <a:off x="137839" y="1419622"/>
              <a:ext cx="86106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时，函数    在点   处的微分      是   的       无穷小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9B404E3-F03D-41D4-8340-61C892CDFB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7050709"/>
                </p:ext>
              </p:extLst>
            </p:nvPr>
          </p:nvGraphicFramePr>
          <p:xfrm>
            <a:off x="1403648" y="147900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94" name="Equation" r:id="rId12" imgW="622080" imgH="342720" progId="Equation.DSMT4">
                    <p:embed/>
                  </p:oleObj>
                </mc:Choice>
                <mc:Fallback>
                  <p:oleObj name="Equation" r:id="rId12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403648" y="147900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B43D252-AA97-45F7-A084-364ECA7F78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056907"/>
                </p:ext>
              </p:extLst>
            </p:nvPr>
          </p:nvGraphicFramePr>
          <p:xfrm>
            <a:off x="2755998" y="145995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95" name="Equation" r:id="rId14" imgW="279360" imgH="380880" progId="Equation.DSMT4">
                    <p:embed/>
                  </p:oleObj>
                </mc:Choice>
                <mc:Fallback>
                  <p:oleObj name="Equation" r:id="rId14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755998" y="1459954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CE7EFCCF-EF08-4355-985E-B735D5204D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6970636"/>
                </p:ext>
              </p:extLst>
            </p:nvPr>
          </p:nvGraphicFramePr>
          <p:xfrm>
            <a:off x="4468797" y="1421854"/>
            <a:ext cx="8001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96" name="Equation" r:id="rId16" imgW="799920" imgH="419040" progId="Equation.DSMT4">
                    <p:embed/>
                  </p:oleObj>
                </mc:Choice>
                <mc:Fallback>
                  <p:oleObj name="Equation" r:id="rId16" imgW="79992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468797" y="1421854"/>
                          <a:ext cx="8001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DBABD8B-90F7-4599-8DE9-254527EEB8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365283"/>
                </p:ext>
              </p:extLst>
            </p:nvPr>
          </p:nvGraphicFramePr>
          <p:xfrm>
            <a:off x="5666804" y="1510754"/>
            <a:ext cx="368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97" name="Equation" r:id="rId18" imgW="368280" imgH="279360" progId="Equation.DSMT4">
                    <p:embed/>
                  </p:oleObj>
                </mc:Choice>
                <mc:Fallback>
                  <p:oleObj name="Equation" r:id="rId18" imgW="3682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666804" y="1510754"/>
                          <a:ext cx="368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6753123-BCC3-4353-B19F-F07FD298B12E}"/>
                </a:ext>
              </a:extLst>
            </p:cNvPr>
            <p:cNvCxnSpPr/>
            <p:nvPr/>
          </p:nvCxnSpPr>
          <p:spPr>
            <a:xfrm>
              <a:off x="6372200" y="1840954"/>
              <a:ext cx="93610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2903EBCA-4795-4E0A-8081-6F565ACD2235}"/>
              </a:ext>
            </a:extLst>
          </p:cNvPr>
          <p:cNvSpPr/>
          <p:nvPr/>
        </p:nvSpPr>
        <p:spPr>
          <a:xfrm>
            <a:off x="506052" y="214637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lang="zh-CN" altLang="en-US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FF09869-7F26-4880-846D-4DF6B066FD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027704"/>
              </p:ext>
            </p:extLst>
          </p:nvPr>
        </p:nvGraphicFramePr>
        <p:xfrm>
          <a:off x="1217597" y="2015253"/>
          <a:ext cx="3251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98" name="Equation" r:id="rId20" imgW="3251160" imgH="723600" progId="Equation.DSMT4">
                  <p:embed/>
                </p:oleObj>
              </mc:Choice>
              <mc:Fallback>
                <p:oleObj name="Equation" r:id="rId20" imgW="32511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217597" y="2015253"/>
                        <a:ext cx="3251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1BA4AFB-0894-4DBB-99CD-B1E7E16F29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1433162"/>
              </p:ext>
            </p:extLst>
          </p:nvPr>
        </p:nvGraphicFramePr>
        <p:xfrm>
          <a:off x="1189332" y="2932113"/>
          <a:ext cx="35306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99" name="Equation" r:id="rId22" imgW="3530520" imgH="1079280" progId="Equation.DSMT4">
                  <p:embed/>
                </p:oleObj>
              </mc:Choice>
              <mc:Fallback>
                <p:oleObj name="Equation" r:id="rId22" imgW="3530520" imgH="107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189332" y="2932113"/>
                        <a:ext cx="35306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B825835F-E9CA-46AD-8F85-413F5AF132B4}"/>
              </a:ext>
            </a:extLst>
          </p:cNvPr>
          <p:cNvSpPr/>
          <p:nvPr/>
        </p:nvSpPr>
        <p:spPr>
          <a:xfrm>
            <a:off x="6447217" y="1338957"/>
            <a:ext cx="10031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同阶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731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6DAA624-9D2C-4FA2-99F3-12E1AB0B8DA8}"/>
              </a:ext>
            </a:extLst>
          </p:cNvPr>
          <p:cNvSpPr/>
          <p:nvPr/>
        </p:nvSpPr>
        <p:spPr>
          <a:xfrm>
            <a:off x="539552" y="267494"/>
            <a:ext cx="81369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设方程        所确定的隐函数        的微分和导数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218A8BB-FBAA-479B-9439-9AA62A8C95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513980"/>
              </p:ext>
            </p:extLst>
          </p:nvPr>
        </p:nvGraphicFramePr>
        <p:xfrm>
          <a:off x="1907704" y="322759"/>
          <a:ext cx="1079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7" name="Equation" r:id="rId3" imgW="1079280" imgH="406080" progId="Equation.DSMT4">
                  <p:embed/>
                </p:oleObj>
              </mc:Choice>
              <mc:Fallback>
                <p:oleObj name="Equation" r:id="rId3" imgW="1079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322759"/>
                        <a:ext cx="1079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714369F-5EE8-4DE4-950C-89D90CC167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404118"/>
              </p:ext>
            </p:extLst>
          </p:nvPr>
        </p:nvGraphicFramePr>
        <p:xfrm>
          <a:off x="5292080" y="326876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8" name="Equation" r:id="rId5" imgW="1066680" imgH="342720" progId="Equation.DSMT4">
                  <p:embed/>
                </p:oleObj>
              </mc:Choice>
              <mc:Fallback>
                <p:oleObj name="Equation" r:id="rId5" imgW="1066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92080" y="326876"/>
                        <a:ext cx="106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F1A966E-6BCF-4823-9039-20B1FC55B390}"/>
              </a:ext>
            </a:extLst>
          </p:cNvPr>
          <p:cNvSpPr/>
          <p:nvPr/>
        </p:nvSpPr>
        <p:spPr>
          <a:xfrm>
            <a:off x="564457" y="105958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6A120F-9295-4B02-971E-5A54869AD665}"/>
              </a:ext>
            </a:extLst>
          </p:cNvPr>
          <p:cNvSpPr/>
          <p:nvPr/>
        </p:nvSpPr>
        <p:spPr>
          <a:xfrm>
            <a:off x="1140520" y="1059582"/>
            <a:ext cx="45365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</a:rPr>
              <a:t>利用一阶微分形式的不变性得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D19A275-C605-4118-AB93-0076116ACF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378948"/>
              </p:ext>
            </p:extLst>
          </p:nvPr>
        </p:nvGraphicFramePr>
        <p:xfrm>
          <a:off x="1763688" y="1648470"/>
          <a:ext cx="1892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9" name="Equation" r:id="rId7" imgW="1892160" imgH="406080" progId="Equation.DSMT4">
                  <p:embed/>
                </p:oleObj>
              </mc:Choice>
              <mc:Fallback>
                <p:oleObj name="Equation" r:id="rId7" imgW="1892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3688" y="1648470"/>
                        <a:ext cx="1892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6CE7326-3883-4ECA-8A68-2FD4B9E96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453638"/>
              </p:ext>
            </p:extLst>
          </p:nvPr>
        </p:nvGraphicFramePr>
        <p:xfrm>
          <a:off x="1633411" y="2283718"/>
          <a:ext cx="298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0" name="Equation" r:id="rId9" imgW="2984400" imgH="406080" progId="Equation.DSMT4">
                  <p:embed/>
                </p:oleObj>
              </mc:Choice>
              <mc:Fallback>
                <p:oleObj name="Equation" r:id="rId9" imgW="2984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33411" y="2283718"/>
                        <a:ext cx="2984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AB251F8-46A4-4E51-82E5-92FEF6141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118584"/>
              </p:ext>
            </p:extLst>
          </p:nvPr>
        </p:nvGraphicFramePr>
        <p:xfrm>
          <a:off x="1537834" y="3061916"/>
          <a:ext cx="3048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1" name="Equation" r:id="rId11" imgW="3047760" imgH="406080" progId="Equation.DSMT4">
                  <p:embed/>
                </p:oleObj>
              </mc:Choice>
              <mc:Fallback>
                <p:oleObj name="Equation" r:id="rId11" imgW="304776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6CE7326-3883-4ECA-8A68-2FD4B9E961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37834" y="3061916"/>
                        <a:ext cx="3048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538588C-79CD-45CD-9316-15CAB819BF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795795"/>
              </p:ext>
            </p:extLst>
          </p:nvPr>
        </p:nvGraphicFramePr>
        <p:xfrm>
          <a:off x="1519607" y="3671168"/>
          <a:ext cx="4978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2" name="Equation" r:id="rId13" imgW="4978080" imgH="825480" progId="Equation.DSMT4">
                  <p:embed/>
                </p:oleObj>
              </mc:Choice>
              <mc:Fallback>
                <p:oleObj name="Equation" r:id="rId13" imgW="497808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19607" y="3671168"/>
                        <a:ext cx="49784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603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D17BF41-AA0B-418C-A128-C3391EECC834}"/>
              </a:ext>
            </a:extLst>
          </p:cNvPr>
          <p:cNvSpPr/>
          <p:nvPr/>
        </p:nvSpPr>
        <p:spPr>
          <a:xfrm>
            <a:off x="539553" y="267494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FBE018C-5EB7-43B8-8782-585E817DC1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032750"/>
              </p:ext>
            </p:extLst>
          </p:nvPr>
        </p:nvGraphicFramePr>
        <p:xfrm>
          <a:off x="1344340" y="132149"/>
          <a:ext cx="1892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3" name="Equation" r:id="rId3" imgW="1892160" imgH="787320" progId="Equation.DSMT4">
                  <p:embed/>
                </p:oleObj>
              </mc:Choice>
              <mc:Fallback>
                <p:oleObj name="Equation" r:id="rId3" imgW="18921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44340" y="132149"/>
                        <a:ext cx="1892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9C20A11-C809-42CF-920C-2B85BA45AB1C}"/>
              </a:ext>
            </a:extLst>
          </p:cNvPr>
          <p:cNvSpPr/>
          <p:nvPr/>
        </p:nvSpPr>
        <p:spPr>
          <a:xfrm>
            <a:off x="3236640" y="29501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求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713BA22-243B-4DD2-9A55-B14D02400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251687"/>
              </p:ext>
            </p:extLst>
          </p:nvPr>
        </p:nvGraphicFramePr>
        <p:xfrm>
          <a:off x="3647727" y="354399"/>
          <a:ext cx="381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4" name="Equation" r:id="rId5" imgW="380880" imgH="342720" progId="Equation.DSMT4">
                  <p:embed/>
                </p:oleObj>
              </mc:Choice>
              <mc:Fallback>
                <p:oleObj name="Equation" r:id="rId5" imgW="380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47727" y="354399"/>
                        <a:ext cx="381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7AB498C-0A0F-48DB-8C0A-641FC4673DA2}"/>
              </a:ext>
            </a:extLst>
          </p:cNvPr>
          <p:cNvSpPr/>
          <p:nvPr/>
        </p:nvSpPr>
        <p:spPr>
          <a:xfrm>
            <a:off x="477555" y="127560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E614C02-DA8D-4F5A-81B9-AE4DABF2DE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938575"/>
              </p:ext>
            </p:extLst>
          </p:nvPr>
        </p:nvGraphicFramePr>
        <p:xfrm>
          <a:off x="1258888" y="2051494"/>
          <a:ext cx="5791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5" name="Equation" r:id="rId7" imgW="5790960" imgH="838080" progId="Equation.DSMT4">
                  <p:embed/>
                </p:oleObj>
              </mc:Choice>
              <mc:Fallback>
                <p:oleObj name="Equation" r:id="rId7" imgW="57909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8888" y="2051494"/>
                        <a:ext cx="57912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9593BAA-67ED-47C7-BB88-1F910A86A1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163749"/>
              </p:ext>
            </p:extLst>
          </p:nvPr>
        </p:nvGraphicFramePr>
        <p:xfrm>
          <a:off x="971601" y="964641"/>
          <a:ext cx="4699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6" name="Equation" r:id="rId9" imgW="4698720" imgH="939600" progId="Equation.DSMT4">
                  <p:embed/>
                </p:oleObj>
              </mc:Choice>
              <mc:Fallback>
                <p:oleObj name="Equation" r:id="rId9" imgW="46987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1601" y="964641"/>
                        <a:ext cx="46990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81F08F9-D868-4D3D-8B8E-4943DAEA68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058684"/>
              </p:ext>
            </p:extLst>
          </p:nvPr>
        </p:nvGraphicFramePr>
        <p:xfrm>
          <a:off x="1258888" y="2985067"/>
          <a:ext cx="400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7" name="Equation" r:id="rId11" imgW="4000320" imgH="838080" progId="Equation.DSMT4">
                  <p:embed/>
                </p:oleObj>
              </mc:Choice>
              <mc:Fallback>
                <p:oleObj name="Equation" r:id="rId11" imgW="400032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58888" y="2985067"/>
                        <a:ext cx="40005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5D66822A-C532-4B63-8742-1565F10B487D}"/>
              </a:ext>
            </a:extLst>
          </p:cNvPr>
          <p:cNvSpPr/>
          <p:nvPr/>
        </p:nvSpPr>
        <p:spPr>
          <a:xfrm>
            <a:off x="531779" y="420228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故</a:t>
            </a:r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BB25B5B-F5D0-446B-8A82-487E9BDEFC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751247"/>
              </p:ext>
            </p:extLst>
          </p:nvPr>
        </p:nvGraphicFramePr>
        <p:xfrm>
          <a:off x="1258888" y="4014013"/>
          <a:ext cx="4635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8" name="Equation" r:id="rId13" imgW="4635360" imgH="838080" progId="Equation.DSMT4">
                  <p:embed/>
                </p:oleObj>
              </mc:Choice>
              <mc:Fallback>
                <p:oleObj name="Equation" r:id="rId13" imgW="46353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8888" y="4014013"/>
                        <a:ext cx="46355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42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38B72E2A-8403-4602-BE2E-24814E1211B7}"/>
              </a:ext>
            </a:extLst>
          </p:cNvPr>
          <p:cNvGrpSpPr/>
          <p:nvPr/>
        </p:nvGrpSpPr>
        <p:grpSpPr>
          <a:xfrm>
            <a:off x="611560" y="195486"/>
            <a:ext cx="4756464" cy="863600"/>
            <a:chOff x="539553" y="50671"/>
            <a:chExt cx="4756464" cy="8636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0AB0991-1DD9-4BD0-98AF-1346A161A6CD}"/>
                </a:ext>
              </a:extLst>
            </p:cNvPr>
            <p:cNvSpPr/>
            <p:nvPr/>
          </p:nvSpPr>
          <p:spPr>
            <a:xfrm>
              <a:off x="539553" y="267494"/>
              <a:ext cx="8640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4.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2740AB9-232B-4E24-8760-C45F7373D5E7}"/>
                </a:ext>
              </a:extLst>
            </p:cNvPr>
            <p:cNvSpPr/>
            <p:nvPr/>
          </p:nvSpPr>
          <p:spPr>
            <a:xfrm>
              <a:off x="4420971" y="288062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endParaRPr lang="zh-CN" altLang="en-US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0F69B596-1F87-4F80-BAD5-CEF5646F6F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5505960"/>
                </p:ext>
              </p:extLst>
            </p:nvPr>
          </p:nvGraphicFramePr>
          <p:xfrm>
            <a:off x="4915017" y="347444"/>
            <a:ext cx="381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90" name="Equation" r:id="rId3" imgW="380880" imgH="342720" progId="Equation.DSMT4">
                    <p:embed/>
                  </p:oleObj>
                </mc:Choice>
                <mc:Fallback>
                  <p:oleObj name="Equation" r:id="rId3" imgW="38088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D713BA22-243B-4DD2-9A55-B14D024004D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15017" y="347444"/>
                          <a:ext cx="381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7CCAC32-DD03-47B0-8DA6-CFD4EA071F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9984124"/>
                </p:ext>
              </p:extLst>
            </p:nvPr>
          </p:nvGraphicFramePr>
          <p:xfrm>
            <a:off x="1258888" y="50671"/>
            <a:ext cx="3187700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91" name="Equation" r:id="rId5" imgW="3187440" imgH="863280" progId="Equation.DSMT4">
                    <p:embed/>
                  </p:oleObj>
                </mc:Choice>
                <mc:Fallback>
                  <p:oleObj name="Equation" r:id="rId5" imgW="3187440" imgH="863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58888" y="50671"/>
                          <a:ext cx="3187700" cy="86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C7CE4CE2-FC0C-42EB-83BC-01229C4F0827}"/>
              </a:ext>
            </a:extLst>
          </p:cNvPr>
          <p:cNvSpPr/>
          <p:nvPr/>
        </p:nvSpPr>
        <p:spPr>
          <a:xfrm>
            <a:off x="589718" y="138561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lang="zh-CN" altLang="en-US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A29D079-018C-4C1A-8B90-4B08E7244D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276032"/>
              </p:ext>
            </p:extLst>
          </p:nvPr>
        </p:nvGraphicFramePr>
        <p:xfrm>
          <a:off x="1238554" y="1254493"/>
          <a:ext cx="3733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92" name="Equation" r:id="rId7" imgW="3733560" imgH="723600" progId="Equation.DSMT4">
                  <p:embed/>
                </p:oleObj>
              </mc:Choice>
              <mc:Fallback>
                <p:oleObj name="Equation" r:id="rId7" imgW="3733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38554" y="1254493"/>
                        <a:ext cx="3733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9FC042F-B442-4940-801D-3B0EFAC42C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205040"/>
              </p:ext>
            </p:extLst>
          </p:nvPr>
        </p:nvGraphicFramePr>
        <p:xfrm>
          <a:off x="1258888" y="2390408"/>
          <a:ext cx="2882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93" name="Equation" r:id="rId9" imgW="2882880" imgH="774360" progId="Equation.DSMT4">
                  <p:embed/>
                </p:oleObj>
              </mc:Choice>
              <mc:Fallback>
                <p:oleObj name="Equation" r:id="rId9" imgW="28828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8888" y="2390408"/>
                        <a:ext cx="2882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E0017D5-52FF-41E0-AE05-0502EC5B2F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551081"/>
              </p:ext>
            </p:extLst>
          </p:nvPr>
        </p:nvGraphicFramePr>
        <p:xfrm>
          <a:off x="5076056" y="2409458"/>
          <a:ext cx="170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94" name="Equation" r:id="rId11" imgW="1701720" imgH="736560" progId="Equation.DSMT4">
                  <p:embed/>
                </p:oleObj>
              </mc:Choice>
              <mc:Fallback>
                <p:oleObj name="Equation" r:id="rId11" imgW="17017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76056" y="2409458"/>
                        <a:ext cx="1701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50BE287-6F77-4C17-837D-72C00FE59A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566297"/>
              </p:ext>
            </p:extLst>
          </p:nvPr>
        </p:nvGraphicFramePr>
        <p:xfrm>
          <a:off x="1450395" y="3795886"/>
          <a:ext cx="2032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95" name="Equation" r:id="rId13" imgW="2031840" imgH="736560" progId="Equation.DSMT4">
                  <p:embed/>
                </p:oleObj>
              </mc:Choice>
              <mc:Fallback>
                <p:oleObj name="Equation" r:id="rId13" imgW="20318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50395" y="3795886"/>
                        <a:ext cx="2032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042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97DAB13-1092-44B0-A085-BEB3D4417064}"/>
              </a:ext>
            </a:extLst>
          </p:cNvPr>
          <p:cNvGrpSpPr/>
          <p:nvPr/>
        </p:nvGrpSpPr>
        <p:grpSpPr>
          <a:xfrm>
            <a:off x="467544" y="267494"/>
            <a:ext cx="5709591" cy="478010"/>
            <a:chOff x="539553" y="251149"/>
            <a:chExt cx="5709591" cy="47801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8C8209D-9E4A-4643-A51F-14E8C42D0E99}"/>
                </a:ext>
              </a:extLst>
            </p:cNvPr>
            <p:cNvSpPr/>
            <p:nvPr/>
          </p:nvSpPr>
          <p:spPr>
            <a:xfrm>
              <a:off x="539553" y="267494"/>
              <a:ext cx="54726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5.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设              其中    可导，求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2D99521-9C5D-45FC-A140-57897D930C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7389699"/>
                </p:ext>
              </p:extLst>
            </p:nvPr>
          </p:nvGraphicFramePr>
          <p:xfrm>
            <a:off x="1258888" y="251149"/>
            <a:ext cx="20701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85" name="Equation" r:id="rId3" imgW="2070000" imgH="444240" progId="Equation.DSMT4">
                    <p:embed/>
                  </p:oleObj>
                </mc:Choice>
                <mc:Fallback>
                  <p:oleObj name="Equation" r:id="rId3" imgW="207000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58888" y="251149"/>
                          <a:ext cx="20701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55E463F-A1B1-4AFD-9FAB-9E41B45D40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071594"/>
                </p:ext>
              </p:extLst>
            </p:nvPr>
          </p:nvGraphicFramePr>
          <p:xfrm>
            <a:off x="4025900" y="35877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86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025900" y="35877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4575716A-6782-48BE-9482-8FAA1C2583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0578541"/>
                </p:ext>
              </p:extLst>
            </p:nvPr>
          </p:nvGraphicFramePr>
          <p:xfrm>
            <a:off x="5868144" y="358775"/>
            <a:ext cx="381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87" name="Equation" r:id="rId7" imgW="380880" imgH="342720" progId="Equation.DSMT4">
                    <p:embed/>
                  </p:oleObj>
                </mc:Choice>
                <mc:Fallback>
                  <p:oleObj name="Equation" r:id="rId7" imgW="380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68144" y="358775"/>
                          <a:ext cx="381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2E2E21B1-D772-4C3A-B76E-E54524FE9893}"/>
              </a:ext>
            </a:extLst>
          </p:cNvPr>
          <p:cNvSpPr/>
          <p:nvPr/>
        </p:nvSpPr>
        <p:spPr>
          <a:xfrm>
            <a:off x="467544" y="126905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EEECA71-45EB-4026-A280-8791B8B81C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968715"/>
              </p:ext>
            </p:extLst>
          </p:nvPr>
        </p:nvGraphicFramePr>
        <p:xfrm>
          <a:off x="1420241" y="1161483"/>
          <a:ext cx="5689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8" name="Equation" r:id="rId9" imgW="5689440" imgH="736560" progId="Equation.DSMT4">
                  <p:embed/>
                </p:oleObj>
              </mc:Choice>
              <mc:Fallback>
                <p:oleObj name="Equation" r:id="rId9" imgW="56894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20241" y="1161483"/>
                        <a:ext cx="5689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B4C200F-AAF2-4BB5-A629-000061F8E7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602406"/>
              </p:ext>
            </p:extLst>
          </p:nvPr>
        </p:nvGraphicFramePr>
        <p:xfrm>
          <a:off x="1763688" y="2099604"/>
          <a:ext cx="4737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9" name="Equation" r:id="rId11" imgW="4736880" imgH="812520" progId="Equation.DSMT4">
                  <p:embed/>
                </p:oleObj>
              </mc:Choice>
              <mc:Fallback>
                <p:oleObj name="Equation" r:id="rId11" imgW="47368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63688" y="2099604"/>
                        <a:ext cx="4737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7CD8625-8C79-4A34-8083-B7EEDF7A3A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278613"/>
              </p:ext>
            </p:extLst>
          </p:nvPr>
        </p:nvGraphicFramePr>
        <p:xfrm>
          <a:off x="1331640" y="3271072"/>
          <a:ext cx="5372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0" name="Equation" r:id="rId13" imgW="5371920" imgH="812520" progId="Equation.DSMT4">
                  <p:embed/>
                </p:oleObj>
              </mc:Choice>
              <mc:Fallback>
                <p:oleObj name="Equation" r:id="rId13" imgW="53719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31640" y="3271072"/>
                        <a:ext cx="5372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95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074">
            <a:extLst>
              <a:ext uri="{FF2B5EF4-FFF2-40B4-BE49-F238E27FC236}">
                <a16:creationId xmlns:a16="http://schemas.microsoft.com/office/drawing/2014/main" id="{7F1C2300-183F-4084-9612-69CD8B597DD8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339502"/>
            <a:ext cx="1857388" cy="5143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066FF"/>
                </a:solidFill>
                <a:latin typeface="楷体" panose="02010609060101010101" pitchFamily="49" charset="-122"/>
                <a:ea typeface="楷体_GB2312" pitchFamily="49" charset="-122"/>
                <a:cs typeface="+mj-cs"/>
              </a:rPr>
              <a:t>作业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楷体" panose="02010609060101010101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2D51FBB-DC39-4CAC-9D21-79168E83F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779662"/>
            <a:ext cx="23890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课本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2-6.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BEB66B5E-6461-4DBE-9149-1B9324B9C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163579"/>
            <a:ext cx="572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   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第二章第六节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7586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6700</TotalTime>
  <Words>1687</Words>
  <Application>Microsoft Office PowerPoint</Application>
  <PresentationFormat>全屏显示(16:9)</PresentationFormat>
  <Paragraphs>296</Paragraphs>
  <Slides>55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68" baseType="lpstr">
      <vt:lpstr>等线</vt:lpstr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890</cp:revision>
  <dcterms:created xsi:type="dcterms:W3CDTF">2018-09-27T06:48:00Z</dcterms:created>
  <dcterms:modified xsi:type="dcterms:W3CDTF">2023-10-19T15:28:11Z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