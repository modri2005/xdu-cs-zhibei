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510" r:id="rId2"/>
    <p:sldId id="592" r:id="rId3"/>
    <p:sldId id="593" r:id="rId4"/>
    <p:sldId id="594" r:id="rId5"/>
    <p:sldId id="595" r:id="rId6"/>
    <p:sldId id="596" r:id="rId7"/>
    <p:sldId id="597" r:id="rId8"/>
    <p:sldId id="598" r:id="rId9"/>
    <p:sldId id="599" r:id="rId10"/>
    <p:sldId id="563" r:id="rId11"/>
    <p:sldId id="546" r:id="rId12"/>
    <p:sldId id="547" r:id="rId13"/>
    <p:sldId id="548" r:id="rId14"/>
    <p:sldId id="549" r:id="rId15"/>
    <p:sldId id="564" r:id="rId16"/>
    <p:sldId id="565" r:id="rId17"/>
    <p:sldId id="586" r:id="rId18"/>
    <p:sldId id="550" r:id="rId19"/>
    <p:sldId id="551" r:id="rId20"/>
    <p:sldId id="553" r:id="rId21"/>
    <p:sldId id="554" r:id="rId22"/>
    <p:sldId id="555" r:id="rId23"/>
    <p:sldId id="556" r:id="rId24"/>
    <p:sldId id="557" r:id="rId25"/>
    <p:sldId id="581" r:id="rId26"/>
    <p:sldId id="569" r:id="rId27"/>
    <p:sldId id="575" r:id="rId28"/>
    <p:sldId id="584" r:id="rId29"/>
    <p:sldId id="587" r:id="rId30"/>
    <p:sldId id="590" r:id="rId31"/>
    <p:sldId id="600" r:id="rId32"/>
    <p:sldId id="601" r:id="rId33"/>
    <p:sldId id="602" r:id="rId34"/>
    <p:sldId id="603" r:id="rId35"/>
    <p:sldId id="604" r:id="rId36"/>
    <p:sldId id="605" r:id="rId37"/>
    <p:sldId id="591" r:id="rId38"/>
    <p:sldId id="299" r:id="rId3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郭 晓峰" initials="郭" lastIdx="1" clrIdx="0">
    <p:extLst>
      <p:ext uri="{19B8F6BF-5375-455C-9EA6-DF929625EA0E}">
        <p15:presenceInfo xmlns:p15="http://schemas.microsoft.com/office/powerpoint/2012/main" userId="e8ca30b0edffc0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82FF"/>
    <a:srgbClr val="3366FF"/>
    <a:srgbClr val="FFFFFF"/>
    <a:srgbClr val="D4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1" autoAdjust="0"/>
    <p:restoredTop sz="86632" autoAdjust="0"/>
  </p:normalViewPr>
  <p:slideViewPr>
    <p:cSldViewPr>
      <p:cViewPr varScale="1">
        <p:scale>
          <a:sx n="125" d="100"/>
          <a:sy n="125" d="100"/>
        </p:scale>
        <p:origin x="690" y="108"/>
      </p:cViewPr>
      <p:guideLst>
        <p:guide orient="horz" pos="713"/>
        <p:guide pos="2880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15.wmf"/><Relationship Id="rId2" Type="http://schemas.openxmlformats.org/officeDocument/2006/relationships/image" Target="../media/image12.wmf"/><Relationship Id="rId1" Type="http://schemas.openxmlformats.org/officeDocument/2006/relationships/image" Target="../media/image2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12" Type="http://schemas.openxmlformats.org/officeDocument/2006/relationships/image" Target="../media/image82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11" Type="http://schemas.openxmlformats.org/officeDocument/2006/relationships/image" Target="../media/image81.w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12" Type="http://schemas.openxmlformats.org/officeDocument/2006/relationships/image" Target="../media/image94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11" Type="http://schemas.openxmlformats.org/officeDocument/2006/relationships/image" Target="../media/image93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image" Target="../media/image107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12" Type="http://schemas.openxmlformats.org/officeDocument/2006/relationships/image" Target="../media/image106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11" Type="http://schemas.openxmlformats.org/officeDocument/2006/relationships/image" Target="../media/image105.wmf"/><Relationship Id="rId5" Type="http://schemas.openxmlformats.org/officeDocument/2006/relationships/image" Target="../media/image99.wmf"/><Relationship Id="rId10" Type="http://schemas.openxmlformats.org/officeDocument/2006/relationships/image" Target="../media/image104.wmf"/><Relationship Id="rId4" Type="http://schemas.openxmlformats.org/officeDocument/2006/relationships/image" Target="../media/image98.wmf"/><Relationship Id="rId9" Type="http://schemas.openxmlformats.org/officeDocument/2006/relationships/image" Target="../media/image10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4.wmf"/><Relationship Id="rId7" Type="http://schemas.openxmlformats.org/officeDocument/2006/relationships/image" Target="../media/image128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9" Type="http://schemas.openxmlformats.org/officeDocument/2006/relationships/image" Target="../media/image13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12" Type="http://schemas.openxmlformats.org/officeDocument/2006/relationships/image" Target="../media/image143.wmf"/><Relationship Id="rId2" Type="http://schemas.openxmlformats.org/officeDocument/2006/relationships/image" Target="../media/image116.wmf"/><Relationship Id="rId1" Type="http://schemas.openxmlformats.org/officeDocument/2006/relationships/image" Target="../media/image133.wmf"/><Relationship Id="rId6" Type="http://schemas.openxmlformats.org/officeDocument/2006/relationships/image" Target="../media/image137.wmf"/><Relationship Id="rId11" Type="http://schemas.openxmlformats.org/officeDocument/2006/relationships/image" Target="../media/image142.wmf"/><Relationship Id="rId5" Type="http://schemas.openxmlformats.org/officeDocument/2006/relationships/image" Target="../media/image136.wmf"/><Relationship Id="rId10" Type="http://schemas.openxmlformats.org/officeDocument/2006/relationships/image" Target="../media/image141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image" Target="../media/image156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12" Type="http://schemas.openxmlformats.org/officeDocument/2006/relationships/image" Target="../media/image155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0" Type="http://schemas.openxmlformats.org/officeDocument/2006/relationships/image" Target="../media/image153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Relationship Id="rId14" Type="http://schemas.openxmlformats.org/officeDocument/2006/relationships/image" Target="../media/image15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image" Target="../media/image170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12" Type="http://schemas.openxmlformats.org/officeDocument/2006/relationships/image" Target="../media/image169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11" Type="http://schemas.openxmlformats.org/officeDocument/2006/relationships/image" Target="../media/image168.wmf"/><Relationship Id="rId5" Type="http://schemas.openxmlformats.org/officeDocument/2006/relationships/image" Target="../media/image162.wmf"/><Relationship Id="rId10" Type="http://schemas.openxmlformats.org/officeDocument/2006/relationships/image" Target="../media/image167.w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8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Relationship Id="rId14" Type="http://schemas.openxmlformats.org/officeDocument/2006/relationships/image" Target="../media/image18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2.wmf"/><Relationship Id="rId18" Type="http://schemas.openxmlformats.org/officeDocument/2006/relationships/image" Target="../media/image207.wmf"/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12" Type="http://schemas.openxmlformats.org/officeDocument/2006/relationships/image" Target="../media/image201.wmf"/><Relationship Id="rId17" Type="http://schemas.openxmlformats.org/officeDocument/2006/relationships/image" Target="../media/image206.wmf"/><Relationship Id="rId2" Type="http://schemas.openxmlformats.org/officeDocument/2006/relationships/image" Target="../media/image191.wmf"/><Relationship Id="rId16" Type="http://schemas.openxmlformats.org/officeDocument/2006/relationships/image" Target="../media/image205.wmf"/><Relationship Id="rId20" Type="http://schemas.openxmlformats.org/officeDocument/2006/relationships/image" Target="../media/image209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11" Type="http://schemas.openxmlformats.org/officeDocument/2006/relationships/image" Target="../media/image200.wmf"/><Relationship Id="rId5" Type="http://schemas.openxmlformats.org/officeDocument/2006/relationships/image" Target="../media/image194.wmf"/><Relationship Id="rId15" Type="http://schemas.openxmlformats.org/officeDocument/2006/relationships/image" Target="../media/image204.wmf"/><Relationship Id="rId10" Type="http://schemas.openxmlformats.org/officeDocument/2006/relationships/image" Target="../media/image199.wmf"/><Relationship Id="rId19" Type="http://schemas.openxmlformats.org/officeDocument/2006/relationships/image" Target="../media/image208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Relationship Id="rId14" Type="http://schemas.openxmlformats.org/officeDocument/2006/relationships/image" Target="../media/image20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7" Type="http://schemas.openxmlformats.org/officeDocument/2006/relationships/image" Target="../media/image216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6" Type="http://schemas.openxmlformats.org/officeDocument/2006/relationships/image" Target="../media/image215.wmf"/><Relationship Id="rId5" Type="http://schemas.openxmlformats.org/officeDocument/2006/relationships/image" Target="../media/image214.wmf"/><Relationship Id="rId4" Type="http://schemas.openxmlformats.org/officeDocument/2006/relationships/image" Target="../media/image213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image" Target="../media/image219.wmf"/><Relationship Id="rId7" Type="http://schemas.openxmlformats.org/officeDocument/2006/relationships/image" Target="../media/image223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6" Type="http://schemas.openxmlformats.org/officeDocument/2006/relationships/image" Target="../media/image222.wmf"/><Relationship Id="rId5" Type="http://schemas.openxmlformats.org/officeDocument/2006/relationships/image" Target="../media/image221.wmf"/><Relationship Id="rId4" Type="http://schemas.openxmlformats.org/officeDocument/2006/relationships/image" Target="../media/image220.wmf"/><Relationship Id="rId9" Type="http://schemas.openxmlformats.org/officeDocument/2006/relationships/image" Target="../media/image22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image" Target="../media/image238.wmf"/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12" Type="http://schemas.openxmlformats.org/officeDocument/2006/relationships/image" Target="../media/image237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11" Type="http://schemas.openxmlformats.org/officeDocument/2006/relationships/image" Target="../media/image236.wmf"/><Relationship Id="rId5" Type="http://schemas.openxmlformats.org/officeDocument/2006/relationships/image" Target="../media/image230.wmf"/><Relationship Id="rId10" Type="http://schemas.openxmlformats.org/officeDocument/2006/relationships/image" Target="../media/image235.wmf"/><Relationship Id="rId4" Type="http://schemas.openxmlformats.org/officeDocument/2006/relationships/image" Target="../media/image229.wmf"/><Relationship Id="rId9" Type="http://schemas.openxmlformats.org/officeDocument/2006/relationships/image" Target="../media/image234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7" Type="http://schemas.openxmlformats.org/officeDocument/2006/relationships/image" Target="../media/image253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6" Type="http://schemas.openxmlformats.org/officeDocument/2006/relationships/image" Target="../media/image252.wmf"/><Relationship Id="rId5" Type="http://schemas.openxmlformats.org/officeDocument/2006/relationships/image" Target="../media/image251.wmf"/><Relationship Id="rId4" Type="http://schemas.openxmlformats.org/officeDocument/2006/relationships/image" Target="../media/image25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openxmlformats.org/officeDocument/2006/relationships/image" Target="../media/image269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12" Type="http://schemas.openxmlformats.org/officeDocument/2006/relationships/image" Target="../media/image268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67.wmf"/><Relationship Id="rId5" Type="http://schemas.openxmlformats.org/officeDocument/2006/relationships/image" Target="../media/image261.wmf"/><Relationship Id="rId10" Type="http://schemas.openxmlformats.org/officeDocument/2006/relationships/image" Target="../media/image266.wmf"/><Relationship Id="rId4" Type="http://schemas.openxmlformats.org/officeDocument/2006/relationships/image" Target="../media/image260.wmf"/><Relationship Id="rId9" Type="http://schemas.openxmlformats.org/officeDocument/2006/relationships/image" Target="../media/image26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3" Type="http://schemas.openxmlformats.org/officeDocument/2006/relationships/image" Target="../media/image278.wmf"/><Relationship Id="rId7" Type="http://schemas.openxmlformats.org/officeDocument/2006/relationships/image" Target="../media/image282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Relationship Id="rId6" Type="http://schemas.openxmlformats.org/officeDocument/2006/relationships/image" Target="../media/image281.wmf"/><Relationship Id="rId5" Type="http://schemas.openxmlformats.org/officeDocument/2006/relationships/image" Target="../media/image280.wmf"/><Relationship Id="rId10" Type="http://schemas.openxmlformats.org/officeDocument/2006/relationships/image" Target="../media/image285.wmf"/><Relationship Id="rId4" Type="http://schemas.openxmlformats.org/officeDocument/2006/relationships/image" Target="../media/image279.wmf"/><Relationship Id="rId9" Type="http://schemas.openxmlformats.org/officeDocument/2006/relationships/image" Target="../media/image28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8F89-29AA-4207-80CE-A0FD27CD4EDB}" type="datetimeFigureOut">
              <a:rPr lang="zh-CN" altLang="en-US" smtClean="0"/>
              <a:pPr/>
              <a:t>2023/10/17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A5FD3-C07C-45FB-B711-A2361F2688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689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740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495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0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0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3.wmf"/><Relationship Id="rId26" Type="http://schemas.openxmlformats.org/officeDocument/2006/relationships/image" Target="../media/image47.wmf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47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5.bin"/><Relationship Id="rId25" Type="http://schemas.openxmlformats.org/officeDocument/2006/relationships/oleObject" Target="../embeddings/oleObject4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51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46.wmf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28" Type="http://schemas.openxmlformats.org/officeDocument/2006/relationships/image" Target="../media/image48.w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6.bin"/><Relationship Id="rId31" Type="http://schemas.openxmlformats.org/officeDocument/2006/relationships/image" Target="../media/image4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50.bin"/><Relationship Id="rId30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6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69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8.wmf"/><Relationship Id="rId26" Type="http://schemas.openxmlformats.org/officeDocument/2006/relationships/image" Target="../media/image82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81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90.wmf"/><Relationship Id="rId26" Type="http://schemas.openxmlformats.org/officeDocument/2006/relationships/image" Target="../media/image94.wmf"/><Relationship Id="rId3" Type="http://schemas.openxmlformats.org/officeDocument/2006/relationships/oleObject" Target="../embeddings/oleObject86.bin"/><Relationship Id="rId21" Type="http://schemas.openxmlformats.org/officeDocument/2006/relationships/oleObject" Target="../embeddings/oleObject95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3.bin"/><Relationship Id="rId25" Type="http://schemas.openxmlformats.org/officeDocument/2006/relationships/oleObject" Target="../embeddings/oleObject9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0.bin"/><Relationship Id="rId24" Type="http://schemas.openxmlformats.org/officeDocument/2006/relationships/image" Target="../media/image93.wmf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23" Type="http://schemas.openxmlformats.org/officeDocument/2006/relationships/oleObject" Target="../embeddings/oleObject96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0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03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01.wmf"/><Relationship Id="rId25" Type="http://schemas.openxmlformats.org/officeDocument/2006/relationships/image" Target="../media/image10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29" Type="http://schemas.openxmlformats.org/officeDocument/2006/relationships/image" Target="../media/image107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98.wmf"/><Relationship Id="rId24" Type="http://schemas.openxmlformats.org/officeDocument/2006/relationships/oleObject" Target="../embeddings/oleObject108.bin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23" Type="http://schemas.openxmlformats.org/officeDocument/2006/relationships/image" Target="../media/image104.wmf"/><Relationship Id="rId28" Type="http://schemas.openxmlformats.org/officeDocument/2006/relationships/oleObject" Target="../embeddings/oleObject110.bin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02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7.bin"/><Relationship Id="rId27" Type="http://schemas.openxmlformats.org/officeDocument/2006/relationships/image" Target="../media/image10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5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20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122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2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26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25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2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39.wmf"/><Relationship Id="rId26" Type="http://schemas.openxmlformats.org/officeDocument/2006/relationships/image" Target="../media/image143.wmf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145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42.wmf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44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37.wmf"/><Relationship Id="rId22" Type="http://schemas.openxmlformats.org/officeDocument/2006/relationships/image" Target="../media/image14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51.wmf"/><Relationship Id="rId26" Type="http://schemas.openxmlformats.org/officeDocument/2006/relationships/image" Target="../media/image155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55.bin"/><Relationship Id="rId25" Type="http://schemas.openxmlformats.org/officeDocument/2006/relationships/oleObject" Target="../embeddings/oleObject15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0.wmf"/><Relationship Id="rId20" Type="http://schemas.openxmlformats.org/officeDocument/2006/relationships/image" Target="../media/image152.wmf"/><Relationship Id="rId29" Type="http://schemas.openxmlformats.org/officeDocument/2006/relationships/oleObject" Target="../embeddings/oleObject161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54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28" Type="http://schemas.openxmlformats.org/officeDocument/2006/relationships/image" Target="../media/image156.wmf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9.wmf"/><Relationship Id="rId22" Type="http://schemas.openxmlformats.org/officeDocument/2006/relationships/image" Target="../media/image153.wmf"/><Relationship Id="rId27" Type="http://schemas.openxmlformats.org/officeDocument/2006/relationships/oleObject" Target="../embeddings/oleObject160.bin"/><Relationship Id="rId30" Type="http://schemas.openxmlformats.org/officeDocument/2006/relationships/image" Target="../media/image15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65.wmf"/><Relationship Id="rId26" Type="http://schemas.openxmlformats.org/officeDocument/2006/relationships/image" Target="../media/image169.wmf"/><Relationship Id="rId3" Type="http://schemas.openxmlformats.org/officeDocument/2006/relationships/oleObject" Target="../embeddings/oleObject162.bin"/><Relationship Id="rId21" Type="http://schemas.openxmlformats.org/officeDocument/2006/relationships/oleObject" Target="../embeddings/oleObject171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69.bin"/><Relationship Id="rId25" Type="http://schemas.openxmlformats.org/officeDocument/2006/relationships/oleObject" Target="../embeddings/oleObject17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4.wmf"/><Relationship Id="rId20" Type="http://schemas.openxmlformats.org/officeDocument/2006/relationships/image" Target="../media/image16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66.bin"/><Relationship Id="rId24" Type="http://schemas.openxmlformats.org/officeDocument/2006/relationships/image" Target="../media/image168.wmf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23" Type="http://schemas.openxmlformats.org/officeDocument/2006/relationships/oleObject" Target="../embeddings/oleObject172.bin"/><Relationship Id="rId28" Type="http://schemas.openxmlformats.org/officeDocument/2006/relationships/image" Target="../media/image170.wmf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70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63.wmf"/><Relationship Id="rId22" Type="http://schemas.openxmlformats.org/officeDocument/2006/relationships/image" Target="../media/image167.wmf"/><Relationship Id="rId27" Type="http://schemas.openxmlformats.org/officeDocument/2006/relationships/oleObject" Target="../embeddings/oleObject17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80.bin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7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79.bin"/><Relationship Id="rId5" Type="http://schemas.openxmlformats.org/officeDocument/2006/relationships/oleObject" Target="../embeddings/oleObject176.bin"/><Relationship Id="rId10" Type="http://schemas.openxmlformats.org/officeDocument/2006/relationships/image" Target="../media/image173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7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83.wmf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181.bin"/><Relationship Id="rId21" Type="http://schemas.openxmlformats.org/officeDocument/2006/relationships/oleObject" Target="../embeddings/oleObject190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88.bin"/><Relationship Id="rId25" Type="http://schemas.openxmlformats.org/officeDocument/2006/relationships/oleObject" Target="../embeddings/oleObject19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29" Type="http://schemas.openxmlformats.org/officeDocument/2006/relationships/oleObject" Target="../embeddings/oleObject194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5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23" Type="http://schemas.openxmlformats.org/officeDocument/2006/relationships/oleObject" Target="../embeddings/oleObject191.bin"/><Relationship Id="rId28" Type="http://schemas.openxmlformats.org/officeDocument/2006/relationships/image" Target="../media/image188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193.bin"/><Relationship Id="rId30" Type="http://schemas.openxmlformats.org/officeDocument/2006/relationships/image" Target="../media/image189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02.bin"/><Relationship Id="rId26" Type="http://schemas.openxmlformats.org/officeDocument/2006/relationships/oleObject" Target="../embeddings/oleObject206.bin"/><Relationship Id="rId39" Type="http://schemas.openxmlformats.org/officeDocument/2006/relationships/image" Target="../media/image207.wmf"/><Relationship Id="rId21" Type="http://schemas.openxmlformats.org/officeDocument/2006/relationships/image" Target="../media/image198.wmf"/><Relationship Id="rId34" Type="http://schemas.openxmlformats.org/officeDocument/2006/relationships/oleObject" Target="../embeddings/oleObject210.bin"/><Relationship Id="rId42" Type="http://schemas.openxmlformats.org/officeDocument/2006/relationships/oleObject" Target="../embeddings/oleObject214.bin"/><Relationship Id="rId7" Type="http://schemas.openxmlformats.org/officeDocument/2006/relationships/image" Target="../media/image19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01.bin"/><Relationship Id="rId20" Type="http://schemas.openxmlformats.org/officeDocument/2006/relationships/oleObject" Target="../embeddings/oleObject203.bin"/><Relationship Id="rId29" Type="http://schemas.openxmlformats.org/officeDocument/2006/relationships/image" Target="../media/image202.wmf"/><Relationship Id="rId41" Type="http://schemas.openxmlformats.org/officeDocument/2006/relationships/image" Target="../media/image208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193.wmf"/><Relationship Id="rId24" Type="http://schemas.openxmlformats.org/officeDocument/2006/relationships/oleObject" Target="../embeddings/oleObject205.bin"/><Relationship Id="rId32" Type="http://schemas.openxmlformats.org/officeDocument/2006/relationships/oleObject" Target="../embeddings/oleObject209.bin"/><Relationship Id="rId37" Type="http://schemas.openxmlformats.org/officeDocument/2006/relationships/image" Target="../media/image206.wmf"/><Relationship Id="rId40" Type="http://schemas.openxmlformats.org/officeDocument/2006/relationships/oleObject" Target="../embeddings/oleObject213.bin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23" Type="http://schemas.openxmlformats.org/officeDocument/2006/relationships/image" Target="../media/image199.wmf"/><Relationship Id="rId28" Type="http://schemas.openxmlformats.org/officeDocument/2006/relationships/oleObject" Target="../embeddings/oleObject207.bin"/><Relationship Id="rId36" Type="http://schemas.openxmlformats.org/officeDocument/2006/relationships/oleObject" Target="../embeddings/oleObject211.bin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197.wmf"/><Relationship Id="rId31" Type="http://schemas.openxmlformats.org/officeDocument/2006/relationships/image" Target="../media/image203.w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00.bin"/><Relationship Id="rId22" Type="http://schemas.openxmlformats.org/officeDocument/2006/relationships/oleObject" Target="../embeddings/oleObject204.bin"/><Relationship Id="rId27" Type="http://schemas.openxmlformats.org/officeDocument/2006/relationships/image" Target="../media/image201.wmf"/><Relationship Id="rId30" Type="http://schemas.openxmlformats.org/officeDocument/2006/relationships/oleObject" Target="../embeddings/oleObject208.bin"/><Relationship Id="rId35" Type="http://schemas.openxmlformats.org/officeDocument/2006/relationships/image" Target="../media/image205.wmf"/><Relationship Id="rId43" Type="http://schemas.openxmlformats.org/officeDocument/2006/relationships/image" Target="../media/image209.wmf"/><Relationship Id="rId8" Type="http://schemas.openxmlformats.org/officeDocument/2006/relationships/oleObject" Target="../embeddings/oleObject197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196.wmf"/><Relationship Id="rId25" Type="http://schemas.openxmlformats.org/officeDocument/2006/relationships/image" Target="../media/image200.wmf"/><Relationship Id="rId33" Type="http://schemas.openxmlformats.org/officeDocument/2006/relationships/image" Target="../media/image204.wmf"/><Relationship Id="rId38" Type="http://schemas.openxmlformats.org/officeDocument/2006/relationships/oleObject" Target="../embeddings/oleObject212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13" Type="http://schemas.openxmlformats.org/officeDocument/2006/relationships/oleObject" Target="../embeddings/oleObject220.bin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1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6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1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1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24.wmf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2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3.wmf"/><Relationship Id="rId20" Type="http://schemas.openxmlformats.org/officeDocument/2006/relationships/image" Target="../media/image225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8.wmf"/><Relationship Id="rId11" Type="http://schemas.openxmlformats.org/officeDocument/2006/relationships/oleObject" Target="../embeddings/oleObject226.bin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10" Type="http://schemas.openxmlformats.org/officeDocument/2006/relationships/image" Target="../media/image220.wmf"/><Relationship Id="rId19" Type="http://schemas.openxmlformats.org/officeDocument/2006/relationships/oleObject" Target="../embeddings/oleObject230.bin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2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33.wmf"/><Relationship Id="rId26" Type="http://schemas.openxmlformats.org/officeDocument/2006/relationships/image" Target="../media/image237.wmf"/><Relationship Id="rId3" Type="http://schemas.openxmlformats.org/officeDocument/2006/relationships/oleObject" Target="../embeddings/oleObject231.bin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0.wmf"/><Relationship Id="rId17" Type="http://schemas.openxmlformats.org/officeDocument/2006/relationships/oleObject" Target="../embeddings/oleObject238.bin"/><Relationship Id="rId25" Type="http://schemas.openxmlformats.org/officeDocument/2006/relationships/oleObject" Target="../embeddings/oleObject24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32.wmf"/><Relationship Id="rId20" Type="http://schemas.openxmlformats.org/officeDocument/2006/relationships/image" Target="../media/image23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35.bin"/><Relationship Id="rId24" Type="http://schemas.openxmlformats.org/officeDocument/2006/relationships/image" Target="../media/image236.wmf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oleObject" Target="../embeddings/oleObject241.bin"/><Relationship Id="rId28" Type="http://schemas.openxmlformats.org/officeDocument/2006/relationships/image" Target="../media/image238.wmf"/><Relationship Id="rId10" Type="http://schemas.openxmlformats.org/officeDocument/2006/relationships/image" Target="../media/image229.w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31.wmf"/><Relationship Id="rId22" Type="http://schemas.openxmlformats.org/officeDocument/2006/relationships/image" Target="../media/image235.wmf"/><Relationship Id="rId27" Type="http://schemas.openxmlformats.org/officeDocument/2006/relationships/oleObject" Target="../embeddings/oleObject24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13" Type="http://schemas.openxmlformats.org/officeDocument/2006/relationships/oleObject" Target="../embeddings/oleObject249.bin"/><Relationship Id="rId18" Type="http://schemas.openxmlformats.org/officeDocument/2006/relationships/image" Target="../media/image246.w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43.wmf"/><Relationship Id="rId17" Type="http://schemas.openxmlformats.org/officeDocument/2006/relationships/oleObject" Target="../embeddings/oleObject25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45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250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4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oleObject" Target="../embeddings/oleObject257.bin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51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53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8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250.wmf"/><Relationship Id="rId4" Type="http://schemas.openxmlformats.org/officeDocument/2006/relationships/image" Target="../media/image247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5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5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5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13" Type="http://schemas.openxmlformats.org/officeDocument/2006/relationships/oleObject" Target="../embeddings/oleObject267.bin"/><Relationship Id="rId18" Type="http://schemas.openxmlformats.org/officeDocument/2006/relationships/oleObject" Target="../embeddings/oleObject270.bin"/><Relationship Id="rId26" Type="http://schemas.openxmlformats.org/officeDocument/2006/relationships/oleObject" Target="../embeddings/oleObject274.bin"/><Relationship Id="rId3" Type="http://schemas.openxmlformats.org/officeDocument/2006/relationships/oleObject" Target="../embeddings/oleObject262.bin"/><Relationship Id="rId21" Type="http://schemas.openxmlformats.org/officeDocument/2006/relationships/image" Target="../media/image265.wmf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269.bin"/><Relationship Id="rId25" Type="http://schemas.openxmlformats.org/officeDocument/2006/relationships/image" Target="../media/image267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63.wmf"/><Relationship Id="rId20" Type="http://schemas.openxmlformats.org/officeDocument/2006/relationships/oleObject" Target="../embeddings/oleObject271.bin"/><Relationship Id="rId29" Type="http://schemas.openxmlformats.org/officeDocument/2006/relationships/image" Target="../media/image26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66.bin"/><Relationship Id="rId24" Type="http://schemas.openxmlformats.org/officeDocument/2006/relationships/oleObject" Target="../embeddings/oleObject273.bin"/><Relationship Id="rId5" Type="http://schemas.openxmlformats.org/officeDocument/2006/relationships/oleObject" Target="../embeddings/oleObject263.bin"/><Relationship Id="rId15" Type="http://schemas.openxmlformats.org/officeDocument/2006/relationships/oleObject" Target="../embeddings/oleObject268.bin"/><Relationship Id="rId23" Type="http://schemas.openxmlformats.org/officeDocument/2006/relationships/image" Target="../media/image266.wmf"/><Relationship Id="rId28" Type="http://schemas.openxmlformats.org/officeDocument/2006/relationships/oleObject" Target="../embeddings/oleObject275.bin"/><Relationship Id="rId10" Type="http://schemas.openxmlformats.org/officeDocument/2006/relationships/image" Target="../media/image260.wmf"/><Relationship Id="rId19" Type="http://schemas.openxmlformats.org/officeDocument/2006/relationships/image" Target="../media/image264.wmf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262.wmf"/><Relationship Id="rId22" Type="http://schemas.openxmlformats.org/officeDocument/2006/relationships/oleObject" Target="../embeddings/oleObject272.bin"/><Relationship Id="rId27" Type="http://schemas.openxmlformats.org/officeDocument/2006/relationships/image" Target="../media/image26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wmf"/><Relationship Id="rId13" Type="http://schemas.openxmlformats.org/officeDocument/2006/relationships/oleObject" Target="../embeddings/oleObject281.bin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78.bin"/><Relationship Id="rId12" Type="http://schemas.openxmlformats.org/officeDocument/2006/relationships/image" Target="../media/image27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1.wmf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7.bin"/><Relationship Id="rId10" Type="http://schemas.openxmlformats.org/officeDocument/2006/relationships/image" Target="../media/image273.wmf"/><Relationship Id="rId4" Type="http://schemas.openxmlformats.org/officeDocument/2006/relationships/image" Target="../media/image270.wmf"/><Relationship Id="rId9" Type="http://schemas.openxmlformats.org/officeDocument/2006/relationships/oleObject" Target="../embeddings/oleObject279.bin"/><Relationship Id="rId14" Type="http://schemas.openxmlformats.org/officeDocument/2006/relationships/image" Target="../media/image27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13" Type="http://schemas.openxmlformats.org/officeDocument/2006/relationships/oleObject" Target="../embeddings/oleObject287.bin"/><Relationship Id="rId18" Type="http://schemas.openxmlformats.org/officeDocument/2006/relationships/image" Target="../media/image282.wmf"/><Relationship Id="rId3" Type="http://schemas.openxmlformats.org/officeDocument/2006/relationships/notesSlide" Target="../notesSlides/notesSlide5.xml"/><Relationship Id="rId21" Type="http://schemas.openxmlformats.org/officeDocument/2006/relationships/oleObject" Target="../embeddings/oleObject291.bin"/><Relationship Id="rId7" Type="http://schemas.openxmlformats.org/officeDocument/2006/relationships/image" Target="../media/image277.wmf"/><Relationship Id="rId12" Type="http://schemas.openxmlformats.org/officeDocument/2006/relationships/image" Target="../media/image279.wmf"/><Relationship Id="rId17" Type="http://schemas.openxmlformats.org/officeDocument/2006/relationships/oleObject" Target="../embeddings/oleObject28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1.wmf"/><Relationship Id="rId20" Type="http://schemas.openxmlformats.org/officeDocument/2006/relationships/image" Target="../media/image283.wmf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83.bin"/><Relationship Id="rId11" Type="http://schemas.openxmlformats.org/officeDocument/2006/relationships/oleObject" Target="../embeddings/oleObject286.bin"/><Relationship Id="rId24" Type="http://schemas.openxmlformats.org/officeDocument/2006/relationships/image" Target="../media/image285.wmf"/><Relationship Id="rId5" Type="http://schemas.openxmlformats.org/officeDocument/2006/relationships/image" Target="../media/image276.wmf"/><Relationship Id="rId15" Type="http://schemas.openxmlformats.org/officeDocument/2006/relationships/oleObject" Target="../embeddings/oleObject288.bin"/><Relationship Id="rId23" Type="http://schemas.openxmlformats.org/officeDocument/2006/relationships/oleObject" Target="../embeddings/oleObject292.bin"/><Relationship Id="rId10" Type="http://schemas.openxmlformats.org/officeDocument/2006/relationships/oleObject" Target="../embeddings/oleObject285.bin"/><Relationship Id="rId19" Type="http://schemas.openxmlformats.org/officeDocument/2006/relationships/oleObject" Target="../embeddings/oleObject290.bin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278.wmf"/><Relationship Id="rId14" Type="http://schemas.openxmlformats.org/officeDocument/2006/relationships/image" Target="../media/image280.wmf"/><Relationship Id="rId22" Type="http://schemas.openxmlformats.org/officeDocument/2006/relationships/image" Target="../media/image284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F76AE-021B-45AE-83CD-C51C68C9166B}"/>
              </a:ext>
            </a:extLst>
          </p:cNvPr>
          <p:cNvSpPr txBox="1">
            <a:spLocks/>
          </p:cNvSpPr>
          <p:nvPr/>
        </p:nvSpPr>
        <p:spPr>
          <a:xfrm>
            <a:off x="685800" y="987574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导数与微分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EB80A1-0BF8-4311-A10A-82FFC6BAD760}"/>
              </a:ext>
            </a:extLst>
          </p:cNvPr>
          <p:cNvSpPr txBox="1">
            <a:spLocks/>
          </p:cNvSpPr>
          <p:nvPr/>
        </p:nvSpPr>
        <p:spPr>
          <a:xfrm>
            <a:off x="1441748" y="2571750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第四节  隐函数的导数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8434209B-A17A-41A7-A5B9-A043CAEE3116}"/>
              </a:ext>
            </a:extLst>
          </p:cNvPr>
          <p:cNvSpPr txBox="1">
            <a:spLocks/>
          </p:cNvSpPr>
          <p:nvPr/>
        </p:nvSpPr>
        <p:spPr>
          <a:xfrm>
            <a:off x="1441376" y="3429678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</a:p>
        </p:txBody>
      </p:sp>
    </p:spTree>
    <p:extLst>
      <p:ext uri="{BB962C8B-B14F-4D97-AF65-F5344CB8AC3E}">
        <p14:creationId xmlns:p14="http://schemas.microsoft.com/office/powerpoint/2010/main" val="311123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2" action="ppaction://hlinksldjump"/>
            <a:extLst>
              <a:ext uri="{FF2B5EF4-FFF2-40B4-BE49-F238E27FC236}">
                <a16:creationId xmlns:a16="http://schemas.microsoft.com/office/drawing/2014/main" id="{1097D3E9-E809-4BCC-906D-F6D545ADA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843558"/>
            <a:ext cx="32624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温故而知新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18CF2F-774B-44E1-9F05-00167646E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55" y="1851670"/>
            <a:ext cx="3439269" cy="228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1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FED6D8ED-523F-44D9-A049-58A8F9070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10341"/>
            <a:ext cx="1296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练习题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1BB3EB4-E366-41DA-AF58-955519D65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02" y="699542"/>
            <a:ext cx="82705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3366FF"/>
                </a:solidFill>
                <a:latin typeface="+mj-ea"/>
                <a:ea typeface="+mj-ea"/>
              </a:rPr>
              <a:t>1.</a:t>
            </a:r>
            <a:r>
              <a:rPr lang="zh-CN" altLang="en-US" sz="2400" b="1" dirty="0">
                <a:latin typeface="+mj-ea"/>
                <a:ea typeface="+mj-ea"/>
              </a:rPr>
              <a:t>若可导函数        的反函数为         且      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CC54D53-D644-4FD7-9384-0C77FC84B3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876518"/>
              </p:ext>
            </p:extLst>
          </p:nvPr>
        </p:nvGraphicFramePr>
        <p:xfrm>
          <a:off x="2442602" y="758924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08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2E4BAC0-1F88-4E3B-BE66-D2EAB90C9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2602" y="758924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13B4E20-2648-45EC-A6A3-C56573335C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824202"/>
              </p:ext>
            </p:extLst>
          </p:nvPr>
        </p:nvGraphicFramePr>
        <p:xfrm>
          <a:off x="5178906" y="811292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09" name="Equation" r:id="rId5" imgW="1155600" imgH="342720" progId="Equation.DSMT4">
                  <p:embed/>
                </p:oleObj>
              </mc:Choice>
              <mc:Fallback>
                <p:oleObj name="Equation" r:id="rId5" imgW="11556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7CF6EEC-E8A6-4FD4-BA15-660F75862B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78906" y="811292"/>
                        <a:ext cx="1155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3EF3F04-E444-4EAD-8920-5884F35A44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357984"/>
              </p:ext>
            </p:extLst>
          </p:nvPr>
        </p:nvGraphicFramePr>
        <p:xfrm>
          <a:off x="6937672" y="818307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10" name="Equation" r:id="rId7" imgW="1549080" imgH="342720" progId="Equation.DSMT4">
                  <p:embed/>
                </p:oleObj>
              </mc:Choice>
              <mc:Fallback>
                <p:oleObj name="Equation" r:id="rId7" imgW="154908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A83D3B5-470E-4E44-87B1-612AD10D84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37672" y="818307"/>
                        <a:ext cx="1549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A3F6529-3445-490E-825E-4D2BF2B8D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214866"/>
              </p:ext>
            </p:extLst>
          </p:nvPr>
        </p:nvGraphicFramePr>
        <p:xfrm>
          <a:off x="523434" y="1347912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11" name="Equation" r:id="rId9" imgW="1155600" imgH="355320" progId="Equation.DSMT4">
                  <p:embed/>
                </p:oleObj>
              </mc:Choice>
              <mc:Fallback>
                <p:oleObj name="Equation" r:id="rId9" imgW="115560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B41E169-19C7-45F9-AF50-EF3FE3FF2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3434" y="1347912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165688A1-C248-45F7-AA2E-C882116EB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134" y="1241847"/>
            <a:ext cx="4363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                   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885C8BA-1AA9-41BD-84B3-A4D3C3ECC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070694"/>
              </p:ext>
            </p:extLst>
          </p:nvPr>
        </p:nvGraphicFramePr>
        <p:xfrm>
          <a:off x="2155384" y="1323514"/>
          <a:ext cx="135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12" name="Equation" r:id="rId11" imgW="1358640" imgH="355320" progId="Equation.DSMT4">
                  <p:embed/>
                </p:oleObj>
              </mc:Choice>
              <mc:Fallback>
                <p:oleObj name="Equation" r:id="rId11" imgW="1358640" imgH="355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CCA7705-27D9-4DD5-8CE4-831593F2C1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55384" y="1323514"/>
                        <a:ext cx="1358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DF62CC5-A7BF-4A38-9312-86C7AAF9AA4B}"/>
              </a:ext>
            </a:extLst>
          </p:cNvPr>
          <p:cNvCxnSpPr>
            <a:cxnSpLocks/>
          </p:cNvCxnSpPr>
          <p:nvPr/>
        </p:nvCxnSpPr>
        <p:spPr>
          <a:xfrm flipV="1">
            <a:off x="3547502" y="1634579"/>
            <a:ext cx="1487388" cy="76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Box 3">
            <a:extLst>
              <a:ext uri="{FF2B5EF4-FFF2-40B4-BE49-F238E27FC236}">
                <a16:creationId xmlns:a16="http://schemas.microsoft.com/office/drawing/2014/main" id="{9E821B99-F06E-420C-A438-2A56A6907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08" y="1908571"/>
            <a:ext cx="60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0A6D0235-EE31-45D6-AA1D-7465E3B77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808" y="1924193"/>
            <a:ext cx="28469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由反函数求导法则，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4BFA61C-A2E8-434B-A460-1DCF7E0E6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642046"/>
              </p:ext>
            </p:extLst>
          </p:nvPr>
        </p:nvGraphicFramePr>
        <p:xfrm>
          <a:off x="4098786" y="1787897"/>
          <a:ext cx="179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13" name="Equation" r:id="rId13" imgW="1790640" imgH="787320" progId="Equation.DSMT4">
                  <p:embed/>
                </p:oleObj>
              </mc:Choice>
              <mc:Fallback>
                <p:oleObj name="Equation" r:id="rId13" imgW="1790640" imgH="787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17916FFE-84FD-4312-8327-9F82AEA699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98786" y="1787897"/>
                        <a:ext cx="1790700" cy="787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FE741AD3-D930-443D-B45A-D5C734C442CB}"/>
              </a:ext>
            </a:extLst>
          </p:cNvPr>
          <p:cNvGrpSpPr/>
          <p:nvPr/>
        </p:nvGrpSpPr>
        <p:grpSpPr>
          <a:xfrm>
            <a:off x="930434" y="2766489"/>
            <a:ext cx="2643708" cy="461665"/>
            <a:chOff x="1115616" y="3198835"/>
            <a:chExt cx="2643708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5657E32-D853-4115-A188-180CDB841E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7287273"/>
                </p:ext>
              </p:extLst>
            </p:nvPr>
          </p:nvGraphicFramePr>
          <p:xfrm>
            <a:off x="1115616" y="3289968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514" name="Equation" r:id="rId15" imgW="596880" imgH="279360" progId="Equation.DSMT4">
                    <p:embed/>
                  </p:oleObj>
                </mc:Choice>
                <mc:Fallback>
                  <p:oleObj name="Equation" r:id="rId15" imgW="596880" imgH="27936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1E491683-599A-489D-AC42-CA8D97BC3A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15616" y="3289968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3">
              <a:extLst>
                <a:ext uri="{FF2B5EF4-FFF2-40B4-BE49-F238E27FC236}">
                  <a16:creationId xmlns:a16="http://schemas.microsoft.com/office/drawing/2014/main" id="{D606975C-DE33-4CA7-AF01-518655C96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7228" y="3198835"/>
              <a:ext cx="603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时，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3E2D6CD7-7419-4915-9802-B469D528BD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6796526"/>
                </p:ext>
              </p:extLst>
            </p:nvPr>
          </p:nvGraphicFramePr>
          <p:xfrm>
            <a:off x="2552824" y="3289968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7515" name="Equation" r:id="rId17" imgW="1206360" imgH="342720" progId="Equation.DSMT4">
                    <p:embed/>
                  </p:oleObj>
                </mc:Choice>
                <mc:Fallback>
                  <p:oleObj name="Equation" r:id="rId17" imgW="120636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C027ECA5-19C1-4868-BA5A-21C21197F2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552824" y="3289968"/>
                          <a:ext cx="1206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9F500CE-F8A5-48CF-9E0C-408B56092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892963"/>
              </p:ext>
            </p:extLst>
          </p:nvPr>
        </p:nvGraphicFramePr>
        <p:xfrm>
          <a:off x="746606" y="3338283"/>
          <a:ext cx="5588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16" name="Equation" r:id="rId19" imgW="5587920" imgH="888840" progId="Equation.DSMT4">
                  <p:embed/>
                </p:oleObj>
              </mc:Choice>
              <mc:Fallback>
                <p:oleObj name="Equation" r:id="rId19" imgW="5587920" imgH="8888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8F5FF343-A4E9-4891-A300-25CD0F6F9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6606" y="3338283"/>
                        <a:ext cx="5588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D3BBC2D-ED81-4CED-A179-E20BBC0570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813794"/>
              </p:ext>
            </p:extLst>
          </p:nvPr>
        </p:nvGraphicFramePr>
        <p:xfrm>
          <a:off x="4403710" y="1061207"/>
          <a:ext cx="24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517" name="Equation" r:id="rId21" imgW="241200" imgH="723600" progId="Equation.DSMT4">
                  <p:embed/>
                </p:oleObj>
              </mc:Choice>
              <mc:Fallback>
                <p:oleObj name="Equation" r:id="rId21" imgW="241200" imgH="723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DDC1B25-74AD-4097-BC98-4885F9A143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03710" y="1061207"/>
                        <a:ext cx="241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340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06736EE0-9C67-4762-BFFB-6B4D1D515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76" y="386949"/>
            <a:ext cx="81630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3366FF"/>
                </a:solidFill>
                <a:latin typeface="+mj-ea"/>
                <a:ea typeface="+mj-ea"/>
              </a:rPr>
              <a:t>2.</a:t>
            </a:r>
            <a:r>
              <a:rPr lang="zh-CN" altLang="en-US" sz="2400" b="1" dirty="0">
                <a:latin typeface="+mj-ea"/>
                <a:ea typeface="+mj-ea"/>
              </a:rPr>
              <a:t>若可导函数        的反函数为         且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8C9B423-DF7F-4CA6-A9C1-86B506D8E2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267623"/>
              </p:ext>
            </p:extLst>
          </p:nvPr>
        </p:nvGraphicFramePr>
        <p:xfrm>
          <a:off x="2585076" y="446331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3" name="Equation" r:id="rId3" imgW="1104840" imgH="342720" progId="Equation.DSMT4">
                  <p:embed/>
                </p:oleObj>
              </mc:Choice>
              <mc:Fallback>
                <p:oleObj name="Equation" r:id="rId3" imgW="110484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F02E6D2-4BEA-4FFA-8C9F-FC1C38F56E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5076" y="446331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CBEEE20-ED15-48EC-BDBA-59DC799BB7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886524"/>
              </p:ext>
            </p:extLst>
          </p:nvPr>
        </p:nvGraphicFramePr>
        <p:xfrm>
          <a:off x="5290488" y="414581"/>
          <a:ext cx="138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4" name="Equation" r:id="rId5" imgW="1384200" imgH="406080" progId="Equation.DSMT4">
                  <p:embed/>
                </p:oleObj>
              </mc:Choice>
              <mc:Fallback>
                <p:oleObj name="Equation" r:id="rId5" imgW="138420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4BDA32E-F645-4AFE-9643-15E6770289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0488" y="414581"/>
                        <a:ext cx="1384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94AF72C-8D73-4E62-866C-29891FF7B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89984"/>
              </p:ext>
            </p:extLst>
          </p:nvPr>
        </p:nvGraphicFramePr>
        <p:xfrm>
          <a:off x="7014076" y="499260"/>
          <a:ext cx="154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5" name="Equation" r:id="rId7" imgW="1549080" imgH="342720" progId="Equation.DSMT4">
                  <p:embed/>
                </p:oleObj>
              </mc:Choice>
              <mc:Fallback>
                <p:oleObj name="Equation" r:id="rId7" imgW="15490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F7CC950-A4C3-4F1F-98D0-374B941BA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14076" y="499260"/>
                        <a:ext cx="1549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F7F55D4-40D5-4E80-BFE8-781FA4F5E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007019"/>
              </p:ext>
            </p:extLst>
          </p:nvPr>
        </p:nvGraphicFramePr>
        <p:xfrm>
          <a:off x="600096" y="1275904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6" name="Equation" r:id="rId9" imgW="1155600" imgH="355320" progId="Equation.DSMT4">
                  <p:embed/>
                </p:oleObj>
              </mc:Choice>
              <mc:Fallback>
                <p:oleObj name="Equation" r:id="rId9" imgW="115560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7528E06-BED1-4688-917E-75C8B5D11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0096" y="1275904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5E887F1-9D11-4F8B-BF2D-4D3019976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333749"/>
              </p:ext>
            </p:extLst>
          </p:nvPr>
        </p:nvGraphicFramePr>
        <p:xfrm>
          <a:off x="1990725" y="1219200"/>
          <a:ext cx="1841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7" name="Equation" r:id="rId11" imgW="1841400" imgH="419040" progId="Equation.DSMT4">
                  <p:embed/>
                </p:oleObj>
              </mc:Choice>
              <mc:Fallback>
                <p:oleObj name="Equation" r:id="rId11" imgW="184140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7A9FFAB-1EF1-4C65-851D-6928C94FE1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90725" y="1219200"/>
                        <a:ext cx="1841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336E573-7200-4163-8484-CFB053C8A8F0}"/>
              </a:ext>
            </a:extLst>
          </p:cNvPr>
          <p:cNvCxnSpPr>
            <a:cxnSpLocks/>
          </p:cNvCxnSpPr>
          <p:nvPr/>
        </p:nvCxnSpPr>
        <p:spPr>
          <a:xfrm flipV="1">
            <a:off x="3917028" y="1563638"/>
            <a:ext cx="1487388" cy="76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FB7BB0D-7E1F-4C21-A144-9B5B8A161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558948"/>
              </p:ext>
            </p:extLst>
          </p:nvPr>
        </p:nvGraphicFramePr>
        <p:xfrm>
          <a:off x="4451350" y="1008887"/>
          <a:ext cx="24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8" name="Equation" r:id="rId13" imgW="241200" imgH="723600" progId="Equation.DSMT4">
                  <p:embed/>
                </p:oleObj>
              </mc:Choice>
              <mc:Fallback>
                <p:oleObj name="Equation" r:id="rId13" imgW="24120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45195D5-AD64-4576-A5EC-4249860174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51350" y="1008887"/>
                        <a:ext cx="241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8FBE1587-8574-4423-82B4-00EDDD33C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72" y="2097117"/>
            <a:ext cx="60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0111964E-4E95-4AC7-B5F2-FA994DF2F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672" y="2112739"/>
            <a:ext cx="28469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由反函数求导法则，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58686CB-2F62-4C99-9CF9-F5AD312DD6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700927"/>
              </p:ext>
            </p:extLst>
          </p:nvPr>
        </p:nvGraphicFramePr>
        <p:xfrm>
          <a:off x="1500776" y="3001694"/>
          <a:ext cx="3390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9" name="Equation" r:id="rId15" imgW="3390840" imgH="901440" progId="Equation.DSMT4">
                  <p:embed/>
                </p:oleObj>
              </mc:Choice>
              <mc:Fallback>
                <p:oleObj name="Equation" r:id="rId15" imgW="3390840" imgH="9014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A868560-BF1D-4A6F-ACED-C501552AB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00776" y="3001694"/>
                        <a:ext cx="33909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82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D2713D7D-B477-4F00-B913-EEE61B1B7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76" y="1771895"/>
            <a:ext cx="98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9AE28D53-C56B-4F12-A6F4-408DA9AB24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339781"/>
              </p:ext>
            </p:extLst>
          </p:nvPr>
        </p:nvGraphicFramePr>
        <p:xfrm>
          <a:off x="5050961" y="1660033"/>
          <a:ext cx="482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76" name="Equation" r:id="rId3" imgW="482400" imgH="799920" progId="Equation.DSMT4">
                  <p:embed/>
                </p:oleObj>
              </mc:Choice>
              <mc:Fallback>
                <p:oleObj name="Equation" r:id="rId3" imgW="482400" imgH="799920" progId="Equation.DSMT4">
                  <p:embed/>
                  <p:pic>
                    <p:nvPicPr>
                      <p:cNvPr id="10" name="Object 20">
                        <a:extLst>
                          <a:ext uri="{FF2B5EF4-FFF2-40B4-BE49-F238E27FC236}">
                            <a16:creationId xmlns:a16="http://schemas.microsoft.com/office/drawing/2014/main" id="{8A0CDFA0-A3A6-46F6-9524-CB2A1553A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0961" y="1660033"/>
                        <a:ext cx="482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060403E-A3C1-42FD-A864-3A8F818D638D}"/>
              </a:ext>
            </a:extLst>
          </p:cNvPr>
          <p:cNvGrpSpPr/>
          <p:nvPr/>
        </p:nvGrpSpPr>
        <p:grpSpPr>
          <a:xfrm>
            <a:off x="683568" y="195486"/>
            <a:ext cx="8144966" cy="869281"/>
            <a:chOff x="755576" y="300037"/>
            <a:chExt cx="8144966" cy="869281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7054DEE8-081E-40FD-A5AF-73C6FD7CAA2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483518"/>
              <a:ext cx="1411288" cy="6858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试从 </a:t>
              </a:r>
            </a:p>
          </p:txBody>
        </p:sp>
        <p:graphicFrame>
          <p:nvGraphicFramePr>
            <p:cNvPr id="6" name="Object 13">
              <a:extLst>
                <a:ext uri="{FF2B5EF4-FFF2-40B4-BE49-F238E27FC236}">
                  <a16:creationId xmlns:a16="http://schemas.microsoft.com/office/drawing/2014/main" id="{3D3DF425-5E70-4462-A5A0-9207BCB768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1343970"/>
                </p:ext>
              </p:extLst>
            </p:nvPr>
          </p:nvGraphicFramePr>
          <p:xfrm>
            <a:off x="1879526" y="338137"/>
            <a:ext cx="9906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77" name="Equation" r:id="rId5" imgW="990360" imgH="799920" progId="Equation.DSMT4">
                    <p:embed/>
                  </p:oleObj>
                </mc:Choice>
                <mc:Fallback>
                  <p:oleObj name="Equation" r:id="rId5" imgW="990360" imgH="799920" progId="Equation.DSMT4">
                    <p:embed/>
                    <p:pic>
                      <p:nvPicPr>
                        <p:cNvPr id="3" name="Object 13">
                          <a:extLst>
                            <a:ext uri="{FF2B5EF4-FFF2-40B4-BE49-F238E27FC236}">
                              <a16:creationId xmlns:a16="http://schemas.microsoft.com/office/drawing/2014/main" id="{01D6481D-687E-488C-9F2E-26EC2DA27B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526" y="338137"/>
                          <a:ext cx="990600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4">
              <a:extLst>
                <a:ext uri="{FF2B5EF4-FFF2-40B4-BE49-F238E27FC236}">
                  <a16:creationId xmlns:a16="http://schemas.microsoft.com/office/drawing/2014/main" id="{2ED59D5E-604B-4BE5-A449-DC4C9DA9A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126" y="464710"/>
              <a:ext cx="1270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导出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8F79730-160A-4491-9686-78089E37BE42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680842" y="300037"/>
            <a:ext cx="5219700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578" name="Equation" r:id="rId7" imgW="5219640" imgH="838080" progId="Equation.DSMT4">
                    <p:embed/>
                  </p:oleObj>
                </mc:Choice>
                <mc:Fallback>
                  <p:oleObj name="Equation" r:id="rId7" imgW="5219640" imgH="8380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DFB163F9-AEC8-4D4B-A3B9-2F4F3A70E4C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80842" y="300037"/>
                          <a:ext cx="5219700" cy="838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5DEA151-0E42-477D-9795-BA593A704C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210297"/>
              </p:ext>
            </p:extLst>
          </p:nvPr>
        </p:nvGraphicFramePr>
        <p:xfrm>
          <a:off x="1341884" y="1558433"/>
          <a:ext cx="242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79" name="Equation" r:id="rId9" imgW="2425680" imgH="888840" progId="Equation.DSMT4">
                  <p:embed/>
                </p:oleObj>
              </mc:Choice>
              <mc:Fallback>
                <p:oleObj name="Equation" r:id="rId9" imgW="2425680" imgH="8888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183C4A9-6DFA-437A-8677-7C246E810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41884" y="1558433"/>
                        <a:ext cx="2425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124FF4F-3240-452B-82EB-F6965ADC3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367196"/>
              </p:ext>
            </p:extLst>
          </p:nvPr>
        </p:nvGraphicFramePr>
        <p:xfrm>
          <a:off x="3655083" y="1628352"/>
          <a:ext cx="673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0" name="Equation" r:id="rId11" imgW="672840" imgH="799920" progId="Equation.DSMT4">
                  <p:embed/>
                </p:oleObj>
              </mc:Choice>
              <mc:Fallback>
                <p:oleObj name="Equation" r:id="rId11" imgW="672840" imgH="7999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5CE2FE3-54BB-456E-96AD-24DB6A05FB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5083" y="1628352"/>
                        <a:ext cx="6731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F8A4EF4-5970-4ABB-ADBD-C66F4F321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802571"/>
              </p:ext>
            </p:extLst>
          </p:nvPr>
        </p:nvGraphicFramePr>
        <p:xfrm>
          <a:off x="4382715" y="1592517"/>
          <a:ext cx="711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1" name="Equation" r:id="rId13" imgW="711000" imgH="863280" progId="Equation.DSMT4">
                  <p:embed/>
                </p:oleObj>
              </mc:Choice>
              <mc:Fallback>
                <p:oleObj name="Equation" r:id="rId13" imgW="711000" imgH="863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DDEE7616-88F8-4869-9663-8D1BC220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82715" y="1592517"/>
                        <a:ext cx="7112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F7D6AD7-8CC4-4858-A46D-3B008AEB8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465351"/>
              </p:ext>
            </p:extLst>
          </p:nvPr>
        </p:nvGraphicFramePr>
        <p:xfrm>
          <a:off x="5607652" y="1660033"/>
          <a:ext cx="1193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2" name="Equation" r:id="rId15" imgW="1193760" imgH="787320" progId="Equation.DSMT4">
                  <p:embed/>
                </p:oleObj>
              </mc:Choice>
              <mc:Fallback>
                <p:oleObj name="Equation" r:id="rId15" imgW="1193760" imgH="787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C28A4F1-DE06-472B-A4DB-0E4EF6263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07652" y="1660033"/>
                        <a:ext cx="1193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B0A141F-8408-46E6-9BE5-3A2FE025F6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611795"/>
              </p:ext>
            </p:extLst>
          </p:nvPr>
        </p:nvGraphicFramePr>
        <p:xfrm>
          <a:off x="7278311" y="1668717"/>
          <a:ext cx="1181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3" name="Equation" r:id="rId17" imgW="1180800" imgH="787320" progId="Equation.DSMT4">
                  <p:embed/>
                </p:oleObj>
              </mc:Choice>
              <mc:Fallback>
                <p:oleObj name="Equation" r:id="rId17" imgW="1180800" imgH="78732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7906C8F2-B2D5-4434-A067-5DB24CAD69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278311" y="1668717"/>
                        <a:ext cx="1181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9D8FECF-2C5B-4522-95B1-BF727A6127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455854"/>
              </p:ext>
            </p:extLst>
          </p:nvPr>
        </p:nvGraphicFramePr>
        <p:xfrm>
          <a:off x="6786936" y="1649736"/>
          <a:ext cx="41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4" name="Equation" r:id="rId19" imgW="419040" imgH="787320" progId="Equation.DSMT4">
                  <p:embed/>
                </p:oleObj>
              </mc:Choice>
              <mc:Fallback>
                <p:oleObj name="Equation" r:id="rId19" imgW="419040" imgH="7873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6C16DF80-78EE-4BA2-B025-B4675191C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86936" y="1649736"/>
                        <a:ext cx="419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FE3C7F-6443-4EFB-8483-31EEA57B1720}"/>
              </a:ext>
            </a:extLst>
          </p:cNvPr>
          <p:cNvCxnSpPr/>
          <p:nvPr/>
        </p:nvCxnSpPr>
        <p:spPr>
          <a:xfrm>
            <a:off x="180823" y="3147814"/>
            <a:ext cx="9073008" cy="0"/>
          </a:xfrm>
          <a:prstGeom prst="line">
            <a:avLst/>
          </a:prstGeom>
          <a:ln w="158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53F8546-B7E4-46C8-AA3E-50786A4969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945196"/>
              </p:ext>
            </p:extLst>
          </p:nvPr>
        </p:nvGraphicFramePr>
        <p:xfrm>
          <a:off x="3263899" y="3507854"/>
          <a:ext cx="2616201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585" name="Equation" r:id="rId21" imgW="2616120" imgH="787320" progId="Equation.DSMT4">
                  <p:embed/>
                </p:oleObj>
              </mc:Choice>
              <mc:Fallback>
                <p:oleObj name="Equation" r:id="rId21" imgW="2616120" imgH="7873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F931E59C-BBC9-43B4-B646-FE376E6D5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63899" y="3507854"/>
                        <a:ext cx="2616201" cy="787400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25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7891F57-9520-4935-B8D1-924A97C00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008837"/>
              </p:ext>
            </p:extLst>
          </p:nvPr>
        </p:nvGraphicFramePr>
        <p:xfrm>
          <a:off x="755576" y="627534"/>
          <a:ext cx="4152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86" name="Equation" r:id="rId3" imgW="4152600" imgH="888840" progId="Equation.DSMT4">
                  <p:embed/>
                </p:oleObj>
              </mc:Choice>
              <mc:Fallback>
                <p:oleObj name="Equation" r:id="rId3" imgW="4152600" imgH="8888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3621681-F3F0-41B1-8745-FF4C0A1C5E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627534"/>
                        <a:ext cx="41529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9913650-5FBE-41C7-B156-24FA02717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621999"/>
              </p:ext>
            </p:extLst>
          </p:nvPr>
        </p:nvGraphicFramePr>
        <p:xfrm>
          <a:off x="5049274" y="652934"/>
          <a:ext cx="2260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87" name="Equation" r:id="rId5" imgW="2260440" imgH="863280" progId="Equation.DSMT4">
                  <p:embed/>
                </p:oleObj>
              </mc:Choice>
              <mc:Fallback>
                <p:oleObj name="Equation" r:id="rId5" imgW="2260440" imgH="863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A4B8A06-41BF-42D0-92E4-308ECC7649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9274" y="652934"/>
                        <a:ext cx="22606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ECF4E8F-FB34-4838-973F-6D81CA370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225784"/>
              </p:ext>
            </p:extLst>
          </p:nvPr>
        </p:nvGraphicFramePr>
        <p:xfrm>
          <a:off x="1664898" y="2071292"/>
          <a:ext cx="582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88" name="Equation" r:id="rId7" imgW="5829120" imgH="825480" progId="Equation.DSMT4">
                  <p:embed/>
                </p:oleObj>
              </mc:Choice>
              <mc:Fallback>
                <p:oleObj name="Equation" r:id="rId7" imgW="5829120" imgH="825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2D7A867-2DBD-4120-9ED6-F486DC3F3E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4898" y="2071292"/>
                        <a:ext cx="5829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054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A069F9C-5554-499C-910B-FCDEE4E1CD68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339502"/>
            <a:ext cx="7128792" cy="4331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求函数                                的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阶导数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EE8CAA2-7264-4B27-93BA-4E10381DB4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199603"/>
              </p:ext>
            </p:extLst>
          </p:nvPr>
        </p:nvGraphicFramePr>
        <p:xfrm>
          <a:off x="2267744" y="160140"/>
          <a:ext cx="2273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56" name="Equation" r:id="rId3" imgW="2273040" imgH="774360" progId="Equation.DSMT4">
                  <p:embed/>
                </p:oleObj>
              </mc:Choice>
              <mc:Fallback>
                <p:oleObj name="Equation" r:id="rId3" imgW="227304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1D84B60-DA06-43A9-B115-7C4214C9F5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160140"/>
                        <a:ext cx="2273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903B1D5-76A4-4CBD-8C06-ADBD62A36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009554"/>
              </p:ext>
            </p:extLst>
          </p:nvPr>
        </p:nvGraphicFramePr>
        <p:xfrm>
          <a:off x="5009664" y="482189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57" name="Equation" r:id="rId5" imgW="190440" imgH="203040" progId="Equation.DSMT4">
                  <p:embed/>
                </p:oleObj>
              </mc:Choice>
              <mc:Fallback>
                <p:oleObj name="Equation" r:id="rId5" imgW="19044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3A4AD5E-8B2F-41C5-8FA0-CBA7BDC17F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9664" y="482189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6">
            <a:extLst>
              <a:ext uri="{FF2B5EF4-FFF2-40B4-BE49-F238E27FC236}">
                <a16:creationId xmlns:a16="http://schemas.microsoft.com/office/drawing/2014/main" id="{DB1F7B18-EAFD-4141-A898-EF16DF0B5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84" y="1288898"/>
            <a:ext cx="50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784B05A-1E11-43E1-9B93-0A8484851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525730"/>
              </p:ext>
            </p:extLst>
          </p:nvPr>
        </p:nvGraphicFramePr>
        <p:xfrm>
          <a:off x="1434921" y="1132381"/>
          <a:ext cx="3530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58" name="Equation" r:id="rId7" imgW="3530520" imgH="774360" progId="Equation.DSMT4">
                  <p:embed/>
                </p:oleObj>
              </mc:Choice>
              <mc:Fallback>
                <p:oleObj name="Equation" r:id="rId7" imgW="3530520" imgH="774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3954A81-9868-4D8C-9770-C67A48FE84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34921" y="1132381"/>
                        <a:ext cx="3530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DB684A4-B5DF-4E23-A684-D69992FFF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624530"/>
              </p:ext>
            </p:extLst>
          </p:nvPr>
        </p:nvGraphicFramePr>
        <p:xfrm>
          <a:off x="1578937" y="2163514"/>
          <a:ext cx="4051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59" name="Equation" r:id="rId9" imgW="4051080" imgH="774360" progId="Equation.DSMT4">
                  <p:embed/>
                </p:oleObj>
              </mc:Choice>
              <mc:Fallback>
                <p:oleObj name="Equation" r:id="rId9" imgW="405108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C709EFA-3D45-4E7C-87D0-274F1270E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78937" y="2163514"/>
                        <a:ext cx="4051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60785F4-3EE4-425A-AF4E-82B2358E20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541864"/>
              </p:ext>
            </p:extLst>
          </p:nvPr>
        </p:nvGraphicFramePr>
        <p:xfrm>
          <a:off x="1578937" y="3230039"/>
          <a:ext cx="588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60" name="Equation" r:id="rId11" imgW="5879880" imgH="736560" progId="Equation.DSMT4">
                  <p:embed/>
                </p:oleObj>
              </mc:Choice>
              <mc:Fallback>
                <p:oleObj name="Equation" r:id="rId11" imgW="587988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7938CDB-EBD6-4996-B154-D411CDC5B1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78937" y="3230039"/>
                        <a:ext cx="588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E83E3494-B221-46A7-850E-A4D87F75F177}"/>
              </a:ext>
            </a:extLst>
          </p:cNvPr>
          <p:cNvGrpSpPr/>
          <p:nvPr/>
        </p:nvGrpSpPr>
        <p:grpSpPr>
          <a:xfrm>
            <a:off x="2771800" y="196439"/>
            <a:ext cx="2930658" cy="868076"/>
            <a:chOff x="2843808" y="411672"/>
            <a:chExt cx="2930658" cy="86807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02E263-62E5-4A45-8DFC-D2AFC9DFF759}"/>
                </a:ext>
              </a:extLst>
            </p:cNvPr>
            <p:cNvSpPr/>
            <p:nvPr/>
          </p:nvSpPr>
          <p:spPr>
            <a:xfrm>
              <a:off x="2843808" y="411672"/>
              <a:ext cx="576064" cy="774700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D7A622C5-585B-46BB-BE89-479ABB345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934" y="941194"/>
              <a:ext cx="2301532" cy="33855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假分式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=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多项式</a:t>
              </a:r>
              <a:r>
                <a:rPr lang="en-US" altLang="zh-CN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+</a:t>
              </a:r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真分式</a:t>
              </a:r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705DFF3-0D7F-47E1-899B-265107EF8C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333129"/>
              </p:ext>
            </p:extLst>
          </p:nvPr>
        </p:nvGraphicFramePr>
        <p:xfrm>
          <a:off x="5284907" y="384646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61" name="Equation" r:id="rId13" imgW="838080" imgH="342720" progId="Equation.DSMT4">
                  <p:embed/>
                </p:oleObj>
              </mc:Choice>
              <mc:Fallback>
                <p:oleObj name="Equation" r:id="rId13" imgW="838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84907" y="384646"/>
                        <a:ext cx="83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DBC0EBC-B0F2-404F-A370-08E4D05C8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596402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62" name="Equation" r:id="rId15" imgW="914400" imgH="306720" progId="Equation.DSMT4">
                  <p:embed/>
                </p:oleObj>
              </mc:Choice>
              <mc:Fallback>
                <p:oleObj name="Equation" r:id="rId15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754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524A423-E649-4971-9909-2C1BB7FE5DE6}"/>
              </a:ext>
            </a:extLst>
          </p:cNvPr>
          <p:cNvGrpSpPr/>
          <p:nvPr/>
        </p:nvGrpSpPr>
        <p:grpSpPr>
          <a:xfrm>
            <a:off x="1547664" y="267494"/>
            <a:ext cx="5085101" cy="1080120"/>
            <a:chOff x="4535996" y="621776"/>
            <a:chExt cx="5085101" cy="108012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F8354F1-9C5E-46B4-87F8-1EC58339DC9C}"/>
                </a:ext>
              </a:extLst>
            </p:cNvPr>
            <p:cNvGrpSpPr/>
            <p:nvPr/>
          </p:nvGrpSpPr>
          <p:grpSpPr>
            <a:xfrm>
              <a:off x="4535996" y="621776"/>
              <a:ext cx="5085101" cy="1080120"/>
              <a:chOff x="4535996" y="621776"/>
              <a:chExt cx="5085101" cy="1080120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1B6F3F54-C2D8-4784-8E41-AC6AFAD88C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52120" y="1053227"/>
                <a:ext cx="3968977" cy="635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弧形 6">
                <a:extLst>
                  <a:ext uri="{FF2B5EF4-FFF2-40B4-BE49-F238E27FC236}">
                    <a16:creationId xmlns:a16="http://schemas.microsoft.com/office/drawing/2014/main" id="{98D64D8C-8273-4910-AB3B-D36650612F5A}"/>
                  </a:ext>
                </a:extLst>
              </p:cNvPr>
              <p:cNvSpPr/>
              <p:nvPr/>
            </p:nvSpPr>
            <p:spPr>
              <a:xfrm rot="3678360">
                <a:off x="4572000" y="585772"/>
                <a:ext cx="1080120" cy="1152127"/>
              </a:xfrm>
              <a:prstGeom prst="arc">
                <a:avLst>
                  <a:gd name="adj1" fmla="val 17418393"/>
                  <a:gd name="adj2" fmla="val 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C79C18F-24E5-49F5-94B9-5A1D5A41F0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0618027"/>
                </p:ext>
              </p:extLst>
            </p:nvPr>
          </p:nvGraphicFramePr>
          <p:xfrm>
            <a:off x="5887828" y="1161835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678" name="Equation" r:id="rId3" imgW="685800" imgH="342720" progId="Equation.DSMT4">
                    <p:embed/>
                  </p:oleObj>
                </mc:Choice>
                <mc:Fallback>
                  <p:oleObj name="Equation" r:id="rId3" imgW="68580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EE79039-3152-4A6D-8465-7496CF8EE3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87828" y="1161835"/>
                          <a:ext cx="68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20C54668-8E6B-4964-BA45-13870EDB72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9206564"/>
                </p:ext>
              </p:extLst>
            </p:nvPr>
          </p:nvGraphicFramePr>
          <p:xfrm>
            <a:off x="4932040" y="1176860"/>
            <a:ext cx="558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679" name="Equation" r:id="rId5" imgW="558720" imgH="279360" progId="Equation.DSMT4">
                    <p:embed/>
                  </p:oleObj>
                </mc:Choice>
                <mc:Fallback>
                  <p:oleObj name="Equation" r:id="rId5" imgW="55872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8F909720-155D-4D8D-91D9-FA4550C519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32040" y="1176860"/>
                          <a:ext cx="558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1F34F9-D691-4299-A060-FEC5E01B9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839161"/>
              </p:ext>
            </p:extLst>
          </p:nvPr>
        </p:nvGraphicFramePr>
        <p:xfrm>
          <a:off x="3356696" y="311738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0" name="Equation" r:id="rId7" imgW="457200" imgH="342720" progId="Equation.DSMT4">
                  <p:embed/>
                </p:oleObj>
              </mc:Choice>
              <mc:Fallback>
                <p:oleObj name="Equation" r:id="rId7" imgW="45720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58B926F-57D4-4936-8206-6C09E0EB47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6696" y="311738"/>
                        <a:ext cx="45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C3707AE-97EF-4EA5-B932-71A1DE41D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363397"/>
              </p:ext>
            </p:extLst>
          </p:nvPr>
        </p:nvGraphicFramePr>
        <p:xfrm>
          <a:off x="2888349" y="1181923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1" name="Equation" r:id="rId9" imgW="1015920" imgH="342720" progId="Equation.DSMT4">
                  <p:embed/>
                </p:oleObj>
              </mc:Choice>
              <mc:Fallback>
                <p:oleObj name="Equation" r:id="rId9" imgW="1015920" imgH="3427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95403040-C732-419D-A7D0-17C3EC8FD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8349" y="1181923"/>
                        <a:ext cx="1016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0A7CD0C-4F8C-4B4B-B5C6-D1F0EBF1AFB2}"/>
              </a:ext>
            </a:extLst>
          </p:cNvPr>
          <p:cNvCxnSpPr/>
          <p:nvPr/>
        </p:nvCxnSpPr>
        <p:spPr>
          <a:xfrm>
            <a:off x="2303748" y="1557879"/>
            <a:ext cx="24482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ADA93E1-2448-4B3F-9EF7-4CBA1EBD08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226758"/>
              </p:ext>
            </p:extLst>
          </p:nvPr>
        </p:nvGraphicFramePr>
        <p:xfrm>
          <a:off x="3428308" y="1587394"/>
          <a:ext cx="85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2" name="Equation" r:id="rId11" imgW="850680" imgH="342720" progId="Equation.DSMT4">
                  <p:embed/>
                </p:oleObj>
              </mc:Choice>
              <mc:Fallback>
                <p:oleObj name="Equation" r:id="rId11" imgW="85068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D1CCCE2-FA16-4A4E-94E9-70F7DDEA14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28308" y="1587394"/>
                        <a:ext cx="850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0E727F6-45E2-47E0-9782-F609B2628A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510308"/>
              </p:ext>
            </p:extLst>
          </p:nvPr>
        </p:nvGraphicFramePr>
        <p:xfrm>
          <a:off x="3918528" y="312913"/>
          <a:ext cx="67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3" name="Equation" r:id="rId13" imgW="672840" imgH="342720" progId="Equation.DSMT4">
                  <p:embed/>
                </p:oleObj>
              </mc:Choice>
              <mc:Fallback>
                <p:oleObj name="Equation" r:id="rId13" imgW="67284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0DD5E099-8B6E-4DCF-B65C-0C48903A6A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18528" y="312913"/>
                        <a:ext cx="673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AD2DD17-F349-4DF5-875F-2964D6019B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552895"/>
              </p:ext>
            </p:extLst>
          </p:nvPr>
        </p:nvGraphicFramePr>
        <p:xfrm>
          <a:off x="3397499" y="2030391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4" name="Equation" r:id="rId15" imgW="1206360" imgH="342720" progId="Equation.DSMT4">
                  <p:embed/>
                </p:oleObj>
              </mc:Choice>
              <mc:Fallback>
                <p:oleObj name="Equation" r:id="rId15" imgW="120636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DFA5692-A133-4FC7-8E9D-8E0DEA903D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97499" y="2030391"/>
                        <a:ext cx="120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D09F3CF-5AB7-46D2-A0BC-6A2D0C6B3CEF}"/>
              </a:ext>
            </a:extLst>
          </p:cNvPr>
          <p:cNvCxnSpPr>
            <a:cxnSpLocks/>
          </p:cNvCxnSpPr>
          <p:nvPr/>
        </p:nvCxnSpPr>
        <p:spPr>
          <a:xfrm flipV="1">
            <a:off x="2528929" y="2433368"/>
            <a:ext cx="2511123" cy="1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9FB1443-2C8A-43D9-8AC5-3E7884F4B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783401"/>
              </p:ext>
            </p:extLst>
          </p:nvPr>
        </p:nvGraphicFramePr>
        <p:xfrm>
          <a:off x="4124095" y="2536049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5" name="Equation" r:id="rId17" imgW="888840" imgH="342720" progId="Equation.DSMT4">
                  <p:embed/>
                </p:oleObj>
              </mc:Choice>
              <mc:Fallback>
                <p:oleObj name="Equation" r:id="rId17" imgW="888840" imgH="3427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764066DB-6F3F-49E2-8C88-CB516D2BE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24095" y="2536049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6832166-B1A3-41F8-8B12-9F1CA119F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884543"/>
              </p:ext>
            </p:extLst>
          </p:nvPr>
        </p:nvGraphicFramePr>
        <p:xfrm>
          <a:off x="4625994" y="300118"/>
          <a:ext cx="121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6" name="Equation" r:id="rId19" imgW="1218960" imgH="342720" progId="Equation.DSMT4">
                  <p:embed/>
                </p:oleObj>
              </mc:Choice>
              <mc:Fallback>
                <p:oleObj name="Equation" r:id="rId19" imgW="121896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9437C52A-F2F0-4877-8E02-A814700C0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25994" y="300118"/>
                        <a:ext cx="1219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80E5620-B40A-4DB5-82F3-F79A44EDDC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387081"/>
              </p:ext>
            </p:extLst>
          </p:nvPr>
        </p:nvGraphicFramePr>
        <p:xfrm>
          <a:off x="4135373" y="2940700"/>
          <a:ext cx="1231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7" name="Equation" r:id="rId21" imgW="1231560" imgH="342720" progId="Equation.DSMT4">
                  <p:embed/>
                </p:oleObj>
              </mc:Choice>
              <mc:Fallback>
                <p:oleObj name="Equation" r:id="rId21" imgW="123156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9154BC98-2521-4F09-B221-05EE7C3CB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35373" y="2940700"/>
                        <a:ext cx="1231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00355C1-FDCC-4839-96BC-FC82BCDEF062}"/>
              </a:ext>
            </a:extLst>
          </p:cNvPr>
          <p:cNvCxnSpPr>
            <a:cxnSpLocks/>
          </p:cNvCxnSpPr>
          <p:nvPr/>
        </p:nvCxnSpPr>
        <p:spPr>
          <a:xfrm>
            <a:off x="2663788" y="3325853"/>
            <a:ext cx="2943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9116601-F6B1-455C-A89E-B2429BEC4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983892"/>
              </p:ext>
            </p:extLst>
          </p:nvPr>
        </p:nvGraphicFramePr>
        <p:xfrm>
          <a:off x="5079099" y="3342541"/>
          <a:ext cx="88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8" name="Equation" r:id="rId23" imgW="88560" imgH="291960" progId="Equation.DSMT4">
                  <p:embed/>
                </p:oleObj>
              </mc:Choice>
              <mc:Fallback>
                <p:oleObj name="Equation" r:id="rId23" imgW="88560" imgH="29196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3F527F1B-B94B-4BC9-A5F2-2A22EECF67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79099" y="3342541"/>
                        <a:ext cx="88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07F3E5-6253-4D12-AB3B-2C688F7C3483}"/>
              </a:ext>
            </a:extLst>
          </p:cNvPr>
          <p:cNvCxnSpPr>
            <a:cxnSpLocks/>
          </p:cNvCxnSpPr>
          <p:nvPr/>
        </p:nvCxnSpPr>
        <p:spPr>
          <a:xfrm>
            <a:off x="2822240" y="3672948"/>
            <a:ext cx="29431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A71594D-842F-46DB-80F9-D3EF16EDE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41592"/>
              </p:ext>
            </p:extLst>
          </p:nvPr>
        </p:nvGraphicFramePr>
        <p:xfrm>
          <a:off x="5327261" y="3737261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89" name="Equation" r:id="rId25" imgW="685800" imgH="342720" progId="Equation.DSMT4">
                  <p:embed/>
                </p:oleObj>
              </mc:Choice>
              <mc:Fallback>
                <p:oleObj name="Equation" r:id="rId25" imgW="685800" imgH="34272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C806A594-2AA6-42C0-AEE2-4210C9ADDF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27261" y="3737261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6976221-699A-45C4-8E07-C9265ECF3B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573557"/>
              </p:ext>
            </p:extLst>
          </p:nvPr>
        </p:nvGraphicFramePr>
        <p:xfrm>
          <a:off x="5864013" y="363618"/>
          <a:ext cx="749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90" name="Equation" r:id="rId27" imgW="749160" imgH="279360" progId="Equation.DSMT4">
                  <p:embed/>
                </p:oleObj>
              </mc:Choice>
              <mc:Fallback>
                <p:oleObj name="Equation" r:id="rId27" imgW="749160" imgH="27936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2E9D7566-F0A7-4E15-B5D6-D378868A11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864013" y="363618"/>
                        <a:ext cx="749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BB1DA31-2687-487F-97F9-318D9A8F4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776172"/>
              </p:ext>
            </p:extLst>
          </p:nvPr>
        </p:nvGraphicFramePr>
        <p:xfrm>
          <a:off x="5327261" y="4039656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91" name="Equation" r:id="rId29" imgW="685800" imgH="342720" progId="Equation.DSMT4">
                  <p:embed/>
                </p:oleObj>
              </mc:Choice>
              <mc:Fallback>
                <p:oleObj name="Equation" r:id="rId29" imgW="685800" imgH="34272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C80A0E59-6E63-4CE1-A52A-BB04DD30C6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27261" y="4039656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93DA542-700E-476B-8BFB-C40E483E466F}"/>
              </a:ext>
            </a:extLst>
          </p:cNvPr>
          <p:cNvCxnSpPr>
            <a:cxnSpLocks/>
          </p:cNvCxnSpPr>
          <p:nvPr/>
        </p:nvCxnSpPr>
        <p:spPr>
          <a:xfrm>
            <a:off x="4860032" y="4372422"/>
            <a:ext cx="1368152" cy="101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728F29F-91F9-469A-9560-67B3881A2C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78915"/>
              </p:ext>
            </p:extLst>
          </p:nvPr>
        </p:nvGraphicFramePr>
        <p:xfrm>
          <a:off x="5755616" y="4444871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692" name="Equation" r:id="rId30" imgW="190440" imgH="279360" progId="Equation.DSMT4">
                  <p:embed/>
                </p:oleObj>
              </mc:Choice>
              <mc:Fallback>
                <p:oleObj name="Equation" r:id="rId30" imgW="190440" imgH="27936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D6FDCDDD-EA18-4DCF-A50C-39020C715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755616" y="4444871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6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59B9831-54FD-423C-9C07-07295FAF8B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165074"/>
              </p:ext>
            </p:extLst>
          </p:nvPr>
        </p:nvGraphicFramePr>
        <p:xfrm>
          <a:off x="708812" y="195486"/>
          <a:ext cx="588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99" name="Equation" r:id="rId3" imgW="5879880" imgH="736560" progId="Equation.DSMT4">
                  <p:embed/>
                </p:oleObj>
              </mc:Choice>
              <mc:Fallback>
                <p:oleObj name="Equation" r:id="rId3" imgW="587988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86650CB-B045-4766-9B01-1ABE5D5847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8812" y="195486"/>
                        <a:ext cx="588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28EC8FB-7A73-4630-A712-77DA17067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766724"/>
              </p:ext>
            </p:extLst>
          </p:nvPr>
        </p:nvGraphicFramePr>
        <p:xfrm>
          <a:off x="812496" y="942558"/>
          <a:ext cx="7797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0" name="Equation" r:id="rId5" imgW="7797600" imgH="876240" progId="Equation.DSMT4">
                  <p:embed/>
                </p:oleObj>
              </mc:Choice>
              <mc:Fallback>
                <p:oleObj name="Equation" r:id="rId5" imgW="7797600" imgH="8762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7B21503-E3F4-4BBA-AA75-228BC08F3E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2496" y="942558"/>
                        <a:ext cx="77978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6">
            <a:extLst>
              <a:ext uri="{FF2B5EF4-FFF2-40B4-BE49-F238E27FC236}">
                <a16:creationId xmlns:a16="http://schemas.microsoft.com/office/drawing/2014/main" id="{C283DA88-AF52-44C6-AAB7-884B1AC49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80" y="1171365"/>
            <a:ext cx="9361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FE6204B-4750-41EF-9DFC-894A514CE3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187816"/>
              </p:ext>
            </p:extLst>
          </p:nvPr>
        </p:nvGraphicFramePr>
        <p:xfrm>
          <a:off x="3648862" y="3562231"/>
          <a:ext cx="2603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1" name="Equation" r:id="rId7" imgW="2603160" imgH="672840" progId="Equation.DSMT4">
                  <p:embed/>
                </p:oleObj>
              </mc:Choice>
              <mc:Fallback>
                <p:oleObj name="Equation" r:id="rId7" imgW="2603160" imgH="6728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75DD593-E682-4446-80C9-F9A00C358A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48862" y="3562231"/>
                        <a:ext cx="2603500" cy="673100"/>
                      </a:xfrm>
                      <a:prstGeom prst="rect">
                        <a:avLst/>
                      </a:prstGeom>
                      <a:ln w="9525">
                        <a:solidFill>
                          <a:srgbClr val="33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8F9EFF7-9538-40C2-81E1-7B1EF3966896}"/>
              </a:ext>
            </a:extLst>
          </p:cNvPr>
          <p:cNvCxnSpPr>
            <a:cxnSpLocks/>
          </p:cNvCxnSpPr>
          <p:nvPr/>
        </p:nvCxnSpPr>
        <p:spPr>
          <a:xfrm flipV="1">
            <a:off x="3476792" y="3371676"/>
            <a:ext cx="5528058" cy="9998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AABCEEA-FA89-4772-BD02-3D95A0AA8F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946322"/>
              </p:ext>
            </p:extLst>
          </p:nvPr>
        </p:nvGraphicFramePr>
        <p:xfrm>
          <a:off x="6500012" y="3217202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2" name="Equation" r:id="rId9" imgW="177480" imgH="291960" progId="Equation.DSMT4">
                  <p:embed/>
                </p:oleObj>
              </mc:Choice>
              <mc:Fallback>
                <p:oleObj name="Equation" r:id="rId9" imgW="177480" imgH="291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5752201-FDE0-4129-A563-C0708AADBB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00012" y="3217202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EAB433-5664-47D3-A04F-9211CFB8A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090511"/>
              </p:ext>
            </p:extLst>
          </p:nvPr>
        </p:nvGraphicFramePr>
        <p:xfrm>
          <a:off x="812496" y="2000487"/>
          <a:ext cx="8039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3" name="Equation" r:id="rId11" imgW="8038800" imgH="812520" progId="Equation.DSMT4">
                  <p:embed/>
                </p:oleObj>
              </mc:Choice>
              <mc:Fallback>
                <p:oleObj name="Equation" r:id="rId11" imgW="8038800" imgH="8125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64586DE-7803-4FBC-8046-F13A06382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2496" y="2000487"/>
                        <a:ext cx="8039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E8D923D-0C4A-43DD-85EC-EAC31A0EEF30}"/>
              </a:ext>
            </a:extLst>
          </p:cNvPr>
          <p:cNvSpPr/>
          <p:nvPr/>
        </p:nvSpPr>
        <p:spPr>
          <a:xfrm>
            <a:off x="1051712" y="1910479"/>
            <a:ext cx="1993032" cy="992816"/>
          </a:xfrm>
          <a:prstGeom prst="rect">
            <a:avLst/>
          </a:prstGeom>
          <a:noFill/>
          <a:ln w="15875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134537A-7460-4127-B7AA-6DB3C9CE3412}"/>
              </a:ext>
            </a:extLst>
          </p:cNvPr>
          <p:cNvCxnSpPr>
            <a:stCxn id="9" idx="2"/>
          </p:cNvCxnSpPr>
          <p:nvPr/>
        </p:nvCxnSpPr>
        <p:spPr>
          <a:xfrm>
            <a:off x="2048228" y="2903295"/>
            <a:ext cx="0" cy="459957"/>
          </a:xfrm>
          <a:prstGeom prst="straightConnector1">
            <a:avLst/>
          </a:prstGeom>
          <a:ln>
            <a:solidFill>
              <a:srgbClr val="33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9F2CA18-962E-42B2-8A49-0891F8BDDCF5}"/>
              </a:ext>
            </a:extLst>
          </p:cNvPr>
          <p:cNvSpPr/>
          <p:nvPr/>
        </p:nvSpPr>
        <p:spPr>
          <a:xfrm>
            <a:off x="1051712" y="3381674"/>
            <a:ext cx="1993032" cy="992816"/>
          </a:xfrm>
          <a:prstGeom prst="rect">
            <a:avLst/>
          </a:prstGeom>
          <a:noFill/>
          <a:ln w="15875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0F65C38-3EAC-41D3-8AF0-C604E4839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880669"/>
              </p:ext>
            </p:extLst>
          </p:nvPr>
        </p:nvGraphicFramePr>
        <p:xfrm>
          <a:off x="1412181" y="3447931"/>
          <a:ext cx="111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4" name="Equation" r:id="rId13" imgW="1117440" imgH="787320" progId="Equation.DSMT4">
                  <p:embed/>
                </p:oleObj>
              </mc:Choice>
              <mc:Fallback>
                <p:oleObj name="Equation" r:id="rId13" imgW="111744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4CFDAEE-352E-4090-A9C0-2261AF542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12181" y="3447931"/>
                        <a:ext cx="1117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C4ECCF1-F69C-44D3-9B4C-F586BDC9AA2D}"/>
              </a:ext>
            </a:extLst>
          </p:cNvPr>
          <p:cNvSpPr/>
          <p:nvPr/>
        </p:nvSpPr>
        <p:spPr>
          <a:xfrm>
            <a:off x="5421008" y="256936"/>
            <a:ext cx="1152128" cy="73270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CCB48E31-3A20-432F-B4A4-E79B89BCA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812" y="429982"/>
            <a:ext cx="1727200" cy="33855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莱布尼茨公式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10EAB41-1750-4BF9-823C-BDB42D8230DA}"/>
              </a:ext>
            </a:extLst>
          </p:cNvPr>
          <p:cNvSpPr/>
          <p:nvPr/>
        </p:nvSpPr>
        <p:spPr>
          <a:xfrm>
            <a:off x="4172974" y="256936"/>
            <a:ext cx="599962" cy="732706"/>
          </a:xfrm>
          <a:prstGeom prst="roundRect">
            <a:avLst/>
          </a:prstGeom>
          <a:noFill/>
          <a:ln w="9525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136BD82-BFC5-4FD6-8FE1-351630F07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775614"/>
              </p:ext>
            </p:extLst>
          </p:nvPr>
        </p:nvGraphicFramePr>
        <p:xfrm>
          <a:off x="6287287" y="3587090"/>
          <a:ext cx="2781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5" name="Equation" r:id="rId15" imgW="2781000" imgH="622080" progId="Equation.DSMT4">
                  <p:embed/>
                </p:oleObj>
              </mc:Choice>
              <mc:Fallback>
                <p:oleObj name="Equation" r:id="rId15" imgW="2781000" imgH="6220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D619536-8D8E-4A53-92A3-F7DE9289C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87287" y="3587090"/>
                        <a:ext cx="2781300" cy="6223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436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9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8FDB0FF2-DDCA-43DB-B520-C581D731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860" y="1131888"/>
            <a:ext cx="42656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一、隐函数的导数</a:t>
            </a:r>
          </a:p>
        </p:txBody>
      </p:sp>
      <p:sp>
        <p:nvSpPr>
          <p:cNvPr id="3" name="Text Box 50">
            <a:hlinkClick r:id="rId2" action="ppaction://hlinksldjump"/>
            <a:extLst>
              <a:ext uri="{FF2B5EF4-FFF2-40B4-BE49-F238E27FC236}">
                <a16:creationId xmlns:a16="http://schemas.microsoft.com/office/drawing/2014/main" id="{E3C4D902-7319-4D0F-B6A5-1DCED73FE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860" y="2211710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二、对数求导法</a:t>
            </a:r>
          </a:p>
        </p:txBody>
      </p:sp>
    </p:spTree>
    <p:extLst>
      <p:ext uri="{BB962C8B-B14F-4D97-AF65-F5344CB8AC3E}">
        <p14:creationId xmlns:p14="http://schemas.microsoft.com/office/powerpoint/2010/main" val="344462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FC38C5-960B-49F2-A6B2-E068E700FD14}"/>
              </a:ext>
            </a:extLst>
          </p:cNvPr>
          <p:cNvSpPr txBox="1">
            <a:spLocks noChangeArrowheads="1"/>
          </p:cNvSpPr>
          <p:nvPr/>
        </p:nvSpPr>
        <p:spPr>
          <a:xfrm>
            <a:off x="808936" y="279813"/>
            <a:ext cx="3657600" cy="6477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一、隐函数的导数</a:t>
            </a: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21A54134-B8A0-4696-847E-57EA83928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24000"/>
            <a:ext cx="17300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隐函数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D4EF819-3F8D-45A5-9797-D344AAE69912}"/>
              </a:ext>
            </a:extLst>
          </p:cNvPr>
          <p:cNvGrpSpPr/>
          <p:nvPr/>
        </p:nvGrpSpPr>
        <p:grpSpPr>
          <a:xfrm>
            <a:off x="768670" y="939867"/>
            <a:ext cx="8134142" cy="498582"/>
            <a:chOff x="768670" y="939867"/>
            <a:chExt cx="8134142" cy="498582"/>
          </a:xfrm>
        </p:grpSpPr>
        <p:sp>
          <p:nvSpPr>
            <p:cNvPr id="3" name="Text Box 5">
              <a:extLst>
                <a:ext uri="{FF2B5EF4-FFF2-40B4-BE49-F238E27FC236}">
                  <a16:creationId xmlns:a16="http://schemas.microsoft.com/office/drawing/2014/main" id="{80347971-5F8E-431C-9F5A-335252698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670" y="976784"/>
              <a:ext cx="35287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若由二元方程        </a:t>
              </a:r>
            </a:p>
          </p:txBody>
        </p:sp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CF939F7C-5DCC-4205-B463-0BE6379F9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7182" y="939867"/>
              <a:ext cx="3657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可确定 </a:t>
              </a:r>
              <a:r>
                <a:rPr lang="en-US" altLang="zh-CN" sz="2400" i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y</a:t>
              </a:r>
              <a:r>
                <a:rPr lang="en-US" altLang="zh-CN" sz="24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是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solidFill>
                    <a:srgbClr val="33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的函数 ,</a:t>
              </a:r>
              <a:endPara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8A6DAA3D-E9E9-46E7-B4CB-607D31ADB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1948" y="939867"/>
              <a:ext cx="18208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则称此函数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D04EE39-8A2F-40DB-B9EB-A1DDE9A454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1308755"/>
                </p:ext>
              </p:extLst>
            </p:nvPr>
          </p:nvGraphicFramePr>
          <p:xfrm>
            <a:off x="2740330" y="1057920"/>
            <a:ext cx="1371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88" name="Equation" r:id="rId3" imgW="1371600" imgH="342720" progId="Equation.DSMT4">
                    <p:embed/>
                  </p:oleObj>
                </mc:Choice>
                <mc:Fallback>
                  <p:oleObj name="Equation" r:id="rId3" imgW="1371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40330" y="1057920"/>
                          <a:ext cx="1371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701B406-33D0-40D8-9421-C9CE16E46392}"/>
              </a:ext>
            </a:extLst>
          </p:cNvPr>
          <p:cNvGrpSpPr/>
          <p:nvPr/>
        </p:nvGrpSpPr>
        <p:grpSpPr>
          <a:xfrm>
            <a:off x="784499" y="2023951"/>
            <a:ext cx="5981700" cy="472758"/>
            <a:chOff x="723900" y="2060595"/>
            <a:chExt cx="5981700" cy="472758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70771C12-7190-498C-B179-5A1286F30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" y="2060595"/>
              <a:ext cx="990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/>
                <a:t>由</a:t>
              </a:r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98330CC3-E802-4ECB-882D-B8BEBFB4A8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3937180"/>
                </p:ext>
              </p:extLst>
            </p:nvPr>
          </p:nvGraphicFramePr>
          <p:xfrm>
            <a:off x="1246188" y="2131070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89" name="Equation" r:id="rId5" imgW="1104840" imgH="342720" progId="Equation.DSMT4">
                    <p:embed/>
                  </p:oleObj>
                </mc:Choice>
                <mc:Fallback>
                  <p:oleObj name="Equation" r:id="rId5" imgW="1104840" imgH="342720" progId="Equation.DSMT4">
                    <p:embed/>
                    <p:pic>
                      <p:nvPicPr>
                        <p:cNvPr id="37897" name="Object 9">
                          <a:extLst>
                            <a:ext uri="{FF2B5EF4-FFF2-40B4-BE49-F238E27FC236}">
                              <a16:creationId xmlns:a16="http://schemas.microsoft.com/office/drawing/2014/main" id="{BCC88EC1-56E8-40CC-8197-2DBDCDDF25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6188" y="2131070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rgbClr val="FF0000"/>
                          </a:solidFill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B85ACD79-D80E-456E-874D-A2231C42A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2071688"/>
              <a:ext cx="4343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400" b="1" dirty="0"/>
                <a:t>表示的函数 </a:t>
              </a:r>
              <a:r>
                <a:rPr lang="zh-CN" altLang="en-US" sz="2400" b="1" dirty="0"/>
                <a:t>，</a:t>
              </a:r>
              <a:r>
                <a:rPr lang="zh-CN" altLang="zh-CN" sz="2400" b="1" dirty="0"/>
                <a:t> 称为</a:t>
              </a:r>
              <a:r>
                <a:rPr lang="zh-CN" altLang="zh-CN" sz="2400" b="1" dirty="0">
                  <a:solidFill>
                    <a:srgbClr val="FF0000"/>
                  </a:solidFill>
                </a:rPr>
                <a:t>显函数 </a:t>
              </a:r>
              <a:r>
                <a:rPr lang="zh-CN" altLang="zh-CN" sz="2400" b="1" dirty="0"/>
                <a:t>.</a:t>
              </a:r>
              <a:endParaRPr lang="en-US" altLang="zh-CN" sz="2400" b="1" dirty="0"/>
            </a:p>
          </p:txBody>
        </p:sp>
      </p:grp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D46421E7-73F6-4C3E-A109-A8B2454AFA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9658174"/>
              </p:ext>
            </p:extLst>
          </p:nvPr>
        </p:nvGraphicFramePr>
        <p:xfrm>
          <a:off x="5275582" y="2610148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90" name="Equation" r:id="rId7" imgW="1320480" imgH="431640" progId="Equation.DSMT4">
                  <p:embed/>
                </p:oleObj>
              </mc:Choice>
              <mc:Fallback>
                <p:oleObj name="Equation" r:id="rId7" imgW="1320480" imgH="431640" progId="Equation.DSMT4">
                  <p:embed/>
                  <p:pic>
                    <p:nvPicPr>
                      <p:cNvPr id="37890" name="Object 2">
                        <a:extLst>
                          <a:ext uri="{FF2B5EF4-FFF2-40B4-BE49-F238E27FC236}">
                            <a16:creationId xmlns:a16="http://schemas.microsoft.com/office/drawing/2014/main" id="{4C86ACB0-056D-4262-B5E0-224EEAF699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582" y="2610148"/>
                        <a:ext cx="1320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>
            <a:extLst>
              <a:ext uri="{FF2B5EF4-FFF2-40B4-BE49-F238E27FC236}">
                <a16:creationId xmlns:a16="http://schemas.microsoft.com/office/drawing/2014/main" id="{FE172251-3B8C-4712-AB99-1CEBF0933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418" y="2658074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例如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D361D377-2060-4421-ABC4-A3AF0CC5F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236354"/>
              </p:ext>
            </p:extLst>
          </p:nvPr>
        </p:nvGraphicFramePr>
        <p:xfrm>
          <a:off x="1650832" y="2655821"/>
          <a:ext cx="157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91" name="Equation" r:id="rId9" imgW="1574640" imgH="406080" progId="Equation.DSMT4">
                  <p:embed/>
                </p:oleObj>
              </mc:Choice>
              <mc:Fallback>
                <p:oleObj name="Equation" r:id="rId9" imgW="1574640" imgH="406080" progId="Equation.DSMT4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E67EFCCA-C636-4BC3-9685-80C788764A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832" y="2655821"/>
                        <a:ext cx="1574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3">
            <a:extLst>
              <a:ext uri="{FF2B5EF4-FFF2-40B4-BE49-F238E27FC236}">
                <a16:creationId xmlns:a16="http://schemas.microsoft.com/office/drawing/2014/main" id="{4AD31AAD-EB96-4190-B022-65FA6AD2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954" y="2614910"/>
            <a:ext cx="2667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可确定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显函数</a:t>
            </a:r>
          </a:p>
        </p:txBody>
      </p:sp>
      <p:graphicFrame>
        <p:nvGraphicFramePr>
          <p:cNvPr id="16" name="Object 14">
            <a:extLst>
              <a:ext uri="{FF2B5EF4-FFF2-40B4-BE49-F238E27FC236}">
                <a16:creationId xmlns:a16="http://schemas.microsoft.com/office/drawing/2014/main" id="{FAA49944-B34D-452B-94AE-D29F7E8E5C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777159"/>
              </p:ext>
            </p:extLst>
          </p:nvPr>
        </p:nvGraphicFramePr>
        <p:xfrm>
          <a:off x="1483030" y="3454026"/>
          <a:ext cx="251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92" name="Equation" r:id="rId11" imgW="2514600" imgH="406080" progId="Equation.DSMT4">
                  <p:embed/>
                </p:oleObj>
              </mc:Choice>
              <mc:Fallback>
                <p:oleObj name="Equation" r:id="rId11" imgW="2514600" imgH="406080" progId="Equation.DSMT4">
                  <p:embed/>
                  <p:pic>
                    <p:nvPicPr>
                      <p:cNvPr id="37902" name="Object 14">
                        <a:extLst>
                          <a:ext uri="{FF2B5EF4-FFF2-40B4-BE49-F238E27FC236}">
                            <a16:creationId xmlns:a16="http://schemas.microsoft.com/office/drawing/2014/main" id="{BCEFB546-67B6-4A60-911F-9A9AB9FA3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030" y="3454026"/>
                        <a:ext cx="251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5">
            <a:extLst>
              <a:ext uri="{FF2B5EF4-FFF2-40B4-BE49-F238E27FC236}">
                <a16:creationId xmlns:a16="http://schemas.microsoft.com/office/drawing/2014/main" id="{1CCCE15F-6AE9-4918-A0A4-AAE164CDA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630" y="3426393"/>
            <a:ext cx="3657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可确定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 ,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817A5811-E5B5-40B5-8F5A-4427D12C4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3426392"/>
            <a:ext cx="1882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但此隐函数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EB858A-E681-49C3-B165-4477C27BD855}"/>
              </a:ext>
            </a:extLst>
          </p:cNvPr>
          <p:cNvSpPr/>
          <p:nvPr/>
        </p:nvSpPr>
        <p:spPr>
          <a:xfrm>
            <a:off x="78343" y="4007044"/>
            <a:ext cx="1733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</a:rPr>
              <a:t>不能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显化</a:t>
            </a:r>
            <a:r>
              <a:rPr lang="zh-CN" altLang="en-US" sz="2400" b="1" dirty="0">
                <a:latin typeface="+mj-ea"/>
              </a:rPr>
              <a:t> 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5962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17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>
            <a:extLst>
              <a:ext uri="{FF2B5EF4-FFF2-40B4-BE49-F238E27FC236}">
                <a16:creationId xmlns:a16="http://schemas.microsoft.com/office/drawing/2014/main" id="{C32FC595-3E62-40EF-A198-53F3E85EF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83518"/>
            <a:ext cx="3124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隐函数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求导方法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2B07468E-C486-4EE1-8331-3A8409B08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719906"/>
              </p:ext>
            </p:extLst>
          </p:nvPr>
        </p:nvGraphicFramePr>
        <p:xfrm>
          <a:off x="2797845" y="922070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7" name="Equation" r:id="rId3" imgW="1371600" imgH="342720" progId="Equation.DSMT4">
                  <p:embed/>
                </p:oleObj>
              </mc:Choice>
              <mc:Fallback>
                <p:oleObj name="Equation" r:id="rId3" imgW="1371600" imgH="342720" progId="Equation.DSMT4">
                  <p:embed/>
                  <p:pic>
                    <p:nvPicPr>
                      <p:cNvPr id="37908" name="Object 20">
                        <a:extLst>
                          <a:ext uri="{FF2B5EF4-FFF2-40B4-BE49-F238E27FC236}">
                            <a16:creationId xmlns:a16="http://schemas.microsoft.com/office/drawing/2014/main" id="{66CCEAC3-75FB-4DFB-AE58-835086BFFB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845" y="922070"/>
                        <a:ext cx="1371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23">
            <a:extLst>
              <a:ext uri="{FF2B5EF4-FFF2-40B4-BE49-F238E27FC236}">
                <a16:creationId xmlns:a16="http://schemas.microsoft.com/office/drawing/2014/main" id="{8371DF2A-4A40-46AD-ADE2-D43F6B4C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285" y="1275400"/>
            <a:ext cx="170596" cy="832795"/>
          </a:xfrm>
          <a:prstGeom prst="downArrow">
            <a:avLst>
              <a:gd name="adj1" fmla="val 50000"/>
              <a:gd name="adj2" fmla="val 95354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645D076E-3F78-4C55-AE19-C7CE7CC01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509" y="2435930"/>
            <a:ext cx="22225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两边对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求导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99C77305-34A7-41CF-8F63-3F54E6BDACF7}"/>
              </a:ext>
            </a:extLst>
          </p:cNvPr>
          <p:cNvGrpSpPr>
            <a:grpSpLocks/>
          </p:cNvGrpSpPr>
          <p:nvPr/>
        </p:nvGrpSpPr>
        <p:grpSpPr bwMode="auto">
          <a:xfrm>
            <a:off x="4488037" y="3122484"/>
            <a:ext cx="3171825" cy="461963"/>
            <a:chOff x="3696" y="3449"/>
            <a:chExt cx="1998" cy="291"/>
          </a:xfrm>
        </p:grpSpPr>
        <p:sp>
          <p:nvSpPr>
            <p:cNvPr id="8" name="Text Box 26">
              <a:extLst>
                <a:ext uri="{FF2B5EF4-FFF2-40B4-BE49-F238E27FC236}">
                  <a16:creationId xmlns:a16="http://schemas.microsoft.com/office/drawing/2014/main" id="{4D6F362E-F73D-447E-9E07-CB86F8157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449"/>
              <a:ext cx="19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含导数   的方程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  <p:graphicFrame>
          <p:nvGraphicFramePr>
            <p:cNvPr id="9" name="Object 27">
              <a:extLst>
                <a:ext uri="{FF2B5EF4-FFF2-40B4-BE49-F238E27FC236}">
                  <a16:creationId xmlns:a16="http://schemas.microsoft.com/office/drawing/2014/main" id="{9425FEA4-C874-4182-977A-AF7BC1D955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2653900"/>
                </p:ext>
              </p:extLst>
            </p:nvPr>
          </p:nvGraphicFramePr>
          <p:xfrm>
            <a:off x="4387" y="3483"/>
            <a:ext cx="17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48" name="Equation" r:id="rId5" imgW="279360" imgH="355320" progId="Equation.DSMT4">
                    <p:embed/>
                  </p:oleObj>
                </mc:Choice>
                <mc:Fallback>
                  <p:oleObj name="Equation" r:id="rId5" imgW="279360" imgH="355320" progId="Equation.DSMT4">
                    <p:embed/>
                    <p:pic>
                      <p:nvPicPr>
                        <p:cNvPr id="37915" name="Object 27">
                          <a:extLst>
                            <a:ext uri="{FF2B5EF4-FFF2-40B4-BE49-F238E27FC236}">
                              <a16:creationId xmlns:a16="http://schemas.microsoft.com/office/drawing/2014/main" id="{F96416A3-F471-4ACD-9E2B-D65EE4F825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7" y="3483"/>
                          <a:ext cx="176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F667AA6-CCC4-4F0D-915E-93426DBE5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809383"/>
              </p:ext>
            </p:extLst>
          </p:nvPr>
        </p:nvGraphicFramePr>
        <p:xfrm>
          <a:off x="2173660" y="1467275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9" name="Equation" r:id="rId7" imgW="1104840" imgH="342720" progId="Equation.DSMT4">
                  <p:embed/>
                </p:oleObj>
              </mc:Choice>
              <mc:Fallback>
                <p:oleObj name="Equation" r:id="rId7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73660" y="1467275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B51FB42-EB8E-49D6-8E5D-3120BF574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359818"/>
              </p:ext>
            </p:extLst>
          </p:nvPr>
        </p:nvGraphicFramePr>
        <p:xfrm>
          <a:off x="2316337" y="2979837"/>
          <a:ext cx="2171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0" name="Equation" r:id="rId9" imgW="2171520" imgH="799920" progId="Equation.DSMT4">
                  <p:embed/>
                </p:oleObj>
              </mc:Choice>
              <mc:Fallback>
                <p:oleObj name="Equation" r:id="rId9" imgW="217152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6337" y="2979837"/>
                        <a:ext cx="2171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2DC80E3-0248-4D8E-9DE6-6B4D540B0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255477"/>
              </p:ext>
            </p:extLst>
          </p:nvPr>
        </p:nvGraphicFramePr>
        <p:xfrm>
          <a:off x="2613695" y="2098224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1" name="Equation" r:id="rId11" imgW="1739880" imgH="342720" progId="Equation.DSMT4">
                  <p:embed/>
                </p:oleObj>
              </mc:Choice>
              <mc:Fallback>
                <p:oleObj name="Equation" r:id="rId11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13695" y="2098224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23">
            <a:extLst>
              <a:ext uri="{FF2B5EF4-FFF2-40B4-BE49-F238E27FC236}">
                <a16:creationId xmlns:a16="http://schemas.microsoft.com/office/drawing/2014/main" id="{02507BA0-274E-4D55-9CDB-B3E3706D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494" y="2445901"/>
            <a:ext cx="179387" cy="684213"/>
          </a:xfrm>
          <a:prstGeom prst="downArrow">
            <a:avLst>
              <a:gd name="adj1" fmla="val 50000"/>
              <a:gd name="adj2" fmla="val 95354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AutoShape 23">
            <a:extLst>
              <a:ext uri="{FF2B5EF4-FFF2-40B4-BE49-F238E27FC236}">
                <a16:creationId xmlns:a16="http://schemas.microsoft.com/office/drawing/2014/main" id="{FF72E969-FC3A-45F9-AECC-BB1E0C87C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6039" y="3538025"/>
            <a:ext cx="179387" cy="684213"/>
          </a:xfrm>
          <a:prstGeom prst="downArrow">
            <a:avLst>
              <a:gd name="adj1" fmla="val 50000"/>
              <a:gd name="adj2" fmla="val 95354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8340BDF-02B4-4924-99FC-F98868A57DFF}"/>
              </a:ext>
            </a:extLst>
          </p:cNvPr>
          <p:cNvGrpSpPr/>
          <p:nvPr/>
        </p:nvGrpSpPr>
        <p:grpSpPr>
          <a:xfrm>
            <a:off x="2287529" y="4222238"/>
            <a:ext cx="3724631" cy="461665"/>
            <a:chOff x="2503553" y="4253745"/>
            <a:chExt cx="3724631" cy="461665"/>
          </a:xfrm>
        </p:grpSpPr>
        <p:sp>
          <p:nvSpPr>
            <p:cNvPr id="15" name="Text Box 26">
              <a:extLst>
                <a:ext uri="{FF2B5EF4-FFF2-40B4-BE49-F238E27FC236}">
                  <a16:creationId xmlns:a16="http://schemas.microsoft.com/office/drawing/2014/main" id="{83A0E8A2-BCEB-404F-B624-840888A2D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3553" y="4253745"/>
              <a:ext cx="372463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求解上面方程，得到</a:t>
              </a:r>
              <a:endPara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21179382-435B-4DDF-8EE3-9E96D704F4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3427801"/>
                </p:ext>
              </p:extLst>
            </p:nvPr>
          </p:nvGraphicFramePr>
          <p:xfrm>
            <a:off x="5364088" y="4306777"/>
            <a:ext cx="330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52" name="Equation" r:id="rId13" imgW="330120" imgH="355320" progId="Equation.DSMT4">
                    <p:embed/>
                  </p:oleObj>
                </mc:Choice>
                <mc:Fallback>
                  <p:oleObj name="Equation" r:id="rId13" imgW="3301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64088" y="4306777"/>
                          <a:ext cx="330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D8E68C9-26E9-4E72-8949-47C288BE1FEF}"/>
              </a:ext>
            </a:extLst>
          </p:cNvPr>
          <p:cNvGrpSpPr/>
          <p:nvPr/>
        </p:nvGrpSpPr>
        <p:grpSpPr>
          <a:xfrm>
            <a:off x="4169445" y="684953"/>
            <a:ext cx="3501591" cy="889789"/>
            <a:chOff x="4385469" y="716460"/>
            <a:chExt cx="3501591" cy="889789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FA842CD8-2EAD-42DD-8C0F-FAA43673A022}"/>
                </a:ext>
              </a:extLst>
            </p:cNvPr>
            <p:cNvGrpSpPr/>
            <p:nvPr/>
          </p:nvGrpSpPr>
          <p:grpSpPr>
            <a:xfrm>
              <a:off x="4727873" y="745857"/>
              <a:ext cx="3124200" cy="830997"/>
              <a:chOff x="4729125" y="880978"/>
              <a:chExt cx="3124200" cy="830997"/>
            </a:xfrm>
          </p:grpSpPr>
          <p:graphicFrame>
            <p:nvGraphicFramePr>
              <p:cNvPr id="16" name="对象 15">
                <a:extLst>
                  <a:ext uri="{FF2B5EF4-FFF2-40B4-BE49-F238E27FC236}">
                    <a16:creationId xmlns:a16="http://schemas.microsoft.com/office/drawing/2014/main" id="{E83B7224-BE9C-4803-9C0C-E0DE7B99B0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8724375"/>
                  </p:ext>
                </p:extLst>
              </p:nvPr>
            </p:nvGraphicFramePr>
            <p:xfrm>
              <a:off x="5381476" y="1029777"/>
              <a:ext cx="4826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853" name="Equation" r:id="rId15" imgW="482400" imgH="266400" progId="Equation.DSMT4">
                      <p:embed/>
                    </p:oleObj>
                  </mc:Choice>
                  <mc:Fallback>
                    <p:oleObj name="Equation" r:id="rId15" imgW="482400" imgH="266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381476" y="1029777"/>
                            <a:ext cx="482600" cy="266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61F32E31-40F1-471B-A2E5-6CEF5F9F4E74}"/>
                  </a:ext>
                </a:extLst>
              </p:cNvPr>
              <p:cNvGrpSpPr/>
              <p:nvPr/>
            </p:nvGrpSpPr>
            <p:grpSpPr>
              <a:xfrm>
                <a:off x="4729125" y="880978"/>
                <a:ext cx="3124200" cy="830997"/>
                <a:chOff x="4691505" y="894194"/>
                <a:chExt cx="3124200" cy="830997"/>
              </a:xfrm>
            </p:grpSpPr>
            <p:sp>
              <p:nvSpPr>
                <p:cNvPr id="18" name="Text Box 19">
                  <a:extLst>
                    <a:ext uri="{FF2B5EF4-FFF2-40B4-BE49-F238E27FC236}">
                      <a16:creationId xmlns:a16="http://schemas.microsoft.com/office/drawing/2014/main" id="{78080A9D-BDFF-436C-9D65-64D7B55EF3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91505" y="894194"/>
                  <a:ext cx="3124200" cy="8309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 b="1" dirty="0">
                      <a:latin typeface="楷体" panose="02010609060101010101" pitchFamily="49" charset="-122"/>
                      <a:ea typeface="楷体" panose="02010609060101010101" pitchFamily="49" charset="-122"/>
                      <a:cs typeface="Times New Roman" panose="02020603050405020304" pitchFamily="18" charset="0"/>
                    </a:rPr>
                    <a:t>关于   的二元方程确定一元函数</a:t>
                  </a:r>
                  <a:endParaRPr lang="en-US" altLang="zh-CN" sz="2400" b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19" name="对象 18">
                  <a:extLst>
                    <a:ext uri="{FF2B5EF4-FFF2-40B4-BE49-F238E27FC236}">
                      <a16:creationId xmlns:a16="http://schemas.microsoft.com/office/drawing/2014/main" id="{B3B0553E-63AD-4721-ACA6-44EE92DFB4C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87430167"/>
                    </p:ext>
                  </p:extLst>
                </p:nvPr>
              </p:nvGraphicFramePr>
              <p:xfrm>
                <a:off x="6289973" y="1327332"/>
                <a:ext cx="1104900" cy="3429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7854" name="Equation" r:id="rId7" imgW="1104840" imgH="342720" progId="Equation.DSMT4">
                        <p:embed/>
                      </p:oleObj>
                    </mc:Choice>
                    <mc:Fallback>
                      <p:oleObj name="Equation" r:id="rId7" imgW="1104840" imgH="342720" progId="Equation.DSMT4">
                        <p:embed/>
                        <p:pic>
                          <p:nvPicPr>
                            <p:cNvPr id="10" name="对象 9">
                              <a:extLst>
                                <a:ext uri="{FF2B5EF4-FFF2-40B4-BE49-F238E27FC236}">
                                  <a16:creationId xmlns:a16="http://schemas.microsoft.com/office/drawing/2014/main" id="{CF667AA6-CCC4-4F0D-915E-93426DBE59C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289973" y="1327332"/>
                              <a:ext cx="1104900" cy="3429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34F802E-D3F9-4B8D-8EA8-707D7D49A259}"/>
                </a:ext>
              </a:extLst>
            </p:cNvPr>
            <p:cNvSpPr/>
            <p:nvPr/>
          </p:nvSpPr>
          <p:spPr>
            <a:xfrm>
              <a:off x="4670548" y="716460"/>
              <a:ext cx="3216512" cy="889789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0B5025D-1C6A-4B61-ADD8-1BCAA0662A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5469" y="1137403"/>
              <a:ext cx="285079" cy="2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D224543-72B7-411D-A0E9-76E5E40261D9}"/>
              </a:ext>
            </a:extLst>
          </p:cNvPr>
          <p:cNvGrpSpPr/>
          <p:nvPr/>
        </p:nvGrpSpPr>
        <p:grpSpPr>
          <a:xfrm>
            <a:off x="4654018" y="1945335"/>
            <a:ext cx="4077467" cy="471818"/>
            <a:chOff x="4870042" y="1976842"/>
            <a:chExt cx="4077467" cy="47181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86F4A67B-85C4-4984-A0DD-B1E65EEFFA45}"/>
                </a:ext>
              </a:extLst>
            </p:cNvPr>
            <p:cNvSpPr/>
            <p:nvPr/>
          </p:nvSpPr>
          <p:spPr>
            <a:xfrm>
              <a:off x="4870042" y="2048550"/>
              <a:ext cx="43829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 </a:t>
              </a:r>
              <a:endParaRPr lang="zh-CN" altLang="en-US" sz="2000" dirty="0">
                <a:solidFill>
                  <a:srgbClr val="3366FF"/>
                </a:solidFill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C4A68129-71B6-4862-A672-E9D0DA6CB1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4970555"/>
                </p:ext>
              </p:extLst>
            </p:nvPr>
          </p:nvGraphicFramePr>
          <p:xfrm>
            <a:off x="5277209" y="1976842"/>
            <a:ext cx="36703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55" name="Equation" r:id="rId17" imgW="3670200" imgH="469800" progId="Equation.DSMT4">
                    <p:embed/>
                  </p:oleObj>
                </mc:Choice>
                <mc:Fallback>
                  <p:oleObj name="Equation" r:id="rId17" imgW="3670200" imgH="469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277209" y="1976842"/>
                          <a:ext cx="36703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26AB934-1ED7-4D1E-BF20-D37DE290524C}"/>
              </a:ext>
            </a:extLst>
          </p:cNvPr>
          <p:cNvCxnSpPr>
            <a:cxnSpLocks/>
          </p:cNvCxnSpPr>
          <p:nvPr/>
        </p:nvCxnSpPr>
        <p:spPr>
          <a:xfrm>
            <a:off x="7215217" y="2415235"/>
            <a:ext cx="0" cy="1364702"/>
          </a:xfrm>
          <a:prstGeom prst="straightConnector1">
            <a:avLst/>
          </a:prstGeom>
          <a:ln w="12700">
            <a:solidFill>
              <a:srgbClr val="33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B5CE732-A6A3-46AF-A285-57E8FACB1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65099"/>
              </p:ext>
            </p:extLst>
          </p:nvPr>
        </p:nvGraphicFramePr>
        <p:xfrm>
          <a:off x="3465329" y="3562239"/>
          <a:ext cx="5448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6" name="Equation" r:id="rId19" imgW="5448240" imgH="672840" progId="Equation.DSMT4">
                  <p:embed/>
                </p:oleObj>
              </mc:Choice>
              <mc:Fallback>
                <p:oleObj name="Equation" r:id="rId19" imgW="54482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65329" y="3562239"/>
                        <a:ext cx="5448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993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D0A1196-2493-4728-A810-A05631C6F1C4}"/>
              </a:ext>
            </a:extLst>
          </p:cNvPr>
          <p:cNvSpPr txBox="1">
            <a:spLocks noChangeArrowheads="1"/>
          </p:cNvSpPr>
          <p:nvPr/>
        </p:nvSpPr>
        <p:spPr>
          <a:xfrm>
            <a:off x="788442" y="232732"/>
            <a:ext cx="2743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求由方程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8CB9605-1108-434B-8BCD-112CB2B89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462222"/>
              </p:ext>
            </p:extLst>
          </p:nvPr>
        </p:nvGraphicFramePr>
        <p:xfrm>
          <a:off x="2699792" y="267494"/>
          <a:ext cx="251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0" name="Equation" r:id="rId3" imgW="2514600" imgH="406080" progId="Equation.DSMT4">
                  <p:embed/>
                </p:oleObj>
              </mc:Choice>
              <mc:Fallback>
                <p:oleObj name="Equation" r:id="rId3" imgW="2514600" imgH="406080" progId="Equation.DSMT4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15014068-D412-4B0F-95F4-9548C3DFD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67494"/>
                        <a:ext cx="251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E9045B9-FC02-42EC-8861-1E130A1AB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80771"/>
              </p:ext>
            </p:extLst>
          </p:nvPr>
        </p:nvGraphicFramePr>
        <p:xfrm>
          <a:off x="7268414" y="302111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1" name="Equation" r:id="rId5" imgW="1066680" imgH="342720" progId="Equation.DSMT4">
                  <p:embed/>
                </p:oleObj>
              </mc:Choice>
              <mc:Fallback>
                <p:oleObj name="Equation" r:id="rId5" imgW="1066680" imgH="342720" progId="Equation.DSMT4">
                  <p:embed/>
                  <p:pic>
                    <p:nvPicPr>
                      <p:cNvPr id="3077" name="Object 5">
                        <a:extLst>
                          <a:ext uri="{FF2B5EF4-FFF2-40B4-BE49-F238E27FC236}">
                            <a16:creationId xmlns:a16="http://schemas.microsoft.com/office/drawing/2014/main" id="{29D60460-279E-4090-AE51-9D3987D94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8414" y="302111"/>
                        <a:ext cx="1066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F3E40196-5FA5-4F0D-85C8-0D3359359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12" y="850567"/>
            <a:ext cx="32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</a:t>
            </a:r>
            <a:r>
              <a:rPr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0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处的导数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5537F04B-014A-4445-BAEF-45C9CBE96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22585"/>
              </p:ext>
            </p:extLst>
          </p:nvPr>
        </p:nvGraphicFramePr>
        <p:xfrm>
          <a:off x="2657862" y="666492"/>
          <a:ext cx="889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2" name="Equation" r:id="rId7" imgW="888840" imgH="901440" progId="Equation.DSMT4">
                  <p:embed/>
                </p:oleObj>
              </mc:Choice>
              <mc:Fallback>
                <p:oleObj name="Equation" r:id="rId7" imgW="888840" imgH="901440" progId="Equation.DSMT4">
                  <p:embed/>
                  <p:pic>
                    <p:nvPicPr>
                      <p:cNvPr id="3079" name="Object 7">
                        <a:extLst>
                          <a:ext uri="{FF2B5EF4-FFF2-40B4-BE49-F238E27FC236}">
                            <a16:creationId xmlns:a16="http://schemas.microsoft.com/office/drawing/2014/main" id="{B7CC7CAF-1454-4FE1-BF9D-D3E298DEBE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862" y="666492"/>
                        <a:ext cx="889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1">
            <a:extLst>
              <a:ext uri="{FF2B5EF4-FFF2-40B4-BE49-F238E27FC236}">
                <a16:creationId xmlns:a16="http://schemas.microsoft.com/office/drawing/2014/main" id="{B310D405-633D-42A6-8C4D-8E013A41C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4832" y="239861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确定的隐函数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821852A-5448-4E8B-AB27-A822188D7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92" y="1616046"/>
            <a:ext cx="464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方程两边对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1177370D-5F1C-4721-9BB8-1813A0BDE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042" y="3178395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C31591BC-91A4-434B-BCA7-65AA090A9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184819"/>
              </p:ext>
            </p:extLst>
          </p:nvPr>
        </p:nvGraphicFramePr>
        <p:xfrm>
          <a:off x="954541" y="3010793"/>
          <a:ext cx="93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3" name="Equation" r:id="rId9" imgW="939600" imgH="736560" progId="Equation.DSMT4">
                  <p:embed/>
                </p:oleObj>
              </mc:Choice>
              <mc:Fallback>
                <p:oleObj name="Equation" r:id="rId9" imgW="939600" imgH="736560" progId="Equation.DSMT4">
                  <p:embed/>
                  <p:pic>
                    <p:nvPicPr>
                      <p:cNvPr id="3084" name="Object 12">
                        <a:extLst>
                          <a:ext uri="{FF2B5EF4-FFF2-40B4-BE49-F238E27FC236}">
                            <a16:creationId xmlns:a16="http://schemas.microsoft.com/office/drawing/2014/main" id="{C3D34613-C2F4-4D2E-879C-A7187A2BC0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541" y="3010793"/>
                        <a:ext cx="939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B50C9410-7057-4A7A-A1F7-7BEEB41994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260349"/>
              </p:ext>
            </p:extLst>
          </p:nvPr>
        </p:nvGraphicFramePr>
        <p:xfrm>
          <a:off x="1944590" y="2973876"/>
          <a:ext cx="80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4" name="Equation" r:id="rId11" imgW="799920" imgH="736560" progId="Equation.DSMT4">
                  <p:embed/>
                </p:oleObj>
              </mc:Choice>
              <mc:Fallback>
                <p:oleObj name="Equation" r:id="rId11" imgW="799920" imgH="736560" progId="Equation.DSMT4">
                  <p:embed/>
                  <p:pic>
                    <p:nvPicPr>
                      <p:cNvPr id="3085" name="Object 13">
                        <a:extLst>
                          <a:ext uri="{FF2B5EF4-FFF2-40B4-BE49-F238E27FC236}">
                            <a16:creationId xmlns:a16="http://schemas.microsoft.com/office/drawing/2014/main" id="{1F635EC4-FB45-4D01-AC0A-441E70DAB3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590" y="2973876"/>
                        <a:ext cx="800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2CEBECDD-04A4-46C6-91BC-1E5C40EA8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83500"/>
              </p:ext>
            </p:extLst>
          </p:nvPr>
        </p:nvGraphicFramePr>
        <p:xfrm>
          <a:off x="2794939" y="3175794"/>
          <a:ext cx="330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5" name="Equation" r:id="rId13" imgW="330120" imgH="266400" progId="Equation.DSMT4">
                  <p:embed/>
                </p:oleObj>
              </mc:Choice>
              <mc:Fallback>
                <p:oleObj name="Equation" r:id="rId13" imgW="330120" imgH="266400" progId="Equation.DSMT4">
                  <p:embed/>
                  <p:pic>
                    <p:nvPicPr>
                      <p:cNvPr id="3086" name="Object 14">
                        <a:extLst>
                          <a:ext uri="{FF2B5EF4-FFF2-40B4-BE49-F238E27FC236}">
                            <a16:creationId xmlns:a16="http://schemas.microsoft.com/office/drawing/2014/main" id="{52563227-ACCE-48C0-9F3F-BBA8ED503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939" y="3175794"/>
                        <a:ext cx="330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CCFC6459-FDFA-4D25-B37C-58B38ADF1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093521"/>
              </p:ext>
            </p:extLst>
          </p:nvPr>
        </p:nvGraphicFramePr>
        <p:xfrm>
          <a:off x="3156992" y="3126276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6" name="Equation" r:id="rId15" imgW="749160" imgH="342720" progId="Equation.DSMT4">
                  <p:embed/>
                </p:oleObj>
              </mc:Choice>
              <mc:Fallback>
                <p:oleObj name="Equation" r:id="rId15" imgW="749160" imgH="342720" progId="Equation.DSMT4">
                  <p:embed/>
                  <p:pic>
                    <p:nvPicPr>
                      <p:cNvPr id="3087" name="Object 15">
                        <a:extLst>
                          <a:ext uri="{FF2B5EF4-FFF2-40B4-BE49-F238E27FC236}">
                            <a16:creationId xmlns:a16="http://schemas.microsoft.com/office/drawing/2014/main" id="{9A94B9C2-5E76-411B-808B-846822E9E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6992" y="3126276"/>
                        <a:ext cx="749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4F03C86F-3B31-495E-995A-411E13CDE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804468"/>
              </p:ext>
            </p:extLst>
          </p:nvPr>
        </p:nvGraphicFramePr>
        <p:xfrm>
          <a:off x="3860800" y="3164781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7" name="Equation" r:id="rId17" imgW="495000" imgH="330120" progId="Equation.DSMT4">
                  <p:embed/>
                </p:oleObj>
              </mc:Choice>
              <mc:Fallback>
                <p:oleObj name="Equation" r:id="rId17" imgW="495000" imgH="330120" progId="Equation.DSMT4">
                  <p:embed/>
                  <p:pic>
                    <p:nvPicPr>
                      <p:cNvPr id="3088" name="Object 16">
                        <a:extLst>
                          <a:ext uri="{FF2B5EF4-FFF2-40B4-BE49-F238E27FC236}">
                            <a16:creationId xmlns:a16="http://schemas.microsoft.com/office/drawing/2014/main" id="{D13C8706-04FE-4EFD-97AC-F1989A274F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3164781"/>
                        <a:ext cx="495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109E4C7A-9774-4EDF-813B-F5CEBFC41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732232"/>
              </p:ext>
            </p:extLst>
          </p:nvPr>
        </p:nvGraphicFramePr>
        <p:xfrm>
          <a:off x="1029639" y="4009877"/>
          <a:ext cx="209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8" name="Equation" r:id="rId19" imgW="2095200" imgH="838080" progId="Equation.DSMT4">
                  <p:embed/>
                </p:oleObj>
              </mc:Choice>
              <mc:Fallback>
                <p:oleObj name="Equation" r:id="rId19" imgW="2095200" imgH="838080" progId="Equation.DSMT4">
                  <p:embed/>
                  <p:pic>
                    <p:nvPicPr>
                      <p:cNvPr id="3089" name="Object 17">
                        <a:extLst>
                          <a:ext uri="{FF2B5EF4-FFF2-40B4-BE49-F238E27FC236}">
                            <a16:creationId xmlns:a16="http://schemas.microsoft.com/office/drawing/2014/main" id="{3B8CB3D9-09AB-401B-B868-A5733697DB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9639" y="4009877"/>
                        <a:ext cx="2095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9F31C8BF-3199-413B-B036-B77428350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739234"/>
              </p:ext>
            </p:extLst>
          </p:nvPr>
        </p:nvGraphicFramePr>
        <p:xfrm>
          <a:off x="3940175" y="2309118"/>
          <a:ext cx="254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59" name="Equation" r:id="rId21" imgW="253800" imgH="330120" progId="Equation.DSMT4">
                  <p:embed/>
                </p:oleObj>
              </mc:Choice>
              <mc:Fallback>
                <p:oleObj name="Equation" r:id="rId21" imgW="253800" imgH="330120" progId="Equation.DSMT4">
                  <p:embed/>
                  <p:pic>
                    <p:nvPicPr>
                      <p:cNvPr id="3092" name="Object 20">
                        <a:extLst>
                          <a:ext uri="{FF2B5EF4-FFF2-40B4-BE49-F238E27FC236}">
                            <a16:creationId xmlns:a16="http://schemas.microsoft.com/office/drawing/2014/main" id="{05717416-30AB-433F-8DC1-98F0019373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2309118"/>
                        <a:ext cx="254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124CAF7-EF12-402D-A4FE-F2AC8570A2C5}"/>
              </a:ext>
            </a:extLst>
          </p:cNvPr>
          <p:cNvCxnSpPr>
            <a:cxnSpLocks/>
          </p:cNvCxnSpPr>
          <p:nvPr/>
        </p:nvCxnSpPr>
        <p:spPr>
          <a:xfrm>
            <a:off x="4572000" y="1707654"/>
            <a:ext cx="0" cy="3312368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18">
            <a:extLst>
              <a:ext uri="{FF2B5EF4-FFF2-40B4-BE49-F238E27FC236}">
                <a16:creationId xmlns:a16="http://schemas.microsoft.com/office/drawing/2014/main" id="{80BBB15A-E633-4EF0-87A3-6992196CB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530" y="1633540"/>
            <a:ext cx="3962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因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0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</a:t>
            </a:r>
            <a:r>
              <a:rPr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0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故</a:t>
            </a:r>
          </a:p>
        </p:txBody>
      </p:sp>
      <p:graphicFrame>
        <p:nvGraphicFramePr>
          <p:cNvPr id="23" name="Object 19">
            <a:extLst>
              <a:ext uri="{FF2B5EF4-FFF2-40B4-BE49-F238E27FC236}">
                <a16:creationId xmlns:a16="http://schemas.microsoft.com/office/drawing/2014/main" id="{8ED345A7-362D-443B-9910-4DF796527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849954"/>
              </p:ext>
            </p:extLst>
          </p:nvPr>
        </p:nvGraphicFramePr>
        <p:xfrm>
          <a:off x="5376254" y="2403544"/>
          <a:ext cx="133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60" name="Equation" r:id="rId23" imgW="1333440" imgH="825480" progId="Equation.DSMT4">
                  <p:embed/>
                </p:oleObj>
              </mc:Choice>
              <mc:Fallback>
                <p:oleObj name="Equation" r:id="rId23" imgW="1333440" imgH="825480" progId="Equation.DSMT4">
                  <p:embed/>
                  <p:pic>
                    <p:nvPicPr>
                      <p:cNvPr id="3091" name="Object 19">
                        <a:extLst>
                          <a:ext uri="{FF2B5EF4-FFF2-40B4-BE49-F238E27FC236}">
                            <a16:creationId xmlns:a16="http://schemas.microsoft.com/office/drawing/2014/main" id="{3D9CBAE6-5C6C-4BC1-AFF5-18F2F91F5C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254" y="2403544"/>
                        <a:ext cx="1333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500D81C-D5FF-4C22-8A62-679270F16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22440"/>
              </p:ext>
            </p:extLst>
          </p:nvPr>
        </p:nvGraphicFramePr>
        <p:xfrm>
          <a:off x="892408" y="2059054"/>
          <a:ext cx="2933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61" name="Equation" r:id="rId25" imgW="2933640" imgH="799920" progId="Equation.DSMT4">
                  <p:embed/>
                </p:oleObj>
              </mc:Choice>
              <mc:Fallback>
                <p:oleObj name="Equation" r:id="rId25" imgW="293364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92408" y="2059054"/>
                        <a:ext cx="2933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182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6099B189-E30F-488C-B9D3-170D53EB5470}"/>
              </a:ext>
            </a:extLst>
          </p:cNvPr>
          <p:cNvGrpSpPr/>
          <p:nvPr/>
        </p:nvGrpSpPr>
        <p:grpSpPr>
          <a:xfrm>
            <a:off x="755576" y="123478"/>
            <a:ext cx="7405166" cy="812800"/>
            <a:chOff x="560388" y="312907"/>
            <a:chExt cx="7405166" cy="8128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591D142-E656-4821-987E-0E807302E3A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0388" y="457200"/>
              <a:ext cx="228600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+mj-ea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solidFill>
                    <a:srgbClr val="3366FF"/>
                  </a:solidFill>
                  <a:latin typeface="+mj-ea"/>
                </a:rPr>
                <a:t> </a:t>
              </a:r>
              <a:r>
                <a:rPr lang="zh-CN" altLang="en-US" sz="2400" b="1" dirty="0">
                  <a:latin typeface="+mj-ea"/>
                </a:rPr>
                <a:t>求椭圆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0C72C63A-15C3-4438-ABE7-7ADF170B33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1187216"/>
                </p:ext>
              </p:extLst>
            </p:nvPr>
          </p:nvGraphicFramePr>
          <p:xfrm>
            <a:off x="2245520" y="320527"/>
            <a:ext cx="13970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26" name="Equation" r:id="rId3" imgW="1396800" imgH="774360" progId="Equation.DSMT4">
                    <p:embed/>
                  </p:oleObj>
                </mc:Choice>
                <mc:Fallback>
                  <p:oleObj name="Equation" r:id="rId3" imgW="1396800" imgH="774360" progId="Equation.DSMT4">
                    <p:embed/>
                    <p:pic>
                      <p:nvPicPr>
                        <p:cNvPr id="14339" name="Object 3">
                          <a:extLst>
                            <a:ext uri="{FF2B5EF4-FFF2-40B4-BE49-F238E27FC236}">
                              <a16:creationId xmlns:a16="http://schemas.microsoft.com/office/drawing/2014/main" id="{7D3FA27A-37BE-455E-B3D2-E749FB9350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520" y="320527"/>
                          <a:ext cx="1397000" cy="774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2093261E-554C-4844-AE36-F177BCA5F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0487" y="438149"/>
              <a:ext cx="1447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在点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0998B551-716F-4E53-9EE6-502EE9F717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4394270"/>
                </p:ext>
              </p:extLst>
            </p:nvPr>
          </p:nvGraphicFramePr>
          <p:xfrm>
            <a:off x="4328955" y="312907"/>
            <a:ext cx="12573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27" name="Equation" r:id="rId5" imgW="1257120" imgH="812520" progId="Equation.DSMT4">
                    <p:embed/>
                  </p:oleObj>
                </mc:Choice>
                <mc:Fallback>
                  <p:oleObj name="Equation" r:id="rId5" imgW="1257120" imgH="812520" progId="Equation.DSMT4">
                    <p:embed/>
                    <p:pic>
                      <p:nvPicPr>
                        <p:cNvPr id="14341" name="Object 5">
                          <a:extLst>
                            <a:ext uri="{FF2B5EF4-FFF2-40B4-BE49-F238E27FC236}">
                              <a16:creationId xmlns:a16="http://schemas.microsoft.com/office/drawing/2014/main" id="{36331629-60FB-40F6-A1A9-9A9B9934C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955" y="312907"/>
                          <a:ext cx="12573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854A9D25-ECD9-4F0F-8F55-56DBB4D14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104" y="438149"/>
              <a:ext cx="24574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处的切线方程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7" name="Text Box 9">
            <a:extLst>
              <a:ext uri="{FF2B5EF4-FFF2-40B4-BE49-F238E27FC236}">
                <a16:creationId xmlns:a16="http://schemas.microsoft.com/office/drawing/2014/main" id="{03BD0399-33C9-4F90-B341-AC9C3A812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066" y="1300775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椭圆方程两边对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3D3A7917-FEED-4F0B-9F21-16C2BD3AD3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14208"/>
              </p:ext>
            </p:extLst>
          </p:nvPr>
        </p:nvGraphicFramePr>
        <p:xfrm>
          <a:off x="1592222" y="1938513"/>
          <a:ext cx="24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28" name="Equation" r:id="rId7" imgW="241200" imgH="736560" progId="Equation.DSMT4">
                  <p:embed/>
                </p:oleObj>
              </mc:Choice>
              <mc:Fallback>
                <p:oleObj name="Equation" r:id="rId7" imgW="241200" imgH="736560" progId="Equation.DSMT4">
                  <p:embed/>
                  <p:pic>
                    <p:nvPicPr>
                      <p:cNvPr id="14346" name="Object 10">
                        <a:extLst>
                          <a:ext uri="{FF2B5EF4-FFF2-40B4-BE49-F238E27FC236}">
                            <a16:creationId xmlns:a16="http://schemas.microsoft.com/office/drawing/2014/main" id="{73324ABD-F2B0-49A5-AA2C-4F88D5EFCF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22" y="1938513"/>
                        <a:ext cx="241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6B0E9FC6-FF7B-4F7F-919D-C53A4D74E2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358853"/>
              </p:ext>
            </p:extLst>
          </p:nvPr>
        </p:nvGraphicFramePr>
        <p:xfrm>
          <a:off x="1926511" y="1954919"/>
          <a:ext cx="105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29" name="Equation" r:id="rId9" imgW="1054080" imgH="736560" progId="Equation.DSMT4">
                  <p:embed/>
                </p:oleObj>
              </mc:Choice>
              <mc:Fallback>
                <p:oleObj name="Equation" r:id="rId9" imgW="1054080" imgH="736560" progId="Equation.DSMT4">
                  <p:embed/>
                  <p:pic>
                    <p:nvPicPr>
                      <p:cNvPr id="14348" name="Object 12">
                        <a:extLst>
                          <a:ext uri="{FF2B5EF4-FFF2-40B4-BE49-F238E27FC236}">
                            <a16:creationId xmlns:a16="http://schemas.microsoft.com/office/drawing/2014/main" id="{C4204395-F93C-42B6-866F-69E7FB597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511" y="1954919"/>
                        <a:ext cx="1054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FBF8A4C9-6F1F-4326-BCCE-8768AAA0F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950337"/>
              </p:ext>
            </p:extLst>
          </p:nvPr>
        </p:nvGraphicFramePr>
        <p:xfrm>
          <a:off x="2991363" y="2158119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0" name="Equation" r:id="rId11" imgW="495000" imgH="330120" progId="Equation.DSMT4">
                  <p:embed/>
                </p:oleObj>
              </mc:Choice>
              <mc:Fallback>
                <p:oleObj name="Equation" r:id="rId11" imgW="495000" imgH="330120" progId="Equation.DSMT4">
                  <p:embed/>
                  <p:pic>
                    <p:nvPicPr>
                      <p:cNvPr id="14352" name="Object 16">
                        <a:extLst>
                          <a:ext uri="{FF2B5EF4-FFF2-40B4-BE49-F238E27FC236}">
                            <a16:creationId xmlns:a16="http://schemas.microsoft.com/office/drawing/2014/main" id="{4E8777F6-62C6-47F4-AC68-7EE59C8D6C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363" y="2158119"/>
                        <a:ext cx="495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07CFC188-9A0B-4E92-A055-1A71FD7067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379583"/>
              </p:ext>
            </p:extLst>
          </p:nvPr>
        </p:nvGraphicFramePr>
        <p:xfrm>
          <a:off x="747936" y="3271239"/>
          <a:ext cx="876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1" name="Equation" r:id="rId13" imgW="876240" imgH="634680" progId="Equation.DSMT4">
                  <p:embed/>
                </p:oleObj>
              </mc:Choice>
              <mc:Fallback>
                <p:oleObj name="Equation" r:id="rId13" imgW="876240" imgH="634680" progId="Equation.DSMT4">
                  <p:embed/>
                  <p:pic>
                    <p:nvPicPr>
                      <p:cNvPr id="14353" name="Object 17">
                        <a:extLst>
                          <a:ext uri="{FF2B5EF4-FFF2-40B4-BE49-F238E27FC236}">
                            <a16:creationId xmlns:a16="http://schemas.microsoft.com/office/drawing/2014/main" id="{FAC29823-2889-45DC-AE81-8B79B92F4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936" y="3271239"/>
                        <a:ext cx="876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C2F66F25-F739-4F75-AFC8-E0CF946D1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016768"/>
              </p:ext>
            </p:extLst>
          </p:nvPr>
        </p:nvGraphicFramePr>
        <p:xfrm>
          <a:off x="1741413" y="3111397"/>
          <a:ext cx="15748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2" name="Equation" r:id="rId15" imgW="1574640" imgH="1079280" progId="Equation.DSMT4">
                  <p:embed/>
                </p:oleObj>
              </mc:Choice>
              <mc:Fallback>
                <p:oleObj name="Equation" r:id="rId15" imgW="1574640" imgH="1079280" progId="Equation.DSMT4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5B1758AB-F016-4496-9EE2-1A3B64A4AC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13" y="3111397"/>
                        <a:ext cx="15748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6">
            <a:extLst>
              <a:ext uri="{FF2B5EF4-FFF2-40B4-BE49-F238E27FC236}">
                <a16:creationId xmlns:a16="http://schemas.microsoft.com/office/drawing/2014/main" id="{5D17866B-40A5-4962-A291-920FD01B7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8552"/>
              </p:ext>
            </p:extLst>
          </p:nvPr>
        </p:nvGraphicFramePr>
        <p:xfrm>
          <a:off x="3271326" y="3049876"/>
          <a:ext cx="965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3" name="Equation" r:id="rId17" imgW="965160" imgH="787320" progId="Equation.DSMT4">
                  <p:embed/>
                </p:oleObj>
              </mc:Choice>
              <mc:Fallback>
                <p:oleObj name="Equation" r:id="rId17" imgW="965160" imgH="787320" progId="Equation.DSMT4">
                  <p:embed/>
                  <p:pic>
                    <p:nvPicPr>
                      <p:cNvPr id="14362" name="Object 26">
                        <a:extLst>
                          <a:ext uri="{FF2B5EF4-FFF2-40B4-BE49-F238E27FC236}">
                            <a16:creationId xmlns:a16="http://schemas.microsoft.com/office/drawing/2014/main" id="{2D9CE2F1-FE01-4A41-83C8-670A709D7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326" y="3049876"/>
                        <a:ext cx="965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32030BC-DB8B-4930-9867-0AC0BE46C3C2}"/>
              </a:ext>
            </a:extLst>
          </p:cNvPr>
          <p:cNvCxnSpPr>
            <a:cxnSpLocks/>
          </p:cNvCxnSpPr>
          <p:nvPr/>
        </p:nvCxnSpPr>
        <p:spPr>
          <a:xfrm>
            <a:off x="4564380" y="1203598"/>
            <a:ext cx="0" cy="3835494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27">
            <a:extLst>
              <a:ext uri="{FF2B5EF4-FFF2-40B4-BE49-F238E27FC236}">
                <a16:creationId xmlns:a16="http://schemas.microsoft.com/office/drawing/2014/main" id="{63423162-9FB8-490F-95DB-B3C1A23E8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2898" y="1347614"/>
            <a:ext cx="289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故</a:t>
            </a:r>
            <a:r>
              <a:rPr lang="zh-CN" altLang="en-US" sz="2400" b="1" dirty="0">
                <a:solidFill>
                  <a:srgbClr val="3366FF"/>
                </a:solidFill>
              </a:rPr>
              <a:t>切线方程</a:t>
            </a:r>
            <a:r>
              <a:rPr lang="zh-CN" altLang="en-US" sz="2400" b="1" dirty="0"/>
              <a:t>为</a:t>
            </a:r>
          </a:p>
        </p:txBody>
      </p:sp>
      <p:graphicFrame>
        <p:nvGraphicFramePr>
          <p:cNvPr id="22" name="Object 28">
            <a:extLst>
              <a:ext uri="{FF2B5EF4-FFF2-40B4-BE49-F238E27FC236}">
                <a16:creationId xmlns:a16="http://schemas.microsoft.com/office/drawing/2014/main" id="{61A26DF5-837E-45BC-A5EA-6B3628B4D1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402272"/>
              </p:ext>
            </p:extLst>
          </p:nvPr>
        </p:nvGraphicFramePr>
        <p:xfrm>
          <a:off x="5042898" y="2126369"/>
          <a:ext cx="109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4" name="Equation" r:id="rId19" imgW="1091880" imgH="723600" progId="Equation.DSMT4">
                  <p:embed/>
                </p:oleObj>
              </mc:Choice>
              <mc:Fallback>
                <p:oleObj name="Equation" r:id="rId19" imgW="1091880" imgH="723600" progId="Equation.DSMT4">
                  <p:embed/>
                  <p:pic>
                    <p:nvPicPr>
                      <p:cNvPr id="14364" name="Object 28">
                        <a:extLst>
                          <a:ext uri="{FF2B5EF4-FFF2-40B4-BE49-F238E27FC236}">
                            <a16:creationId xmlns:a16="http://schemas.microsoft.com/office/drawing/2014/main" id="{61F9E2D4-F1A5-43AE-9121-B03147A586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898" y="2126369"/>
                        <a:ext cx="1092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0">
            <a:extLst>
              <a:ext uri="{FF2B5EF4-FFF2-40B4-BE49-F238E27FC236}">
                <a16:creationId xmlns:a16="http://schemas.microsoft.com/office/drawing/2014/main" id="{55FB7D44-F426-401A-9703-983CB59F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531194"/>
              </p:ext>
            </p:extLst>
          </p:nvPr>
        </p:nvGraphicFramePr>
        <p:xfrm>
          <a:off x="6169067" y="2096788"/>
          <a:ext cx="88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5" name="Equation" r:id="rId21" imgW="888840" imgH="787320" progId="Equation.DSMT4">
                  <p:embed/>
                </p:oleObj>
              </mc:Choice>
              <mc:Fallback>
                <p:oleObj name="Equation" r:id="rId21" imgW="888840" imgH="787320" progId="Equation.DSMT4">
                  <p:embed/>
                  <p:pic>
                    <p:nvPicPr>
                      <p:cNvPr id="14366" name="Object 30">
                        <a:extLst>
                          <a:ext uri="{FF2B5EF4-FFF2-40B4-BE49-F238E27FC236}">
                            <a16:creationId xmlns:a16="http://schemas.microsoft.com/office/drawing/2014/main" id="{75A009FE-4219-4990-8CF3-020FE38937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67" y="2096788"/>
                        <a:ext cx="889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1">
            <a:extLst>
              <a:ext uri="{FF2B5EF4-FFF2-40B4-BE49-F238E27FC236}">
                <a16:creationId xmlns:a16="http://schemas.microsoft.com/office/drawing/2014/main" id="{AFB0283F-7EBB-4389-A816-20EC5659F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024411"/>
              </p:ext>
            </p:extLst>
          </p:nvPr>
        </p:nvGraphicFramePr>
        <p:xfrm>
          <a:off x="7068002" y="2349463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6" name="Equation" r:id="rId23" imgW="901440" imgH="342720" progId="Equation.DSMT4">
                  <p:embed/>
                </p:oleObj>
              </mc:Choice>
              <mc:Fallback>
                <p:oleObj name="Equation" r:id="rId23" imgW="901440" imgH="342720" progId="Equation.DSMT4">
                  <p:embed/>
                  <p:pic>
                    <p:nvPicPr>
                      <p:cNvPr id="14367" name="Object 31">
                        <a:extLst>
                          <a:ext uri="{FF2B5EF4-FFF2-40B4-BE49-F238E27FC236}">
                            <a16:creationId xmlns:a16="http://schemas.microsoft.com/office/drawing/2014/main" id="{BB34744B-6A77-4B15-9787-6850E2DFD4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8002" y="2349463"/>
                        <a:ext cx="901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2">
            <a:extLst>
              <a:ext uri="{FF2B5EF4-FFF2-40B4-BE49-F238E27FC236}">
                <a16:creationId xmlns:a16="http://schemas.microsoft.com/office/drawing/2014/main" id="{023D42CB-47F3-4278-AC9B-25434D345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9602" y="3315825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即</a:t>
            </a:r>
          </a:p>
        </p:txBody>
      </p:sp>
      <p:graphicFrame>
        <p:nvGraphicFramePr>
          <p:cNvPr id="26" name="Object 33">
            <a:extLst>
              <a:ext uri="{FF2B5EF4-FFF2-40B4-BE49-F238E27FC236}">
                <a16:creationId xmlns:a16="http://schemas.microsoft.com/office/drawing/2014/main" id="{F144F2BC-6949-4225-813D-835882D057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5141227"/>
              </p:ext>
            </p:extLst>
          </p:nvPr>
        </p:nvGraphicFramePr>
        <p:xfrm>
          <a:off x="5466120" y="3323072"/>
          <a:ext cx="242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37" name="Equation" r:id="rId25" imgW="2425680" imgH="431640" progId="Equation.DSMT4">
                  <p:embed/>
                </p:oleObj>
              </mc:Choice>
              <mc:Fallback>
                <p:oleObj name="Equation" r:id="rId25" imgW="2425680" imgH="431640" progId="Equation.DSMT4">
                  <p:embed/>
                  <p:pic>
                    <p:nvPicPr>
                      <p:cNvPr id="14369" name="Object 33">
                        <a:extLst>
                          <a:ext uri="{FF2B5EF4-FFF2-40B4-BE49-F238E27FC236}">
                            <a16:creationId xmlns:a16="http://schemas.microsoft.com/office/drawing/2014/main" id="{90852097-3AED-44F2-B1AC-5752B134F8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6120" y="3323072"/>
                        <a:ext cx="2425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90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21" grpId="0" autoUpdateAnimBg="0"/>
      <p:bldP spid="2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84E694B7-2A24-4AFB-A327-A08E8910B4C8}"/>
              </a:ext>
            </a:extLst>
          </p:cNvPr>
          <p:cNvGrpSpPr/>
          <p:nvPr/>
        </p:nvGrpSpPr>
        <p:grpSpPr>
          <a:xfrm>
            <a:off x="256596" y="137687"/>
            <a:ext cx="8856984" cy="1282700"/>
            <a:chOff x="107504" y="430342"/>
            <a:chExt cx="8856984" cy="12827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7B3776D2-1A01-4019-BF41-A91051BF4A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568" y="430342"/>
              <a:ext cx="828092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                由方程                      所确定，其中         二阶               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EF70D345-F730-4734-85B7-47435CA1092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0167347"/>
                </p:ext>
              </p:extLst>
            </p:nvPr>
          </p:nvGraphicFramePr>
          <p:xfrm>
            <a:off x="1849016" y="483518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14" name="Equation" r:id="rId4" imgW="1066680" imgH="342720" progId="Equation.DSMT4">
                    <p:embed/>
                  </p:oleObj>
                </mc:Choice>
                <mc:Fallback>
                  <p:oleObj name="Equation" r:id="rId4" imgW="1066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49016" y="483518"/>
                          <a:ext cx="1066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6E339CE9-0362-4E7C-A347-E4C3F95953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6861498"/>
                </p:ext>
              </p:extLst>
            </p:nvPr>
          </p:nvGraphicFramePr>
          <p:xfrm>
            <a:off x="3995936" y="483518"/>
            <a:ext cx="154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15" name="Equation" r:id="rId6" imgW="1549080" imgH="342720" progId="Equation.DSMT4">
                    <p:embed/>
                  </p:oleObj>
                </mc:Choice>
                <mc:Fallback>
                  <p:oleObj name="Equation" r:id="rId6" imgW="1549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95936" y="483518"/>
                          <a:ext cx="1549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2FA26A9-84AF-495A-B91B-515515EEC7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5650002"/>
                </p:ext>
              </p:extLst>
            </p:nvPr>
          </p:nvGraphicFramePr>
          <p:xfrm>
            <a:off x="7452320" y="49701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16" name="Equation" r:id="rId8" imgW="622080" imgH="342720" progId="Equation.DSMT4">
                    <p:embed/>
                  </p:oleObj>
                </mc:Choice>
                <mc:Fallback>
                  <p:oleObj name="Equation" r:id="rId8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452320" y="49701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CDD3F1A4-695E-410A-ABAD-76643B8045D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7504" y="1058992"/>
              <a:ext cx="828092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可导，且                求     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0E720F9-4E2E-4401-8A5B-47248170F0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5273650"/>
                </p:ext>
              </p:extLst>
            </p:nvPr>
          </p:nvGraphicFramePr>
          <p:xfrm>
            <a:off x="1403648" y="1147892"/>
            <a:ext cx="11684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17" name="Equation" r:id="rId10" imgW="1168200" imgH="355320" progId="Equation.DSMT4">
                    <p:embed/>
                  </p:oleObj>
                </mc:Choice>
                <mc:Fallback>
                  <p:oleObj name="Equation" r:id="rId10" imgW="11682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403648" y="1147892"/>
                          <a:ext cx="11684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A56560D-B330-4495-93F0-A417882D86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401664"/>
                </p:ext>
              </p:extLst>
            </p:nvPr>
          </p:nvGraphicFramePr>
          <p:xfrm>
            <a:off x="2915816" y="938342"/>
            <a:ext cx="6096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18" name="Equation" r:id="rId12" imgW="609480" imgH="774360" progId="Equation.DSMT4">
                    <p:embed/>
                  </p:oleObj>
                </mc:Choice>
                <mc:Fallback>
                  <p:oleObj name="Equation" r:id="rId12" imgW="609480" imgH="774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915816" y="938342"/>
                          <a:ext cx="6096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9">
            <a:extLst>
              <a:ext uri="{FF2B5EF4-FFF2-40B4-BE49-F238E27FC236}">
                <a16:creationId xmlns:a16="http://schemas.microsoft.com/office/drawing/2014/main" id="{6B3BCFF9-A63D-4FE7-AE1B-7134144B3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864" y="2340617"/>
            <a:ext cx="37444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方程两边对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求导，得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60B5073-1A6F-4B9C-ABC7-6A81AC35AE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336384"/>
              </p:ext>
            </p:extLst>
          </p:nvPr>
        </p:nvGraphicFramePr>
        <p:xfrm>
          <a:off x="2608085" y="2890662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19" name="Equation" r:id="rId14" imgW="1790640" imgH="736560" progId="Equation.DSMT4">
                  <p:embed/>
                </p:oleObj>
              </mc:Choice>
              <mc:Fallback>
                <p:oleObj name="Equation" r:id="rId14" imgW="1790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08085" y="2890662"/>
                        <a:ext cx="179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AE267FA-3D13-46A8-A584-32B614C07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910912"/>
              </p:ext>
            </p:extLst>
          </p:nvPr>
        </p:nvGraphicFramePr>
        <p:xfrm>
          <a:off x="4413802" y="3115090"/>
          <a:ext cx="914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20" name="Equation" r:id="rId16" imgW="914400" imgH="355320" progId="Equation.DSMT4">
                  <p:embed/>
                </p:oleObj>
              </mc:Choice>
              <mc:Fallback>
                <p:oleObj name="Equation" r:id="rId16" imgW="9144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13802" y="3115090"/>
                        <a:ext cx="914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67758DF-7128-4AF1-BE15-E9A33A781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852226"/>
              </p:ext>
            </p:extLst>
          </p:nvPr>
        </p:nvGraphicFramePr>
        <p:xfrm>
          <a:off x="5365295" y="3115090"/>
          <a:ext cx="137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21" name="Equation" r:id="rId18" imgW="1371600" imgH="355320" progId="Equation.DSMT4">
                  <p:embed/>
                </p:oleObj>
              </mc:Choice>
              <mc:Fallback>
                <p:oleObj name="Equation" r:id="rId18" imgW="1371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65295" y="3115090"/>
                        <a:ext cx="1371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A15536A-EAD7-46DE-A3B5-72E88B587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838333"/>
              </p:ext>
            </p:extLst>
          </p:nvPr>
        </p:nvGraphicFramePr>
        <p:xfrm>
          <a:off x="6719562" y="2852330"/>
          <a:ext cx="114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22" name="Equation" r:id="rId20" imgW="1143000" imgH="812520" progId="Equation.DSMT4">
                  <p:embed/>
                </p:oleObj>
              </mc:Choice>
              <mc:Fallback>
                <p:oleObj name="Equation" r:id="rId20" imgW="11430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719562" y="2852330"/>
                        <a:ext cx="1143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394CFF4-95B6-4CDB-A7C1-805ECD123DB0}"/>
              </a:ext>
            </a:extLst>
          </p:cNvPr>
          <p:cNvSpPr/>
          <p:nvPr/>
        </p:nvSpPr>
        <p:spPr>
          <a:xfrm>
            <a:off x="700958" y="4027619"/>
            <a:ext cx="1559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解方程</a:t>
            </a:r>
            <a:endParaRPr lang="zh-CN" altLang="en-US" sz="24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6191513-DC40-41BC-B359-6A91D3570D14}"/>
              </a:ext>
            </a:extLst>
          </p:cNvPr>
          <p:cNvGrpSpPr/>
          <p:nvPr/>
        </p:nvGrpSpPr>
        <p:grpSpPr>
          <a:xfrm>
            <a:off x="860247" y="1515637"/>
            <a:ext cx="3942145" cy="736600"/>
            <a:chOff x="701862" y="1779452"/>
            <a:chExt cx="3942145" cy="7366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7EA9CA6-6FE7-47E0-B185-414CC34D10D2}"/>
                </a:ext>
              </a:extLst>
            </p:cNvPr>
            <p:cNvSpPr/>
            <p:nvPr/>
          </p:nvSpPr>
          <p:spPr>
            <a:xfrm>
              <a:off x="701862" y="1898228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分析</a:t>
              </a:r>
              <a:endParaRPr lang="zh-CN" altLang="en-US" sz="2400" dirty="0">
                <a:solidFill>
                  <a:srgbClr val="3366FF"/>
                </a:solidFill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7A341B4-B756-4FBE-A099-CA2570214B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2513339"/>
                </p:ext>
              </p:extLst>
            </p:nvPr>
          </p:nvGraphicFramePr>
          <p:xfrm>
            <a:off x="1666923" y="1985308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23" name="Equation" r:id="rId22" imgW="1180800" imgH="342720" progId="Equation.DSMT4">
                    <p:embed/>
                  </p:oleObj>
                </mc:Choice>
                <mc:Fallback>
                  <p:oleObj name="Equation" r:id="rId22" imgW="1180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666923" y="1985308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3EFA7F5-B76F-402D-B502-0E253CF162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1605082"/>
                </p:ext>
              </p:extLst>
            </p:nvPr>
          </p:nvGraphicFramePr>
          <p:xfrm>
            <a:off x="3056644" y="1959632"/>
            <a:ext cx="153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24" name="Equation" r:id="rId24" imgW="1536480" imgH="342720" progId="Equation.DSMT4">
                    <p:embed/>
                  </p:oleObj>
                </mc:Choice>
                <mc:Fallback>
                  <p:oleObj name="Equation" r:id="rId24" imgW="1536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056644" y="1959632"/>
                          <a:ext cx="1536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CE77456-71C8-4CB6-B9B7-83B09C69B25A}"/>
                </a:ext>
              </a:extLst>
            </p:cNvPr>
            <p:cNvSpPr/>
            <p:nvPr/>
          </p:nvSpPr>
          <p:spPr>
            <a:xfrm>
              <a:off x="1469282" y="1779452"/>
              <a:ext cx="3174725" cy="73660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7941105-87DD-4094-9352-3EF41136A7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177692"/>
              </p:ext>
            </p:extLst>
          </p:nvPr>
        </p:nvGraphicFramePr>
        <p:xfrm>
          <a:off x="5582912" y="3864751"/>
          <a:ext cx="227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25" name="Equation" r:id="rId26" imgW="2273040" imgH="787320" progId="Equation.DSMT4">
                  <p:embed/>
                </p:oleObj>
              </mc:Choice>
              <mc:Fallback>
                <p:oleObj name="Equation" r:id="rId26" imgW="227304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BEC4DFD-09E2-419C-A235-015CD65C17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582912" y="3864751"/>
                        <a:ext cx="2273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88F9F38-3743-4DB1-8C53-B777D0102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907962"/>
              </p:ext>
            </p:extLst>
          </p:nvPr>
        </p:nvGraphicFramePr>
        <p:xfrm>
          <a:off x="1937302" y="3852051"/>
          <a:ext cx="2933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26" name="Equation" r:id="rId28" imgW="2933640" imgH="812520" progId="Equation.DSMT4">
                  <p:embed/>
                </p:oleObj>
              </mc:Choice>
              <mc:Fallback>
                <p:oleObj name="Equation" r:id="rId28" imgW="2933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937302" y="3852051"/>
                        <a:ext cx="2933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14FF1E80-A536-4307-8FCF-253AE52159EF}"/>
              </a:ext>
            </a:extLst>
          </p:cNvPr>
          <p:cNvSpPr/>
          <p:nvPr/>
        </p:nvSpPr>
        <p:spPr>
          <a:xfrm>
            <a:off x="4904032" y="4041442"/>
            <a:ext cx="1559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0398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E9489BA-6E41-48BB-A2FC-BF165D203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19466"/>
              </p:ext>
            </p:extLst>
          </p:nvPr>
        </p:nvGraphicFramePr>
        <p:xfrm>
          <a:off x="755576" y="2427734"/>
          <a:ext cx="8255001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50" name="Equation" r:id="rId3" imgW="8254800" imgH="1130040" progId="Equation.DSMT4">
                  <p:embed/>
                </p:oleObj>
              </mc:Choice>
              <mc:Fallback>
                <p:oleObj name="Equation" r:id="rId3" imgW="8254800" imgH="1130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12BC0E6-07AF-4BFB-B005-BC5F380A3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2427734"/>
                        <a:ext cx="8255001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AA9F24E-0225-44D6-BCE6-6531A9A2B4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763752"/>
              </p:ext>
            </p:extLst>
          </p:nvPr>
        </p:nvGraphicFramePr>
        <p:xfrm>
          <a:off x="910010" y="1449864"/>
          <a:ext cx="2997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51" name="Equation" r:id="rId5" imgW="2997000" imgH="863280" progId="Equation.DSMT4">
                  <p:embed/>
                </p:oleObj>
              </mc:Choice>
              <mc:Fallback>
                <p:oleObj name="Equation" r:id="rId5" imgW="2997000" imgH="8632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4615F56D-186A-47F8-BE09-F2F8F5F1E8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0010" y="1449864"/>
                        <a:ext cx="29972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BEC4DFD-09E2-419C-A235-015CD65C17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7157748"/>
              </p:ext>
            </p:extLst>
          </p:nvPr>
        </p:nvGraphicFramePr>
        <p:xfrm>
          <a:off x="910010" y="312254"/>
          <a:ext cx="240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52" name="Equation" r:id="rId7" imgW="2400120" imgH="787320" progId="Equation.DSMT4">
                  <p:embed/>
                </p:oleObj>
              </mc:Choice>
              <mc:Fallback>
                <p:oleObj name="Equation" r:id="rId7" imgW="2400120" imgH="7873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BB4605C2-1EE2-44CA-B67D-B9F1A2511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0010" y="312254"/>
                        <a:ext cx="2400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18FED29-1E24-4787-9358-EA7CB4BE6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6194487"/>
              </p:ext>
            </p:extLst>
          </p:nvPr>
        </p:nvGraphicFramePr>
        <p:xfrm>
          <a:off x="721420" y="3723878"/>
          <a:ext cx="25273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53" name="Equation" r:id="rId9" imgW="2527200" imgH="1130040" progId="Equation.DSMT4">
                  <p:embed/>
                </p:oleObj>
              </mc:Choice>
              <mc:Fallback>
                <p:oleObj name="Equation" r:id="rId9" imgW="252720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1420" y="3723878"/>
                        <a:ext cx="25273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BAA2961-6453-4B4C-AF02-92675EB277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235466"/>
              </p:ext>
            </p:extLst>
          </p:nvPr>
        </p:nvGraphicFramePr>
        <p:xfrm>
          <a:off x="3381375" y="4067175"/>
          <a:ext cx="2159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54" name="Equation" r:id="rId11" imgW="2158920" imgH="787320" progId="Equation.DSMT4">
                  <p:embed/>
                </p:oleObj>
              </mc:Choice>
              <mc:Fallback>
                <p:oleObj name="Equation" r:id="rId11" imgW="2158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81375" y="4067175"/>
                        <a:ext cx="2159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455043-1C20-4630-9D55-027C619EF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129858"/>
              </p:ext>
            </p:extLst>
          </p:nvPr>
        </p:nvGraphicFramePr>
        <p:xfrm>
          <a:off x="6096000" y="33020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55" name="Equation" r:id="rId13" imgW="914400" imgH="306720" progId="Equation.DSMT4">
                  <p:embed/>
                </p:oleObj>
              </mc:Choice>
              <mc:Fallback>
                <p:oleObj name="Equation" r:id="rId13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6000" y="33020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980205A7-488B-4888-8375-6853EF159824}"/>
              </a:ext>
            </a:extLst>
          </p:cNvPr>
          <p:cNvGrpSpPr/>
          <p:nvPr/>
        </p:nvGrpSpPr>
        <p:grpSpPr>
          <a:xfrm>
            <a:off x="5502672" y="709057"/>
            <a:ext cx="2997200" cy="1358637"/>
            <a:chOff x="5502672" y="709057"/>
            <a:chExt cx="2997200" cy="1358637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0FC1FFD9-D8A6-4227-8A62-063EDCA698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978506"/>
                </p:ext>
              </p:extLst>
            </p:nvPr>
          </p:nvGraphicFramePr>
          <p:xfrm>
            <a:off x="6012160" y="968101"/>
            <a:ext cx="2171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56" name="Equation" r:id="rId15" imgW="2171520" imgH="355320" progId="Equation.DSMT4">
                    <p:embed/>
                  </p:oleObj>
                </mc:Choice>
                <mc:Fallback>
                  <p:oleObj name="Equation" r:id="rId15" imgW="21715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012160" y="968101"/>
                          <a:ext cx="2171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99F0B912-0CD6-4413-B364-19BFE0FBEB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7268124"/>
                </p:ext>
              </p:extLst>
            </p:nvPr>
          </p:nvGraphicFramePr>
          <p:xfrm>
            <a:off x="6096000" y="1496457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57" name="Equation" r:id="rId17" imgW="1473120" imgH="342720" progId="Equation.DSMT4">
                    <p:embed/>
                  </p:oleObj>
                </mc:Choice>
                <mc:Fallback>
                  <p:oleObj name="Equation" r:id="rId17" imgW="1473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096000" y="1496457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C32C4FE-EA28-414C-86E5-AF26F9367783}"/>
                </a:ext>
              </a:extLst>
            </p:cNvPr>
            <p:cNvSpPr/>
            <p:nvPr/>
          </p:nvSpPr>
          <p:spPr>
            <a:xfrm>
              <a:off x="5502672" y="709057"/>
              <a:ext cx="2997200" cy="1358637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EA6B80A8-8203-4955-9856-1FF2AF5C9C45}"/>
              </a:ext>
            </a:extLst>
          </p:cNvPr>
          <p:cNvSpPr/>
          <p:nvPr/>
        </p:nvSpPr>
        <p:spPr>
          <a:xfrm>
            <a:off x="971600" y="2427734"/>
            <a:ext cx="2277120" cy="7200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F43D57-F586-411F-8021-1378008947A7}"/>
              </a:ext>
            </a:extLst>
          </p:cNvPr>
          <p:cNvSpPr/>
          <p:nvPr/>
        </p:nvSpPr>
        <p:spPr>
          <a:xfrm>
            <a:off x="6372199" y="2427734"/>
            <a:ext cx="2638377" cy="7200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96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0">
            <a:hlinkClick r:id="rId2" action="ppaction://hlinksldjump"/>
            <a:extLst>
              <a:ext uri="{FF2B5EF4-FFF2-40B4-BE49-F238E27FC236}">
                <a16:creationId xmlns:a16="http://schemas.microsoft.com/office/drawing/2014/main" id="{59484DEA-A9B2-4282-AD89-1A5154865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2048530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二、对数求导法</a:t>
            </a:r>
          </a:p>
        </p:txBody>
      </p:sp>
    </p:spTree>
    <p:extLst>
      <p:ext uri="{BB962C8B-B14F-4D97-AF65-F5344CB8AC3E}">
        <p14:creationId xmlns:p14="http://schemas.microsoft.com/office/powerpoint/2010/main" val="727891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9CB89A14-ED28-49D2-88E2-7FD67A23E057}"/>
              </a:ext>
            </a:extLst>
          </p:cNvPr>
          <p:cNvGrpSpPr/>
          <p:nvPr/>
        </p:nvGrpSpPr>
        <p:grpSpPr>
          <a:xfrm>
            <a:off x="755576" y="505272"/>
            <a:ext cx="4176464" cy="559455"/>
            <a:chOff x="539750" y="542270"/>
            <a:chExt cx="4176464" cy="559455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DE5DB042-D93D-4E68-A140-21C6B830E64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750" y="568325"/>
              <a:ext cx="167640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29AFD07C-6CE2-4C35-8C99-7C2A6501D2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6846086"/>
                </p:ext>
              </p:extLst>
            </p:nvPr>
          </p:nvGraphicFramePr>
          <p:xfrm>
            <a:off x="1480418" y="575766"/>
            <a:ext cx="1917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38" name="Equation" r:id="rId4" imgW="1917360" imgH="406080" progId="Equation.DSMT4">
                    <p:embed/>
                  </p:oleObj>
                </mc:Choice>
                <mc:Fallback>
                  <p:oleObj name="Equation" r:id="rId4" imgW="1917360" imgH="406080" progId="Equation.DSMT4">
                    <p:embed/>
                    <p:pic>
                      <p:nvPicPr>
                        <p:cNvPr id="15363" name="Object 3">
                          <a:extLst>
                            <a:ext uri="{FF2B5EF4-FFF2-40B4-BE49-F238E27FC236}">
                              <a16:creationId xmlns:a16="http://schemas.microsoft.com/office/drawing/2014/main" id="{C26D629D-1D58-4526-963A-D9F91D2A41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418" y="575766"/>
                          <a:ext cx="19177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6">
              <a:extLst>
                <a:ext uri="{FF2B5EF4-FFF2-40B4-BE49-F238E27FC236}">
                  <a16:creationId xmlns:a16="http://schemas.microsoft.com/office/drawing/2014/main" id="{89093DFC-8765-406B-BD50-15D071C98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118" y="542270"/>
              <a:ext cx="13180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的导数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</p:txBody>
        </p:sp>
      </p:grpSp>
      <p:sp>
        <p:nvSpPr>
          <p:cNvPr id="5" name="Text Box 9">
            <a:extLst>
              <a:ext uri="{FF2B5EF4-FFF2-40B4-BE49-F238E27FC236}">
                <a16:creationId xmlns:a16="http://schemas.microsoft.com/office/drawing/2014/main" id="{36F21D19-D54A-4B2A-A4F5-0FA278729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630" y="1165890"/>
            <a:ext cx="4641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两边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取对数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化为隐式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9BEB07BD-098B-4EA5-8471-7C2562DD26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788390"/>
              </p:ext>
            </p:extLst>
          </p:nvPr>
        </p:nvGraphicFramePr>
        <p:xfrm>
          <a:off x="2431976" y="1766483"/>
          <a:ext cx="200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39" name="Equation" r:id="rId6" imgW="2006280" imgH="342720" progId="Equation.DSMT4">
                  <p:embed/>
                </p:oleObj>
              </mc:Choice>
              <mc:Fallback>
                <p:oleObj name="Equation" r:id="rId6" imgW="2006280" imgH="342720" progId="Equation.DSMT4">
                  <p:embed/>
                  <p:pic>
                    <p:nvPicPr>
                      <p:cNvPr id="15370" name="Object 10">
                        <a:extLst>
                          <a:ext uri="{FF2B5EF4-FFF2-40B4-BE49-F238E27FC236}">
                            <a16:creationId xmlns:a16="http://schemas.microsoft.com/office/drawing/2014/main" id="{0EFD79F1-A96A-4C11-B9D2-18A89D9C85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976" y="1766483"/>
                        <a:ext cx="2006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>
            <a:extLst>
              <a:ext uri="{FF2B5EF4-FFF2-40B4-BE49-F238E27FC236}">
                <a16:creationId xmlns:a16="http://schemas.microsoft.com/office/drawing/2014/main" id="{4D7C88B6-07CD-48C9-86EE-64533FDE8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355" y="2384747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两边对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求导</a:t>
            </a:r>
          </a:p>
        </p:txBody>
      </p:sp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6BC623B4-30A0-445B-9E2A-4AEAA35201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741707"/>
              </p:ext>
            </p:extLst>
          </p:nvPr>
        </p:nvGraphicFramePr>
        <p:xfrm>
          <a:off x="2106866" y="3017152"/>
          <a:ext cx="533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40" name="Equation" r:id="rId8" imgW="533160" imgH="787320" progId="Equation.DSMT4">
                  <p:embed/>
                </p:oleObj>
              </mc:Choice>
              <mc:Fallback>
                <p:oleObj name="Equation" r:id="rId8" imgW="533160" imgH="787320" progId="Equation.DSMT4">
                  <p:embed/>
                  <p:pic>
                    <p:nvPicPr>
                      <p:cNvPr id="15372" name="Object 12">
                        <a:extLst>
                          <a:ext uri="{FF2B5EF4-FFF2-40B4-BE49-F238E27FC236}">
                            <a16:creationId xmlns:a16="http://schemas.microsoft.com/office/drawing/2014/main" id="{6155E25C-0E8E-43E2-9666-58F20D7EAE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866" y="3017152"/>
                        <a:ext cx="533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C48E9E48-096D-4FA4-8D4E-8B75D8B15A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284827"/>
              </p:ext>
            </p:extLst>
          </p:nvPr>
        </p:nvGraphicFramePr>
        <p:xfrm>
          <a:off x="2660472" y="3244105"/>
          <a:ext cx="1447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41" name="Equation" r:id="rId10" imgW="1447560" imgH="279360" progId="Equation.DSMT4">
                  <p:embed/>
                </p:oleObj>
              </mc:Choice>
              <mc:Fallback>
                <p:oleObj name="Equation" r:id="rId10" imgW="1447560" imgH="279360" progId="Equation.DSMT4">
                  <p:embed/>
                  <p:pic>
                    <p:nvPicPr>
                      <p:cNvPr id="15373" name="Object 13">
                        <a:extLst>
                          <a:ext uri="{FF2B5EF4-FFF2-40B4-BE49-F238E27FC236}">
                            <a16:creationId xmlns:a16="http://schemas.microsoft.com/office/drawing/2014/main" id="{DB10273C-48B1-4B27-9E70-421524A24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472" y="3244105"/>
                        <a:ext cx="1447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717FA56A-BB98-4158-A552-9662AE661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974224"/>
              </p:ext>
            </p:extLst>
          </p:nvPr>
        </p:nvGraphicFramePr>
        <p:xfrm>
          <a:off x="1475656" y="3979758"/>
          <a:ext cx="40481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42" name="Equation" r:id="rId12" imgW="4051080" imgH="736560" progId="Equation.DSMT4">
                  <p:embed/>
                </p:oleObj>
              </mc:Choice>
              <mc:Fallback>
                <p:oleObj name="Equation" r:id="rId12" imgW="4051080" imgH="736560" progId="Equation.DSMT4">
                  <p:embed/>
                  <p:pic>
                    <p:nvPicPr>
                      <p:cNvPr id="15377" name="Object 17">
                        <a:extLst>
                          <a:ext uri="{FF2B5EF4-FFF2-40B4-BE49-F238E27FC236}">
                            <a16:creationId xmlns:a16="http://schemas.microsoft.com/office/drawing/2014/main" id="{64E50F73-40CF-4B3B-A669-8BC804A34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979758"/>
                        <a:ext cx="40481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7C60A344-80D3-46F4-A490-8C65B6F692B1}"/>
              </a:ext>
            </a:extLst>
          </p:cNvPr>
          <p:cNvSpPr/>
          <p:nvPr/>
        </p:nvSpPr>
        <p:spPr>
          <a:xfrm>
            <a:off x="827584" y="11894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3366FF"/>
              </a:solidFill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BA9F638-4EE5-4155-A0E7-C551460F6A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945846"/>
              </p:ext>
            </p:extLst>
          </p:nvPr>
        </p:nvGraphicFramePr>
        <p:xfrm>
          <a:off x="4132214" y="3017152"/>
          <a:ext cx="95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43" name="Equation" r:id="rId14" imgW="952200" imgH="736560" progId="Equation.DSMT4">
                  <p:embed/>
                </p:oleObj>
              </mc:Choice>
              <mc:Fallback>
                <p:oleObj name="Equation" r:id="rId14" imgW="952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32214" y="3017152"/>
                        <a:ext cx="952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5A6609DF-6510-40C4-8DA3-435978057757}"/>
              </a:ext>
            </a:extLst>
          </p:cNvPr>
          <p:cNvSpPr/>
          <p:nvPr/>
        </p:nvSpPr>
        <p:spPr>
          <a:xfrm>
            <a:off x="4922500" y="517074"/>
            <a:ext cx="2736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幂指函数求导</a:t>
            </a:r>
          </a:p>
        </p:txBody>
      </p:sp>
    </p:spTree>
    <p:extLst>
      <p:ext uri="{BB962C8B-B14F-4D97-AF65-F5344CB8AC3E}">
        <p14:creationId xmlns:p14="http://schemas.microsoft.com/office/powerpoint/2010/main" val="293460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extLst>
              <a:ext uri="{FF2B5EF4-FFF2-40B4-BE49-F238E27FC236}">
                <a16:creationId xmlns:a16="http://schemas.microsoft.com/office/drawing/2014/main" id="{53ED30C3-C368-445A-99DF-4F9E44504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842" y="698961"/>
            <a:ext cx="32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对幂指函数</a:t>
            </a:r>
          </a:p>
        </p:txBody>
      </p:sp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A671ADEF-0BEF-478D-B086-B6295E6902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242888"/>
              </p:ext>
            </p:extLst>
          </p:nvPr>
        </p:nvGraphicFramePr>
        <p:xfrm>
          <a:off x="2557884" y="703754"/>
          <a:ext cx="3670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4" name="Equation" r:id="rId3" imgW="3670200" imgH="406080" progId="Equation.DSMT4">
                  <p:embed/>
                </p:oleObj>
              </mc:Choice>
              <mc:Fallback>
                <p:oleObj name="Equation" r:id="rId3" imgW="3670200" imgH="406080" progId="Equation.DSMT4">
                  <p:embed/>
                  <p:pic>
                    <p:nvPicPr>
                      <p:cNvPr id="17422" name="Object 14">
                        <a:extLst>
                          <a:ext uri="{FF2B5EF4-FFF2-40B4-BE49-F238E27FC236}">
                            <a16:creationId xmlns:a16="http://schemas.microsoft.com/office/drawing/2014/main" id="{EEF70C37-79D0-46F6-821B-A419FA616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884" y="703754"/>
                        <a:ext cx="3670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7">
            <a:extLst>
              <a:ext uri="{FF2B5EF4-FFF2-40B4-BE49-F238E27FC236}">
                <a16:creationId xmlns:a16="http://schemas.microsoft.com/office/drawing/2014/main" id="{8FF72E8E-AE2A-4FFC-BAA5-6C4BE4A1C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184" y="698961"/>
            <a:ext cx="25223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对数求导法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1ADFAFE-27F0-47D3-9C38-5FACEB368C37}"/>
              </a:ext>
            </a:extLst>
          </p:cNvPr>
          <p:cNvSpPr txBox="1">
            <a:spLocks noChangeArrowheads="1"/>
          </p:cNvSpPr>
          <p:nvPr/>
        </p:nvSpPr>
        <p:spPr>
          <a:xfrm>
            <a:off x="545465" y="169858"/>
            <a:ext cx="1447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说明</a:t>
            </a:r>
            <a:endParaRPr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0C633299-669D-4EC5-8C33-0CC7E2DF2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959792"/>
              </p:ext>
            </p:extLst>
          </p:nvPr>
        </p:nvGraphicFramePr>
        <p:xfrm>
          <a:off x="1403350" y="1819275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5" name="Equation" r:id="rId5" imgW="1473120" imgH="342720" progId="Equation.DSMT4">
                  <p:embed/>
                </p:oleObj>
              </mc:Choice>
              <mc:Fallback>
                <p:oleObj name="Equation" r:id="rId5" imgW="1473120" imgH="342720" progId="Equation.DSMT4">
                  <p:embed/>
                  <p:pic>
                    <p:nvPicPr>
                      <p:cNvPr id="17426" name="Object 18">
                        <a:extLst>
                          <a:ext uri="{FF2B5EF4-FFF2-40B4-BE49-F238E27FC236}">
                            <a16:creationId xmlns:a16="http://schemas.microsoft.com/office/drawing/2014/main" id="{BB1557B8-8130-4884-9460-904306B79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819275"/>
                        <a:ext cx="1473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5A76197C-B8A8-4251-AF41-786DA45566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52607"/>
              </p:ext>
            </p:extLst>
          </p:nvPr>
        </p:nvGraphicFramePr>
        <p:xfrm>
          <a:off x="1362075" y="2465388"/>
          <a:ext cx="33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6" name="Equation" r:id="rId7" imgW="330120" imgH="787320" progId="Equation.DSMT4">
                  <p:embed/>
                </p:oleObj>
              </mc:Choice>
              <mc:Fallback>
                <p:oleObj name="Equation" r:id="rId7" imgW="330120" imgH="787320" progId="Equation.DSMT4">
                  <p:embed/>
                  <p:pic>
                    <p:nvPicPr>
                      <p:cNvPr id="17427" name="Object 19">
                        <a:extLst>
                          <a:ext uri="{FF2B5EF4-FFF2-40B4-BE49-F238E27FC236}">
                            <a16:creationId xmlns:a16="http://schemas.microsoft.com/office/drawing/2014/main" id="{B3B90D16-2A75-4881-B21B-B0709F8FF8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465388"/>
                        <a:ext cx="33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0">
            <a:extLst>
              <a:ext uri="{FF2B5EF4-FFF2-40B4-BE49-F238E27FC236}">
                <a16:creationId xmlns:a16="http://schemas.microsoft.com/office/drawing/2014/main" id="{BDA838BC-CBDD-4F1C-98D8-D88937BA6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179359"/>
              </p:ext>
            </p:extLst>
          </p:nvPr>
        </p:nvGraphicFramePr>
        <p:xfrm>
          <a:off x="1816250" y="2684671"/>
          <a:ext cx="952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7" name="Equation" r:id="rId9" imgW="952200" imgH="291960" progId="Equation.DSMT4">
                  <p:embed/>
                </p:oleObj>
              </mc:Choice>
              <mc:Fallback>
                <p:oleObj name="Equation" r:id="rId9" imgW="952200" imgH="291960" progId="Equation.DSMT4">
                  <p:embed/>
                  <p:pic>
                    <p:nvPicPr>
                      <p:cNvPr id="17428" name="Object 20">
                        <a:extLst>
                          <a:ext uri="{FF2B5EF4-FFF2-40B4-BE49-F238E27FC236}">
                            <a16:creationId xmlns:a16="http://schemas.microsoft.com/office/drawing/2014/main" id="{81958989-54FE-45CC-87DF-861E0CA7F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250" y="2684671"/>
                        <a:ext cx="9525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E5127A8B-DB39-4474-A7DB-37B623B8A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840075"/>
              </p:ext>
            </p:extLst>
          </p:nvPr>
        </p:nvGraphicFramePr>
        <p:xfrm>
          <a:off x="2841488" y="2490788"/>
          <a:ext cx="74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8" name="Equation" r:id="rId11" imgW="749160" imgH="736560" progId="Equation.DSMT4">
                  <p:embed/>
                </p:oleObj>
              </mc:Choice>
              <mc:Fallback>
                <p:oleObj name="Equation" r:id="rId11" imgW="749160" imgH="736560" progId="Equation.DSMT4">
                  <p:embed/>
                  <p:pic>
                    <p:nvPicPr>
                      <p:cNvPr id="17429" name="Object 21">
                        <a:extLst>
                          <a:ext uri="{FF2B5EF4-FFF2-40B4-BE49-F238E27FC236}">
                            <a16:creationId xmlns:a16="http://schemas.microsoft.com/office/drawing/2014/main" id="{AC1247ED-88C6-4888-99BD-A716BFF20A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488" y="2490788"/>
                        <a:ext cx="749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7DDB884E-158B-4896-840E-BB0413222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394937"/>
              </p:ext>
            </p:extLst>
          </p:nvPr>
        </p:nvGraphicFramePr>
        <p:xfrm>
          <a:off x="1321272" y="3386177"/>
          <a:ext cx="264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09" name="Equation" r:id="rId13" imgW="2641320" imgH="736560" progId="Equation.DSMT4">
                  <p:embed/>
                </p:oleObj>
              </mc:Choice>
              <mc:Fallback>
                <p:oleObj name="Equation" r:id="rId13" imgW="2641320" imgH="736560" progId="Equation.DSMT4">
                  <p:embed/>
                  <p:pic>
                    <p:nvPicPr>
                      <p:cNvPr id="17431" name="Object 23">
                        <a:extLst>
                          <a:ext uri="{FF2B5EF4-FFF2-40B4-BE49-F238E27FC236}">
                            <a16:creationId xmlns:a16="http://schemas.microsoft.com/office/drawing/2014/main" id="{14C4FB74-9B45-4E86-8296-7F69CA225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272" y="3386177"/>
                        <a:ext cx="2641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D0D38D4-69F7-4C83-AC1B-F6144C648D41}"/>
              </a:ext>
            </a:extLst>
          </p:cNvPr>
          <p:cNvCxnSpPr>
            <a:cxnSpLocks/>
          </p:cNvCxnSpPr>
          <p:nvPr/>
        </p:nvCxnSpPr>
        <p:spPr>
          <a:xfrm>
            <a:off x="4499992" y="1306543"/>
            <a:ext cx="0" cy="3814370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C731F9A4-8D01-4C0F-8731-664EAD63EAB2}"/>
              </a:ext>
            </a:extLst>
          </p:cNvPr>
          <p:cNvSpPr/>
          <p:nvPr/>
        </p:nvSpPr>
        <p:spPr>
          <a:xfrm>
            <a:off x="4860032" y="170765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endParaRPr lang="zh-CN" altLang="en-US" sz="2400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5353804-25EC-4BE8-90AB-3A7EE8D72A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749133"/>
              </p:ext>
            </p:extLst>
          </p:nvPr>
        </p:nvGraphicFramePr>
        <p:xfrm>
          <a:off x="5508104" y="1696993"/>
          <a:ext cx="275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10" name="Equation" r:id="rId15" imgW="2755800" imgH="444240" progId="Equation.DSMT4">
                  <p:embed/>
                </p:oleObj>
              </mc:Choice>
              <mc:Fallback>
                <p:oleObj name="Equation" r:id="rId15" imgW="2755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08104" y="1696993"/>
                        <a:ext cx="2755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0709F00D-E710-4601-90C5-F1FFD8B078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152709"/>
              </p:ext>
            </p:extLst>
          </p:nvPr>
        </p:nvGraphicFramePr>
        <p:xfrm>
          <a:off x="4577181" y="2481471"/>
          <a:ext cx="322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11" name="Equation" r:id="rId17" imgW="3225600" imgH="406080" progId="Equation.DSMT4">
                  <p:embed/>
                </p:oleObj>
              </mc:Choice>
              <mc:Fallback>
                <p:oleObj name="Equation" r:id="rId17" imgW="3225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77181" y="2481471"/>
                        <a:ext cx="3225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6BA6494-FA56-48F7-9BEE-711DAE4A32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337011"/>
              </p:ext>
            </p:extLst>
          </p:nvPr>
        </p:nvGraphicFramePr>
        <p:xfrm>
          <a:off x="4856584" y="3049558"/>
          <a:ext cx="422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12" name="Equation" r:id="rId19" imgW="4228920" imgH="787320" progId="Equation.DSMT4">
                  <p:embed/>
                </p:oleObj>
              </mc:Choice>
              <mc:Fallback>
                <p:oleObj name="Equation" r:id="rId19" imgW="4228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56584" y="3049558"/>
                        <a:ext cx="4229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431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7">
            <a:extLst>
              <a:ext uri="{FF2B5EF4-FFF2-40B4-BE49-F238E27FC236}">
                <a16:creationId xmlns:a16="http://schemas.microsoft.com/office/drawing/2014/main" id="{8B9C19E0-01C3-4E1D-AB60-960E284CD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414583"/>
              </p:ext>
            </p:extLst>
          </p:nvPr>
        </p:nvGraphicFramePr>
        <p:xfrm>
          <a:off x="2070368" y="1289551"/>
          <a:ext cx="1689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84" name="Equation" r:id="rId3" imgW="1688760" imgH="406080" progId="Equation.DSMT4">
                  <p:embed/>
                </p:oleObj>
              </mc:Choice>
              <mc:Fallback>
                <p:oleObj name="Equation" r:id="rId3" imgW="1688760" imgH="406080" progId="Equation.DSMT4">
                  <p:embed/>
                  <p:pic>
                    <p:nvPicPr>
                      <p:cNvPr id="12" name="Object 27">
                        <a:extLst>
                          <a:ext uri="{FF2B5EF4-FFF2-40B4-BE49-F238E27FC236}">
                            <a16:creationId xmlns:a16="http://schemas.microsoft.com/office/drawing/2014/main" id="{76E7748B-8C06-422D-8AB2-5FC7B8B5E1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368" y="1289551"/>
                        <a:ext cx="1689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9">
            <a:extLst>
              <a:ext uri="{FF2B5EF4-FFF2-40B4-BE49-F238E27FC236}">
                <a16:creationId xmlns:a16="http://schemas.microsoft.com/office/drawing/2014/main" id="{91885463-5E00-4C45-9C82-D45BBD7B5F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583400"/>
              </p:ext>
            </p:extLst>
          </p:nvPr>
        </p:nvGraphicFramePr>
        <p:xfrm>
          <a:off x="4203734" y="1289551"/>
          <a:ext cx="118080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85" name="Equation" r:id="rId5" imgW="1180800" imgH="406080" progId="Equation.DSMT4">
                  <p:embed/>
                </p:oleObj>
              </mc:Choice>
              <mc:Fallback>
                <p:oleObj name="Equation" r:id="rId5" imgW="1180800" imgH="406080" progId="Equation.DSMT4">
                  <p:embed/>
                  <p:pic>
                    <p:nvPicPr>
                      <p:cNvPr id="13" name="Object 29">
                        <a:extLst>
                          <a:ext uri="{FF2B5EF4-FFF2-40B4-BE49-F238E27FC236}">
                            <a16:creationId xmlns:a16="http://schemas.microsoft.com/office/drawing/2014/main" id="{E99E6A13-3EFA-480B-BC93-99EF509B0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34" y="1289551"/>
                        <a:ext cx="118080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36">
            <a:extLst>
              <a:ext uri="{FF2B5EF4-FFF2-40B4-BE49-F238E27FC236}">
                <a16:creationId xmlns:a16="http://schemas.microsoft.com/office/drawing/2014/main" id="{9A2A6412-4F9C-4BE9-8865-B2FFCBB47A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87624" y="1782014"/>
            <a:ext cx="1208728" cy="41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37">
            <a:extLst>
              <a:ext uri="{FF2B5EF4-FFF2-40B4-BE49-F238E27FC236}">
                <a16:creationId xmlns:a16="http://schemas.microsoft.com/office/drawing/2014/main" id="{0E608DD9-15D1-4912-B028-A47BF74719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844" y="1736697"/>
            <a:ext cx="1065688" cy="20325"/>
          </a:xfrm>
          <a:prstGeom prst="line">
            <a:avLst/>
          </a:prstGeom>
          <a:noFill/>
          <a:ln w="19050">
            <a:solidFill>
              <a:srgbClr val="33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46">
            <a:extLst>
              <a:ext uri="{FF2B5EF4-FFF2-40B4-BE49-F238E27FC236}">
                <a16:creationId xmlns:a16="http://schemas.microsoft.com/office/drawing/2014/main" id="{7F5A3D28-7C50-439E-84D5-A904CEAE52E0}"/>
              </a:ext>
            </a:extLst>
          </p:cNvPr>
          <p:cNvGrpSpPr>
            <a:grpSpLocks/>
          </p:cNvGrpSpPr>
          <p:nvPr/>
        </p:nvGrpSpPr>
        <p:grpSpPr bwMode="auto">
          <a:xfrm>
            <a:off x="1376680" y="1751514"/>
            <a:ext cx="3076477" cy="1574800"/>
            <a:chOff x="440" y="3252"/>
            <a:chExt cx="2163" cy="992"/>
          </a:xfrm>
        </p:grpSpPr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0321C8E0-9CE3-41DD-84E3-A7EF9FBFC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" y="3953"/>
              <a:ext cx="2163" cy="2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按指数函数求导公式</a:t>
              </a:r>
            </a:p>
          </p:txBody>
        </p:sp>
        <p:sp>
          <p:nvSpPr>
            <p:cNvPr id="8" name="Line 42">
              <a:extLst>
                <a:ext uri="{FF2B5EF4-FFF2-40B4-BE49-F238E27FC236}">
                  <a16:creationId xmlns:a16="http://schemas.microsoft.com/office/drawing/2014/main" id="{928C4DC7-D697-46EA-A051-BA1ACF5AA7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48" y="3252"/>
              <a:ext cx="0" cy="70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7">
            <a:extLst>
              <a:ext uri="{FF2B5EF4-FFF2-40B4-BE49-F238E27FC236}">
                <a16:creationId xmlns:a16="http://schemas.microsoft.com/office/drawing/2014/main" id="{F7B51560-08EA-411D-A310-3A9BA397074D}"/>
              </a:ext>
            </a:extLst>
          </p:cNvPr>
          <p:cNvGrpSpPr>
            <a:grpSpLocks/>
          </p:cNvGrpSpPr>
          <p:nvPr/>
        </p:nvGrpSpPr>
        <p:grpSpPr bwMode="auto">
          <a:xfrm>
            <a:off x="4573668" y="1725764"/>
            <a:ext cx="2739214" cy="1571624"/>
            <a:chOff x="3004" y="2955"/>
            <a:chExt cx="1886" cy="990"/>
          </a:xfrm>
        </p:grpSpPr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B890C20A-E4F6-4FD5-9741-81B216E3C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" y="3654"/>
              <a:ext cx="1886" cy="291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3366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latin typeface="楷体" panose="02010609060101010101" pitchFamily="49" charset="-122"/>
                  <a:ea typeface="楷体" panose="02010609060101010101" pitchFamily="49" charset="-122"/>
                </a:rPr>
                <a:t>按幂函数求导公式</a:t>
              </a:r>
            </a:p>
          </p:txBody>
        </p:sp>
        <p:sp>
          <p:nvSpPr>
            <p:cNvPr id="11" name="Line 43">
              <a:extLst>
                <a:ext uri="{FF2B5EF4-FFF2-40B4-BE49-F238E27FC236}">
                  <a16:creationId xmlns:a16="http://schemas.microsoft.com/office/drawing/2014/main" id="{FADDC3D6-8BAB-4C69-9057-62A7F31229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0" y="2955"/>
              <a:ext cx="0" cy="686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sp>
        <p:nvSpPr>
          <p:cNvPr id="12" name="Text Box 48">
            <a:extLst>
              <a:ext uri="{FF2B5EF4-FFF2-40B4-BE49-F238E27FC236}">
                <a16:creationId xmlns:a16="http://schemas.microsoft.com/office/drawing/2014/main" id="{81F2A57C-B497-4709-9346-D2C751699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498" y="550284"/>
            <a:ext cx="45566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注意  </a:t>
            </a:r>
            <a:r>
              <a:rPr lang="zh-CN" altLang="en-US" sz="2400" b="1" dirty="0">
                <a:latin typeface="+mj-ea"/>
                <a:ea typeface="+mj-ea"/>
              </a:rPr>
              <a:t>幂指函数也可以这样求导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3" name="Text Box 48">
            <a:extLst>
              <a:ext uri="{FF2B5EF4-FFF2-40B4-BE49-F238E27FC236}">
                <a16:creationId xmlns:a16="http://schemas.microsoft.com/office/drawing/2014/main" id="{CFA9DBA8-01C0-4D7D-97BD-16D2FE0EF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740849"/>
            <a:ext cx="81369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注  </a:t>
            </a:r>
            <a:r>
              <a:rPr lang="zh-CN" altLang="en-US" sz="2400" b="1" dirty="0">
                <a:latin typeface="+mj-ea"/>
                <a:ea typeface="+mj-ea"/>
              </a:rPr>
              <a:t>可不掌握，了解一下，下学期会继续学习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081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A5E7B5F-C608-497D-A866-7EBC68D2EC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421704"/>
              </p:ext>
            </p:extLst>
          </p:nvPr>
        </p:nvGraphicFramePr>
        <p:xfrm>
          <a:off x="4682522" y="1880393"/>
          <a:ext cx="254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46" name="Equation" r:id="rId3" imgW="2539800" imgH="406080" progId="Equation.DSMT4">
                  <p:embed/>
                </p:oleObj>
              </mc:Choice>
              <mc:Fallback>
                <p:oleObj name="Equation" r:id="rId3" imgW="2539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2522" y="1880393"/>
                        <a:ext cx="2540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1169CA4A-76D7-41B5-BCB3-CE0E32D5B200}"/>
              </a:ext>
            </a:extLst>
          </p:cNvPr>
          <p:cNvGrpSpPr/>
          <p:nvPr/>
        </p:nvGrpSpPr>
        <p:grpSpPr>
          <a:xfrm>
            <a:off x="755576" y="505272"/>
            <a:ext cx="4176464" cy="559455"/>
            <a:chOff x="539750" y="542270"/>
            <a:chExt cx="4176464" cy="55945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7F39254-1ACC-4107-9BAE-93BB743884C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750" y="568325"/>
              <a:ext cx="167640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4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C84D85E6-3B4E-48E0-8C0E-DA67E130DC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8476978"/>
                </p:ext>
              </p:extLst>
            </p:nvPr>
          </p:nvGraphicFramePr>
          <p:xfrm>
            <a:off x="1480418" y="575766"/>
            <a:ext cx="1917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47" name="Equation" r:id="rId5" imgW="1917360" imgH="406080" progId="Equation.DSMT4">
                    <p:embed/>
                  </p:oleObj>
                </mc:Choice>
                <mc:Fallback>
                  <p:oleObj name="Equation" r:id="rId5" imgW="1917360" imgH="406080" progId="Equation.DSMT4">
                    <p:embed/>
                    <p:pic>
                      <p:nvPicPr>
                        <p:cNvPr id="3" name="Object 3">
                          <a:extLst>
                            <a:ext uri="{FF2B5EF4-FFF2-40B4-BE49-F238E27FC236}">
                              <a16:creationId xmlns:a16="http://schemas.microsoft.com/office/drawing/2014/main" id="{29AFD07C-6CE2-4C35-8C99-7C2A6501D2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418" y="575766"/>
                          <a:ext cx="19177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E3DF9499-F4A5-454D-94A5-9E9239A5A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118" y="542270"/>
              <a:ext cx="13180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的导数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8BA007B-EC13-40A6-B608-0DD331D23261}"/>
              </a:ext>
            </a:extLst>
          </p:cNvPr>
          <p:cNvSpPr/>
          <p:nvPr/>
        </p:nvSpPr>
        <p:spPr>
          <a:xfrm>
            <a:off x="827584" y="118949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3366FF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8009C65-F9C3-4569-B027-26F1BDD10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342759"/>
              </p:ext>
            </p:extLst>
          </p:nvPr>
        </p:nvGraphicFramePr>
        <p:xfrm>
          <a:off x="1573560" y="1189494"/>
          <a:ext cx="1346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48" name="Equation" r:id="rId7" imgW="1346040" imgH="406080" progId="Equation.DSMT4">
                  <p:embed/>
                </p:oleObj>
              </mc:Choice>
              <mc:Fallback>
                <p:oleObj name="Equation" r:id="rId7" imgW="1346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3560" y="1189494"/>
                        <a:ext cx="1346200" cy="406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D800D86-ACDC-4EF8-A081-32FAA4B9B262}"/>
              </a:ext>
            </a:extLst>
          </p:cNvPr>
          <p:cNvCxnSpPr>
            <a:cxnSpLocks/>
          </p:cNvCxnSpPr>
          <p:nvPr/>
        </p:nvCxnSpPr>
        <p:spPr>
          <a:xfrm>
            <a:off x="4572000" y="1111155"/>
            <a:ext cx="0" cy="3980875"/>
          </a:xfrm>
          <a:prstGeom prst="line">
            <a:avLst/>
          </a:prstGeom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D6EF2CD-0054-48DA-9860-8B62E6D2E6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798995"/>
              </p:ext>
            </p:extLst>
          </p:nvPr>
        </p:nvGraphicFramePr>
        <p:xfrm>
          <a:off x="761443" y="1995686"/>
          <a:ext cx="1447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49" name="Equation" r:id="rId9" imgW="1447560" imgH="406080" progId="Equation.DSMT4">
                  <p:embed/>
                </p:oleObj>
              </mc:Choice>
              <mc:Fallback>
                <p:oleObj name="Equation" r:id="rId9" imgW="1447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1443" y="1995686"/>
                        <a:ext cx="1447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42B6561-715D-4C40-BD06-8809C0DFB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150570"/>
              </p:ext>
            </p:extLst>
          </p:nvPr>
        </p:nvGraphicFramePr>
        <p:xfrm>
          <a:off x="2246660" y="2002294"/>
          <a:ext cx="1333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0" name="Equation" r:id="rId11" imgW="1333440" imgH="355320" progId="Equation.DSMT4">
                  <p:embed/>
                </p:oleObj>
              </mc:Choice>
              <mc:Fallback>
                <p:oleObj name="Equation" r:id="rId1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46660" y="2002294"/>
                        <a:ext cx="1333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CAD1593-12DD-4A53-BDB9-29109D9BA4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94475"/>
              </p:ext>
            </p:extLst>
          </p:nvPr>
        </p:nvGraphicFramePr>
        <p:xfrm>
          <a:off x="1074607" y="2630428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1" name="Equation" r:id="rId13" imgW="888840" imgH="342720" progId="Equation.DSMT4">
                  <p:embed/>
                </p:oleObj>
              </mc:Choice>
              <mc:Fallback>
                <p:oleObj name="Equation" r:id="rId13" imgW="888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74607" y="2630428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DE9C651-1B78-4415-BBDB-1B756F5C2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749616"/>
              </p:ext>
            </p:extLst>
          </p:nvPr>
        </p:nvGraphicFramePr>
        <p:xfrm>
          <a:off x="1989915" y="2417307"/>
          <a:ext cx="247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2" name="Equation" r:id="rId15" imgW="2476440" imgH="736560" progId="Equation.DSMT4">
                  <p:embed/>
                </p:oleObj>
              </mc:Choice>
              <mc:Fallback>
                <p:oleObj name="Equation" r:id="rId15" imgW="2476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89915" y="2417307"/>
                        <a:ext cx="247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7792EB2-5283-451D-8980-9982EE794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485263"/>
              </p:ext>
            </p:extLst>
          </p:nvPr>
        </p:nvGraphicFramePr>
        <p:xfrm>
          <a:off x="1144588" y="3186113"/>
          <a:ext cx="302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3" name="Equation" r:id="rId17" imgW="3022560" imgH="736560" progId="Equation.DSMT4">
                  <p:embed/>
                </p:oleObj>
              </mc:Choice>
              <mc:Fallback>
                <p:oleObj name="Equation" r:id="rId17" imgW="3022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44588" y="3186113"/>
                        <a:ext cx="3022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0A8BCBA-2C9D-4161-B8F8-F0CF74D74F93}"/>
              </a:ext>
            </a:extLst>
          </p:cNvPr>
          <p:cNvSpPr/>
          <p:nvPr/>
        </p:nvSpPr>
        <p:spPr>
          <a:xfrm>
            <a:off x="4788471" y="123045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25B5C21-DCCD-4CDA-8924-A7CEDBC72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734529"/>
              </p:ext>
            </p:extLst>
          </p:nvPr>
        </p:nvGraphicFramePr>
        <p:xfrm>
          <a:off x="7233304" y="1873012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4" name="Equation" r:id="rId19" imgW="1600200" imgH="342720" progId="Equation.DSMT4">
                  <p:embed/>
                </p:oleObj>
              </mc:Choice>
              <mc:Fallback>
                <p:oleObj name="Equation" r:id="rId19" imgW="1600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33304" y="1873012"/>
                        <a:ext cx="1600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ABD5DCC-A312-4DB6-B334-FBC9E6B9E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916312"/>
              </p:ext>
            </p:extLst>
          </p:nvPr>
        </p:nvGraphicFramePr>
        <p:xfrm>
          <a:off x="5012111" y="3108365"/>
          <a:ext cx="2006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5" name="Equation" r:id="rId21" imgW="2006280" imgH="342720" progId="Equation.DSMT4">
                  <p:embed/>
                </p:oleObj>
              </mc:Choice>
              <mc:Fallback>
                <p:oleObj name="Equation" r:id="rId21" imgW="2006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12111" y="3108365"/>
                        <a:ext cx="2006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EEB5FC5-2543-497C-98DE-3C9BFF698E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22428"/>
              </p:ext>
            </p:extLst>
          </p:nvPr>
        </p:nvGraphicFramePr>
        <p:xfrm>
          <a:off x="7035715" y="2973328"/>
          <a:ext cx="148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6" name="Equation" r:id="rId23" imgW="1485720" imgH="736560" progId="Equation.DSMT4">
                  <p:embed/>
                </p:oleObj>
              </mc:Choice>
              <mc:Fallback>
                <p:oleObj name="Equation" r:id="rId23" imgW="1485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35715" y="2973328"/>
                        <a:ext cx="148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BE2B999-6E73-49A4-A2CA-540C7CD4AE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996558"/>
              </p:ext>
            </p:extLst>
          </p:nvPr>
        </p:nvGraphicFramePr>
        <p:xfrm>
          <a:off x="5017851" y="3769082"/>
          <a:ext cx="3136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57" name="Equation" r:id="rId25" imgW="3136680" imgH="736560" progId="Equation.DSMT4">
                  <p:embed/>
                </p:oleObj>
              </mc:Choice>
              <mc:Fallback>
                <p:oleObj name="Equation" r:id="rId25" imgW="3136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17851" y="3769082"/>
                        <a:ext cx="3136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E0C6BBCD-10A0-4657-8620-3645A371A32E}"/>
              </a:ext>
            </a:extLst>
          </p:cNvPr>
          <p:cNvGrpSpPr/>
          <p:nvPr/>
        </p:nvGrpSpPr>
        <p:grpSpPr>
          <a:xfrm>
            <a:off x="5211202" y="2286793"/>
            <a:ext cx="1995635" cy="406400"/>
            <a:chOff x="5211202" y="2286793"/>
            <a:chExt cx="1995635" cy="406400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87E45A1-3CDA-43AE-960C-2B258BDE269F}"/>
                </a:ext>
              </a:extLst>
            </p:cNvPr>
            <p:cNvCxnSpPr/>
            <p:nvPr/>
          </p:nvCxnSpPr>
          <p:spPr>
            <a:xfrm>
              <a:off x="5282517" y="2286793"/>
              <a:ext cx="1753198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Box 6">
              <a:extLst>
                <a:ext uri="{FF2B5EF4-FFF2-40B4-BE49-F238E27FC236}">
                  <a16:creationId xmlns:a16="http://schemas.microsoft.com/office/drawing/2014/main" id="{7F61711A-51A4-4192-A62C-7065CB387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1202" y="2323861"/>
              <a:ext cx="199563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按指数函数求导</a:t>
              </a:r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3828AF5-6B6A-4188-BA35-EC412834E5BE}"/>
              </a:ext>
            </a:extLst>
          </p:cNvPr>
          <p:cNvGrpSpPr/>
          <p:nvPr/>
        </p:nvGrpSpPr>
        <p:grpSpPr>
          <a:xfrm>
            <a:off x="7233304" y="2286793"/>
            <a:ext cx="1600200" cy="406400"/>
            <a:chOff x="7233304" y="2286793"/>
            <a:chExt cx="1600200" cy="406400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BAA2132E-C17C-4A79-92B4-0E118B67FD58}"/>
                </a:ext>
              </a:extLst>
            </p:cNvPr>
            <p:cNvCxnSpPr>
              <a:cxnSpLocks/>
            </p:cNvCxnSpPr>
            <p:nvPr/>
          </p:nvCxnSpPr>
          <p:spPr>
            <a:xfrm>
              <a:off x="7390802" y="2286793"/>
              <a:ext cx="1357662" cy="0"/>
            </a:xfrm>
            <a:prstGeom prst="line">
              <a:avLst/>
            </a:prstGeom>
            <a:ln w="22225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8890D72C-9D94-493F-8593-92227A55A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3304" y="2323861"/>
              <a:ext cx="16002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3366FF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按幂函数求导</a:t>
              </a:r>
              <a:r>
                <a:rPr lang="en-US" altLang="zh-CN" b="1" dirty="0">
                  <a:solidFill>
                    <a:srgbClr val="3366FF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494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B31DAB9-A54B-479D-A569-1DDB7D51DB43}"/>
              </a:ext>
            </a:extLst>
          </p:cNvPr>
          <p:cNvSpPr txBox="1">
            <a:spLocks noChangeArrowheads="1"/>
          </p:cNvSpPr>
          <p:nvPr/>
        </p:nvSpPr>
        <p:spPr>
          <a:xfrm>
            <a:off x="537712" y="290635"/>
            <a:ext cx="6705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有些显函数用对数求导法求导很方便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A3B9A25-4B12-407C-BAB4-EB52C55FD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27" y="1177131"/>
            <a:ext cx="121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2D79094-88EA-4A24-9E88-14D6CCD46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26" y="1968151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两边取对数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3AEAA249-A3A2-4D8A-8E93-67C0BB381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6308788"/>
              </p:ext>
            </p:extLst>
          </p:nvPr>
        </p:nvGraphicFramePr>
        <p:xfrm>
          <a:off x="1418591" y="2536050"/>
          <a:ext cx="723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15" name="Equation" r:id="rId3" imgW="723600" imgH="342720" progId="Equation.DSMT4">
                  <p:embed/>
                </p:oleObj>
              </mc:Choice>
              <mc:Fallback>
                <p:oleObj name="Equation" r:id="rId3" imgW="723600" imgH="342720" progId="Equation.DSMT4">
                  <p:embed/>
                  <p:pic>
                    <p:nvPicPr>
                      <p:cNvPr id="4103" name="Object 7">
                        <a:extLst>
                          <a:ext uri="{FF2B5EF4-FFF2-40B4-BE49-F238E27FC236}">
                            <a16:creationId xmlns:a16="http://schemas.microsoft.com/office/drawing/2014/main" id="{AC2CDFE2-D0F5-477A-8DE2-AFD7131D79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591" y="2536050"/>
                        <a:ext cx="723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1017A6E6-A8E7-4452-8AD8-8F96C631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03" y="3464134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两边对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B5F09868-D7DE-4C9D-BDD1-1E53C108CB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699468"/>
              </p:ext>
            </p:extLst>
          </p:nvPr>
        </p:nvGraphicFramePr>
        <p:xfrm>
          <a:off x="704982" y="4016598"/>
          <a:ext cx="571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16" name="Equation" r:id="rId5" imgW="571320" imgH="787320" progId="Equation.DSMT4">
                  <p:embed/>
                </p:oleObj>
              </mc:Choice>
              <mc:Fallback>
                <p:oleObj name="Equation" r:id="rId5" imgW="571320" imgH="787320" progId="Equation.DSMT4">
                  <p:embed/>
                  <p:pic>
                    <p:nvPicPr>
                      <p:cNvPr id="4106" name="Object 10">
                        <a:extLst>
                          <a:ext uri="{FF2B5EF4-FFF2-40B4-BE49-F238E27FC236}">
                            <a16:creationId xmlns:a16="http://schemas.microsoft.com/office/drawing/2014/main" id="{F27F516D-BD90-4FE1-A7C0-BF094F056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982" y="4016598"/>
                        <a:ext cx="571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BEF4ED93-8D7E-48EF-BD79-ADEDD63940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011546"/>
              </p:ext>
            </p:extLst>
          </p:nvPr>
        </p:nvGraphicFramePr>
        <p:xfrm>
          <a:off x="1349962" y="3994932"/>
          <a:ext cx="52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17" name="Equation" r:id="rId7" imgW="520560" imgH="736560" progId="Equation.DSMT4">
                  <p:embed/>
                </p:oleObj>
              </mc:Choice>
              <mc:Fallback>
                <p:oleObj name="Equation" r:id="rId7" imgW="520560" imgH="736560" progId="Equation.DSMT4">
                  <p:embed/>
                  <p:pic>
                    <p:nvPicPr>
                      <p:cNvPr id="4107" name="Object 11">
                        <a:extLst>
                          <a:ext uri="{FF2B5EF4-FFF2-40B4-BE49-F238E27FC236}">
                            <a16:creationId xmlns:a16="http://schemas.microsoft.com/office/drawing/2014/main" id="{7131AF0D-8729-471F-A5EF-E5E93C9B8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962" y="3994932"/>
                        <a:ext cx="520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D3C2DBDA-9DB0-483F-8E15-3416AD6E4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233297"/>
              </p:ext>
            </p:extLst>
          </p:nvPr>
        </p:nvGraphicFramePr>
        <p:xfrm>
          <a:off x="1944142" y="3994932"/>
          <a:ext cx="45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18" name="Equation" r:id="rId9" imgW="457200" imgH="736560" progId="Equation.DSMT4">
                  <p:embed/>
                </p:oleObj>
              </mc:Choice>
              <mc:Fallback>
                <p:oleObj name="Equation" r:id="rId9" imgW="457200" imgH="736560" progId="Equation.DSMT4">
                  <p:embed/>
                  <p:pic>
                    <p:nvPicPr>
                      <p:cNvPr id="4108" name="Object 12">
                        <a:extLst>
                          <a:ext uri="{FF2B5EF4-FFF2-40B4-BE49-F238E27FC236}">
                            <a16:creationId xmlns:a16="http://schemas.microsoft.com/office/drawing/2014/main" id="{6F7E0705-2CF8-494A-8EBD-F2EF3CB58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142" y="3994932"/>
                        <a:ext cx="457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80C4C7DC-4288-4A58-99AA-9F21FFBED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21839"/>
              </p:ext>
            </p:extLst>
          </p:nvPr>
        </p:nvGraphicFramePr>
        <p:xfrm>
          <a:off x="2401342" y="3994932"/>
          <a:ext cx="558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19" name="Equation" r:id="rId11" imgW="558720" imgH="736560" progId="Equation.DSMT4">
                  <p:embed/>
                </p:oleObj>
              </mc:Choice>
              <mc:Fallback>
                <p:oleObj name="Equation" r:id="rId11" imgW="558720" imgH="736560" progId="Equation.DSMT4">
                  <p:embed/>
                  <p:pic>
                    <p:nvPicPr>
                      <p:cNvPr id="4109" name="Object 13">
                        <a:extLst>
                          <a:ext uri="{FF2B5EF4-FFF2-40B4-BE49-F238E27FC236}">
                            <a16:creationId xmlns:a16="http://schemas.microsoft.com/office/drawing/2014/main" id="{3A39B889-7E60-4B7D-A333-A7CB59AE7B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342" y="3994932"/>
                        <a:ext cx="558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18910C24-8CBB-443A-97AA-B1FA5687F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491404"/>
              </p:ext>
            </p:extLst>
          </p:nvPr>
        </p:nvGraphicFramePr>
        <p:xfrm>
          <a:off x="1964691" y="2853233"/>
          <a:ext cx="118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0" name="Equation" r:id="rId13" imgW="1180800" imgH="736560" progId="Equation.DSMT4">
                  <p:embed/>
                </p:oleObj>
              </mc:Choice>
              <mc:Fallback>
                <p:oleObj name="Equation" r:id="rId13" imgW="1180800" imgH="736560" progId="Equation.DSMT4">
                  <p:embed/>
                  <p:pic>
                    <p:nvPicPr>
                      <p:cNvPr id="4118" name="Object 22">
                        <a:extLst>
                          <a:ext uri="{FF2B5EF4-FFF2-40B4-BE49-F238E27FC236}">
                            <a16:creationId xmlns:a16="http://schemas.microsoft.com/office/drawing/2014/main" id="{75C88FB3-9353-4CD7-B1CB-D64AB019FC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691" y="2853233"/>
                        <a:ext cx="1181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6A53E930-7C66-4A69-B5AF-F89CED512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992277"/>
              </p:ext>
            </p:extLst>
          </p:nvPr>
        </p:nvGraphicFramePr>
        <p:xfrm>
          <a:off x="3149898" y="3054062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1" name="Equation" r:id="rId15" imgW="1790640" imgH="342720" progId="Equation.DSMT4">
                  <p:embed/>
                </p:oleObj>
              </mc:Choice>
              <mc:Fallback>
                <p:oleObj name="Equation" r:id="rId15" imgW="1790640" imgH="342720" progId="Equation.DSMT4">
                  <p:embed/>
                  <p:pic>
                    <p:nvPicPr>
                      <p:cNvPr id="4119" name="Object 23">
                        <a:extLst>
                          <a:ext uri="{FF2B5EF4-FFF2-40B4-BE49-F238E27FC236}">
                            <a16:creationId xmlns:a16="http://schemas.microsoft.com/office/drawing/2014/main" id="{B0D8E12D-C8D6-4175-B861-84F9C0177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898" y="3054062"/>
                        <a:ext cx="1790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>
            <a:extLst>
              <a:ext uri="{FF2B5EF4-FFF2-40B4-BE49-F238E27FC236}">
                <a16:creationId xmlns:a16="http://schemas.microsoft.com/office/drawing/2014/main" id="{8E1213C4-DFCC-4749-B80D-A2425A60A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377030"/>
              </p:ext>
            </p:extLst>
          </p:nvPr>
        </p:nvGraphicFramePr>
        <p:xfrm>
          <a:off x="4962951" y="3034056"/>
          <a:ext cx="168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2" name="Equation" r:id="rId17" imgW="1688760" imgH="342720" progId="Equation.DSMT4">
                  <p:embed/>
                </p:oleObj>
              </mc:Choice>
              <mc:Fallback>
                <p:oleObj name="Equation" r:id="rId17" imgW="1688760" imgH="342720" progId="Equation.DSMT4">
                  <p:embed/>
                  <p:pic>
                    <p:nvPicPr>
                      <p:cNvPr id="4120" name="Object 24">
                        <a:extLst>
                          <a:ext uri="{FF2B5EF4-FFF2-40B4-BE49-F238E27FC236}">
                            <a16:creationId xmlns:a16="http://schemas.microsoft.com/office/drawing/2014/main" id="{5760582B-C586-49A2-969C-066EF960D8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951" y="3034056"/>
                        <a:ext cx="1689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924D495-7E87-4CB4-88C1-9AEF4C3830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633510"/>
              </p:ext>
            </p:extLst>
          </p:nvPr>
        </p:nvGraphicFramePr>
        <p:xfrm>
          <a:off x="1403648" y="900892"/>
          <a:ext cx="5283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3" name="Equation" r:id="rId19" imgW="5283000" imgH="876240" progId="Equation.DSMT4">
                  <p:embed/>
                </p:oleObj>
              </mc:Choice>
              <mc:Fallback>
                <p:oleObj name="Equation" r:id="rId19" imgW="528300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03648" y="900892"/>
                        <a:ext cx="52832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FFAEB3D-2F1B-4B51-879F-DF101C53A1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876296"/>
              </p:ext>
            </p:extLst>
          </p:nvPr>
        </p:nvGraphicFramePr>
        <p:xfrm>
          <a:off x="2142491" y="2526243"/>
          <a:ext cx="153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4" name="Equation" r:id="rId21" imgW="1536480" imgH="342720" progId="Equation.DSMT4">
                  <p:embed/>
                </p:oleObj>
              </mc:Choice>
              <mc:Fallback>
                <p:oleObj name="Equation" r:id="rId21" imgW="1536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42491" y="2526243"/>
                        <a:ext cx="1536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091678A-B139-4874-BE64-0B2B6B66B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266958"/>
              </p:ext>
            </p:extLst>
          </p:nvPr>
        </p:nvGraphicFramePr>
        <p:xfrm>
          <a:off x="3662136" y="2526243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5" name="Equation" r:id="rId23" imgW="1714320" imgH="342720" progId="Equation.DSMT4">
                  <p:embed/>
                </p:oleObj>
              </mc:Choice>
              <mc:Fallback>
                <p:oleObj name="Equation" r:id="rId23" imgW="1714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62136" y="2526243"/>
                        <a:ext cx="171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7DA2A47-A1C8-4D42-9823-B389981D5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500052"/>
              </p:ext>
            </p:extLst>
          </p:nvPr>
        </p:nvGraphicFramePr>
        <p:xfrm>
          <a:off x="5342316" y="2518636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6" name="Equation" r:id="rId25" imgW="1714320" imgH="342720" progId="Equation.DSMT4">
                  <p:embed/>
                </p:oleObj>
              </mc:Choice>
              <mc:Fallback>
                <p:oleObj name="Equation" r:id="rId25" imgW="1714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42316" y="2518636"/>
                        <a:ext cx="171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9">
            <a:extLst>
              <a:ext uri="{FF2B5EF4-FFF2-40B4-BE49-F238E27FC236}">
                <a16:creationId xmlns:a16="http://schemas.microsoft.com/office/drawing/2014/main" id="{B3655C30-8A4B-4EF7-89BA-7BBDD169C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681411"/>
              </p:ext>
            </p:extLst>
          </p:nvPr>
        </p:nvGraphicFramePr>
        <p:xfrm>
          <a:off x="3373240" y="3912382"/>
          <a:ext cx="45196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7" name="Equation" r:id="rId27" imgW="4520880" imgH="901440" progId="Equation.DSMT4">
                  <p:embed/>
                </p:oleObj>
              </mc:Choice>
              <mc:Fallback>
                <p:oleObj name="Equation" r:id="rId27" imgW="4520880" imgH="901440" progId="Equation.DSMT4">
                  <p:embed/>
                  <p:pic>
                    <p:nvPicPr>
                      <p:cNvPr id="4115" name="Object 19">
                        <a:extLst>
                          <a:ext uri="{FF2B5EF4-FFF2-40B4-BE49-F238E27FC236}">
                            <a16:creationId xmlns:a16="http://schemas.microsoft.com/office/drawing/2014/main" id="{1CC940EA-1A6C-4739-949D-A865DDD70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240" y="3912382"/>
                        <a:ext cx="45196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5">
            <a:extLst>
              <a:ext uri="{FF2B5EF4-FFF2-40B4-BE49-F238E27FC236}">
                <a16:creationId xmlns:a16="http://schemas.microsoft.com/office/drawing/2014/main" id="{CD89BC62-8961-4E44-962D-BB95C0907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62135"/>
              </p:ext>
            </p:extLst>
          </p:nvPr>
        </p:nvGraphicFramePr>
        <p:xfrm>
          <a:off x="6149772" y="3988506"/>
          <a:ext cx="147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28" name="Equation" r:id="rId29" imgW="1473120" imgH="736560" progId="Equation.DSMT4">
                  <p:embed/>
                </p:oleObj>
              </mc:Choice>
              <mc:Fallback>
                <p:oleObj name="Equation" r:id="rId29" imgW="1473120" imgH="736560" progId="Equation.DSMT4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DBFBAF6F-5D9E-4C74-BB31-D488AFC20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772" y="3988506"/>
                        <a:ext cx="1473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DEE54582-20A2-482C-B6B8-156FE9F63C8E}"/>
              </a:ext>
            </a:extLst>
          </p:cNvPr>
          <p:cNvSpPr/>
          <p:nvPr/>
        </p:nvSpPr>
        <p:spPr>
          <a:xfrm>
            <a:off x="6886372" y="1159163"/>
            <a:ext cx="1299807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连乘形式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635860-CC85-4646-A79E-BFF92D79850D}"/>
              </a:ext>
            </a:extLst>
          </p:cNvPr>
          <p:cNvSpPr/>
          <p:nvPr/>
        </p:nvSpPr>
        <p:spPr>
          <a:xfrm>
            <a:off x="546840" y="196368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42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31" grpId="0" animBg="1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CB4701-6FC1-4F8D-9E13-6B8A160212DD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561975"/>
            <a:ext cx="540060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     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21A37F0-6B58-4F55-B94D-D68DB8DB8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856812"/>
              </p:ext>
            </p:extLst>
          </p:nvPr>
        </p:nvGraphicFramePr>
        <p:xfrm>
          <a:off x="1380488" y="359613"/>
          <a:ext cx="2425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59" name="Equation" r:id="rId3" imgW="2425680" imgH="876240" progId="Equation.DSMT4">
                  <p:embed/>
                </p:oleObj>
              </mc:Choice>
              <mc:Fallback>
                <p:oleObj name="Equation" r:id="rId3" imgW="2425680" imgH="876240" progId="Equation.DSMT4">
                  <p:embed/>
                  <p:pic>
                    <p:nvPicPr>
                      <p:cNvPr id="5123" name="Object 3">
                        <a:extLst>
                          <a:ext uri="{FF2B5EF4-FFF2-40B4-BE49-F238E27FC236}">
                            <a16:creationId xmlns:a16="http://schemas.microsoft.com/office/drawing/2014/main" id="{CAAEBDB7-0B24-4487-9609-DFF617CFBB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0488" y="359613"/>
                        <a:ext cx="24257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7">
            <a:extLst>
              <a:ext uri="{FF2B5EF4-FFF2-40B4-BE49-F238E27FC236}">
                <a16:creationId xmlns:a16="http://schemas.microsoft.com/office/drawing/2014/main" id="{F7D76C0D-3EA8-4C9F-9403-BC208ABC3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938" y="1260098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两边取对数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F98F011-E073-4607-94D5-0042157927AD}"/>
              </a:ext>
            </a:extLst>
          </p:cNvPr>
          <p:cNvGrpSpPr/>
          <p:nvPr/>
        </p:nvGrpSpPr>
        <p:grpSpPr>
          <a:xfrm>
            <a:off x="933562" y="1666120"/>
            <a:ext cx="6273688" cy="723900"/>
            <a:chOff x="1331640" y="1716980"/>
            <a:chExt cx="6273688" cy="723900"/>
          </a:xfrm>
        </p:grpSpPr>
        <p:graphicFrame>
          <p:nvGraphicFramePr>
            <p:cNvPr id="5" name="Object 10">
              <a:extLst>
                <a:ext uri="{FF2B5EF4-FFF2-40B4-BE49-F238E27FC236}">
                  <a16:creationId xmlns:a16="http://schemas.microsoft.com/office/drawing/2014/main" id="{997076D0-4C2D-49CE-919A-B23407750E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3663944"/>
                </p:ext>
              </p:extLst>
            </p:nvPr>
          </p:nvGraphicFramePr>
          <p:xfrm>
            <a:off x="1331640" y="1716980"/>
            <a:ext cx="1181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0" name="Equation" r:id="rId5" imgW="1180800" imgH="723600" progId="Equation.DSMT4">
                    <p:embed/>
                  </p:oleObj>
                </mc:Choice>
                <mc:Fallback>
                  <p:oleObj name="Equation" r:id="rId5" imgW="1180800" imgH="723600" progId="Equation.DSMT4">
                    <p:embed/>
                    <p:pic>
                      <p:nvPicPr>
                        <p:cNvPr id="5130" name="Object 10">
                          <a:extLst>
                            <a:ext uri="{FF2B5EF4-FFF2-40B4-BE49-F238E27FC236}">
                              <a16:creationId xmlns:a16="http://schemas.microsoft.com/office/drawing/2014/main" id="{BB5876F6-3F1B-4E14-A758-64EE009DFD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1716980"/>
                          <a:ext cx="11811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20">
              <a:extLst>
                <a:ext uri="{FF2B5EF4-FFF2-40B4-BE49-F238E27FC236}">
                  <a16:creationId xmlns:a16="http://schemas.microsoft.com/office/drawing/2014/main" id="{880C9A79-5AB0-458E-886F-5075A9262A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0243654"/>
                </p:ext>
              </p:extLst>
            </p:nvPr>
          </p:nvGraphicFramePr>
          <p:xfrm>
            <a:off x="2411760" y="1863030"/>
            <a:ext cx="23622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1" name="Equation" r:id="rId7" imgW="2361960" imgH="431640" progId="Equation.DSMT4">
                    <p:embed/>
                  </p:oleObj>
                </mc:Choice>
                <mc:Fallback>
                  <p:oleObj name="Equation" r:id="rId7" imgW="2361960" imgH="431640" progId="Equation.DSMT4">
                    <p:embed/>
                    <p:pic>
                      <p:nvPicPr>
                        <p:cNvPr id="5140" name="Object 20">
                          <a:extLst>
                            <a:ext uri="{FF2B5EF4-FFF2-40B4-BE49-F238E27FC236}">
                              <a16:creationId xmlns:a16="http://schemas.microsoft.com/office/drawing/2014/main" id="{EBDCF753-84E0-4AE5-96EA-9E1F1F89B4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1863030"/>
                          <a:ext cx="23622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1">
              <a:extLst>
                <a:ext uri="{FF2B5EF4-FFF2-40B4-BE49-F238E27FC236}">
                  <a16:creationId xmlns:a16="http://schemas.microsoft.com/office/drawing/2014/main" id="{3B7DE4DC-A901-4317-AA14-63B2E4F4545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009514"/>
                </p:ext>
              </p:extLst>
            </p:nvPr>
          </p:nvGraphicFramePr>
          <p:xfrm>
            <a:off x="4722428" y="1855848"/>
            <a:ext cx="28829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2" name="Equation" r:id="rId9" imgW="2882880" imgH="431640" progId="Equation.DSMT4">
                    <p:embed/>
                  </p:oleObj>
                </mc:Choice>
                <mc:Fallback>
                  <p:oleObj name="Equation" r:id="rId9" imgW="2882880" imgH="431640" progId="Equation.DSMT4">
                    <p:embed/>
                    <p:pic>
                      <p:nvPicPr>
                        <p:cNvPr id="5141" name="Object 21">
                          <a:extLst>
                            <a:ext uri="{FF2B5EF4-FFF2-40B4-BE49-F238E27FC236}">
                              <a16:creationId xmlns:a16="http://schemas.microsoft.com/office/drawing/2014/main" id="{D61509F5-CA68-430E-9267-C4D6BB80B3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2428" y="1855848"/>
                          <a:ext cx="28829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9">
            <a:extLst>
              <a:ext uri="{FF2B5EF4-FFF2-40B4-BE49-F238E27FC236}">
                <a16:creationId xmlns:a16="http://schemas.microsoft.com/office/drawing/2014/main" id="{86C46E53-8AFC-410A-B3F9-B99ACC211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74" y="2474913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两边对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187EA98-508A-4C47-B518-264979AA4911}"/>
              </a:ext>
            </a:extLst>
          </p:cNvPr>
          <p:cNvGrpSpPr/>
          <p:nvPr/>
        </p:nvGrpSpPr>
        <p:grpSpPr>
          <a:xfrm>
            <a:off x="2085338" y="2890838"/>
            <a:ext cx="4702812" cy="814268"/>
            <a:chOff x="2168525" y="2605207"/>
            <a:chExt cx="4702812" cy="814268"/>
          </a:xfrm>
        </p:grpSpPr>
        <p:graphicFrame>
          <p:nvGraphicFramePr>
            <p:cNvPr id="10" name="Object 13">
              <a:extLst>
                <a:ext uri="{FF2B5EF4-FFF2-40B4-BE49-F238E27FC236}">
                  <a16:creationId xmlns:a16="http://schemas.microsoft.com/office/drawing/2014/main" id="{2B87FE70-43E6-4191-AAE5-12356024FB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5208354"/>
                </p:ext>
              </p:extLst>
            </p:nvPr>
          </p:nvGraphicFramePr>
          <p:xfrm>
            <a:off x="2168525" y="2632075"/>
            <a:ext cx="10160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3" name="Equation" r:id="rId11" imgW="1015920" imgH="787320" progId="Equation.DSMT4">
                    <p:embed/>
                  </p:oleObj>
                </mc:Choice>
                <mc:Fallback>
                  <p:oleObj name="Equation" r:id="rId11" imgW="1015920" imgH="787320" progId="Equation.DSMT4">
                    <p:embed/>
                    <p:pic>
                      <p:nvPicPr>
                        <p:cNvPr id="5133" name="Object 13">
                          <a:extLst>
                            <a:ext uri="{FF2B5EF4-FFF2-40B4-BE49-F238E27FC236}">
                              <a16:creationId xmlns:a16="http://schemas.microsoft.com/office/drawing/2014/main" id="{54BD9CE7-C78C-4AC1-9D75-899B8AF341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525" y="2632075"/>
                          <a:ext cx="1016000" cy="78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2">
              <a:extLst>
                <a:ext uri="{FF2B5EF4-FFF2-40B4-BE49-F238E27FC236}">
                  <a16:creationId xmlns:a16="http://schemas.microsoft.com/office/drawing/2014/main" id="{63C26A64-29C1-4029-8497-2D0CB7B526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6507554"/>
                </p:ext>
              </p:extLst>
            </p:nvPr>
          </p:nvGraphicFramePr>
          <p:xfrm>
            <a:off x="3194685" y="2627313"/>
            <a:ext cx="825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4" name="Equation" r:id="rId13" imgW="825480" imgH="736560" progId="Equation.DSMT4">
                    <p:embed/>
                  </p:oleObj>
                </mc:Choice>
                <mc:Fallback>
                  <p:oleObj name="Equation" r:id="rId13" imgW="825480" imgH="736560" progId="Equation.DSMT4">
                    <p:embed/>
                    <p:pic>
                      <p:nvPicPr>
                        <p:cNvPr id="5142" name="Object 22">
                          <a:extLst>
                            <a:ext uri="{FF2B5EF4-FFF2-40B4-BE49-F238E27FC236}">
                              <a16:creationId xmlns:a16="http://schemas.microsoft.com/office/drawing/2014/main" id="{1281D6C8-2946-4EBC-B57F-B215978282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4685" y="2627313"/>
                          <a:ext cx="8255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3">
              <a:extLst>
                <a:ext uri="{FF2B5EF4-FFF2-40B4-BE49-F238E27FC236}">
                  <a16:creationId xmlns:a16="http://schemas.microsoft.com/office/drawing/2014/main" id="{0438AA53-154A-4093-A300-A309D25A4B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7246984"/>
                </p:ext>
              </p:extLst>
            </p:nvPr>
          </p:nvGraphicFramePr>
          <p:xfrm>
            <a:off x="4102359" y="2617019"/>
            <a:ext cx="660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5" name="Equation" r:id="rId15" imgW="660240" imgH="736560" progId="Equation.DSMT4">
                    <p:embed/>
                  </p:oleObj>
                </mc:Choice>
                <mc:Fallback>
                  <p:oleObj name="Equation" r:id="rId15" imgW="660240" imgH="736560" progId="Equation.DSMT4">
                    <p:embed/>
                    <p:pic>
                      <p:nvPicPr>
                        <p:cNvPr id="5143" name="Object 23">
                          <a:extLst>
                            <a:ext uri="{FF2B5EF4-FFF2-40B4-BE49-F238E27FC236}">
                              <a16:creationId xmlns:a16="http://schemas.microsoft.com/office/drawing/2014/main" id="{DB0C0473-FE8D-49BF-A94B-9BEAB8F5FCF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359" y="2617019"/>
                          <a:ext cx="6604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4">
              <a:extLst>
                <a:ext uri="{FF2B5EF4-FFF2-40B4-BE49-F238E27FC236}">
                  <a16:creationId xmlns:a16="http://schemas.microsoft.com/office/drawing/2014/main" id="{CADD405C-879D-47BE-A4B7-F23A82A8B7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519140"/>
                </p:ext>
              </p:extLst>
            </p:nvPr>
          </p:nvGraphicFramePr>
          <p:xfrm>
            <a:off x="4844933" y="2617019"/>
            <a:ext cx="850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6" name="Equation" r:id="rId17" imgW="850680" imgH="736560" progId="Equation.DSMT4">
                    <p:embed/>
                  </p:oleObj>
                </mc:Choice>
                <mc:Fallback>
                  <p:oleObj name="Equation" r:id="rId17" imgW="850680" imgH="736560" progId="Equation.DSMT4">
                    <p:embed/>
                    <p:pic>
                      <p:nvPicPr>
                        <p:cNvPr id="5144" name="Object 24">
                          <a:extLst>
                            <a:ext uri="{FF2B5EF4-FFF2-40B4-BE49-F238E27FC236}">
                              <a16:creationId xmlns:a16="http://schemas.microsoft.com/office/drawing/2014/main" id="{5DC24E9F-27FA-4AA6-BA11-A7DDDA46AC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4933" y="2617019"/>
                          <a:ext cx="8509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5">
              <a:extLst>
                <a:ext uri="{FF2B5EF4-FFF2-40B4-BE49-F238E27FC236}">
                  <a16:creationId xmlns:a16="http://schemas.microsoft.com/office/drawing/2014/main" id="{865BC77B-610D-4D0F-B2C4-AD39A09178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6124488"/>
                </p:ext>
              </p:extLst>
            </p:nvPr>
          </p:nvGraphicFramePr>
          <p:xfrm>
            <a:off x="5715637" y="2605207"/>
            <a:ext cx="11557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7" name="Equation" r:id="rId19" imgW="1155600" imgH="736560" progId="Equation.DSMT4">
                    <p:embed/>
                  </p:oleObj>
                </mc:Choice>
                <mc:Fallback>
                  <p:oleObj name="Equation" r:id="rId19" imgW="1155600" imgH="736560" progId="Equation.DSMT4">
                    <p:embed/>
                    <p:pic>
                      <p:nvPicPr>
                        <p:cNvPr id="5145" name="Object 25">
                          <a:extLst>
                            <a:ext uri="{FF2B5EF4-FFF2-40B4-BE49-F238E27FC236}">
                              <a16:creationId xmlns:a16="http://schemas.microsoft.com/office/drawing/2014/main" id="{EDFDE63B-ADE8-4D76-8DE5-0D88DC6654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637" y="2605207"/>
                          <a:ext cx="1155700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750A811-1E0D-4130-A707-02B09B2E88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617926"/>
              </p:ext>
            </p:extLst>
          </p:nvPr>
        </p:nvGraphicFramePr>
        <p:xfrm>
          <a:off x="7029338" y="2335213"/>
          <a:ext cx="1778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8" name="Equation" r:id="rId21" imgW="1777680" imgH="736560" progId="Equation.DSMT4">
                  <p:embed/>
                </p:oleObj>
              </mc:Choice>
              <mc:Fallback>
                <p:oleObj name="Equation" r:id="rId21" imgW="1777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029338" y="2335213"/>
                        <a:ext cx="1778000" cy="736600"/>
                      </a:xfrm>
                      <a:prstGeom prst="rect">
                        <a:avLst/>
                      </a:prstGeom>
                      <a:ln>
                        <a:solidFill>
                          <a:srgbClr val="33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>
            <a:extLst>
              <a:ext uri="{FF2B5EF4-FFF2-40B4-BE49-F238E27FC236}">
                <a16:creationId xmlns:a16="http://schemas.microsoft.com/office/drawing/2014/main" id="{A68222BF-72C2-4109-B1E0-9FCDB3587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228526"/>
              </p:ext>
            </p:extLst>
          </p:nvPr>
        </p:nvGraphicFramePr>
        <p:xfrm>
          <a:off x="1123950" y="3897313"/>
          <a:ext cx="2654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9" name="Equation" r:id="rId23" imgW="2654280" imgH="876240" progId="Equation.DSMT4">
                  <p:embed/>
                </p:oleObj>
              </mc:Choice>
              <mc:Fallback>
                <p:oleObj name="Equation" r:id="rId23" imgW="2654280" imgH="876240" progId="Equation.DSMT4">
                  <p:embed/>
                  <p:pic>
                    <p:nvPicPr>
                      <p:cNvPr id="5134" name="Object 14">
                        <a:extLst>
                          <a:ext uri="{FF2B5EF4-FFF2-40B4-BE49-F238E27FC236}">
                            <a16:creationId xmlns:a16="http://schemas.microsoft.com/office/drawing/2014/main" id="{A59AF37C-1423-47EA-BFDE-EEC002807F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3897313"/>
                        <a:ext cx="26543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>
            <a:extLst>
              <a:ext uri="{FF2B5EF4-FFF2-40B4-BE49-F238E27FC236}">
                <a16:creationId xmlns:a16="http://schemas.microsoft.com/office/drawing/2014/main" id="{F3C49F64-DBA9-4BB9-9880-34C9A0946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628440"/>
              </p:ext>
            </p:extLst>
          </p:nvPr>
        </p:nvGraphicFramePr>
        <p:xfrm>
          <a:off x="3778250" y="3858310"/>
          <a:ext cx="370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70" name="Equation" r:id="rId25" imgW="3708360" imgH="736560" progId="Equation.DSMT4">
                  <p:embed/>
                </p:oleObj>
              </mc:Choice>
              <mc:Fallback>
                <p:oleObj name="Equation" r:id="rId25" imgW="3708360" imgH="736560" progId="Equation.DSMT4">
                  <p:embed/>
                  <p:pic>
                    <p:nvPicPr>
                      <p:cNvPr id="5135" name="Object 15">
                        <a:extLst>
                          <a:ext uri="{FF2B5EF4-FFF2-40B4-BE49-F238E27FC236}">
                            <a16:creationId xmlns:a16="http://schemas.microsoft.com/office/drawing/2014/main" id="{B8C37289-5BE7-4B78-B553-AF7A635CEE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3858310"/>
                        <a:ext cx="3708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B3F1F7F-4F96-4CAC-9411-A9A322531D1A}"/>
              </a:ext>
            </a:extLst>
          </p:cNvPr>
          <p:cNvSpPr/>
          <p:nvPr/>
        </p:nvSpPr>
        <p:spPr>
          <a:xfrm>
            <a:off x="4761746" y="604808"/>
            <a:ext cx="1299807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连乘形式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75BD76A-B588-4FAA-99A2-49FBF9DA4D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114457"/>
              </p:ext>
            </p:extLst>
          </p:nvPr>
        </p:nvGraphicFramePr>
        <p:xfrm>
          <a:off x="4225925" y="627063"/>
          <a:ext cx="33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71" name="Equation" r:id="rId27" imgW="330120" imgH="355320" progId="Equation.DSMT4">
                  <p:embed/>
                </p:oleObj>
              </mc:Choice>
              <mc:Fallback>
                <p:oleObj name="Equation" r:id="rId27" imgW="3301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25925" y="627063"/>
                        <a:ext cx="330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58515D29-8CBE-4436-A099-7B3BDA2509D8}"/>
              </a:ext>
            </a:extLst>
          </p:cNvPr>
          <p:cNvSpPr/>
          <p:nvPr/>
        </p:nvSpPr>
        <p:spPr>
          <a:xfrm>
            <a:off x="586471" y="129581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3366FF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54BF76-872B-427A-A4D2-ADF03E44DB25}"/>
              </a:ext>
            </a:extLst>
          </p:cNvPr>
          <p:cNvSpPr/>
          <p:nvPr/>
        </p:nvSpPr>
        <p:spPr>
          <a:xfrm>
            <a:off x="4038584" y="1236593"/>
            <a:ext cx="4421848" cy="400110"/>
          </a:xfrm>
          <a:prstGeom prst="rect">
            <a:avLst/>
          </a:prstGeom>
          <a:ln>
            <a:solidFill>
              <a:srgbClr val="3366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加绝对值，则可不用讨论</a:t>
            </a:r>
            <a:r>
              <a:rPr lang="en-US" altLang="zh-CN" sz="2000" i="1" dirty="0">
                <a:solidFill>
                  <a:srgbClr val="33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000" b="1" dirty="0">
                <a:solidFill>
                  <a:srgbClr val="33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endParaRPr lang="zh-CN" altLang="en-US" sz="2000" dirty="0">
              <a:solidFill>
                <a:srgbClr val="33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4EEBA03-B5A5-428B-985A-499BB9B7BE63}"/>
              </a:ext>
            </a:extLst>
          </p:cNvPr>
          <p:cNvCxnSpPr/>
          <p:nvPr/>
        </p:nvCxnSpPr>
        <p:spPr>
          <a:xfrm>
            <a:off x="1524112" y="2390020"/>
            <a:ext cx="5256584" cy="0"/>
          </a:xfrm>
          <a:prstGeom prst="line">
            <a:avLst/>
          </a:prstGeom>
          <a:ln w="22225">
            <a:solidFill>
              <a:srgbClr val="33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80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9" grpId="0"/>
      <p:bldP spid="21" grpId="0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3EDA7DE-05ED-4BBD-AC0A-1AC514967E5F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67494"/>
            <a:ext cx="5400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                                  的导数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5009653-3858-451A-8C4A-81C404B048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428576"/>
              </p:ext>
            </p:extLst>
          </p:nvPr>
        </p:nvGraphicFramePr>
        <p:xfrm>
          <a:off x="1835696" y="147677"/>
          <a:ext cx="2362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89" name="Equation" r:id="rId3" imgW="2361960" imgH="533160" progId="Equation.DSMT4">
                  <p:embed/>
                </p:oleObj>
              </mc:Choice>
              <mc:Fallback>
                <p:oleObj name="Equation" r:id="rId3" imgW="23619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147677"/>
                        <a:ext cx="23622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07C49D6-ADF1-4845-9CEF-E352AE976A37}"/>
              </a:ext>
            </a:extLst>
          </p:cNvPr>
          <p:cNvSpPr/>
          <p:nvPr/>
        </p:nvSpPr>
        <p:spPr>
          <a:xfrm>
            <a:off x="705332" y="92071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3366FF"/>
              </a:solidFill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B623CFE-0453-43F7-86E4-971ECED30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706" y="925176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两边取对数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EF3A073-F5A6-4ADD-8431-B1FDFAD890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559385"/>
              </p:ext>
            </p:extLst>
          </p:nvPr>
        </p:nvGraphicFramePr>
        <p:xfrm>
          <a:off x="952947" y="1381834"/>
          <a:ext cx="314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90" name="Equation" r:id="rId5" imgW="3149280" imgH="723600" progId="Equation.DSMT4">
                  <p:embed/>
                </p:oleObj>
              </mc:Choice>
              <mc:Fallback>
                <p:oleObj name="Equation" r:id="rId5" imgW="31492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2947" y="1381834"/>
                        <a:ext cx="3149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DF78D80-80C8-418A-9CF0-9DBE7AB09E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912655"/>
              </p:ext>
            </p:extLst>
          </p:nvPr>
        </p:nvGraphicFramePr>
        <p:xfrm>
          <a:off x="6320284" y="2972509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91" name="Equation" r:id="rId7" imgW="177480" imgH="291960" progId="Equation.DSMT4">
                  <p:embed/>
                </p:oleObj>
              </mc:Choice>
              <mc:Fallback>
                <p:oleObj name="Equation" r:id="rId7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20284" y="2972509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2831407-7904-481B-85ED-54940A25D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729224"/>
              </p:ext>
            </p:extLst>
          </p:nvPr>
        </p:nvGraphicFramePr>
        <p:xfrm>
          <a:off x="4161284" y="1337384"/>
          <a:ext cx="4533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92" name="Equation" r:id="rId9" imgW="4533840" imgH="812520" progId="Equation.DSMT4">
                  <p:embed/>
                </p:oleObj>
              </mc:Choice>
              <mc:Fallback>
                <p:oleObj name="Equation" r:id="rId9" imgW="45338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61284" y="1337384"/>
                        <a:ext cx="4533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A0BD8FC1-4D17-40EB-BF6E-5919337DF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555" y="2224479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两边对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A9D68F7-25B2-4B23-B42D-DC1AA7171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15845"/>
              </p:ext>
            </p:extLst>
          </p:nvPr>
        </p:nvGraphicFramePr>
        <p:xfrm>
          <a:off x="2012268" y="2686674"/>
          <a:ext cx="3835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93" name="Equation" r:id="rId11" imgW="3835080" imgH="888840" progId="Equation.DSMT4">
                  <p:embed/>
                </p:oleObj>
              </mc:Choice>
              <mc:Fallback>
                <p:oleObj name="Equation" r:id="rId11" imgW="383508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12268" y="2686674"/>
                        <a:ext cx="3835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749E083-398B-4CBE-B6E7-B9C701D96A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866621"/>
              </p:ext>
            </p:extLst>
          </p:nvPr>
        </p:nvGraphicFramePr>
        <p:xfrm>
          <a:off x="2339752" y="3879641"/>
          <a:ext cx="5359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094" name="Equation" r:id="rId13" imgW="5359320" imgH="888840" progId="Equation.DSMT4">
                  <p:embed/>
                </p:oleObj>
              </mc:Choice>
              <mc:Fallback>
                <p:oleObj name="Equation" r:id="rId13" imgW="53593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9752" y="3879641"/>
                        <a:ext cx="5359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52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16140CA1-83C7-4D8B-8251-6189195A1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450959"/>
              </p:ext>
            </p:extLst>
          </p:nvPr>
        </p:nvGraphicFramePr>
        <p:xfrm>
          <a:off x="1331640" y="195486"/>
          <a:ext cx="37941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93" name="Equation" r:id="rId3" imgW="3797280" imgH="876240" progId="Equation.DSMT4">
                  <p:embed/>
                </p:oleObj>
              </mc:Choice>
              <mc:Fallback>
                <p:oleObj name="Equation" r:id="rId3" imgW="3797280" imgH="876240" progId="Equation.DSMT4">
                  <p:embed/>
                  <p:pic>
                    <p:nvPicPr>
                      <p:cNvPr id="20483" name="Object 3">
                        <a:extLst>
                          <a:ext uri="{FF2B5EF4-FFF2-40B4-BE49-F238E27FC236}">
                            <a16:creationId xmlns:a16="http://schemas.microsoft.com/office/drawing/2014/main" id="{04477AFF-6EBE-4AC8-AE23-905A0E5E81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95486"/>
                        <a:ext cx="37941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FDAC1429-89DA-4899-AD01-B52FEDB16598}"/>
              </a:ext>
            </a:extLst>
          </p:cNvPr>
          <p:cNvSpPr txBox="1">
            <a:spLocks noChangeArrowheads="1"/>
          </p:cNvSpPr>
          <p:nvPr/>
        </p:nvSpPr>
        <p:spPr>
          <a:xfrm>
            <a:off x="282284" y="441911"/>
            <a:ext cx="1295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9907226-8BFD-431C-934A-BAAD100CE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4796" y="52246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2D4BFFA-70D5-4C47-956C-EC2400B7C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542446"/>
              </p:ext>
            </p:extLst>
          </p:nvPr>
        </p:nvGraphicFramePr>
        <p:xfrm>
          <a:off x="5571357" y="567258"/>
          <a:ext cx="33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94" name="Equation" r:id="rId5" imgW="330120" imgH="355320" progId="Equation.DSMT4">
                  <p:embed/>
                </p:oleObj>
              </mc:Choice>
              <mc:Fallback>
                <p:oleObj name="Equation" r:id="rId5" imgW="330120" imgH="355320" progId="Equation.DSMT4">
                  <p:embed/>
                  <p:pic>
                    <p:nvPicPr>
                      <p:cNvPr id="20485" name="Object 5">
                        <a:extLst>
                          <a:ext uri="{FF2B5EF4-FFF2-40B4-BE49-F238E27FC236}">
                            <a16:creationId xmlns:a16="http://schemas.microsoft.com/office/drawing/2014/main" id="{62A78C2E-D11F-4E38-862C-B3C962EB1B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1357" y="567258"/>
                        <a:ext cx="330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2A9669A2-132C-478C-9569-A1858CA3425F}"/>
              </a:ext>
            </a:extLst>
          </p:cNvPr>
          <p:cNvGrpSpPr/>
          <p:nvPr/>
        </p:nvGrpSpPr>
        <p:grpSpPr>
          <a:xfrm>
            <a:off x="1452018" y="840277"/>
            <a:ext cx="1492250" cy="449523"/>
            <a:chOff x="1508423" y="968344"/>
            <a:chExt cx="1492250" cy="449523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5E90D26E-3F51-449B-A8EB-07C34972998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175967" y="300800"/>
              <a:ext cx="157162" cy="1492250"/>
            </a:xfrm>
            <a:prstGeom prst="leftBrace">
              <a:avLst>
                <a:gd name="adj1" fmla="val 79125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8067E1F1-0057-4EBE-97CC-5341A22744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2531131"/>
                </p:ext>
              </p:extLst>
            </p:nvPr>
          </p:nvGraphicFramePr>
          <p:xfrm>
            <a:off x="2121198" y="1036867"/>
            <a:ext cx="266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795" name="Equation" r:id="rId7" imgW="266400" imgH="380880" progId="Equation.DSMT4">
                    <p:embed/>
                  </p:oleObj>
                </mc:Choice>
                <mc:Fallback>
                  <p:oleObj name="Equation" r:id="rId7" imgW="266400" imgH="380880" progId="Equation.DSMT4">
                    <p:embed/>
                    <p:pic>
                      <p:nvPicPr>
                        <p:cNvPr id="20487" name="Object 7">
                          <a:extLst>
                            <a:ext uri="{FF2B5EF4-FFF2-40B4-BE49-F238E27FC236}">
                              <a16:creationId xmlns:a16="http://schemas.microsoft.com/office/drawing/2014/main" id="{AED12F18-1879-424F-8EEB-2E56019886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198" y="1036867"/>
                          <a:ext cx="2667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A013B56-5AF4-41D0-92B8-D465547DE3B5}"/>
              </a:ext>
            </a:extLst>
          </p:cNvPr>
          <p:cNvGrpSpPr/>
          <p:nvPr/>
        </p:nvGrpSpPr>
        <p:grpSpPr>
          <a:xfrm>
            <a:off x="3147443" y="931515"/>
            <a:ext cx="1865884" cy="433998"/>
            <a:chOff x="3203848" y="1059582"/>
            <a:chExt cx="1865884" cy="433998"/>
          </a:xfrm>
        </p:grpSpPr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8769A643-0343-4B04-89D9-27F502E22DC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2490" y="240940"/>
              <a:ext cx="228600" cy="1865884"/>
            </a:xfrm>
            <a:prstGeom prst="leftBrace">
              <a:avLst>
                <a:gd name="adj1" fmla="val 80556"/>
                <a:gd name="adj2" fmla="val 50000"/>
              </a:avLst>
            </a:prstGeom>
            <a:noFill/>
            <a:ln w="19050">
              <a:solidFill>
                <a:srgbClr val="5882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9">
              <a:extLst>
                <a:ext uri="{FF2B5EF4-FFF2-40B4-BE49-F238E27FC236}">
                  <a16:creationId xmlns:a16="http://schemas.microsoft.com/office/drawing/2014/main" id="{BDC9BC62-9EC4-44E5-AEA4-94D9326904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5894108"/>
                </p:ext>
              </p:extLst>
            </p:nvPr>
          </p:nvGraphicFramePr>
          <p:xfrm>
            <a:off x="4176121" y="1112580"/>
            <a:ext cx="29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796" name="Equation" r:id="rId9" imgW="291960" imgH="380880" progId="Equation.DSMT4">
                    <p:embed/>
                  </p:oleObj>
                </mc:Choice>
                <mc:Fallback>
                  <p:oleObj name="Equation" r:id="rId9" imgW="291960" imgH="380880" progId="Equation.DSMT4">
                    <p:embed/>
                    <p:pic>
                      <p:nvPicPr>
                        <p:cNvPr id="20489" name="Object 9">
                          <a:extLst>
                            <a:ext uri="{FF2B5EF4-FFF2-40B4-BE49-F238E27FC236}">
                              <a16:creationId xmlns:a16="http://schemas.microsoft.com/office/drawing/2014/main" id="{02C0695E-5CA6-4F5E-9E49-0F89C7E167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121" y="1112580"/>
                          <a:ext cx="2921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30A9102-4921-4ECC-ADD0-401DEEDB9D4A}"/>
              </a:ext>
            </a:extLst>
          </p:cNvPr>
          <p:cNvGrpSpPr/>
          <p:nvPr/>
        </p:nvGrpSpPr>
        <p:grpSpPr>
          <a:xfrm>
            <a:off x="329135" y="1343803"/>
            <a:ext cx="4419600" cy="461665"/>
            <a:chOff x="385540" y="1471870"/>
            <a:chExt cx="4419600" cy="461665"/>
          </a:xfrm>
        </p:grpSpPr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D6E5D10F-ADE1-453A-AD9C-E72B654D6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40" y="1471870"/>
              <a:ext cx="4419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</a:rPr>
                <a:t>解</a:t>
              </a:r>
              <a:r>
                <a:rPr lang="en-US" altLang="zh-CN" sz="2400" b="1" dirty="0"/>
                <a:t> </a:t>
              </a:r>
              <a:r>
                <a:rPr lang="zh-CN" altLang="en-US" sz="2400" b="1" dirty="0"/>
                <a:t>分别用对数求导法求</a:t>
              </a:r>
            </a:p>
          </p:txBody>
        </p:sp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20426BBE-7987-4E0D-8596-EBB5C98302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710729"/>
                </p:ext>
              </p:extLst>
            </p:nvPr>
          </p:nvGraphicFramePr>
          <p:xfrm>
            <a:off x="3725907" y="1503708"/>
            <a:ext cx="889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797" name="Equation" r:id="rId11" imgW="888840" imgH="380880" progId="Equation.DSMT4">
                    <p:embed/>
                  </p:oleObj>
                </mc:Choice>
                <mc:Fallback>
                  <p:oleObj name="Equation" r:id="rId11" imgW="888840" imgH="380880" progId="Equation.DSMT4">
                    <p:embed/>
                    <p:pic>
                      <p:nvPicPr>
                        <p:cNvPr id="20491" name="Object 11">
                          <a:extLst>
                            <a:ext uri="{FF2B5EF4-FFF2-40B4-BE49-F238E27FC236}">
                              <a16:creationId xmlns:a16="http://schemas.microsoft.com/office/drawing/2014/main" id="{F259C555-A989-4A72-9720-027D4FEB2F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5907" y="1503708"/>
                          <a:ext cx="889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D9E46D0-70D3-4A76-AACC-72AD10C36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321094"/>
              </p:ext>
            </p:extLst>
          </p:nvPr>
        </p:nvGraphicFramePr>
        <p:xfrm>
          <a:off x="699171" y="1886326"/>
          <a:ext cx="238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98" name="Equation" r:id="rId13" imgW="2387520" imgH="380880" progId="Equation.DSMT4">
                  <p:embed/>
                </p:oleObj>
              </mc:Choice>
              <mc:Fallback>
                <p:oleObj name="Equation" r:id="rId13" imgW="2387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9171" y="1886326"/>
                        <a:ext cx="2387600" cy="3810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67E6CE4-52A9-4122-87DA-2AF4AF81D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017841"/>
              </p:ext>
            </p:extLst>
          </p:nvPr>
        </p:nvGraphicFramePr>
        <p:xfrm>
          <a:off x="115343" y="2172628"/>
          <a:ext cx="416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799" name="Equation" r:id="rId15" imgW="4165560" imgH="736560" progId="Equation.DSMT4">
                  <p:embed/>
                </p:oleObj>
              </mc:Choice>
              <mc:Fallback>
                <p:oleObj name="Equation" r:id="rId15" imgW="4165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5343" y="2172628"/>
                        <a:ext cx="416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02C652E9-342D-485A-AC04-B6B3C08E4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836939"/>
              </p:ext>
            </p:extLst>
          </p:nvPr>
        </p:nvGraphicFramePr>
        <p:xfrm>
          <a:off x="450037" y="2959516"/>
          <a:ext cx="363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0" name="Equation" r:id="rId17" imgW="3632040" imgH="406080" progId="Equation.DSMT4">
                  <p:embed/>
                </p:oleObj>
              </mc:Choice>
              <mc:Fallback>
                <p:oleObj name="Equation" r:id="rId17" imgW="3632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0037" y="2959516"/>
                        <a:ext cx="3632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6D9D0451-1643-4A52-8770-64AB7789D8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937673"/>
              </p:ext>
            </p:extLst>
          </p:nvPr>
        </p:nvGraphicFramePr>
        <p:xfrm>
          <a:off x="559559" y="3618156"/>
          <a:ext cx="261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1" name="Equation" r:id="rId19" imgW="2616120" imgH="380880" progId="Equation.DSMT4">
                  <p:embed/>
                </p:oleObj>
              </mc:Choice>
              <mc:Fallback>
                <p:oleObj name="Equation" r:id="rId19" imgW="2616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9559" y="3618156"/>
                        <a:ext cx="2616200" cy="381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4390A35-F8B0-4C61-99EF-46575C5AA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496557"/>
              </p:ext>
            </p:extLst>
          </p:nvPr>
        </p:nvGraphicFramePr>
        <p:xfrm>
          <a:off x="875235" y="4106679"/>
          <a:ext cx="332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2" name="Equation" r:id="rId21" imgW="3327120" imgH="736560" progId="Equation.DSMT4">
                  <p:embed/>
                </p:oleObj>
              </mc:Choice>
              <mc:Fallback>
                <p:oleObj name="Equation" r:id="rId21" imgW="3327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75235" y="4106679"/>
                        <a:ext cx="3327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D750D476-AEC2-4BF0-9BB8-62B345B137E7}"/>
              </a:ext>
            </a:extLst>
          </p:cNvPr>
          <p:cNvSpPr/>
          <p:nvPr/>
        </p:nvSpPr>
        <p:spPr>
          <a:xfrm>
            <a:off x="566243" y="3446705"/>
            <a:ext cx="3714700" cy="14452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DC828BA-8EDE-4F9D-85F4-D1735C774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625868"/>
              </p:ext>
            </p:extLst>
          </p:nvPr>
        </p:nvGraphicFramePr>
        <p:xfrm>
          <a:off x="4453683" y="1749946"/>
          <a:ext cx="4572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3" name="Equation" r:id="rId23" imgW="4572000" imgH="799920" progId="Equation.DSMT4">
                  <p:embed/>
                </p:oleObj>
              </mc:Choice>
              <mc:Fallback>
                <p:oleObj name="Equation" r:id="rId23" imgW="457200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53683" y="1749946"/>
                        <a:ext cx="45720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0E511A4A-6995-4CF2-80CA-9BD5B52F42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567759"/>
              </p:ext>
            </p:extLst>
          </p:nvPr>
        </p:nvGraphicFramePr>
        <p:xfrm>
          <a:off x="4741396" y="2598407"/>
          <a:ext cx="1841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4" name="Equation" r:id="rId25" imgW="1841400" imgH="812520" progId="Equation.DSMT4">
                  <p:embed/>
                </p:oleObj>
              </mc:Choice>
              <mc:Fallback>
                <p:oleObj name="Equation" r:id="rId25" imgW="1841400" imgH="812520" progId="Equation.DSMT4">
                  <p:embed/>
                  <p:pic>
                    <p:nvPicPr>
                      <p:cNvPr id="20496" name="Object 16">
                        <a:extLst>
                          <a:ext uri="{FF2B5EF4-FFF2-40B4-BE49-F238E27FC236}">
                            <a16:creationId xmlns:a16="http://schemas.microsoft.com/office/drawing/2014/main" id="{4207C52C-53DE-4868-B536-587F3791CD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396" y="2598407"/>
                        <a:ext cx="1841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90F59BE-3963-4D44-9D0F-6DF767DC2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141533"/>
              </p:ext>
            </p:extLst>
          </p:nvPr>
        </p:nvGraphicFramePr>
        <p:xfrm>
          <a:off x="5125765" y="3446706"/>
          <a:ext cx="3810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5" name="Equation" r:id="rId27" imgW="3809880" imgH="723600" progId="Equation.DSMT4">
                  <p:embed/>
                </p:oleObj>
              </mc:Choice>
              <mc:Fallback>
                <p:oleObj name="Equation" r:id="rId27" imgW="3809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25765" y="3446706"/>
                        <a:ext cx="3810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9F44CA63-D5DC-48FB-834D-B457CDD06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130312"/>
              </p:ext>
            </p:extLst>
          </p:nvPr>
        </p:nvGraphicFramePr>
        <p:xfrm>
          <a:off x="5141517" y="4364906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6" name="Equation" r:id="rId29" imgW="1790640" imgH="342720" progId="Equation.DSMT4">
                  <p:embed/>
                </p:oleObj>
              </mc:Choice>
              <mc:Fallback>
                <p:oleObj name="Equation" r:id="rId29" imgW="1790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141517" y="4364906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CFCC0D4-99D1-4DDA-B3D2-D3927FA43D3A}"/>
              </a:ext>
            </a:extLst>
          </p:cNvPr>
          <p:cNvCxnSpPr>
            <a:cxnSpLocks/>
          </p:cNvCxnSpPr>
          <p:nvPr/>
        </p:nvCxnSpPr>
        <p:spPr>
          <a:xfrm>
            <a:off x="4411816" y="1727740"/>
            <a:ext cx="0" cy="3258792"/>
          </a:xfrm>
          <a:prstGeom prst="line">
            <a:avLst/>
          </a:prstGeom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9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14604631-EB6F-42BB-B50D-499C920FE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043" y="1062005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33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19B46B1C-F41E-4258-BD24-E926DB79D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856" y="1048612"/>
            <a:ext cx="3162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方程两边对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求导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350D81CD-1440-480B-83AA-FE4722865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5693" y="1062005"/>
            <a:ext cx="91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324A30FA-5449-448F-ABCF-8FBAA9E265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021569"/>
              </p:ext>
            </p:extLst>
          </p:nvPr>
        </p:nvGraphicFramePr>
        <p:xfrm>
          <a:off x="3181276" y="1523670"/>
          <a:ext cx="212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66" name="Equation" r:id="rId4" imgW="2120760" imgH="406080" progId="Equation.DSMT4">
                  <p:embed/>
                </p:oleObj>
              </mc:Choice>
              <mc:Fallback>
                <p:oleObj name="Equation" r:id="rId4" imgW="2120760" imgH="406080" progId="Equation.DSMT4">
                  <p:embed/>
                  <p:pic>
                    <p:nvPicPr>
                      <p:cNvPr id="39948" name="Object 12">
                        <a:extLst>
                          <a:ext uri="{FF2B5EF4-FFF2-40B4-BE49-F238E27FC236}">
                            <a16:creationId xmlns:a16="http://schemas.microsoft.com/office/drawing/2014/main" id="{77DED564-A4FF-415F-97F8-D21D024BC4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276" y="1523670"/>
                        <a:ext cx="2120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4">
            <a:extLst>
              <a:ext uri="{FF2B5EF4-FFF2-40B4-BE49-F238E27FC236}">
                <a16:creationId xmlns:a16="http://schemas.microsoft.com/office/drawing/2014/main" id="{BE45015C-440B-449A-BC98-517544FC5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671" y="2146483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再求导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EA1DF49E-E804-4768-B827-14C2E0660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416839"/>
              </p:ext>
            </p:extLst>
          </p:nvPr>
        </p:nvGraphicFramePr>
        <p:xfrm>
          <a:off x="2711376" y="2790221"/>
          <a:ext cx="939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67" name="Equation" r:id="rId6" imgW="939600" imgH="406080" progId="Equation.DSMT4">
                  <p:embed/>
                </p:oleObj>
              </mc:Choice>
              <mc:Fallback>
                <p:oleObj name="Equation" r:id="rId6" imgW="939600" imgH="406080" progId="Equation.DSMT4">
                  <p:embed/>
                  <p:pic>
                    <p:nvPicPr>
                      <p:cNvPr id="39951" name="Object 15">
                        <a:extLst>
                          <a:ext uri="{FF2B5EF4-FFF2-40B4-BE49-F238E27FC236}">
                            <a16:creationId xmlns:a16="http://schemas.microsoft.com/office/drawing/2014/main" id="{58F97FAF-E2B6-42B3-BD3C-539FD74E38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376" y="2790221"/>
                        <a:ext cx="939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3892D8B7-9A8A-4D44-AC9F-7F7DB42CB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910143"/>
              </p:ext>
            </p:extLst>
          </p:nvPr>
        </p:nvGraphicFramePr>
        <p:xfrm>
          <a:off x="3633381" y="2786353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68" name="Equation" r:id="rId8" imgW="1409400" imgH="406080" progId="Equation.DSMT4">
                  <p:embed/>
                </p:oleObj>
              </mc:Choice>
              <mc:Fallback>
                <p:oleObj name="Equation" r:id="rId8" imgW="1409400" imgH="406080" progId="Equation.DSMT4">
                  <p:embed/>
                  <p:pic>
                    <p:nvPicPr>
                      <p:cNvPr id="39952" name="Object 16">
                        <a:extLst>
                          <a:ext uri="{FF2B5EF4-FFF2-40B4-BE49-F238E27FC236}">
                            <a16:creationId xmlns:a16="http://schemas.microsoft.com/office/drawing/2014/main" id="{4EBCF951-F037-44F5-BF4C-B310838096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381" y="2786353"/>
                        <a:ext cx="1409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FCBE42C7-B2C6-41BC-976B-CAC033C36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924328"/>
              </p:ext>
            </p:extLst>
          </p:nvPr>
        </p:nvGraphicFramePr>
        <p:xfrm>
          <a:off x="5072941" y="2836091"/>
          <a:ext cx="889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69" name="Equation" r:id="rId10" imgW="888840" imgH="355320" progId="Equation.DSMT4">
                  <p:embed/>
                </p:oleObj>
              </mc:Choice>
              <mc:Fallback>
                <p:oleObj name="Equation" r:id="rId10" imgW="888840" imgH="355320" progId="Equation.DSMT4">
                  <p:embed/>
                  <p:pic>
                    <p:nvPicPr>
                      <p:cNvPr id="39953" name="Object 17">
                        <a:extLst>
                          <a:ext uri="{FF2B5EF4-FFF2-40B4-BE49-F238E27FC236}">
                            <a16:creationId xmlns:a16="http://schemas.microsoft.com/office/drawing/2014/main" id="{900BCEC3-CC6B-49D2-A36B-1F45E87E1E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941" y="2836091"/>
                        <a:ext cx="889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9F5C2819-BC27-4EDF-AE55-724EC9959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536" y="2705750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②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EF90192-7FE0-4DEC-9594-A63FE0AA2C18}"/>
              </a:ext>
            </a:extLst>
          </p:cNvPr>
          <p:cNvGrpSpPr/>
          <p:nvPr/>
        </p:nvGrpSpPr>
        <p:grpSpPr>
          <a:xfrm>
            <a:off x="842869" y="3326878"/>
            <a:ext cx="2362835" cy="474662"/>
            <a:chOff x="630873" y="3008313"/>
            <a:chExt cx="2362835" cy="474662"/>
          </a:xfrm>
        </p:grpSpPr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40C0C377-51DF-4EA0-98AB-2CA169AF9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873" y="3021310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当</a:t>
              </a:r>
            </a:p>
          </p:txBody>
        </p:sp>
        <p:graphicFrame>
          <p:nvGraphicFramePr>
            <p:cNvPr id="18" name="Object 20">
              <a:extLst>
                <a:ext uri="{FF2B5EF4-FFF2-40B4-BE49-F238E27FC236}">
                  <a16:creationId xmlns:a16="http://schemas.microsoft.com/office/drawing/2014/main" id="{7B6F2619-9A7C-4A7E-9C87-AFF4DEE617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3361520"/>
                </p:ext>
              </p:extLst>
            </p:nvPr>
          </p:nvGraphicFramePr>
          <p:xfrm>
            <a:off x="1027430" y="311244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870" name="Equation" r:id="rId12" imgW="647640" imgH="279360" progId="Equation.DSMT4">
                    <p:embed/>
                  </p:oleObj>
                </mc:Choice>
                <mc:Fallback>
                  <p:oleObj name="Equation" r:id="rId12" imgW="647640" imgH="279360" progId="Equation.DSMT4">
                    <p:embed/>
                    <p:pic>
                      <p:nvPicPr>
                        <p:cNvPr id="39956" name="Object 20">
                          <a:extLst>
                            <a:ext uri="{FF2B5EF4-FFF2-40B4-BE49-F238E27FC236}">
                              <a16:creationId xmlns:a16="http://schemas.microsoft.com/office/drawing/2014/main" id="{C60E3D67-DD44-4789-9DFA-C70AC47609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7430" y="3112442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1E976E1A-CBB9-48CD-A1F6-84E5F56F1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1475" y="3008313"/>
              <a:ext cx="990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时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20" name="Object 22">
              <a:extLst>
                <a:ext uri="{FF2B5EF4-FFF2-40B4-BE49-F238E27FC236}">
                  <a16:creationId xmlns:a16="http://schemas.microsoft.com/office/drawing/2014/main" id="{3F7BB9F2-9531-41F5-980A-084186EAAA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5959228"/>
                </p:ext>
              </p:extLst>
            </p:nvPr>
          </p:nvGraphicFramePr>
          <p:xfrm>
            <a:off x="2282508" y="3090802"/>
            <a:ext cx="71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871" name="Equation" r:id="rId14" imgW="711000" imgH="342720" progId="Equation.DSMT4">
                    <p:embed/>
                  </p:oleObj>
                </mc:Choice>
                <mc:Fallback>
                  <p:oleObj name="Equation" r:id="rId14" imgW="711000" imgH="342720" progId="Equation.DSMT4">
                    <p:embed/>
                    <p:pic>
                      <p:nvPicPr>
                        <p:cNvPr id="39958" name="Object 22">
                          <a:extLst>
                            <a:ext uri="{FF2B5EF4-FFF2-40B4-BE49-F238E27FC236}">
                              <a16:creationId xmlns:a16="http://schemas.microsoft.com/office/drawing/2014/main" id="{8FE1F50F-8D16-454C-A60B-0557F2D337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2508" y="3090802"/>
                          <a:ext cx="711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23">
            <a:extLst>
              <a:ext uri="{FF2B5EF4-FFF2-40B4-BE49-F238E27FC236}">
                <a16:creationId xmlns:a16="http://schemas.microsoft.com/office/drawing/2014/main" id="{BE9B72FF-92E3-471B-AE2F-20E28A3B6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2841" y="3331568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故由 ① 得</a:t>
            </a:r>
          </a:p>
        </p:txBody>
      </p:sp>
      <p:sp>
        <p:nvSpPr>
          <p:cNvPr id="23" name="Text Box 25">
            <a:extLst>
              <a:ext uri="{FF2B5EF4-FFF2-40B4-BE49-F238E27FC236}">
                <a16:creationId xmlns:a16="http://schemas.microsoft.com/office/drawing/2014/main" id="{C3779AA1-7BAB-468B-AF45-580EF03FA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27" y="4112094"/>
            <a:ext cx="2384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再代入 ② 得</a:t>
            </a:r>
          </a:p>
        </p:txBody>
      </p:sp>
      <p:graphicFrame>
        <p:nvGraphicFramePr>
          <p:cNvPr id="24" name="Object 26">
            <a:extLst>
              <a:ext uri="{FF2B5EF4-FFF2-40B4-BE49-F238E27FC236}">
                <a16:creationId xmlns:a16="http://schemas.microsoft.com/office/drawing/2014/main" id="{2660FA02-95BB-4037-8B2C-42FE4D63BC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328568"/>
              </p:ext>
            </p:extLst>
          </p:nvPr>
        </p:nvGraphicFramePr>
        <p:xfrm>
          <a:off x="2735392" y="3966478"/>
          <a:ext cx="137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72" name="Equation" r:id="rId16" imgW="1371600" imgH="736560" progId="Equation.DSMT4">
                  <p:embed/>
                </p:oleObj>
              </mc:Choice>
              <mc:Fallback>
                <p:oleObj name="Equation" r:id="rId16" imgW="1371600" imgH="736560" progId="Equation.DSMT4">
                  <p:embed/>
                  <p:pic>
                    <p:nvPicPr>
                      <p:cNvPr id="39962" name="Object 26">
                        <a:extLst>
                          <a:ext uri="{FF2B5EF4-FFF2-40B4-BE49-F238E27FC236}">
                            <a16:creationId xmlns:a16="http://schemas.microsoft.com/office/drawing/2014/main" id="{BDBF174D-237D-4D07-B393-2EA49962F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392" y="3966478"/>
                        <a:ext cx="1371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51127F02-A39B-4B99-AAAB-1D94C0F70357}"/>
              </a:ext>
            </a:extLst>
          </p:cNvPr>
          <p:cNvGrpSpPr/>
          <p:nvPr/>
        </p:nvGrpSpPr>
        <p:grpSpPr>
          <a:xfrm>
            <a:off x="755576" y="411510"/>
            <a:ext cx="7461250" cy="540702"/>
            <a:chOff x="768350" y="449898"/>
            <a:chExt cx="7461250" cy="540702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8DF7562C-93EE-4304-B109-83AF0E662CC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8350" y="457200"/>
              <a:ext cx="121920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33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E12EEFD5-10BD-4578-A886-EDC64E5E73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642066"/>
                </p:ext>
              </p:extLst>
            </p:nvPr>
          </p:nvGraphicFramePr>
          <p:xfrm>
            <a:off x="1932079" y="546026"/>
            <a:ext cx="1066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873" name="Equation" r:id="rId18" imgW="1066680" imgH="342720" progId="Equation.DSMT4">
                    <p:embed/>
                  </p:oleObj>
                </mc:Choice>
                <mc:Fallback>
                  <p:oleObj name="Equation" r:id="rId18" imgW="1066680" imgH="342720" progId="Equation.DSMT4">
                    <p:embed/>
                    <p:pic>
                      <p:nvPicPr>
                        <p:cNvPr id="39939" name="Object 3">
                          <a:extLst>
                            <a:ext uri="{FF2B5EF4-FFF2-40B4-BE49-F238E27FC236}">
                              <a16:creationId xmlns:a16="http://schemas.microsoft.com/office/drawing/2014/main" id="{9BDE1551-3F79-4C6B-B7C2-CACA34AB31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2079" y="546026"/>
                          <a:ext cx="10668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4E75C0A6-500E-4A8D-93D3-2DB7FF4A5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6400" y="474663"/>
              <a:ext cx="1447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由方程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6CB094C0-9F09-473B-A86A-D9D33251F2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4782991"/>
                </p:ext>
              </p:extLst>
            </p:nvPr>
          </p:nvGraphicFramePr>
          <p:xfrm>
            <a:off x="4032250" y="477531"/>
            <a:ext cx="1282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874" name="Equation" r:id="rId20" imgW="1282680" imgH="406080" progId="Equation.DSMT4">
                    <p:embed/>
                  </p:oleObj>
                </mc:Choice>
                <mc:Fallback>
                  <p:oleObj name="Equation" r:id="rId20" imgW="1282680" imgH="406080" progId="Equation.DSMT4">
                    <p:embed/>
                    <p:pic>
                      <p:nvPicPr>
                        <p:cNvPr id="39941" name="Object 5">
                          <a:extLst>
                            <a:ext uri="{FF2B5EF4-FFF2-40B4-BE49-F238E27FC236}">
                              <a16:creationId xmlns:a16="http://schemas.microsoft.com/office/drawing/2014/main" id="{242C6DBE-6A2E-4128-8634-EF842610C0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250" y="477531"/>
                          <a:ext cx="12827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DEFF7900-525E-43DC-9A73-D16F8661A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4950" y="449898"/>
              <a:ext cx="1371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确定 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</a:t>
              </a:r>
            </a:p>
          </p:txBody>
        </p:sp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CC26802A-1177-4F8D-AB2D-2D7CAE2CC7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3768251"/>
                </p:ext>
              </p:extLst>
            </p:nvPr>
          </p:nvGraphicFramePr>
          <p:xfrm>
            <a:off x="6686550" y="506115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875" name="Equation" r:id="rId22" imgW="749160" imgH="355320" progId="Equation.DSMT4">
                    <p:embed/>
                  </p:oleObj>
                </mc:Choice>
                <mc:Fallback>
                  <p:oleObj name="Equation" r:id="rId22" imgW="749160" imgH="355320" progId="Equation.DSMT4">
                    <p:embed/>
                    <p:pic>
                      <p:nvPicPr>
                        <p:cNvPr id="39943" name="Object 7">
                          <a:extLst>
                            <a:ext uri="{FF2B5EF4-FFF2-40B4-BE49-F238E27FC236}">
                              <a16:creationId xmlns:a16="http://schemas.microsoft.com/office/drawing/2014/main" id="{69BC90E4-7974-4FAC-A996-F067708BF2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6550" y="506115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A1535126-A8BD-44AC-8201-CA6758A68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1555" y="459432"/>
              <a:ext cx="762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26" name="Object 28">
              <a:extLst>
                <a:ext uri="{FF2B5EF4-FFF2-40B4-BE49-F238E27FC236}">
                  <a16:creationId xmlns:a16="http://schemas.microsoft.com/office/drawing/2014/main" id="{BF7BEA81-CEF8-4944-8FEC-4506EA91F1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7989382"/>
                </p:ext>
              </p:extLst>
            </p:nvPr>
          </p:nvGraphicFramePr>
          <p:xfrm>
            <a:off x="7467600" y="512464"/>
            <a:ext cx="762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876" name="Equation" r:id="rId24" imgW="761760" imgH="355320" progId="Equation.DSMT4">
                    <p:embed/>
                  </p:oleObj>
                </mc:Choice>
                <mc:Fallback>
                  <p:oleObj name="Equation" r:id="rId24" imgW="761760" imgH="355320" progId="Equation.DSMT4">
                    <p:embed/>
                    <p:pic>
                      <p:nvPicPr>
                        <p:cNvPr id="39964" name="Object 28">
                          <a:extLst>
                            <a:ext uri="{FF2B5EF4-FFF2-40B4-BE49-F238E27FC236}">
                              <a16:creationId xmlns:a16="http://schemas.microsoft.com/office/drawing/2014/main" id="{8DAD08F8-D0F5-4555-B337-31CFACF34C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7600" y="512464"/>
                          <a:ext cx="7620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36">
            <a:extLst>
              <a:ext uri="{FF2B5EF4-FFF2-40B4-BE49-F238E27FC236}">
                <a16:creationId xmlns:a16="http://schemas.microsoft.com/office/drawing/2014/main" id="{483B8EA5-CD6C-402B-ADE1-566669049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423" y="1510347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①</a:t>
            </a: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BE58F149-26D8-4B8F-806A-0843C84D59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121983"/>
              </p:ext>
            </p:extLst>
          </p:nvPr>
        </p:nvGraphicFramePr>
        <p:xfrm>
          <a:off x="4799891" y="3212517"/>
          <a:ext cx="143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77" name="Equation" r:id="rId26" imgW="1434960" imgH="736560" progId="Equation.DSMT4">
                  <p:embed/>
                </p:oleObj>
              </mc:Choice>
              <mc:Fallback>
                <p:oleObj name="Equation" r:id="rId26" imgW="14349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799891" y="3212517"/>
                        <a:ext cx="1435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AA2C91A-36EF-4410-A3E2-2AE57A4B7E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489473"/>
              </p:ext>
            </p:extLst>
          </p:nvPr>
        </p:nvGraphicFramePr>
        <p:xfrm>
          <a:off x="2708781" y="2164893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78" name="Equation" r:id="rId28" imgW="799920" imgH="406080" progId="Equation.DSMT4">
                  <p:embed/>
                </p:oleObj>
              </mc:Choice>
              <mc:Fallback>
                <p:oleObj name="Equation" r:id="rId28" imgW="799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708781" y="2164893"/>
                        <a:ext cx="800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9BD8578-11D0-4E50-B9A4-384E5331C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938018"/>
              </p:ext>
            </p:extLst>
          </p:nvPr>
        </p:nvGraphicFramePr>
        <p:xfrm>
          <a:off x="3493681" y="2196141"/>
          <a:ext cx="279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79" name="Equation" r:id="rId30" imgW="279360" imgH="355320" progId="Equation.DSMT4">
                  <p:embed/>
                </p:oleObj>
              </mc:Choice>
              <mc:Fallback>
                <p:oleObj name="Equation" r:id="rId30" imgW="2793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493681" y="2196141"/>
                        <a:ext cx="279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F499CBA3-C4ED-4FEE-9025-B9610780C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478256"/>
              </p:ext>
            </p:extLst>
          </p:nvPr>
        </p:nvGraphicFramePr>
        <p:xfrm>
          <a:off x="3723526" y="2165607"/>
          <a:ext cx="49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80" name="Equation" r:id="rId32" imgW="495000" imgH="342720" progId="Equation.DSMT4">
                  <p:embed/>
                </p:oleObj>
              </mc:Choice>
              <mc:Fallback>
                <p:oleObj name="Equation" r:id="rId32" imgW="495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723526" y="2165607"/>
                        <a:ext cx="49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3A76CBF3-FC5C-49C1-BFBA-CC979C36A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625627"/>
              </p:ext>
            </p:extLst>
          </p:nvPr>
        </p:nvGraphicFramePr>
        <p:xfrm>
          <a:off x="4115971" y="2215693"/>
          <a:ext cx="31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81" name="Equation" r:id="rId34" imgW="317160" imgH="355320" progId="Equation.DSMT4">
                  <p:embed/>
                </p:oleObj>
              </mc:Choice>
              <mc:Fallback>
                <p:oleObj name="Equation" r:id="rId34" imgW="3171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115971" y="2215693"/>
                        <a:ext cx="3175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D2391B6-A4A6-4086-BA4C-95A25C5BB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883891"/>
              </p:ext>
            </p:extLst>
          </p:nvPr>
        </p:nvGraphicFramePr>
        <p:xfrm>
          <a:off x="4388951" y="2215693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82" name="Equation" r:id="rId36" imgW="457200" imgH="355320" progId="Equation.DSMT4">
                  <p:embed/>
                </p:oleObj>
              </mc:Choice>
              <mc:Fallback>
                <p:oleObj name="Equation" r:id="rId36" imgW="4572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388951" y="2215693"/>
                        <a:ext cx="45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20D08BB7-8818-43E8-AC04-89DDDC0FF8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335381"/>
              </p:ext>
            </p:extLst>
          </p:nvPr>
        </p:nvGraphicFramePr>
        <p:xfrm>
          <a:off x="4822721" y="2226188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83" name="Equation" r:id="rId38" imgW="457200" imgH="355320" progId="Equation.DSMT4">
                  <p:embed/>
                </p:oleObj>
              </mc:Choice>
              <mc:Fallback>
                <p:oleObj name="Equation" r:id="rId38" imgW="4572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822721" y="2226188"/>
                        <a:ext cx="45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C0CE00D8-1C0D-4AFF-A062-16A91F536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756903"/>
              </p:ext>
            </p:extLst>
          </p:nvPr>
        </p:nvGraphicFramePr>
        <p:xfrm>
          <a:off x="5247134" y="2227987"/>
          <a:ext cx="622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84" name="Equation" r:id="rId40" imgW="622080" imgH="355320" progId="Equation.DSMT4">
                  <p:embed/>
                </p:oleObj>
              </mc:Choice>
              <mc:Fallback>
                <p:oleObj name="Equation" r:id="rId40" imgW="6220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247134" y="2227987"/>
                        <a:ext cx="622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B877F82B-3B17-417D-9D36-1B8AF9351D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029308"/>
              </p:ext>
            </p:extLst>
          </p:nvPr>
        </p:nvGraphicFramePr>
        <p:xfrm>
          <a:off x="5869434" y="2271352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85" name="Equation" r:id="rId42" imgW="495000" imgH="330120" progId="Equation.DSMT4">
                  <p:embed/>
                </p:oleObj>
              </mc:Choice>
              <mc:Fallback>
                <p:oleObj name="Equation" r:id="rId42" imgW="495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869434" y="2271352"/>
                        <a:ext cx="495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4">
            <a:extLst>
              <a:ext uri="{FF2B5EF4-FFF2-40B4-BE49-F238E27FC236}">
                <a16:creationId xmlns:a16="http://schemas.microsoft.com/office/drawing/2014/main" id="{044B67C9-A356-4C37-90BA-AFC9FE13B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966" y="2763604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</p:spTree>
    <p:extLst>
      <p:ext uri="{BB962C8B-B14F-4D97-AF65-F5344CB8AC3E}">
        <p14:creationId xmlns:p14="http://schemas.microsoft.com/office/powerpoint/2010/main" val="79161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6" grpId="0"/>
      <p:bldP spid="21" grpId="0"/>
      <p:bldP spid="23" grpId="0"/>
      <p:bldP spid="27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43DDBE-4070-4B62-A18B-BB653F696231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445537"/>
            <a:ext cx="2619400" cy="6858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3366FF"/>
                </a:solidFill>
                <a:latin typeface="+mn-ea"/>
                <a:ea typeface="+mn-ea"/>
              </a:rPr>
              <a:t>内容小结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6DE034F-C2AF-4185-9C86-239765461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151" y="1071681"/>
            <a:ext cx="3733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1. </a:t>
            </a:r>
            <a:r>
              <a:rPr lang="zh-CN" altLang="en-US" sz="2400" b="1" dirty="0">
                <a:latin typeface="+mn-ea"/>
              </a:rPr>
              <a:t>隐函数求导法则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D7691F08-4314-43F1-BD09-F4AA068414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4545" y="1302513"/>
            <a:ext cx="719137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n-ea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C809978-DA9C-4FC4-8A1D-CAA270EB4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470" y="1067938"/>
            <a:ext cx="449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直接对方程两边求导</a:t>
            </a:r>
            <a:r>
              <a:rPr lang="en-US" altLang="zh-CN" sz="2400" b="1" dirty="0">
                <a:latin typeface="+mn-ea"/>
              </a:rPr>
              <a:t>;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D32DE17-F379-4180-B9BF-D0A1A37DA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" y="2058192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2. </a:t>
            </a:r>
            <a:r>
              <a:rPr lang="zh-CN" altLang="en-US" sz="2400" b="1" dirty="0">
                <a:latin typeface="+mn-ea"/>
              </a:rPr>
              <a:t>对数求导法 </a:t>
            </a:r>
            <a:r>
              <a:rPr lang="en-US" altLang="zh-CN" sz="2400" b="1" dirty="0">
                <a:latin typeface="+mn-ea"/>
              </a:rPr>
              <a:t>: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20399A7-90FC-4619-B58C-2CAB2CF6C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3436" y="2031322"/>
            <a:ext cx="5791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适用于幂指函数及某些用连乘表示的函数</a:t>
            </a:r>
            <a:r>
              <a:rPr lang="en-US" altLang="zh-CN" sz="2400" b="1" dirty="0">
                <a:latin typeface="+mn-ea"/>
              </a:rPr>
              <a:t>;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7547978E-5F67-42F2-A4D4-4AC07BDA4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4545" y="2489965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转化</a:t>
            </a:r>
          </a:p>
        </p:txBody>
      </p:sp>
    </p:spTree>
    <p:extLst>
      <p:ext uri="{BB962C8B-B14F-4D97-AF65-F5344CB8AC3E}">
        <p14:creationId xmlns:p14="http://schemas.microsoft.com/office/powerpoint/2010/main" val="145322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6" grpId="0" autoUpdateAnimBg="0"/>
      <p:bldP spid="7" grpId="0" autoUpdateAnimBg="0"/>
      <p:bldP spid="15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ED908A2-D1A9-4E23-ABC2-3FEA4227964A}"/>
              </a:ext>
            </a:extLst>
          </p:cNvPr>
          <p:cNvSpPr txBox="1">
            <a:spLocks noChangeArrowheads="1"/>
          </p:cNvSpPr>
          <p:nvPr/>
        </p:nvSpPr>
        <p:spPr>
          <a:xfrm>
            <a:off x="822668" y="392500"/>
            <a:ext cx="1224136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练习题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1ACA3C7-794F-4CED-8193-B41FBA2E6107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880654"/>
            <a:ext cx="8208912" cy="50405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由方程                                            确定了函数                                           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25E035F-4ADA-4183-8213-E5DC43CA2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33080"/>
              </p:ext>
            </p:extLst>
          </p:nvPr>
        </p:nvGraphicFramePr>
        <p:xfrm>
          <a:off x="2177288" y="905124"/>
          <a:ext cx="3200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6" name="Equation" r:id="rId3" imgW="3200400" imgH="406080" progId="Equation.DSMT4">
                  <p:embed/>
                </p:oleObj>
              </mc:Choice>
              <mc:Fallback>
                <p:oleObj name="Equation" r:id="rId3" imgW="3200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7288" y="905124"/>
                        <a:ext cx="3200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2233D4A-5BF2-4F40-9CA4-8B172F970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37914"/>
              </p:ext>
            </p:extLst>
          </p:nvPr>
        </p:nvGraphicFramePr>
        <p:xfrm>
          <a:off x="7092280" y="936874"/>
          <a:ext cx="1117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7" name="Equation" r:id="rId5" imgW="1117440" imgH="342720" progId="Equation.DSMT4">
                  <p:embed/>
                </p:oleObj>
              </mc:Choice>
              <mc:Fallback>
                <p:oleObj name="Equation" r:id="rId5" imgW="1117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92280" y="936874"/>
                        <a:ext cx="1117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12B035B7-5918-4FA0-8270-C09BE9007897}"/>
              </a:ext>
            </a:extLst>
          </p:cNvPr>
          <p:cNvSpPr txBox="1">
            <a:spLocks noChangeArrowheads="1"/>
          </p:cNvSpPr>
          <p:nvPr/>
        </p:nvSpPr>
        <p:spPr>
          <a:xfrm>
            <a:off x="8131688" y="846620"/>
            <a:ext cx="472760" cy="43315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EAE1072-6E80-4277-8676-4D8D3986D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520120"/>
              </p:ext>
            </p:extLst>
          </p:nvPr>
        </p:nvGraphicFramePr>
        <p:xfrm>
          <a:off x="8566720" y="714624"/>
          <a:ext cx="457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8" name="Equation" r:id="rId7" imgW="457200" imgH="787320" progId="Equation.DSMT4">
                  <p:embed/>
                </p:oleObj>
              </mc:Choice>
              <mc:Fallback>
                <p:oleObj name="Equation" r:id="rId7" imgW="4572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66720" y="714624"/>
                        <a:ext cx="457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2721709E-60C1-4AC5-80E0-F0C26F9811CD}"/>
              </a:ext>
            </a:extLst>
          </p:cNvPr>
          <p:cNvSpPr txBox="1">
            <a:spLocks noChangeArrowheads="1"/>
          </p:cNvSpPr>
          <p:nvPr/>
        </p:nvSpPr>
        <p:spPr>
          <a:xfrm>
            <a:off x="822668" y="1548408"/>
            <a:ext cx="576064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73FFD8C-8B31-434C-9536-58DEE58A4D4A}"/>
              </a:ext>
            </a:extLst>
          </p:cNvPr>
          <p:cNvSpPr txBox="1">
            <a:spLocks noChangeArrowheads="1"/>
          </p:cNvSpPr>
          <p:nvPr/>
        </p:nvSpPr>
        <p:spPr>
          <a:xfrm>
            <a:off x="1487880" y="1548408"/>
            <a:ext cx="1152128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取对数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4199BF7-D6FC-4A3C-9E26-E476A751C9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777325"/>
              </p:ext>
            </p:extLst>
          </p:nvPr>
        </p:nvGraphicFramePr>
        <p:xfrm>
          <a:off x="2632648" y="1654706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9" name="Equation" r:id="rId9" imgW="1815840" imgH="342720" progId="Equation.DSMT4">
                  <p:embed/>
                </p:oleObj>
              </mc:Choice>
              <mc:Fallback>
                <p:oleObj name="Equation" r:id="rId9" imgW="1815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32648" y="1654706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2DF1181D-FBB5-461D-A879-63DDAD976B07}"/>
              </a:ext>
            </a:extLst>
          </p:cNvPr>
          <p:cNvGrpSpPr/>
          <p:nvPr/>
        </p:nvGrpSpPr>
        <p:grpSpPr>
          <a:xfrm>
            <a:off x="911816" y="2093688"/>
            <a:ext cx="3660184" cy="406172"/>
            <a:chOff x="911816" y="2093688"/>
            <a:chExt cx="3660184" cy="406172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917926BF-D930-444C-AE0E-876E4291193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11816" y="2093688"/>
              <a:ext cx="3660184" cy="4061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上式两端对  求导，得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7784A4F7-0121-44C7-A9C5-195435E45F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0266063"/>
                </p:ext>
              </p:extLst>
            </p:nvPr>
          </p:nvGraphicFramePr>
          <p:xfrm>
            <a:off x="2532058" y="2228194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60" name="Equation" r:id="rId11" imgW="215640" imgH="266400" progId="Equation.DSMT4">
                    <p:embed/>
                  </p:oleObj>
                </mc:Choice>
                <mc:Fallback>
                  <p:oleObj name="Equation" r:id="rId11" imgW="2156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532058" y="2228194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B8ECC26-8E08-42E4-A14A-61F539BD8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945704"/>
              </p:ext>
            </p:extLst>
          </p:nvPr>
        </p:nvGraphicFramePr>
        <p:xfrm>
          <a:off x="956248" y="2663558"/>
          <a:ext cx="3492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61" name="Equation" r:id="rId13" imgW="3492360" imgH="787320" progId="Equation.DSMT4">
                  <p:embed/>
                </p:oleObj>
              </mc:Choice>
              <mc:Fallback>
                <p:oleObj name="Equation" r:id="rId13" imgW="34923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6248" y="2663558"/>
                        <a:ext cx="3492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1F82894-A5B9-435E-ADF1-2CCCED583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934956"/>
              </p:ext>
            </p:extLst>
          </p:nvPr>
        </p:nvGraphicFramePr>
        <p:xfrm>
          <a:off x="1114671" y="3620198"/>
          <a:ext cx="2286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62" name="Equation" r:id="rId15" imgW="2286000" imgH="787320" progId="Equation.DSMT4">
                  <p:embed/>
                </p:oleObj>
              </mc:Choice>
              <mc:Fallback>
                <p:oleObj name="Equation" r:id="rId15" imgW="22860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114671" y="3620198"/>
                        <a:ext cx="2286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1C0BE6D8-69BD-43E3-B5BA-D319FFD29156}"/>
              </a:ext>
            </a:extLst>
          </p:cNvPr>
          <p:cNvSpPr txBox="1">
            <a:spLocks noChangeArrowheads="1"/>
          </p:cNvSpPr>
          <p:nvPr/>
        </p:nvSpPr>
        <p:spPr>
          <a:xfrm>
            <a:off x="5730097" y="1460238"/>
            <a:ext cx="2484214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教材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P114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提高题</a:t>
            </a:r>
          </a:p>
        </p:txBody>
      </p:sp>
    </p:spTree>
    <p:extLst>
      <p:ext uri="{BB962C8B-B14F-4D97-AF65-F5344CB8AC3E}">
        <p14:creationId xmlns:p14="http://schemas.microsoft.com/office/powerpoint/2010/main" val="92297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C83360-DC44-4EA1-B613-D70B8111C8BE}"/>
              </a:ext>
            </a:extLst>
          </p:cNvPr>
          <p:cNvSpPr txBox="1">
            <a:spLocks noChangeArrowheads="1"/>
          </p:cNvSpPr>
          <p:nvPr/>
        </p:nvSpPr>
        <p:spPr>
          <a:xfrm>
            <a:off x="920612" y="407169"/>
            <a:ext cx="7179780" cy="50405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由方程                确定了函数                 求                                           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69643C-AAA6-488F-ABE7-E8A3ED390D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148968"/>
              </p:ext>
            </p:extLst>
          </p:nvPr>
        </p:nvGraphicFramePr>
        <p:xfrm>
          <a:off x="2267744" y="455997"/>
          <a:ext cx="1117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0" name="Equation" r:id="rId3" imgW="1117440" imgH="406080" progId="Equation.DSMT4">
                  <p:embed/>
                </p:oleObj>
              </mc:Choice>
              <mc:Fallback>
                <p:oleObj name="Equation" r:id="rId3" imgW="1117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55997"/>
                        <a:ext cx="1117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C0ABDDA-93AE-4604-A014-6339F031A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992556"/>
              </p:ext>
            </p:extLst>
          </p:nvPr>
        </p:nvGraphicFramePr>
        <p:xfrm>
          <a:off x="5097463" y="468313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1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97463" y="468313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A65BA59-1701-4810-BC09-29EF800FF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648834"/>
              </p:ext>
            </p:extLst>
          </p:nvPr>
        </p:nvGraphicFramePr>
        <p:xfrm>
          <a:off x="6588224" y="454839"/>
          <a:ext cx="74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2" name="Equation" r:id="rId7" imgW="749160" imgH="355320" progId="Equation.DSMT4">
                  <p:embed/>
                </p:oleObj>
              </mc:Choice>
              <mc:Fallback>
                <p:oleObj name="Equation" r:id="rId7" imgW="7491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88224" y="454839"/>
                        <a:ext cx="749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5ED98DB-BA9C-4F5D-80D5-83BF7FA27FF8}"/>
              </a:ext>
            </a:extLst>
          </p:cNvPr>
          <p:cNvSpPr txBox="1">
            <a:spLocks noChangeArrowheads="1"/>
          </p:cNvSpPr>
          <p:nvPr/>
        </p:nvSpPr>
        <p:spPr>
          <a:xfrm>
            <a:off x="895892" y="928802"/>
            <a:ext cx="576064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2002FB7-F3FC-4BF1-997D-EC7784FF4572}"/>
              </a:ext>
            </a:extLst>
          </p:cNvPr>
          <p:cNvSpPr txBox="1">
            <a:spLocks noChangeArrowheads="1"/>
          </p:cNvSpPr>
          <p:nvPr/>
        </p:nvSpPr>
        <p:spPr>
          <a:xfrm>
            <a:off x="1331640" y="953453"/>
            <a:ext cx="2808312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取对数得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DE3C33D-BB50-4DCB-8AF8-578B7BA6AF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214987"/>
              </p:ext>
            </p:extLst>
          </p:nvPr>
        </p:nvGraphicFramePr>
        <p:xfrm>
          <a:off x="3772150" y="1004597"/>
          <a:ext cx="1231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3" name="Equation" r:id="rId9" imgW="1231560" imgH="342720" progId="Equation.DSMT4">
                  <p:embed/>
                </p:oleObj>
              </mc:Choice>
              <mc:Fallback>
                <p:oleObj name="Equation" r:id="rId9" imgW="12315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72150" y="1004597"/>
                        <a:ext cx="1231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784206-3578-4E5A-8058-A1538572BD17}"/>
              </a:ext>
            </a:extLst>
          </p:cNvPr>
          <p:cNvGrpSpPr/>
          <p:nvPr/>
        </p:nvGrpSpPr>
        <p:grpSpPr>
          <a:xfrm>
            <a:off x="897782" y="1678268"/>
            <a:ext cx="2520280" cy="406172"/>
            <a:chOff x="897782" y="1678268"/>
            <a:chExt cx="2520280" cy="406172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0D6B4CEE-B0F1-42A2-B5F1-E85F82066D6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97782" y="1678268"/>
              <a:ext cx="2520280" cy="4061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上式对  求导得   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6591264E-8C6F-4051-A35F-C1CA472569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7804783"/>
                </p:ext>
              </p:extLst>
            </p:nvPr>
          </p:nvGraphicFramePr>
          <p:xfrm>
            <a:off x="1967422" y="181133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514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67422" y="181133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BC42B9F-C8A7-4A48-ACD5-EA294DFBB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756579"/>
              </p:ext>
            </p:extLst>
          </p:nvPr>
        </p:nvGraphicFramePr>
        <p:xfrm>
          <a:off x="3772150" y="1519238"/>
          <a:ext cx="252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5" name="Equation" r:id="rId13" imgW="2527200" imgH="787320" progId="Equation.DSMT4">
                  <p:embed/>
                </p:oleObj>
              </mc:Choice>
              <mc:Fallback>
                <p:oleObj name="Equation" r:id="rId13" imgW="25272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72150" y="1519238"/>
                        <a:ext cx="2527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A5DDDF75-8DBD-427F-BC7C-F37822D80422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2499742"/>
            <a:ext cx="1440160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解得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1154CDF-A70A-4EAF-A6B4-847FD79DA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878768"/>
              </p:ext>
            </p:extLst>
          </p:nvPr>
        </p:nvGraphicFramePr>
        <p:xfrm>
          <a:off x="3737932" y="2424113"/>
          <a:ext cx="2819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6" name="Equation" r:id="rId15" imgW="2819160" imgH="825480" progId="Equation.DSMT4">
                  <p:embed/>
                </p:oleObj>
              </mc:Choice>
              <mc:Fallback>
                <p:oleObj name="Equation" r:id="rId15" imgW="2819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37932" y="2424113"/>
                        <a:ext cx="2819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BC08613-ED88-4D43-ADB9-D0D91B28D3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949330"/>
              </p:ext>
            </p:extLst>
          </p:nvPr>
        </p:nvGraphicFramePr>
        <p:xfrm>
          <a:off x="1981200" y="3455987"/>
          <a:ext cx="5181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7" name="Equation" r:id="rId17" imgW="5181480" imgH="1218960" progId="Equation.DSMT4">
                  <p:embed/>
                </p:oleObj>
              </mc:Choice>
              <mc:Fallback>
                <p:oleObj name="Equation" r:id="rId17" imgW="518148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81200" y="3455987"/>
                        <a:ext cx="51816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0A5C4A54-C3DF-477E-ADFE-5F42D1363438}"/>
              </a:ext>
            </a:extLst>
          </p:cNvPr>
          <p:cNvSpPr txBox="1">
            <a:spLocks noChangeArrowheads="1"/>
          </p:cNvSpPr>
          <p:nvPr/>
        </p:nvSpPr>
        <p:spPr>
          <a:xfrm>
            <a:off x="1134052" y="3986961"/>
            <a:ext cx="1440160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故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2BB20FA-448F-45E7-9546-0A4757135B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713848"/>
              </p:ext>
            </p:extLst>
          </p:nvPr>
        </p:nvGraphicFramePr>
        <p:xfrm>
          <a:off x="7189440" y="3849687"/>
          <a:ext cx="167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18" name="Equation" r:id="rId19" imgW="1676160" imgH="825480" progId="Equation.DSMT4">
                  <p:embed/>
                </p:oleObj>
              </mc:Choice>
              <mc:Fallback>
                <p:oleObj name="Equation" r:id="rId19" imgW="167616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89440" y="3849687"/>
                        <a:ext cx="16764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>
            <a:extLst>
              <a:ext uri="{FF2B5EF4-FFF2-40B4-BE49-F238E27FC236}">
                <a16:creationId xmlns:a16="http://schemas.microsoft.com/office/drawing/2014/main" id="{C1B84470-09AD-4F12-8A53-AB560BAFE7EE}"/>
              </a:ext>
            </a:extLst>
          </p:cNvPr>
          <p:cNvSpPr txBox="1">
            <a:spLocks noChangeArrowheads="1"/>
          </p:cNvSpPr>
          <p:nvPr/>
        </p:nvSpPr>
        <p:spPr>
          <a:xfrm>
            <a:off x="6251863" y="968799"/>
            <a:ext cx="2484214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教材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P114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提高题</a:t>
            </a:r>
          </a:p>
        </p:txBody>
      </p:sp>
    </p:spTree>
    <p:extLst>
      <p:ext uri="{BB962C8B-B14F-4D97-AF65-F5344CB8AC3E}">
        <p14:creationId xmlns:p14="http://schemas.microsoft.com/office/powerpoint/2010/main" val="15171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7226AAF-7E13-4809-A703-98A15D4BFCF0}"/>
              </a:ext>
            </a:extLst>
          </p:cNvPr>
          <p:cNvSpPr txBox="1">
            <a:spLocks noChangeArrowheads="1"/>
          </p:cNvSpPr>
          <p:nvPr/>
        </p:nvSpPr>
        <p:spPr>
          <a:xfrm>
            <a:off x="920612" y="178184"/>
            <a:ext cx="5739620" cy="50405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设函数        在          的某邻域    阶可导，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96E7D62-C8A3-44CD-AA6E-C361D3CD8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14180"/>
              </p:ext>
            </p:extLst>
          </p:nvPr>
        </p:nvGraphicFramePr>
        <p:xfrm>
          <a:off x="2195736" y="25876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4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25876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74E1E23-37DA-4C29-B31B-41033F037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106859"/>
              </p:ext>
            </p:extLst>
          </p:nvPr>
        </p:nvGraphicFramePr>
        <p:xfrm>
          <a:off x="3203848" y="258762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48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848" y="258762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AE2FF3-86F1-4918-BE0F-10858D35E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324640"/>
              </p:ext>
            </p:extLst>
          </p:nvPr>
        </p:nvGraphicFramePr>
        <p:xfrm>
          <a:off x="5197204" y="30713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49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7204" y="30713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BA86A4B-ED7A-47E4-BF0C-BBC9D9416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395027"/>
              </p:ext>
            </p:extLst>
          </p:nvPr>
        </p:nvGraphicFramePr>
        <p:xfrm>
          <a:off x="6733360" y="210554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0" name="Equation" r:id="rId9" imgW="1612800" imgH="406080" progId="Equation.DSMT4">
                  <p:embed/>
                </p:oleObj>
              </mc:Choice>
              <mc:Fallback>
                <p:oleObj name="Equation" r:id="rId9" imgW="1612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33360" y="210554"/>
                        <a:ext cx="1612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1977079-C40B-4C56-9BDE-404889FD6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483182"/>
              </p:ext>
            </p:extLst>
          </p:nvPr>
        </p:nvGraphicFramePr>
        <p:xfrm>
          <a:off x="416198" y="676336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1" name="Equation" r:id="rId11" imgW="1091880" imgH="342720" progId="Equation.DSMT4">
                  <p:embed/>
                </p:oleObj>
              </mc:Choice>
              <mc:Fallback>
                <p:oleObj name="Equation" r:id="rId11" imgW="1091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6198" y="676336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D427D6C-70CE-4D3A-B6EB-5C804A0E2B18}"/>
              </a:ext>
            </a:extLst>
          </p:cNvPr>
          <p:cNvSpPr/>
          <p:nvPr/>
        </p:nvSpPr>
        <p:spPr>
          <a:xfrm>
            <a:off x="1508398" y="616954"/>
            <a:ext cx="576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求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C7F05CD-8867-4C42-A357-E5FA65684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623171"/>
              </p:ext>
            </p:extLst>
          </p:nvPr>
        </p:nvGraphicFramePr>
        <p:xfrm>
          <a:off x="1949390" y="616954"/>
          <a:ext cx="952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2" name="Equation" r:id="rId13" imgW="952200" imgH="406080" progId="Equation.DSMT4">
                  <p:embed/>
                </p:oleObj>
              </mc:Choice>
              <mc:Fallback>
                <p:oleObj name="Equation" r:id="rId13" imgW="952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49390" y="616954"/>
                        <a:ext cx="952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0D641982-2B66-41B9-854F-3E53CA646288}"/>
              </a:ext>
            </a:extLst>
          </p:cNvPr>
          <p:cNvSpPr txBox="1">
            <a:spLocks noChangeArrowheads="1"/>
          </p:cNvSpPr>
          <p:nvPr/>
        </p:nvSpPr>
        <p:spPr>
          <a:xfrm>
            <a:off x="912392" y="1286542"/>
            <a:ext cx="576064" cy="4061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9F684E6-8C5D-4708-ACCC-32EF34E37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577204"/>
              </p:ext>
            </p:extLst>
          </p:nvPr>
        </p:nvGraphicFramePr>
        <p:xfrm>
          <a:off x="1590948" y="1347815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3" name="Equation" r:id="rId15" imgW="1612800" imgH="406080" progId="Equation.DSMT4">
                  <p:embed/>
                </p:oleObj>
              </mc:Choice>
              <mc:Fallback>
                <p:oleObj name="Equation" r:id="rId15" imgW="1612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90948" y="1347815"/>
                        <a:ext cx="16129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720639A-480F-440F-8FC0-5A9CB9CD8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066635"/>
              </p:ext>
            </p:extLst>
          </p:nvPr>
        </p:nvGraphicFramePr>
        <p:xfrm>
          <a:off x="3577630" y="1286542"/>
          <a:ext cx="495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4" name="Equation" r:id="rId17" imgW="4952880" imgH="406080" progId="Equation.DSMT4">
                  <p:embed/>
                </p:oleObj>
              </mc:Choice>
              <mc:Fallback>
                <p:oleObj name="Equation" r:id="rId17" imgW="4952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77630" y="1286542"/>
                        <a:ext cx="4953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556565C-A99E-4A2A-8C9F-298148C053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4495793"/>
              </p:ext>
            </p:extLst>
          </p:nvPr>
        </p:nvGraphicFramePr>
        <p:xfrm>
          <a:off x="1508398" y="1848234"/>
          <a:ext cx="4038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5" name="Equation" r:id="rId19" imgW="4038480" imgH="406080" progId="Equation.DSMT4">
                  <p:embed/>
                </p:oleObj>
              </mc:Choice>
              <mc:Fallback>
                <p:oleObj name="Equation" r:id="rId19" imgW="4038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08398" y="1848234"/>
                        <a:ext cx="4038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2D453A3-354D-4AE5-B304-331789015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672282"/>
              </p:ext>
            </p:extLst>
          </p:nvPr>
        </p:nvGraphicFramePr>
        <p:xfrm>
          <a:off x="1488456" y="2383849"/>
          <a:ext cx="429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6" name="Equation" r:id="rId21" imgW="4292280" imgH="406080" progId="Equation.DSMT4">
                  <p:embed/>
                </p:oleObj>
              </mc:Choice>
              <mc:Fallback>
                <p:oleObj name="Equation" r:id="rId21" imgW="4292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488456" y="2383849"/>
                        <a:ext cx="4292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73F93BCF-5F54-463C-BA6D-D7C4988393B3}"/>
              </a:ext>
            </a:extLst>
          </p:cNvPr>
          <p:cNvGrpSpPr/>
          <p:nvPr/>
        </p:nvGrpSpPr>
        <p:grpSpPr>
          <a:xfrm>
            <a:off x="920612" y="2872864"/>
            <a:ext cx="5091548" cy="472619"/>
            <a:chOff x="920612" y="2872864"/>
            <a:chExt cx="5091548" cy="472619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153C4CCC-9E6E-43F0-91BB-29A615F365D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20612" y="2872864"/>
              <a:ext cx="5091548" cy="4061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假设                   成立，则    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E9EB45F0-25B1-4235-9F8D-DEA4C13CA3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248364"/>
                </p:ext>
              </p:extLst>
            </p:nvPr>
          </p:nvGraphicFramePr>
          <p:xfrm>
            <a:off x="1691680" y="2939083"/>
            <a:ext cx="2705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6657" name="Equation" r:id="rId23" imgW="2705040" imgH="406080" progId="Equation.DSMT4">
                    <p:embed/>
                  </p:oleObj>
                </mc:Choice>
                <mc:Fallback>
                  <p:oleObj name="Equation" r:id="rId23" imgW="270504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691680" y="2939083"/>
                          <a:ext cx="2705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6A5DF68-C61F-4C03-94C4-9F027165FF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543482"/>
              </p:ext>
            </p:extLst>
          </p:nvPr>
        </p:nvGraphicFramePr>
        <p:xfrm>
          <a:off x="1318120" y="3499643"/>
          <a:ext cx="5461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8" name="Equation" r:id="rId25" imgW="5460840" imgH="406080" progId="Equation.DSMT4">
                  <p:embed/>
                </p:oleObj>
              </mc:Choice>
              <mc:Fallback>
                <p:oleObj name="Equation" r:id="rId25" imgW="5460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18120" y="3499643"/>
                        <a:ext cx="5461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58">
            <a:extLst>
              <a:ext uri="{FF2B5EF4-FFF2-40B4-BE49-F238E27FC236}">
                <a16:creationId xmlns:a16="http://schemas.microsoft.com/office/drawing/2014/main" id="{05EE96B9-BD54-4E27-A8F5-819820A48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0">
            <a:extLst>
              <a:ext uri="{FF2B5EF4-FFF2-40B4-BE49-F238E27FC236}">
                <a16:creationId xmlns:a16="http://schemas.microsoft.com/office/drawing/2014/main" id="{9B7F7C64-F2AD-49A0-9007-F411EDB6E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2BFB527-FF0D-47F9-A8EE-EA8CF8C0D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100411"/>
              </p:ext>
            </p:extLst>
          </p:nvPr>
        </p:nvGraphicFramePr>
        <p:xfrm>
          <a:off x="1362348" y="4132732"/>
          <a:ext cx="433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659" name="Equation" r:id="rId27" imgW="4330440" imgH="406080" progId="Equation.DSMT4">
                  <p:embed/>
                </p:oleObj>
              </mc:Choice>
              <mc:Fallback>
                <p:oleObj name="Equation" r:id="rId27" imgW="4330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62348" y="4132732"/>
                        <a:ext cx="4330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60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6127D286-B6FB-499A-9CC5-AE40B93C8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060" y="409343"/>
            <a:ext cx="38426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3366FF"/>
                </a:solidFill>
                <a:latin typeface="+mj-ea"/>
                <a:ea typeface="+mj-ea"/>
              </a:rPr>
              <a:t>4.</a:t>
            </a:r>
            <a:r>
              <a:rPr lang="zh-CN" altLang="en-US" sz="2400" b="1" dirty="0">
                <a:latin typeface="+mj-ea"/>
                <a:ea typeface="+mj-ea"/>
              </a:rPr>
              <a:t>设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1969EFF-5455-4A79-BCCA-A92C6FF1E4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043824"/>
              </p:ext>
            </p:extLst>
          </p:nvPr>
        </p:nvGraphicFramePr>
        <p:xfrm>
          <a:off x="1641336" y="404377"/>
          <a:ext cx="181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0" name="Equation" r:id="rId3" imgW="1815840" imgH="406080" progId="Equation.DSMT4">
                  <p:embed/>
                </p:oleObj>
              </mc:Choice>
              <mc:Fallback>
                <p:oleObj name="Equation" r:id="rId3" imgW="181584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F447A00-977E-4831-BBA8-5A2FB2021C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1336" y="404377"/>
                        <a:ext cx="18161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A857263-0D66-4DDD-95EB-0E7DADCB1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188948"/>
              </p:ext>
            </p:extLst>
          </p:nvPr>
        </p:nvGraphicFramePr>
        <p:xfrm>
          <a:off x="3873584" y="213877"/>
          <a:ext cx="457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1" name="Equation" r:id="rId5" imgW="457200" imgH="787320" progId="Equation.DSMT4">
                  <p:embed/>
                </p:oleObj>
              </mc:Choice>
              <mc:Fallback>
                <p:oleObj name="Equation" r:id="rId5" imgW="45720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31B9AFB-9B94-474A-B97C-B8AB6147B7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73584" y="213877"/>
                        <a:ext cx="457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">
            <a:extLst>
              <a:ext uri="{FF2B5EF4-FFF2-40B4-BE49-F238E27FC236}">
                <a16:creationId xmlns:a16="http://schemas.microsoft.com/office/drawing/2014/main" id="{E22BF752-1249-4FDB-B997-197D9207D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175976"/>
            <a:ext cx="36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  法一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反函数</a:t>
            </a: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求导法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F5976C6-B721-4ECE-AB23-CE0C687F0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441279"/>
              </p:ext>
            </p:extLst>
          </p:nvPr>
        </p:nvGraphicFramePr>
        <p:xfrm>
          <a:off x="1679416" y="1637641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2" name="Equation" r:id="rId7" imgW="1384200" imgH="736560" progId="Equation.DSMT4">
                  <p:embed/>
                </p:oleObj>
              </mc:Choice>
              <mc:Fallback>
                <p:oleObj name="Equation" r:id="rId7" imgW="138420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1F4AE2F-4960-44BA-941B-B5A03E3461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79416" y="1637641"/>
                        <a:ext cx="1384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>
            <a:extLst>
              <a:ext uri="{FF2B5EF4-FFF2-40B4-BE49-F238E27FC236}">
                <a16:creationId xmlns:a16="http://schemas.microsoft.com/office/drawing/2014/main" id="{DC1A8941-9EB5-4E94-8518-65E569C7A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060" y="1775108"/>
            <a:ext cx="1041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因为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DC237BF-7C2A-41C2-8E2B-ECD23ECAA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138" y="1738913"/>
            <a:ext cx="6297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70B51DD-762B-4767-ABE4-5E7445688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714167"/>
              </p:ext>
            </p:extLst>
          </p:nvPr>
        </p:nvGraphicFramePr>
        <p:xfrm>
          <a:off x="3752830" y="1637641"/>
          <a:ext cx="1447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3" name="Equation" r:id="rId9" imgW="1447560" imgH="787320" progId="Equation.DSMT4">
                  <p:embed/>
                </p:oleObj>
              </mc:Choice>
              <mc:Fallback>
                <p:oleObj name="Equation" r:id="rId9" imgW="144756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3809869-1F1F-43C7-A8CA-7BA13A2E84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52830" y="1637641"/>
                        <a:ext cx="1447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FA0E68E-A000-4D23-A44D-FBEA34FD0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860" y="2391765"/>
            <a:ext cx="36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法二 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隐函数</a:t>
            </a: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求导法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B39349-D811-4CC3-B3AA-E8E0CD66966D}"/>
              </a:ext>
            </a:extLst>
          </p:cNvPr>
          <p:cNvGrpSpPr/>
          <p:nvPr/>
        </p:nvGrpSpPr>
        <p:grpSpPr>
          <a:xfrm>
            <a:off x="674088" y="2930808"/>
            <a:ext cx="5410080" cy="461665"/>
            <a:chOff x="818104" y="2879960"/>
            <a:chExt cx="5410080" cy="461665"/>
          </a:xfrm>
        </p:grpSpPr>
        <p:sp>
          <p:nvSpPr>
            <p:cNvPr id="12" name="Text Box 3">
              <a:extLst>
                <a:ext uri="{FF2B5EF4-FFF2-40B4-BE49-F238E27FC236}">
                  <a16:creationId xmlns:a16="http://schemas.microsoft.com/office/drawing/2014/main" id="{B0C3D199-7ADD-4F98-AEAC-A532757E9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104" y="2879960"/>
              <a:ext cx="541008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对方程            两边对  求导，得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054E7447-7D56-43E8-A12D-2A98121836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8560451"/>
                </p:ext>
              </p:extLst>
            </p:nvPr>
          </p:nvGraphicFramePr>
          <p:xfrm>
            <a:off x="1891640" y="2903582"/>
            <a:ext cx="1714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4" name="Equation" r:id="rId11" imgW="1714320" imgH="406080" progId="Equation.DSMT4">
                    <p:embed/>
                  </p:oleObj>
                </mc:Choice>
                <mc:Fallback>
                  <p:oleObj name="Equation" r:id="rId11" imgW="1714320" imgH="40608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452B752D-5C0A-4E63-83BB-444BAB1C9FE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91640" y="2903582"/>
                          <a:ext cx="1714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10F3AC4C-8ED9-4C68-8930-BCDDE7CEB4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2271748"/>
                </p:ext>
              </p:extLst>
            </p:nvPr>
          </p:nvGraphicFramePr>
          <p:xfrm>
            <a:off x="4679676" y="3023076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4655" name="Equation" r:id="rId13" imgW="215640" imgH="266400" progId="Equation.DSMT4">
                    <p:embed/>
                  </p:oleObj>
                </mc:Choice>
                <mc:Fallback>
                  <p:oleObj name="Equation" r:id="rId13" imgW="215640" imgH="2664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11AB0D11-7573-4148-A0B5-D0EAE96601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79676" y="3023076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05BB3EF-5208-4205-97A1-CED25DD16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063824"/>
              </p:ext>
            </p:extLst>
          </p:nvPr>
        </p:nvGraphicFramePr>
        <p:xfrm>
          <a:off x="6084168" y="2813574"/>
          <a:ext cx="1905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6" name="Equation" r:id="rId15" imgW="1904760" imgH="787320" progId="Equation.DSMT4">
                  <p:embed/>
                </p:oleObj>
              </mc:Choice>
              <mc:Fallback>
                <p:oleObj name="Equation" r:id="rId15" imgW="190476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362F086-0100-414D-A109-777EC5F97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84168" y="2813574"/>
                        <a:ext cx="1905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">
            <a:extLst>
              <a:ext uri="{FF2B5EF4-FFF2-40B4-BE49-F238E27FC236}">
                <a16:creationId xmlns:a16="http://schemas.microsoft.com/office/drawing/2014/main" id="{1AD1C266-B027-44B1-9574-13D09728C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060" y="3684932"/>
            <a:ext cx="10410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解得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2CED15C-3641-4701-B10A-CDC257BDAB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82771"/>
              </p:ext>
            </p:extLst>
          </p:nvPr>
        </p:nvGraphicFramePr>
        <p:xfrm>
          <a:off x="2047901" y="3526103"/>
          <a:ext cx="1447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57" name="Equation" r:id="rId17" imgW="1447560" imgH="787320" progId="Equation.DSMT4">
                  <p:embed/>
                </p:oleObj>
              </mc:Choice>
              <mc:Fallback>
                <p:oleObj name="Equation" r:id="rId17" imgW="1447560" imgH="787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A408720-D347-4324-B185-1CF952BBF9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47901" y="3526103"/>
                        <a:ext cx="1447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926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CBCFCC0-19A9-4F93-9358-94C01B5318E8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339502"/>
            <a:ext cx="7920880" cy="4331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若方程                             确定函数                 求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0CFFB70-8CBC-4146-9B91-2846960A7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518151"/>
              </p:ext>
            </p:extLst>
          </p:nvPr>
        </p:nvGraphicFramePr>
        <p:xfrm>
          <a:off x="2051720" y="238596"/>
          <a:ext cx="2146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1" name="Equation" r:id="rId3" imgW="2145960" imgH="634680" progId="Equation.DSMT4">
                  <p:embed/>
                </p:oleObj>
              </mc:Choice>
              <mc:Fallback>
                <p:oleObj name="Equation" r:id="rId3" imgW="2145960" imgH="634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6BD5D7B-0212-4CDD-B7FF-8A5847719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238596"/>
                        <a:ext cx="21463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9CBD4DA-682F-41AE-8E10-FD3E44D883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747949"/>
              </p:ext>
            </p:extLst>
          </p:nvPr>
        </p:nvGraphicFramePr>
        <p:xfrm>
          <a:off x="5580112" y="384646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2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58CA60E-65E0-4BCA-8CEB-D0D005AD3B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0112" y="384646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1158D14-EB20-454C-8692-4ED555DB07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10441"/>
              </p:ext>
            </p:extLst>
          </p:nvPr>
        </p:nvGraphicFramePr>
        <p:xfrm>
          <a:off x="7164288" y="168746"/>
          <a:ext cx="609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3" name="Equation" r:id="rId7" imgW="609480" imgH="774360" progId="Equation.DSMT4">
                  <p:embed/>
                </p:oleObj>
              </mc:Choice>
              <mc:Fallback>
                <p:oleObj name="Equation" r:id="rId7" imgW="609480" imgH="774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A1D2022-6B05-482C-B946-9AA9FCAC1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64288" y="168746"/>
                        <a:ext cx="609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A1B29EFF-CE49-463C-8DD1-909234F6C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987154"/>
            <a:ext cx="50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72AA9DEC-418C-4A03-822B-556E26421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987155"/>
            <a:ext cx="15121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取对数得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240B6C2-EDB8-4030-8759-C5284FE54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904268"/>
              </p:ext>
            </p:extLst>
          </p:nvPr>
        </p:nvGraphicFramePr>
        <p:xfrm>
          <a:off x="2915816" y="875486"/>
          <a:ext cx="299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4" name="Equation" r:id="rId9" imgW="2997000" imgH="736560" progId="Equation.DSMT4">
                  <p:embed/>
                </p:oleObj>
              </mc:Choice>
              <mc:Fallback>
                <p:oleObj name="Equation" r:id="rId9" imgW="299700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8DFE772-7D8B-485F-BA61-F4127D276F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5816" y="875486"/>
                        <a:ext cx="299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0315E770-B123-44F1-B869-D855225EF873}"/>
              </a:ext>
            </a:extLst>
          </p:cNvPr>
          <p:cNvGrpSpPr/>
          <p:nvPr/>
        </p:nvGrpSpPr>
        <p:grpSpPr>
          <a:xfrm>
            <a:off x="755576" y="1592475"/>
            <a:ext cx="2997200" cy="461665"/>
            <a:chOff x="827584" y="1879367"/>
            <a:chExt cx="2997200" cy="461665"/>
          </a:xfrm>
        </p:grpSpPr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79F701D5-C721-4042-9471-FD1212F8D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1879367"/>
              <a:ext cx="2997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上式两边对  求导，</a:t>
              </a: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FEA78CA-6355-4F86-8A67-89ABAE804D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0129918"/>
                </p:ext>
              </p:extLst>
            </p:nvPr>
          </p:nvGraphicFramePr>
          <p:xfrm>
            <a:off x="2483768" y="206692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5665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284B962F-B5A2-4FAE-B6CA-67183C2A123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83768" y="206692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58D231A-C314-4085-A75D-D9375DB3D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022082"/>
              </p:ext>
            </p:extLst>
          </p:nvPr>
        </p:nvGraphicFramePr>
        <p:xfrm>
          <a:off x="2325117" y="2197546"/>
          <a:ext cx="37465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6" name="Equation" r:id="rId13" imgW="3746160" imgH="1244520" progId="Equation.DSMT4">
                  <p:embed/>
                </p:oleObj>
              </mc:Choice>
              <mc:Fallback>
                <p:oleObj name="Equation" r:id="rId13" imgW="3746160" imgH="12445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E028B56-35AE-4A75-81F7-55F0E363E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25117" y="2197546"/>
                        <a:ext cx="37465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7EB25533-05D8-44F1-A96C-7741FD458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422" y="3591307"/>
            <a:ext cx="10404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解得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BFBA5A5-EF1A-4F25-9BA8-C81AACDBE7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459347"/>
              </p:ext>
            </p:extLst>
          </p:nvPr>
        </p:nvGraphicFramePr>
        <p:xfrm>
          <a:off x="3124870" y="3585552"/>
          <a:ext cx="143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67" name="Equation" r:id="rId15" imgW="1434960" imgH="787320" progId="Equation.DSMT4">
                  <p:embed/>
                </p:oleObj>
              </mc:Choice>
              <mc:Fallback>
                <p:oleObj name="Equation" r:id="rId15" imgW="1434960" imgH="7873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6A2F94B1-DB2B-4766-9DFA-F35F455184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24870" y="3585552"/>
                        <a:ext cx="1435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91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F876104-4ED0-47B2-A4E5-D98F06DEB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44413"/>
              </p:ext>
            </p:extLst>
          </p:nvPr>
        </p:nvGraphicFramePr>
        <p:xfrm>
          <a:off x="1907704" y="483518"/>
          <a:ext cx="143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27" name="Equation" r:id="rId3" imgW="1434960" imgH="787320" progId="Equation.DSMT4">
                  <p:embed/>
                </p:oleObj>
              </mc:Choice>
              <mc:Fallback>
                <p:oleObj name="Equation" r:id="rId3" imgW="143496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AF365B0-065C-4259-B25E-BFFE839608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483518"/>
                        <a:ext cx="1435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A751C77-41AA-473A-91BC-7A0B0FA154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17900"/>
              </p:ext>
            </p:extLst>
          </p:nvPr>
        </p:nvGraphicFramePr>
        <p:xfrm>
          <a:off x="1763688" y="1671774"/>
          <a:ext cx="5080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28" name="Equation" r:id="rId5" imgW="5079960" imgH="1218960" progId="Equation.DSMT4">
                  <p:embed/>
                </p:oleObj>
              </mc:Choice>
              <mc:Fallback>
                <p:oleObj name="Equation" r:id="rId5" imgW="5079960" imgH="1218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11E98DD-539C-43CF-A17D-BAEAFA417A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688" y="1671774"/>
                        <a:ext cx="50800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E23FB4C-2AA9-404C-9568-A75165F466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125791"/>
              </p:ext>
            </p:extLst>
          </p:nvPr>
        </p:nvGraphicFramePr>
        <p:xfrm>
          <a:off x="2307119" y="3308196"/>
          <a:ext cx="1638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29" name="Equation" r:id="rId7" imgW="1638000" imgH="825480" progId="Equation.DSMT4">
                  <p:embed/>
                </p:oleObj>
              </mc:Choice>
              <mc:Fallback>
                <p:oleObj name="Equation" r:id="rId7" imgW="1638000" imgH="825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C6B4642-5DB1-4051-9FFF-91321FE56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7119" y="3308196"/>
                        <a:ext cx="16383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820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F8AD3CA-0C9B-4D8F-8F9D-C887F539819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67494"/>
            <a:ext cx="7920880" cy="4331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已知函数         二阶可导，且                函数                 由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18633D1-4993-443F-8C02-A87D6A9AAA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155209"/>
              </p:ext>
            </p:extLst>
          </p:nvPr>
        </p:nvGraphicFramePr>
        <p:xfrm>
          <a:off x="2339752" y="32995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8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ACF08F9-8969-4736-B015-1B3B12D9E4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32995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74B46C0-8CBF-4CF5-84B1-0F28E2C8F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670183"/>
              </p:ext>
            </p:extLst>
          </p:nvPr>
        </p:nvGraphicFramePr>
        <p:xfrm>
          <a:off x="4860032" y="330958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87" name="Equation" r:id="rId5" imgW="1155600" imgH="355320" progId="Equation.DSMT4">
                  <p:embed/>
                </p:oleObj>
              </mc:Choice>
              <mc:Fallback>
                <p:oleObj name="Equation" r:id="rId5" imgW="115560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ED7E8A7-9C2C-4448-88E1-9B71972B3F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0032" y="330958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228246D-FF8A-4743-B0BB-E7822C3F79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4253"/>
              </p:ext>
            </p:extLst>
          </p:nvPr>
        </p:nvGraphicFramePr>
        <p:xfrm>
          <a:off x="6748090" y="312638"/>
          <a:ext cx="1066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88" name="Equation" r:id="rId7" imgW="1066680" imgH="342720" progId="Equation.DSMT4">
                  <p:embed/>
                </p:oleObj>
              </mc:Choice>
              <mc:Fallback>
                <p:oleObj name="Equation" r:id="rId7" imgW="106668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8ED00A8-9011-4CB7-99BA-B8D87E05B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48090" y="312638"/>
                        <a:ext cx="1066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D68B127A-8C84-4BED-B034-592DBF758D01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916706"/>
            <a:ext cx="7920880" cy="4331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方程                     所确定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                              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4699841-66EF-4FA1-8E1D-0951E35CB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538609"/>
              </p:ext>
            </p:extLst>
          </p:nvPr>
        </p:nvGraphicFramePr>
        <p:xfrm>
          <a:off x="1043608" y="930100"/>
          <a:ext cx="147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89" name="Equation" r:id="rId9" imgW="1473120" imgH="406080" progId="Equation.DSMT4">
                  <p:embed/>
                </p:oleObj>
              </mc:Choice>
              <mc:Fallback>
                <p:oleObj name="Equation" r:id="rId9" imgW="1473120" imgH="406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4440A2A-0C28-45D2-8EFF-3A86AA504C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3608" y="930100"/>
                        <a:ext cx="1473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8A15236-CB32-4B61-AF86-F6096A671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799235"/>
              </p:ext>
            </p:extLst>
          </p:nvPr>
        </p:nvGraphicFramePr>
        <p:xfrm>
          <a:off x="3995936" y="978404"/>
          <a:ext cx="226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0" name="Equation" r:id="rId11" imgW="2260440" imgH="342720" progId="Equation.DSMT4">
                  <p:embed/>
                </p:oleObj>
              </mc:Choice>
              <mc:Fallback>
                <p:oleObj name="Equation" r:id="rId11" imgW="226044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FACA76B-1410-45BA-BAFB-40EC9F5C6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95936" y="978404"/>
                        <a:ext cx="226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B6E2EFA-0C85-47AD-A4B9-088127806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018076"/>
              </p:ext>
            </p:extLst>
          </p:nvPr>
        </p:nvGraphicFramePr>
        <p:xfrm>
          <a:off x="6674400" y="639924"/>
          <a:ext cx="1930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1" name="Equation" r:id="rId13" imgW="1930320" imgH="901440" progId="Equation.DSMT4">
                  <p:embed/>
                </p:oleObj>
              </mc:Choice>
              <mc:Fallback>
                <p:oleObj name="Equation" r:id="rId13" imgW="1930320" imgH="9014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9A408A0-1F6A-45D7-A21F-8DE451646B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74400" y="639924"/>
                        <a:ext cx="19304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6">
            <a:extLst>
              <a:ext uri="{FF2B5EF4-FFF2-40B4-BE49-F238E27FC236}">
                <a16:creationId xmlns:a16="http://schemas.microsoft.com/office/drawing/2014/main" id="{1F35D726-1A47-4BA2-A1DF-38A82169D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46" y="1463152"/>
            <a:ext cx="50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EFCCFF-6DCC-432B-ACE3-FBC7D10926D1}"/>
              </a:ext>
            </a:extLst>
          </p:cNvPr>
          <p:cNvGrpSpPr/>
          <p:nvPr/>
        </p:nvGrpSpPr>
        <p:grpSpPr>
          <a:xfrm>
            <a:off x="1209986" y="1449760"/>
            <a:ext cx="2685516" cy="461665"/>
            <a:chOff x="1337440" y="1521768"/>
            <a:chExt cx="2685516" cy="461665"/>
          </a:xfrm>
        </p:grpSpPr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F84772B6-1C3B-490C-9851-3CB21017C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440" y="1521768"/>
              <a:ext cx="22264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易得</a:t>
              </a: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54EB1025-E61D-4225-A68A-54E9F6B387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741436"/>
                </p:ext>
              </p:extLst>
            </p:nvPr>
          </p:nvGraphicFramePr>
          <p:xfrm>
            <a:off x="2041756" y="1562100"/>
            <a:ext cx="1981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792" name="Equation" r:id="rId15" imgW="1981080" imgH="380880" progId="Equation.DSMT4">
                    <p:embed/>
                  </p:oleObj>
                </mc:Choice>
                <mc:Fallback>
                  <p:oleObj name="Equation" r:id="rId15" imgW="1981080" imgH="3808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E7E26814-7F6F-43B7-9924-2FA35A0206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041756" y="1562100"/>
                          <a:ext cx="19812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D5FC57-B98A-4CF3-AC98-41659DA0EED4}"/>
              </a:ext>
            </a:extLst>
          </p:cNvPr>
          <p:cNvGrpSpPr/>
          <p:nvPr/>
        </p:nvGrpSpPr>
        <p:grpSpPr>
          <a:xfrm>
            <a:off x="813552" y="2024683"/>
            <a:ext cx="4927138" cy="461665"/>
            <a:chOff x="941006" y="2096691"/>
            <a:chExt cx="4927138" cy="461665"/>
          </a:xfrm>
        </p:grpSpPr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703D6A6-62A0-4A15-914D-5BBF0016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006" y="2096691"/>
              <a:ext cx="49271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方程           两边对  求导得</a:t>
              </a: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D03A76C-8E41-46F1-9DD5-641903101E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6673779"/>
                </p:ext>
              </p:extLst>
            </p:nvPr>
          </p:nvGraphicFramePr>
          <p:xfrm>
            <a:off x="1714064" y="2124820"/>
            <a:ext cx="1473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793" name="Equation" r:id="rId17" imgW="1473120" imgH="406080" progId="Equation.DSMT4">
                    <p:embed/>
                  </p:oleObj>
                </mc:Choice>
                <mc:Fallback>
                  <p:oleObj name="Equation" r:id="rId17" imgW="1473120" imgH="40608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3B71E0D9-444E-4590-A112-F435E61847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14064" y="2124820"/>
                          <a:ext cx="14732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F14CECE-611D-4900-9457-4332139296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93850"/>
                </p:ext>
              </p:extLst>
            </p:nvPr>
          </p:nvGraphicFramePr>
          <p:xfrm>
            <a:off x="4331794" y="2225923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7794" name="Equation" r:id="rId18" imgW="190440" imgH="203040" progId="Equation.DSMT4">
                    <p:embed/>
                  </p:oleObj>
                </mc:Choice>
                <mc:Fallback>
                  <p:oleObj name="Equation" r:id="rId18" imgW="190440" imgH="2030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E6972E85-BD9D-4EB9-BE39-FFA19A8C73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331794" y="2225923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59980522-CAAB-4A53-B669-72B3CB155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925704"/>
              </p:ext>
            </p:extLst>
          </p:nvPr>
        </p:nvGraphicFramePr>
        <p:xfrm>
          <a:off x="5539370" y="1868910"/>
          <a:ext cx="295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5" name="Equation" r:id="rId20" imgW="2958840" imgH="736560" progId="Equation.DSMT4">
                  <p:embed/>
                </p:oleObj>
              </mc:Choice>
              <mc:Fallback>
                <p:oleObj name="Equation" r:id="rId20" imgW="295884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A0A498ED-0C87-4D02-8CD5-F8C59139B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539370" y="1868910"/>
                        <a:ext cx="2959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1FC2098-D032-4AE7-A8A3-351630BE9C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366944"/>
              </p:ext>
            </p:extLst>
          </p:nvPr>
        </p:nvGraphicFramePr>
        <p:xfrm>
          <a:off x="699160" y="2687318"/>
          <a:ext cx="2044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6" name="Equation" r:id="rId22" imgW="2044440" imgH="774360" progId="Equation.DSMT4">
                  <p:embed/>
                </p:oleObj>
              </mc:Choice>
              <mc:Fallback>
                <p:oleObj name="Equation" r:id="rId22" imgW="2044440" imgH="7743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1759440-66E7-470A-9A4E-4A2485EC18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99160" y="2687318"/>
                        <a:ext cx="2044700" cy="7747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8CA692F-8C3B-43CD-88AF-D93176826B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173986"/>
              </p:ext>
            </p:extLst>
          </p:nvPr>
        </p:nvGraphicFramePr>
        <p:xfrm>
          <a:off x="2923721" y="2655317"/>
          <a:ext cx="3594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7" name="Equation" r:id="rId24" imgW="3593880" imgH="939600" progId="Equation.DSMT4">
                  <p:embed/>
                </p:oleObj>
              </mc:Choice>
              <mc:Fallback>
                <p:oleObj name="Equation" r:id="rId24" imgW="3593880" imgH="9396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86FF81AE-5BF2-42FB-801A-F80C99C5FD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923721" y="2655317"/>
                        <a:ext cx="3594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F478157-EFBE-4C87-86DA-48BE19AEF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007190"/>
              </p:ext>
            </p:extLst>
          </p:nvPr>
        </p:nvGraphicFramePr>
        <p:xfrm>
          <a:off x="513826" y="3595117"/>
          <a:ext cx="61468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8" name="Equation" r:id="rId26" imgW="6146640" imgH="1130040" progId="Equation.DSMT4">
                  <p:embed/>
                </p:oleObj>
              </mc:Choice>
              <mc:Fallback>
                <p:oleObj name="Equation" r:id="rId26" imgW="6146640" imgH="11300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96FECB2-BE33-4C96-AA8B-A95DFAABDC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13826" y="3595117"/>
                        <a:ext cx="61468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5619F9F-9774-4787-A5C7-DA5DFF1CFE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803628"/>
              </p:ext>
            </p:extLst>
          </p:nvPr>
        </p:nvGraphicFramePr>
        <p:xfrm>
          <a:off x="6770234" y="3760217"/>
          <a:ext cx="17907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799" name="Equation" r:id="rId28" imgW="1790640" imgH="1028520" progId="Equation.DSMT4">
                  <p:embed/>
                </p:oleObj>
              </mc:Choice>
              <mc:Fallback>
                <p:oleObj name="Equation" r:id="rId28" imgW="1790640" imgH="10285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1E46E01B-49F8-4361-BF80-A8751EF6F8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770234" y="3760217"/>
                        <a:ext cx="17907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07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D927E71-3F6C-44C5-9526-F121BE76C3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979035"/>
              </p:ext>
            </p:extLst>
          </p:nvPr>
        </p:nvGraphicFramePr>
        <p:xfrm>
          <a:off x="1475656" y="419044"/>
          <a:ext cx="226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8" name="Equation" r:id="rId3" imgW="2260440" imgH="342720" progId="Equation.DSMT4">
                  <p:embed/>
                </p:oleObj>
              </mc:Choice>
              <mc:Fallback>
                <p:oleObj name="Equation" r:id="rId3" imgW="2260440" imgH="3427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F42BFBB-24BA-4249-B62F-6E6FEA1C6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419044"/>
                        <a:ext cx="226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6">
            <a:extLst>
              <a:ext uri="{FF2B5EF4-FFF2-40B4-BE49-F238E27FC236}">
                <a16:creationId xmlns:a16="http://schemas.microsoft.com/office/drawing/2014/main" id="{E9758AF1-452D-4243-B0EB-20C8C7464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52127"/>
            <a:ext cx="50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又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5A57180-EC50-4935-931E-87E7C3D80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658017"/>
              </p:ext>
            </p:extLst>
          </p:nvPr>
        </p:nvGraphicFramePr>
        <p:xfrm>
          <a:off x="1006242" y="840560"/>
          <a:ext cx="4572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9" name="Equation" r:id="rId5" imgW="4572000" imgH="863280" progId="Equation.DSMT4">
                  <p:embed/>
                </p:oleObj>
              </mc:Choice>
              <mc:Fallback>
                <p:oleObj name="Equation" r:id="rId5" imgW="4572000" imgH="863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563808C-CB02-44A4-A5C0-07A61D200A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6242" y="840560"/>
                        <a:ext cx="4572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B3BE1A1-8CAB-4D60-81F7-5ABE52F0A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685480"/>
              </p:ext>
            </p:extLst>
          </p:nvPr>
        </p:nvGraphicFramePr>
        <p:xfrm>
          <a:off x="923692" y="1691929"/>
          <a:ext cx="4737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0" name="Equation" r:id="rId7" imgW="4736880" imgH="927000" progId="Equation.DSMT4">
                  <p:embed/>
                </p:oleObj>
              </mc:Choice>
              <mc:Fallback>
                <p:oleObj name="Equation" r:id="rId7" imgW="4736880" imgH="9270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A93B44F-1FDB-4C95-B4F1-A9DB51D7E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3692" y="1691929"/>
                        <a:ext cx="47371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E3762C9-A23E-4A19-A787-A9758A5F14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501011"/>
              </p:ext>
            </p:extLst>
          </p:nvPr>
        </p:nvGraphicFramePr>
        <p:xfrm>
          <a:off x="790218" y="2555529"/>
          <a:ext cx="5753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1" name="Equation" r:id="rId9" imgW="5752800" imgH="990360" progId="Equation.DSMT4">
                  <p:embed/>
                </p:oleObj>
              </mc:Choice>
              <mc:Fallback>
                <p:oleObj name="Equation" r:id="rId9" imgW="5752800" imgH="990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1D06A0-1E2B-4463-9448-3C54134DCA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0218" y="2555529"/>
                        <a:ext cx="57531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C1D29C47-A000-4E45-81EA-045B30F75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26" y="3780134"/>
            <a:ext cx="50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E12A856-2276-41B2-9173-B72E109E4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909158"/>
              </p:ext>
            </p:extLst>
          </p:nvPr>
        </p:nvGraphicFramePr>
        <p:xfrm>
          <a:off x="1367285" y="3604023"/>
          <a:ext cx="3060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2" name="Equation" r:id="rId11" imgW="3060360" imgH="825480" progId="Equation.DSMT4">
                  <p:embed/>
                </p:oleObj>
              </mc:Choice>
              <mc:Fallback>
                <p:oleObj name="Equation" r:id="rId11" imgW="3060360" imgH="825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EE5FBE5-9210-41FE-A491-053026CCE0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67285" y="3604023"/>
                        <a:ext cx="3060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527C511-104D-4C5D-B55F-E04CA221E2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984607"/>
              </p:ext>
            </p:extLst>
          </p:nvPr>
        </p:nvGraphicFramePr>
        <p:xfrm>
          <a:off x="4716016" y="3560117"/>
          <a:ext cx="3987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3" name="Equation" r:id="rId13" imgW="3987720" imgH="901440" progId="Equation.DSMT4">
                  <p:embed/>
                </p:oleObj>
              </mc:Choice>
              <mc:Fallback>
                <p:oleObj name="Equation" r:id="rId13" imgW="3987720" imgH="9014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F1D6FA8-A138-47D5-B704-E05FBFAB24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16016" y="3560117"/>
                        <a:ext cx="39878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618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B4F29D1-4C2E-454B-B4E6-1E07F59C9A4D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339502"/>
            <a:ext cx="6408712" cy="4331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已知方程                       确定函数                 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29C0012-85AA-43C9-9318-1BDEB8818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388351"/>
              </p:ext>
            </p:extLst>
          </p:nvPr>
        </p:nvGraphicFramePr>
        <p:xfrm>
          <a:off x="2339752" y="384646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4" name="Equation" r:id="rId4" imgW="1714320" imgH="342720" progId="Equation.DSMT4">
                  <p:embed/>
                </p:oleObj>
              </mc:Choice>
              <mc:Fallback>
                <p:oleObj name="Equation" r:id="rId4" imgW="171432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F2F9A8A-A89C-417C-B589-10CD051806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9752" y="384646"/>
                        <a:ext cx="171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EC1B222-82FC-4F39-9CE5-0DDFC2AADE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352876"/>
              </p:ext>
            </p:extLst>
          </p:nvPr>
        </p:nvGraphicFramePr>
        <p:xfrm>
          <a:off x="5364088" y="42406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5" name="Equation" r:id="rId6" imgW="1143000" imgH="342720" progId="Equation.DSMT4">
                  <p:embed/>
                </p:oleObj>
              </mc:Choice>
              <mc:Fallback>
                <p:oleObj name="Equation" r:id="rId6" imgW="114300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91BF350-BA5F-44FB-BB61-B7F1801DBF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64088" y="424060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8445807-DBEE-4A0F-A08D-713EAE4BF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152342"/>
              </p:ext>
            </p:extLst>
          </p:nvPr>
        </p:nvGraphicFramePr>
        <p:xfrm>
          <a:off x="6956202" y="195182"/>
          <a:ext cx="609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6" name="Equation" r:id="rId8" imgW="609480" imgH="774360" progId="Equation.DSMT4">
                  <p:embed/>
                </p:oleObj>
              </mc:Choice>
              <mc:Fallback>
                <p:oleObj name="Equation" r:id="rId8" imgW="609480" imgH="774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EBA4A43-ACE0-4117-B9B7-CB463FED00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56202" y="195182"/>
                        <a:ext cx="609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>
            <a:extLst>
              <a:ext uri="{FF2B5EF4-FFF2-40B4-BE49-F238E27FC236}">
                <a16:creationId xmlns:a16="http://schemas.microsoft.com/office/drawing/2014/main" id="{B68CC532-C471-453A-A02F-13440B0D7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931440"/>
            <a:ext cx="5013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A318A2E-4D9A-4412-83E0-E2F73B45DFEF}"/>
              </a:ext>
            </a:extLst>
          </p:cNvPr>
          <p:cNvGrpSpPr/>
          <p:nvPr/>
        </p:nvGrpSpPr>
        <p:grpSpPr>
          <a:xfrm>
            <a:off x="1184900" y="931439"/>
            <a:ext cx="5259308" cy="461665"/>
            <a:chOff x="1256908" y="1075455"/>
            <a:chExt cx="5259308" cy="46166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0B514EB-A2A8-4057-91AF-4BF14E3A74F3}"/>
                </a:ext>
              </a:extLst>
            </p:cNvPr>
            <p:cNvGrpSpPr/>
            <p:nvPr/>
          </p:nvGrpSpPr>
          <p:grpSpPr>
            <a:xfrm>
              <a:off x="1256908" y="1075455"/>
              <a:ext cx="5259308" cy="461665"/>
              <a:chOff x="1256908" y="1075455"/>
              <a:chExt cx="5259308" cy="461665"/>
            </a:xfrm>
          </p:grpSpPr>
          <p:sp>
            <p:nvSpPr>
              <p:cNvPr id="10" name="Text Box 16">
                <a:extLst>
                  <a:ext uri="{FF2B5EF4-FFF2-40B4-BE49-F238E27FC236}">
                    <a16:creationId xmlns:a16="http://schemas.microsoft.com/office/drawing/2014/main" id="{4A1794D2-2BCA-4757-BC6B-2E2E00E56A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6908" y="1075455"/>
                <a:ext cx="525930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方程            两边对  求导，得</a:t>
                </a:r>
              </a:p>
            </p:txBody>
          </p:sp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A2D3FEEC-6D0B-43C2-A09A-D3EE618E9E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1003109"/>
                  </p:ext>
                </p:extLst>
              </p:nvPr>
            </p:nvGraphicFramePr>
            <p:xfrm>
              <a:off x="1967292" y="1134837"/>
              <a:ext cx="17145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9867" name="Equation" r:id="rId10" imgW="1714320" imgH="342720" progId="Equation.DSMT4">
                      <p:embed/>
                    </p:oleObj>
                  </mc:Choice>
                  <mc:Fallback>
                    <p:oleObj name="Equation" r:id="rId10" imgW="1714320" imgH="34272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CB9433EA-111A-432E-93EE-9F0C0B335A1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967292" y="1134837"/>
                            <a:ext cx="17145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E4B6157-8084-4AF4-9144-0200189806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0223788"/>
                </p:ext>
              </p:extLst>
            </p:nvPr>
          </p:nvGraphicFramePr>
          <p:xfrm>
            <a:off x="4716016" y="123232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68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A08C14C0-CB84-455A-9915-A0BE804E276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716016" y="123232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21D2DBC-DE02-466D-BFC2-946D340A8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873290"/>
              </p:ext>
            </p:extLst>
          </p:nvPr>
        </p:nvGraphicFramePr>
        <p:xfrm>
          <a:off x="1209484" y="1291505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69" name="Equation" r:id="rId13" imgW="3085920" imgH="736560" progId="Equation.DSMT4">
                  <p:embed/>
                </p:oleObj>
              </mc:Choice>
              <mc:Fallback>
                <p:oleObj name="Equation" r:id="rId13" imgW="308592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27A18E9-46B1-4BD0-8CFE-BD0E08B432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09484" y="1291505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88B1970-A15D-4DD7-96F0-17C111F08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19093"/>
              </p:ext>
            </p:extLst>
          </p:nvPr>
        </p:nvGraphicFramePr>
        <p:xfrm>
          <a:off x="6507088" y="1258872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70" name="Equation" r:id="rId15" imgW="2120760" imgH="342720" progId="Equation.DSMT4">
                  <p:embed/>
                </p:oleObj>
              </mc:Choice>
              <mc:Fallback>
                <p:oleObj name="Equation" r:id="rId15" imgW="212076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2B544B2A-42C0-44D3-88A9-80868EB05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07088" y="1258872"/>
                        <a:ext cx="21209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B547067-B960-4101-AC14-627FB13AC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807245"/>
              </p:ext>
            </p:extLst>
          </p:nvPr>
        </p:nvGraphicFramePr>
        <p:xfrm>
          <a:off x="1584102" y="1922763"/>
          <a:ext cx="322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71" name="Equation" r:id="rId17" imgW="3225600" imgH="736560" progId="Equation.DSMT4">
                  <p:embed/>
                </p:oleObj>
              </mc:Choice>
              <mc:Fallback>
                <p:oleObj name="Equation" r:id="rId17" imgW="322560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00D5EC0-262D-466A-96EA-FCD19DE6CF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4102" y="1922763"/>
                        <a:ext cx="3225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60753CE-B0FB-4FCC-ACDD-436781B96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959677"/>
              </p:ext>
            </p:extLst>
          </p:nvPr>
        </p:nvGraphicFramePr>
        <p:xfrm>
          <a:off x="4809902" y="1941773"/>
          <a:ext cx="2146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72" name="Equation" r:id="rId19" imgW="2145960" imgH="736560" progId="Equation.DSMT4">
                  <p:embed/>
                </p:oleObj>
              </mc:Choice>
              <mc:Fallback>
                <p:oleObj name="Equation" r:id="rId19" imgW="214596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42C73E3-3DA5-4CFF-96D6-BDECB524F8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09902" y="1941773"/>
                        <a:ext cx="2146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>
            <a:extLst>
              <a:ext uri="{FF2B5EF4-FFF2-40B4-BE49-F238E27FC236}">
                <a16:creationId xmlns:a16="http://schemas.microsoft.com/office/drawing/2014/main" id="{8F4D6401-912A-4EFD-A13C-BFACD6C8A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678835"/>
            <a:ext cx="14401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解得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EB3245A-BCF8-48AD-803C-97B6BCF23C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15604"/>
              </p:ext>
            </p:extLst>
          </p:nvPr>
        </p:nvGraphicFramePr>
        <p:xfrm>
          <a:off x="2258948" y="2557764"/>
          <a:ext cx="167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73" name="Equation" r:id="rId21" imgW="1676160" imgH="787320" progId="Equation.DSMT4">
                  <p:embed/>
                </p:oleObj>
              </mc:Choice>
              <mc:Fallback>
                <p:oleObj name="Equation" r:id="rId21" imgW="167616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1C71DA7-BC82-4022-BBC9-82CD1B200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58948" y="2557764"/>
                        <a:ext cx="1676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ADFFD68-F8EC-4304-8E67-F64C3BFE7C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649354"/>
              </p:ext>
            </p:extLst>
          </p:nvPr>
        </p:nvGraphicFramePr>
        <p:xfrm>
          <a:off x="2123728" y="3475194"/>
          <a:ext cx="3390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74" name="Equation" r:id="rId23" imgW="3390840" imgH="1155600" progId="Equation.DSMT4">
                  <p:embed/>
                </p:oleObj>
              </mc:Choice>
              <mc:Fallback>
                <p:oleObj name="Equation" r:id="rId23" imgW="3390840" imgH="1155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1D4CEBC-5935-46DE-BB73-3FA6E0E3D2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23728" y="3475194"/>
                        <a:ext cx="339090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6C18D2F-FC2C-471E-BF2C-2F975FA4A8D5}"/>
              </a:ext>
            </a:extLst>
          </p:cNvPr>
          <p:cNvCxnSpPr>
            <a:cxnSpLocks/>
          </p:cNvCxnSpPr>
          <p:nvPr/>
        </p:nvCxnSpPr>
        <p:spPr>
          <a:xfrm>
            <a:off x="1835696" y="2499742"/>
            <a:ext cx="187220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1AA35B0-557C-4FAC-99CB-8F1EBE2A5167}"/>
              </a:ext>
            </a:extLst>
          </p:cNvPr>
          <p:cNvCxnSpPr>
            <a:cxnSpLocks/>
          </p:cNvCxnSpPr>
          <p:nvPr/>
        </p:nvCxnSpPr>
        <p:spPr>
          <a:xfrm>
            <a:off x="5024108" y="2545513"/>
            <a:ext cx="98104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6">
            <a:extLst>
              <a:ext uri="{FF2B5EF4-FFF2-40B4-BE49-F238E27FC236}">
                <a16:creationId xmlns:a16="http://schemas.microsoft.com/office/drawing/2014/main" id="{5259B8BE-DD65-4F61-B8DE-4B61E243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8112" y="2710931"/>
            <a:ext cx="1082040" cy="33855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简化运算</a:t>
            </a:r>
          </a:p>
        </p:txBody>
      </p:sp>
    </p:spTree>
    <p:extLst>
      <p:ext uri="{BB962C8B-B14F-4D97-AF65-F5344CB8AC3E}">
        <p14:creationId xmlns:p14="http://schemas.microsoft.com/office/powerpoint/2010/main" val="331245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6" grpId="0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A26CBF5A-1CA2-451B-8E02-025779F78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00" y="721127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8E0D8F2-E196-4890-A90B-47D5303C9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00" y="721127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62CE6D2-ACCE-428F-907C-451AC2725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24" y="2110085"/>
            <a:ext cx="345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2-4.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C01CE73B-79A0-41F3-9554-75FC3D51B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24" y="1345005"/>
            <a:ext cx="81729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练习册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第四节；</a:t>
            </a:r>
          </a:p>
        </p:txBody>
      </p:sp>
    </p:spTree>
    <p:extLst>
      <p:ext uri="{BB962C8B-B14F-4D97-AF65-F5344CB8AC3E}">
        <p14:creationId xmlns:p14="http://schemas.microsoft.com/office/powerpoint/2010/main" val="4228849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9083</TotalTime>
  <Words>655</Words>
  <Application>Microsoft Office PowerPoint</Application>
  <PresentationFormat>全屏显示(16:9)</PresentationFormat>
  <Paragraphs>172</Paragraphs>
  <Slides>38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等线</vt:lpstr>
      <vt:lpstr>华文楷体</vt:lpstr>
      <vt:lpstr>华文行楷</vt:lpstr>
      <vt:lpstr>楷体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854</cp:revision>
  <dcterms:created xsi:type="dcterms:W3CDTF">2018-09-27T06:48:14Z</dcterms:created>
  <dcterms:modified xsi:type="dcterms:W3CDTF">2023-10-17T15:21:55Z</dcterms:modified>
</cp:coreProperties>
</file>