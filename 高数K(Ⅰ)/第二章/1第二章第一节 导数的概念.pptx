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510" r:id="rId2"/>
    <p:sldId id="501" r:id="rId3"/>
    <p:sldId id="495" r:id="rId4"/>
    <p:sldId id="502" r:id="rId5"/>
    <p:sldId id="494" r:id="rId6"/>
    <p:sldId id="503" r:id="rId7"/>
    <p:sldId id="504" r:id="rId8"/>
    <p:sldId id="505" r:id="rId9"/>
    <p:sldId id="528" r:id="rId10"/>
    <p:sldId id="550" r:id="rId11"/>
    <p:sldId id="507" r:id="rId12"/>
    <p:sldId id="508" r:id="rId13"/>
    <p:sldId id="506" r:id="rId14"/>
    <p:sldId id="492" r:id="rId15"/>
    <p:sldId id="482" r:id="rId16"/>
    <p:sldId id="500" r:id="rId17"/>
    <p:sldId id="353" r:id="rId18"/>
    <p:sldId id="525" r:id="rId19"/>
    <p:sldId id="493" r:id="rId20"/>
    <p:sldId id="484" r:id="rId21"/>
    <p:sldId id="497" r:id="rId22"/>
    <p:sldId id="498" r:id="rId23"/>
    <p:sldId id="499" r:id="rId24"/>
    <p:sldId id="559" r:id="rId25"/>
    <p:sldId id="509" r:id="rId26"/>
    <p:sldId id="526" r:id="rId27"/>
    <p:sldId id="527" r:id="rId28"/>
    <p:sldId id="531" r:id="rId29"/>
    <p:sldId id="532" r:id="rId30"/>
    <p:sldId id="549" r:id="rId31"/>
    <p:sldId id="552" r:id="rId32"/>
    <p:sldId id="553" r:id="rId33"/>
    <p:sldId id="554" r:id="rId34"/>
    <p:sldId id="555" r:id="rId35"/>
    <p:sldId id="556" r:id="rId36"/>
    <p:sldId id="557" r:id="rId37"/>
    <p:sldId id="558" r:id="rId38"/>
    <p:sldId id="533" r:id="rId39"/>
    <p:sldId id="534" r:id="rId40"/>
    <p:sldId id="536" r:id="rId41"/>
    <p:sldId id="537" r:id="rId42"/>
    <p:sldId id="538" r:id="rId43"/>
    <p:sldId id="541" r:id="rId44"/>
    <p:sldId id="544" r:id="rId45"/>
    <p:sldId id="539" r:id="rId46"/>
    <p:sldId id="545" r:id="rId47"/>
    <p:sldId id="546" r:id="rId48"/>
    <p:sldId id="547" r:id="rId49"/>
    <p:sldId id="299" r:id="rId5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郭 晓峰" initials="郭" lastIdx="1" clrIdx="0">
    <p:extLst>
      <p:ext uri="{19B8F6BF-5375-455C-9EA6-DF929625EA0E}">
        <p15:presenceInfo xmlns:p15="http://schemas.microsoft.com/office/powerpoint/2012/main" userId="e8ca30b0edffc0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FFF"/>
    <a:srgbClr val="3A6DB9"/>
    <a:srgbClr val="3366FF"/>
    <a:srgbClr val="569AFF"/>
    <a:srgbClr val="D4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1" autoAdjust="0"/>
    <p:restoredTop sz="86632" autoAdjust="0"/>
  </p:normalViewPr>
  <p:slideViewPr>
    <p:cSldViewPr>
      <p:cViewPr varScale="1">
        <p:scale>
          <a:sx n="125" d="100"/>
          <a:sy n="125" d="100"/>
        </p:scale>
        <p:origin x="690" y="108"/>
      </p:cViewPr>
      <p:guideLst>
        <p:guide orient="horz" pos="1938"/>
        <p:guide pos="2880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e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e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13" Type="http://schemas.openxmlformats.org/officeDocument/2006/relationships/image" Target="../media/image34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12" Type="http://schemas.openxmlformats.org/officeDocument/2006/relationships/image" Target="../media/image33.wmf"/><Relationship Id="rId17" Type="http://schemas.openxmlformats.org/officeDocument/2006/relationships/image" Target="../media/image38.emf"/><Relationship Id="rId2" Type="http://schemas.openxmlformats.org/officeDocument/2006/relationships/image" Target="../media/image23.emf"/><Relationship Id="rId16" Type="http://schemas.openxmlformats.org/officeDocument/2006/relationships/image" Target="../media/image37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11" Type="http://schemas.openxmlformats.org/officeDocument/2006/relationships/image" Target="../media/image32.wmf"/><Relationship Id="rId5" Type="http://schemas.openxmlformats.org/officeDocument/2006/relationships/image" Target="../media/image26.wmf"/><Relationship Id="rId15" Type="http://schemas.openxmlformats.org/officeDocument/2006/relationships/image" Target="../media/image36.wmf"/><Relationship Id="rId10" Type="http://schemas.openxmlformats.org/officeDocument/2006/relationships/image" Target="../media/image31.wmf"/><Relationship Id="rId4" Type="http://schemas.openxmlformats.org/officeDocument/2006/relationships/image" Target="../media/image25.emf"/><Relationship Id="rId9" Type="http://schemas.openxmlformats.org/officeDocument/2006/relationships/image" Target="../media/image30.wmf"/><Relationship Id="rId14" Type="http://schemas.openxmlformats.org/officeDocument/2006/relationships/image" Target="../media/image3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6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5.wmf"/><Relationship Id="rId16" Type="http://schemas.openxmlformats.org/officeDocument/2006/relationships/image" Target="../media/image59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5" Type="http://schemas.openxmlformats.org/officeDocument/2006/relationships/image" Target="../media/image5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image" Target="../media/image72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12" Type="http://schemas.openxmlformats.org/officeDocument/2006/relationships/image" Target="../media/image71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11" Type="http://schemas.openxmlformats.org/officeDocument/2006/relationships/image" Target="../media/image70.wmf"/><Relationship Id="rId5" Type="http://schemas.openxmlformats.org/officeDocument/2006/relationships/image" Target="../media/image64.wmf"/><Relationship Id="rId10" Type="http://schemas.openxmlformats.org/officeDocument/2006/relationships/image" Target="../media/image69.wmf"/><Relationship Id="rId4" Type="http://schemas.openxmlformats.org/officeDocument/2006/relationships/image" Target="../media/image63.wmf"/><Relationship Id="rId9" Type="http://schemas.openxmlformats.org/officeDocument/2006/relationships/image" Target="../media/image6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10" Type="http://schemas.openxmlformats.org/officeDocument/2006/relationships/image" Target="../media/image93.wmf"/><Relationship Id="rId4" Type="http://schemas.openxmlformats.org/officeDocument/2006/relationships/image" Target="../media/image87.wmf"/><Relationship Id="rId9" Type="http://schemas.openxmlformats.org/officeDocument/2006/relationships/image" Target="../media/image9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86.w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5" Type="http://schemas.openxmlformats.org/officeDocument/2006/relationships/image" Target="../media/image97.emf"/><Relationship Id="rId10" Type="http://schemas.openxmlformats.org/officeDocument/2006/relationships/image" Target="../media/image102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106.wmf"/><Relationship Id="rId7" Type="http://schemas.openxmlformats.org/officeDocument/2006/relationships/image" Target="../media/image10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98.wmf"/><Relationship Id="rId5" Type="http://schemas.openxmlformats.org/officeDocument/2006/relationships/image" Target="../media/image97.emf"/><Relationship Id="rId10" Type="http://schemas.openxmlformats.org/officeDocument/2006/relationships/image" Target="../media/image103.wmf"/><Relationship Id="rId4" Type="http://schemas.openxmlformats.org/officeDocument/2006/relationships/image" Target="../media/image107.wmf"/><Relationship Id="rId9" Type="http://schemas.openxmlformats.org/officeDocument/2006/relationships/image" Target="../media/image10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image" Target="../media/image125.wmf"/><Relationship Id="rId3" Type="http://schemas.openxmlformats.org/officeDocument/2006/relationships/image" Target="../media/image115.wmf"/><Relationship Id="rId7" Type="http://schemas.openxmlformats.org/officeDocument/2006/relationships/image" Target="../media/image119.wmf"/><Relationship Id="rId12" Type="http://schemas.openxmlformats.org/officeDocument/2006/relationships/image" Target="../media/image124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11" Type="http://schemas.openxmlformats.org/officeDocument/2006/relationships/image" Target="../media/image123.wmf"/><Relationship Id="rId5" Type="http://schemas.openxmlformats.org/officeDocument/2006/relationships/image" Target="../media/image117.wmf"/><Relationship Id="rId10" Type="http://schemas.openxmlformats.org/officeDocument/2006/relationships/image" Target="../media/image122.wmf"/><Relationship Id="rId4" Type="http://schemas.openxmlformats.org/officeDocument/2006/relationships/image" Target="../media/image116.wmf"/><Relationship Id="rId9" Type="http://schemas.openxmlformats.org/officeDocument/2006/relationships/image" Target="../media/image12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13" Type="http://schemas.openxmlformats.org/officeDocument/2006/relationships/image" Target="../media/image145.wmf"/><Relationship Id="rId18" Type="http://schemas.openxmlformats.org/officeDocument/2006/relationships/image" Target="../media/image150.wmf"/><Relationship Id="rId3" Type="http://schemas.openxmlformats.org/officeDocument/2006/relationships/image" Target="../media/image135.wmf"/><Relationship Id="rId7" Type="http://schemas.openxmlformats.org/officeDocument/2006/relationships/image" Target="../media/image139.emf"/><Relationship Id="rId12" Type="http://schemas.openxmlformats.org/officeDocument/2006/relationships/image" Target="../media/image144.emf"/><Relationship Id="rId17" Type="http://schemas.openxmlformats.org/officeDocument/2006/relationships/image" Target="../media/image149.wmf"/><Relationship Id="rId2" Type="http://schemas.openxmlformats.org/officeDocument/2006/relationships/image" Target="../media/image134.wmf"/><Relationship Id="rId16" Type="http://schemas.openxmlformats.org/officeDocument/2006/relationships/image" Target="../media/image148.wmf"/><Relationship Id="rId1" Type="http://schemas.openxmlformats.org/officeDocument/2006/relationships/image" Target="../media/image133.wmf"/><Relationship Id="rId6" Type="http://schemas.openxmlformats.org/officeDocument/2006/relationships/image" Target="../media/image138.emf"/><Relationship Id="rId11" Type="http://schemas.openxmlformats.org/officeDocument/2006/relationships/image" Target="../media/image143.emf"/><Relationship Id="rId5" Type="http://schemas.openxmlformats.org/officeDocument/2006/relationships/image" Target="../media/image137.emf"/><Relationship Id="rId15" Type="http://schemas.openxmlformats.org/officeDocument/2006/relationships/image" Target="../media/image147.wmf"/><Relationship Id="rId10" Type="http://schemas.openxmlformats.org/officeDocument/2006/relationships/image" Target="../media/image142.emf"/><Relationship Id="rId19" Type="http://schemas.openxmlformats.org/officeDocument/2006/relationships/image" Target="../media/image151.wmf"/><Relationship Id="rId4" Type="http://schemas.openxmlformats.org/officeDocument/2006/relationships/image" Target="../media/image136.emf"/><Relationship Id="rId9" Type="http://schemas.openxmlformats.org/officeDocument/2006/relationships/image" Target="../media/image141.emf"/><Relationship Id="rId14" Type="http://schemas.openxmlformats.org/officeDocument/2006/relationships/image" Target="../media/image146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image" Target="../media/image154.wmf"/><Relationship Id="rId7" Type="http://schemas.openxmlformats.org/officeDocument/2006/relationships/image" Target="../media/image158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10" Type="http://schemas.openxmlformats.org/officeDocument/2006/relationships/image" Target="../media/image161.wmf"/><Relationship Id="rId4" Type="http://schemas.openxmlformats.org/officeDocument/2006/relationships/image" Target="../media/image155.wmf"/><Relationship Id="rId9" Type="http://schemas.openxmlformats.org/officeDocument/2006/relationships/image" Target="../media/image16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image" Target="../media/image171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12" Type="http://schemas.openxmlformats.org/officeDocument/2006/relationships/image" Target="../media/image170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11" Type="http://schemas.openxmlformats.org/officeDocument/2006/relationships/image" Target="../media/image102.wmf"/><Relationship Id="rId5" Type="http://schemas.openxmlformats.org/officeDocument/2006/relationships/image" Target="../media/image166.wmf"/><Relationship Id="rId10" Type="http://schemas.openxmlformats.org/officeDocument/2006/relationships/image" Target="../media/image101.wmf"/><Relationship Id="rId4" Type="http://schemas.openxmlformats.org/officeDocument/2006/relationships/image" Target="../media/image165.wmf"/><Relationship Id="rId9" Type="http://schemas.openxmlformats.org/officeDocument/2006/relationships/image" Target="../media/image100.wmf"/><Relationship Id="rId14" Type="http://schemas.openxmlformats.org/officeDocument/2006/relationships/image" Target="../media/image17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69.wmf"/><Relationship Id="rId1" Type="http://schemas.openxmlformats.org/officeDocument/2006/relationships/image" Target="../media/image173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image" Target="../media/image190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12" Type="http://schemas.openxmlformats.org/officeDocument/2006/relationships/image" Target="../media/image189.wmf"/><Relationship Id="rId17" Type="http://schemas.openxmlformats.org/officeDocument/2006/relationships/image" Target="../media/image194.wmf"/><Relationship Id="rId2" Type="http://schemas.openxmlformats.org/officeDocument/2006/relationships/image" Target="../media/image179.wmf"/><Relationship Id="rId16" Type="http://schemas.openxmlformats.org/officeDocument/2006/relationships/image" Target="../media/image193.wmf"/><Relationship Id="rId1" Type="http://schemas.openxmlformats.org/officeDocument/2006/relationships/image" Target="../media/image178.wmf"/><Relationship Id="rId6" Type="http://schemas.openxmlformats.org/officeDocument/2006/relationships/image" Target="../media/image183.wmf"/><Relationship Id="rId11" Type="http://schemas.openxmlformats.org/officeDocument/2006/relationships/image" Target="../media/image188.wmf"/><Relationship Id="rId5" Type="http://schemas.openxmlformats.org/officeDocument/2006/relationships/image" Target="../media/image182.wmf"/><Relationship Id="rId15" Type="http://schemas.openxmlformats.org/officeDocument/2006/relationships/image" Target="../media/image192.wmf"/><Relationship Id="rId10" Type="http://schemas.openxmlformats.org/officeDocument/2006/relationships/image" Target="../media/image187.wmf"/><Relationship Id="rId4" Type="http://schemas.openxmlformats.org/officeDocument/2006/relationships/image" Target="../media/image181.wmf"/><Relationship Id="rId9" Type="http://schemas.openxmlformats.org/officeDocument/2006/relationships/image" Target="../media/image186.wmf"/><Relationship Id="rId14" Type="http://schemas.openxmlformats.org/officeDocument/2006/relationships/image" Target="../media/image191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emf"/><Relationship Id="rId3" Type="http://schemas.openxmlformats.org/officeDocument/2006/relationships/image" Target="../media/image197.wmf"/><Relationship Id="rId7" Type="http://schemas.openxmlformats.org/officeDocument/2006/relationships/image" Target="../media/image201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6" Type="http://schemas.openxmlformats.org/officeDocument/2006/relationships/image" Target="../media/image200.wmf"/><Relationship Id="rId5" Type="http://schemas.openxmlformats.org/officeDocument/2006/relationships/image" Target="../media/image199.emf"/><Relationship Id="rId4" Type="http://schemas.openxmlformats.org/officeDocument/2006/relationships/image" Target="../media/image19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image" Target="../media/image215.wmf"/><Relationship Id="rId3" Type="http://schemas.openxmlformats.org/officeDocument/2006/relationships/image" Target="../media/image205.wmf"/><Relationship Id="rId7" Type="http://schemas.openxmlformats.org/officeDocument/2006/relationships/image" Target="../media/image209.wmf"/><Relationship Id="rId12" Type="http://schemas.openxmlformats.org/officeDocument/2006/relationships/image" Target="../media/image214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Relationship Id="rId6" Type="http://schemas.openxmlformats.org/officeDocument/2006/relationships/image" Target="../media/image208.wmf"/><Relationship Id="rId11" Type="http://schemas.openxmlformats.org/officeDocument/2006/relationships/image" Target="../media/image213.wmf"/><Relationship Id="rId5" Type="http://schemas.openxmlformats.org/officeDocument/2006/relationships/image" Target="../media/image207.wmf"/><Relationship Id="rId15" Type="http://schemas.openxmlformats.org/officeDocument/2006/relationships/image" Target="../media/image217.wmf"/><Relationship Id="rId10" Type="http://schemas.openxmlformats.org/officeDocument/2006/relationships/image" Target="../media/image212.wmf"/><Relationship Id="rId4" Type="http://schemas.openxmlformats.org/officeDocument/2006/relationships/image" Target="../media/image206.wmf"/><Relationship Id="rId9" Type="http://schemas.openxmlformats.org/officeDocument/2006/relationships/image" Target="../media/image211.wmf"/><Relationship Id="rId14" Type="http://schemas.openxmlformats.org/officeDocument/2006/relationships/image" Target="../media/image216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emf"/><Relationship Id="rId3" Type="http://schemas.openxmlformats.org/officeDocument/2006/relationships/image" Target="../media/image220.wmf"/><Relationship Id="rId7" Type="http://schemas.openxmlformats.org/officeDocument/2006/relationships/image" Target="../media/image224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image" Target="../media/image238.wmf"/><Relationship Id="rId3" Type="http://schemas.openxmlformats.org/officeDocument/2006/relationships/image" Target="../media/image228.wmf"/><Relationship Id="rId7" Type="http://schemas.openxmlformats.org/officeDocument/2006/relationships/image" Target="../media/image232.wmf"/><Relationship Id="rId12" Type="http://schemas.openxmlformats.org/officeDocument/2006/relationships/image" Target="../media/image237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6" Type="http://schemas.openxmlformats.org/officeDocument/2006/relationships/image" Target="../media/image231.wmf"/><Relationship Id="rId11" Type="http://schemas.openxmlformats.org/officeDocument/2006/relationships/image" Target="../media/image236.wmf"/><Relationship Id="rId5" Type="http://schemas.openxmlformats.org/officeDocument/2006/relationships/image" Target="../media/image230.wmf"/><Relationship Id="rId10" Type="http://schemas.openxmlformats.org/officeDocument/2006/relationships/image" Target="../media/image235.wmf"/><Relationship Id="rId4" Type="http://schemas.openxmlformats.org/officeDocument/2006/relationships/image" Target="../media/image229.wmf"/><Relationship Id="rId9" Type="http://schemas.openxmlformats.org/officeDocument/2006/relationships/image" Target="../media/image23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image" Target="../media/image245.wmf"/><Relationship Id="rId7" Type="http://schemas.openxmlformats.org/officeDocument/2006/relationships/image" Target="../media/image249.wmf"/><Relationship Id="rId2" Type="http://schemas.openxmlformats.org/officeDocument/2006/relationships/image" Target="../media/image208.wmf"/><Relationship Id="rId1" Type="http://schemas.openxmlformats.org/officeDocument/2006/relationships/image" Target="../media/image244.wmf"/><Relationship Id="rId6" Type="http://schemas.openxmlformats.org/officeDocument/2006/relationships/image" Target="../media/image248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wmf"/><Relationship Id="rId1" Type="http://schemas.openxmlformats.org/officeDocument/2006/relationships/image" Target="../media/image25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7" Type="http://schemas.openxmlformats.org/officeDocument/2006/relationships/image" Target="../media/image259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6" Type="http://schemas.openxmlformats.org/officeDocument/2006/relationships/image" Target="../media/image258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3" Type="http://schemas.openxmlformats.org/officeDocument/2006/relationships/image" Target="../media/image261.wmf"/><Relationship Id="rId7" Type="http://schemas.openxmlformats.org/officeDocument/2006/relationships/image" Target="../media/image265.wmf"/><Relationship Id="rId2" Type="http://schemas.openxmlformats.org/officeDocument/2006/relationships/image" Target="../media/image260.wmf"/><Relationship Id="rId1" Type="http://schemas.openxmlformats.org/officeDocument/2006/relationships/image" Target="../media/image258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Relationship Id="rId9" Type="http://schemas.openxmlformats.org/officeDocument/2006/relationships/image" Target="../media/image267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2" Type="http://schemas.openxmlformats.org/officeDocument/2006/relationships/image" Target="../media/image260.wmf"/><Relationship Id="rId1" Type="http://schemas.openxmlformats.org/officeDocument/2006/relationships/image" Target="../media/image258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3" Type="http://schemas.openxmlformats.org/officeDocument/2006/relationships/image" Target="../media/image273.wmf"/><Relationship Id="rId7" Type="http://schemas.openxmlformats.org/officeDocument/2006/relationships/image" Target="../media/image277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Relationship Id="rId6" Type="http://schemas.openxmlformats.org/officeDocument/2006/relationships/image" Target="../media/image276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Relationship Id="rId9" Type="http://schemas.openxmlformats.org/officeDocument/2006/relationships/image" Target="../media/image27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3" Type="http://schemas.openxmlformats.org/officeDocument/2006/relationships/image" Target="../media/image280.wmf"/><Relationship Id="rId7" Type="http://schemas.openxmlformats.org/officeDocument/2006/relationships/image" Target="../media/image284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Relationship Id="rId6" Type="http://schemas.openxmlformats.org/officeDocument/2006/relationships/image" Target="../media/image283.wmf"/><Relationship Id="rId5" Type="http://schemas.openxmlformats.org/officeDocument/2006/relationships/image" Target="../media/image282.wmf"/><Relationship Id="rId10" Type="http://schemas.openxmlformats.org/officeDocument/2006/relationships/image" Target="../media/image285.wmf"/><Relationship Id="rId4" Type="http://schemas.openxmlformats.org/officeDocument/2006/relationships/image" Target="../media/image281.wmf"/><Relationship Id="rId9" Type="http://schemas.openxmlformats.org/officeDocument/2006/relationships/image" Target="../media/image279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image" Target="../media/image279.wmf"/><Relationship Id="rId3" Type="http://schemas.openxmlformats.org/officeDocument/2006/relationships/image" Target="../media/image287.wmf"/><Relationship Id="rId7" Type="http://schemas.openxmlformats.org/officeDocument/2006/relationships/image" Target="../media/image291.wmf"/><Relationship Id="rId12" Type="http://schemas.openxmlformats.org/officeDocument/2006/relationships/image" Target="../media/image278.wmf"/><Relationship Id="rId2" Type="http://schemas.openxmlformats.org/officeDocument/2006/relationships/image" Target="../media/image272.wmf"/><Relationship Id="rId1" Type="http://schemas.openxmlformats.org/officeDocument/2006/relationships/image" Target="../media/image286.wmf"/><Relationship Id="rId6" Type="http://schemas.openxmlformats.org/officeDocument/2006/relationships/image" Target="../media/image290.wmf"/><Relationship Id="rId11" Type="http://schemas.openxmlformats.org/officeDocument/2006/relationships/image" Target="../media/image285.wmf"/><Relationship Id="rId5" Type="http://schemas.openxmlformats.org/officeDocument/2006/relationships/image" Target="../media/image289.wmf"/><Relationship Id="rId10" Type="http://schemas.openxmlformats.org/officeDocument/2006/relationships/image" Target="../media/image293.wmf"/><Relationship Id="rId4" Type="http://schemas.openxmlformats.org/officeDocument/2006/relationships/image" Target="../media/image288.wmf"/><Relationship Id="rId9" Type="http://schemas.openxmlformats.org/officeDocument/2006/relationships/image" Target="../media/image292.wmf"/><Relationship Id="rId14" Type="http://schemas.openxmlformats.org/officeDocument/2006/relationships/image" Target="../media/image294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wmf"/><Relationship Id="rId3" Type="http://schemas.openxmlformats.org/officeDocument/2006/relationships/image" Target="../media/image297.wmf"/><Relationship Id="rId7" Type="http://schemas.openxmlformats.org/officeDocument/2006/relationships/image" Target="../media/image301.wmf"/><Relationship Id="rId2" Type="http://schemas.openxmlformats.org/officeDocument/2006/relationships/image" Target="../media/image296.wmf"/><Relationship Id="rId1" Type="http://schemas.openxmlformats.org/officeDocument/2006/relationships/image" Target="../media/image295.wmf"/><Relationship Id="rId6" Type="http://schemas.openxmlformats.org/officeDocument/2006/relationships/image" Target="../media/image300.wmf"/><Relationship Id="rId11" Type="http://schemas.openxmlformats.org/officeDocument/2006/relationships/image" Target="../media/image305.wmf"/><Relationship Id="rId5" Type="http://schemas.openxmlformats.org/officeDocument/2006/relationships/image" Target="../media/image299.wmf"/><Relationship Id="rId10" Type="http://schemas.openxmlformats.org/officeDocument/2006/relationships/image" Target="../media/image304.wmf"/><Relationship Id="rId4" Type="http://schemas.openxmlformats.org/officeDocument/2006/relationships/image" Target="../media/image298.wmf"/><Relationship Id="rId9" Type="http://schemas.openxmlformats.org/officeDocument/2006/relationships/image" Target="../media/image30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wmf"/><Relationship Id="rId7" Type="http://schemas.openxmlformats.org/officeDocument/2006/relationships/image" Target="../media/image312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3" Type="http://schemas.openxmlformats.org/officeDocument/2006/relationships/image" Target="../media/image315.wmf"/><Relationship Id="rId7" Type="http://schemas.openxmlformats.org/officeDocument/2006/relationships/image" Target="../media/image319.wmf"/><Relationship Id="rId2" Type="http://schemas.openxmlformats.org/officeDocument/2006/relationships/image" Target="../media/image314.wmf"/><Relationship Id="rId1" Type="http://schemas.openxmlformats.org/officeDocument/2006/relationships/image" Target="../media/image313.wmf"/><Relationship Id="rId6" Type="http://schemas.openxmlformats.org/officeDocument/2006/relationships/image" Target="../media/image318.wmf"/><Relationship Id="rId5" Type="http://schemas.openxmlformats.org/officeDocument/2006/relationships/image" Target="../media/image317.wmf"/><Relationship Id="rId4" Type="http://schemas.openxmlformats.org/officeDocument/2006/relationships/image" Target="../media/image316.wmf"/><Relationship Id="rId9" Type="http://schemas.openxmlformats.org/officeDocument/2006/relationships/image" Target="../media/image321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5" Type="http://schemas.openxmlformats.org/officeDocument/2006/relationships/image" Target="../media/image326.wmf"/><Relationship Id="rId10" Type="http://schemas.openxmlformats.org/officeDocument/2006/relationships/image" Target="../media/image331.w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wmf"/><Relationship Id="rId2" Type="http://schemas.openxmlformats.org/officeDocument/2006/relationships/image" Target="../media/image333.wmf"/><Relationship Id="rId1" Type="http://schemas.openxmlformats.org/officeDocument/2006/relationships/image" Target="../media/image332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8.wmf"/><Relationship Id="rId1" Type="http://schemas.openxmlformats.org/officeDocument/2006/relationships/image" Target="../media/image337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wmf"/><Relationship Id="rId3" Type="http://schemas.openxmlformats.org/officeDocument/2006/relationships/image" Target="../media/image341.wmf"/><Relationship Id="rId7" Type="http://schemas.openxmlformats.org/officeDocument/2006/relationships/image" Target="../media/image345.wmf"/><Relationship Id="rId2" Type="http://schemas.openxmlformats.org/officeDocument/2006/relationships/image" Target="../media/image340.wmf"/><Relationship Id="rId1" Type="http://schemas.openxmlformats.org/officeDocument/2006/relationships/image" Target="../media/image339.wmf"/><Relationship Id="rId6" Type="http://schemas.openxmlformats.org/officeDocument/2006/relationships/image" Target="../media/image344.wmf"/><Relationship Id="rId5" Type="http://schemas.openxmlformats.org/officeDocument/2006/relationships/image" Target="../media/image343.wmf"/><Relationship Id="rId4" Type="http://schemas.openxmlformats.org/officeDocument/2006/relationships/image" Target="../media/image342.wmf"/><Relationship Id="rId9" Type="http://schemas.openxmlformats.org/officeDocument/2006/relationships/image" Target="../media/image34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wmf"/><Relationship Id="rId2" Type="http://schemas.openxmlformats.org/officeDocument/2006/relationships/image" Target="../media/image349.wmf"/><Relationship Id="rId1" Type="http://schemas.openxmlformats.org/officeDocument/2006/relationships/image" Target="../media/image348.wmf"/><Relationship Id="rId6" Type="http://schemas.openxmlformats.org/officeDocument/2006/relationships/image" Target="../media/image353.wmf"/><Relationship Id="rId5" Type="http://schemas.openxmlformats.org/officeDocument/2006/relationships/image" Target="../media/image352.wmf"/><Relationship Id="rId4" Type="http://schemas.openxmlformats.org/officeDocument/2006/relationships/image" Target="../media/image351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wmf"/><Relationship Id="rId2" Type="http://schemas.openxmlformats.org/officeDocument/2006/relationships/image" Target="../media/image355.wmf"/><Relationship Id="rId1" Type="http://schemas.openxmlformats.org/officeDocument/2006/relationships/image" Target="../media/image354.wmf"/><Relationship Id="rId5" Type="http://schemas.openxmlformats.org/officeDocument/2006/relationships/image" Target="../media/image358.wmf"/><Relationship Id="rId4" Type="http://schemas.openxmlformats.org/officeDocument/2006/relationships/image" Target="../media/image357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13" Type="http://schemas.openxmlformats.org/officeDocument/2006/relationships/image" Target="../media/image371.wmf"/><Relationship Id="rId3" Type="http://schemas.openxmlformats.org/officeDocument/2006/relationships/image" Target="../media/image361.wmf"/><Relationship Id="rId7" Type="http://schemas.openxmlformats.org/officeDocument/2006/relationships/image" Target="../media/image365.wmf"/><Relationship Id="rId12" Type="http://schemas.openxmlformats.org/officeDocument/2006/relationships/image" Target="../media/image370.wmf"/><Relationship Id="rId2" Type="http://schemas.openxmlformats.org/officeDocument/2006/relationships/image" Target="../media/image360.wmf"/><Relationship Id="rId1" Type="http://schemas.openxmlformats.org/officeDocument/2006/relationships/image" Target="../media/image359.wmf"/><Relationship Id="rId6" Type="http://schemas.openxmlformats.org/officeDocument/2006/relationships/image" Target="../media/image364.wmf"/><Relationship Id="rId11" Type="http://schemas.openxmlformats.org/officeDocument/2006/relationships/image" Target="../media/image369.wmf"/><Relationship Id="rId5" Type="http://schemas.openxmlformats.org/officeDocument/2006/relationships/image" Target="../media/image363.wmf"/><Relationship Id="rId15" Type="http://schemas.openxmlformats.org/officeDocument/2006/relationships/image" Target="../media/image373.wmf"/><Relationship Id="rId10" Type="http://schemas.openxmlformats.org/officeDocument/2006/relationships/image" Target="../media/image368.wmf"/><Relationship Id="rId4" Type="http://schemas.openxmlformats.org/officeDocument/2006/relationships/image" Target="../media/image362.wmf"/><Relationship Id="rId9" Type="http://schemas.openxmlformats.org/officeDocument/2006/relationships/image" Target="../media/image367.wmf"/><Relationship Id="rId14" Type="http://schemas.openxmlformats.org/officeDocument/2006/relationships/image" Target="../media/image372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13" Type="http://schemas.openxmlformats.org/officeDocument/2006/relationships/image" Target="../media/image386.wmf"/><Relationship Id="rId3" Type="http://schemas.openxmlformats.org/officeDocument/2006/relationships/image" Target="../media/image376.wmf"/><Relationship Id="rId7" Type="http://schemas.openxmlformats.org/officeDocument/2006/relationships/image" Target="../media/image380.wmf"/><Relationship Id="rId12" Type="http://schemas.openxmlformats.org/officeDocument/2006/relationships/image" Target="../media/image385.wmf"/><Relationship Id="rId2" Type="http://schemas.openxmlformats.org/officeDocument/2006/relationships/image" Target="../media/image375.wmf"/><Relationship Id="rId1" Type="http://schemas.openxmlformats.org/officeDocument/2006/relationships/image" Target="../media/image374.wmf"/><Relationship Id="rId6" Type="http://schemas.openxmlformats.org/officeDocument/2006/relationships/image" Target="../media/image379.wmf"/><Relationship Id="rId11" Type="http://schemas.openxmlformats.org/officeDocument/2006/relationships/image" Target="../media/image384.wmf"/><Relationship Id="rId5" Type="http://schemas.openxmlformats.org/officeDocument/2006/relationships/image" Target="../media/image378.wmf"/><Relationship Id="rId10" Type="http://schemas.openxmlformats.org/officeDocument/2006/relationships/image" Target="../media/image383.wmf"/><Relationship Id="rId4" Type="http://schemas.openxmlformats.org/officeDocument/2006/relationships/image" Target="../media/image377.wmf"/><Relationship Id="rId9" Type="http://schemas.openxmlformats.org/officeDocument/2006/relationships/image" Target="../media/image382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wmf"/><Relationship Id="rId13" Type="http://schemas.openxmlformats.org/officeDocument/2006/relationships/image" Target="../media/image399.wmf"/><Relationship Id="rId3" Type="http://schemas.openxmlformats.org/officeDocument/2006/relationships/image" Target="../media/image389.wmf"/><Relationship Id="rId7" Type="http://schemas.openxmlformats.org/officeDocument/2006/relationships/image" Target="../media/image393.wmf"/><Relationship Id="rId12" Type="http://schemas.openxmlformats.org/officeDocument/2006/relationships/image" Target="../media/image398.wmf"/><Relationship Id="rId2" Type="http://schemas.openxmlformats.org/officeDocument/2006/relationships/image" Target="../media/image388.wmf"/><Relationship Id="rId1" Type="http://schemas.openxmlformats.org/officeDocument/2006/relationships/image" Target="../media/image387.wmf"/><Relationship Id="rId6" Type="http://schemas.openxmlformats.org/officeDocument/2006/relationships/image" Target="../media/image392.wmf"/><Relationship Id="rId11" Type="http://schemas.openxmlformats.org/officeDocument/2006/relationships/image" Target="../media/image397.wmf"/><Relationship Id="rId5" Type="http://schemas.openxmlformats.org/officeDocument/2006/relationships/image" Target="../media/image391.wmf"/><Relationship Id="rId15" Type="http://schemas.openxmlformats.org/officeDocument/2006/relationships/image" Target="../media/image401.wmf"/><Relationship Id="rId10" Type="http://schemas.openxmlformats.org/officeDocument/2006/relationships/image" Target="../media/image396.wmf"/><Relationship Id="rId4" Type="http://schemas.openxmlformats.org/officeDocument/2006/relationships/image" Target="../media/image390.wmf"/><Relationship Id="rId9" Type="http://schemas.openxmlformats.org/officeDocument/2006/relationships/image" Target="../media/image395.wmf"/><Relationship Id="rId14" Type="http://schemas.openxmlformats.org/officeDocument/2006/relationships/image" Target="../media/image400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wmf"/><Relationship Id="rId3" Type="http://schemas.openxmlformats.org/officeDocument/2006/relationships/image" Target="../media/image404.wmf"/><Relationship Id="rId7" Type="http://schemas.openxmlformats.org/officeDocument/2006/relationships/image" Target="../media/image408.wmf"/><Relationship Id="rId2" Type="http://schemas.openxmlformats.org/officeDocument/2006/relationships/image" Target="../media/image403.wmf"/><Relationship Id="rId1" Type="http://schemas.openxmlformats.org/officeDocument/2006/relationships/image" Target="../media/image402.wmf"/><Relationship Id="rId6" Type="http://schemas.openxmlformats.org/officeDocument/2006/relationships/image" Target="../media/image407.wmf"/><Relationship Id="rId5" Type="http://schemas.openxmlformats.org/officeDocument/2006/relationships/image" Target="../media/image406.wmf"/><Relationship Id="rId4" Type="http://schemas.openxmlformats.org/officeDocument/2006/relationships/image" Target="../media/image405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wmf"/><Relationship Id="rId3" Type="http://schemas.openxmlformats.org/officeDocument/2006/relationships/image" Target="../media/image412.wmf"/><Relationship Id="rId7" Type="http://schemas.openxmlformats.org/officeDocument/2006/relationships/image" Target="../media/image416.wmf"/><Relationship Id="rId2" Type="http://schemas.openxmlformats.org/officeDocument/2006/relationships/image" Target="../media/image411.wmf"/><Relationship Id="rId1" Type="http://schemas.openxmlformats.org/officeDocument/2006/relationships/image" Target="../media/image410.wmf"/><Relationship Id="rId6" Type="http://schemas.openxmlformats.org/officeDocument/2006/relationships/image" Target="../media/image415.wmf"/><Relationship Id="rId11" Type="http://schemas.openxmlformats.org/officeDocument/2006/relationships/image" Target="../media/image420.wmf"/><Relationship Id="rId5" Type="http://schemas.openxmlformats.org/officeDocument/2006/relationships/image" Target="../media/image414.wmf"/><Relationship Id="rId10" Type="http://schemas.openxmlformats.org/officeDocument/2006/relationships/image" Target="../media/image419.wmf"/><Relationship Id="rId4" Type="http://schemas.openxmlformats.org/officeDocument/2006/relationships/image" Target="../media/image413.wmf"/><Relationship Id="rId9" Type="http://schemas.openxmlformats.org/officeDocument/2006/relationships/image" Target="../media/image418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5.wmf"/><Relationship Id="rId3" Type="http://schemas.openxmlformats.org/officeDocument/2006/relationships/image" Target="../media/image422.wmf"/><Relationship Id="rId7" Type="http://schemas.openxmlformats.org/officeDocument/2006/relationships/image" Target="../media/image414.wmf"/><Relationship Id="rId2" Type="http://schemas.openxmlformats.org/officeDocument/2006/relationships/image" Target="../media/image421.wmf"/><Relationship Id="rId1" Type="http://schemas.openxmlformats.org/officeDocument/2006/relationships/image" Target="../media/image420.wmf"/><Relationship Id="rId6" Type="http://schemas.openxmlformats.org/officeDocument/2006/relationships/image" Target="../media/image425.wmf"/><Relationship Id="rId11" Type="http://schemas.openxmlformats.org/officeDocument/2006/relationships/image" Target="../media/image428.wmf"/><Relationship Id="rId5" Type="http://schemas.openxmlformats.org/officeDocument/2006/relationships/image" Target="../media/image424.wmf"/><Relationship Id="rId10" Type="http://schemas.openxmlformats.org/officeDocument/2006/relationships/image" Target="../media/image427.wmf"/><Relationship Id="rId4" Type="http://schemas.openxmlformats.org/officeDocument/2006/relationships/image" Target="../media/image423.wmf"/><Relationship Id="rId9" Type="http://schemas.openxmlformats.org/officeDocument/2006/relationships/image" Target="../media/image4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E8F89-29AA-4207-80CE-A0FD27CD4EDB}" type="datetimeFigureOut">
              <a:rPr lang="zh-CN" altLang="en-US" smtClean="0"/>
              <a:pPr/>
              <a:t>2023/10/10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A5FD3-C07C-45FB-B711-A2361F2688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4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1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672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408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746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504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12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017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90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895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262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421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532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402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37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093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359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619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472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537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2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0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.bin"/><Relationship Id="rId18" Type="http://schemas.openxmlformats.org/officeDocument/2006/relationships/image" Target="../media/image4.wmf"/><Relationship Id="rId39" Type="http://schemas.openxmlformats.org/officeDocument/2006/relationships/image" Target="../media/image11.wmf"/><Relationship Id="rId21" Type="http://schemas.openxmlformats.org/officeDocument/2006/relationships/oleObject" Target="../embeddings/oleObject6.bin"/><Relationship Id="rId34" Type="http://schemas.openxmlformats.org/officeDocument/2006/relationships/image" Target="../media/image25.png"/><Relationship Id="rId42" Type="http://schemas.openxmlformats.org/officeDocument/2006/relationships/oleObject" Target="../embeddings/oleObject14.bin"/><Relationship Id="rId47" Type="http://schemas.openxmlformats.org/officeDocument/2006/relationships/image" Target="../media/image15.wmf"/><Relationship Id="rId50" Type="http://schemas.openxmlformats.org/officeDocument/2006/relationships/oleObject" Target="../embeddings/oleObject18.bin"/><Relationship Id="rId55" Type="http://schemas.openxmlformats.org/officeDocument/2006/relationships/image" Target="../media/image19.wm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.wmf"/><Relationship Id="rId29" Type="http://schemas.openxmlformats.org/officeDocument/2006/relationships/image" Target="../media/image24.png"/><Relationship Id="rId11" Type="http://schemas.openxmlformats.org/officeDocument/2006/relationships/oleObject" Target="../embeddings/oleObject2.bin"/><Relationship Id="rId24" Type="http://schemas.openxmlformats.org/officeDocument/2006/relationships/image" Target="../media/image7.wmf"/><Relationship Id="rId32" Type="http://schemas.openxmlformats.org/officeDocument/2006/relationships/oleObject" Target="../embeddings/oleObject8.bin"/><Relationship Id="rId37" Type="http://schemas.openxmlformats.org/officeDocument/2006/relationships/image" Target="../media/image10.emf"/><Relationship Id="rId40" Type="http://schemas.openxmlformats.org/officeDocument/2006/relationships/oleObject" Target="../embeddings/oleObject13.bin"/><Relationship Id="rId45" Type="http://schemas.openxmlformats.org/officeDocument/2006/relationships/image" Target="../media/image14.wmf"/><Relationship Id="rId53" Type="http://schemas.openxmlformats.org/officeDocument/2006/relationships/image" Target="../media/image18.wmf"/><Relationship Id="rId58" Type="http://schemas.openxmlformats.org/officeDocument/2006/relationships/oleObject" Target="../embeddings/oleObject22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.emf"/><Relationship Id="rId19" Type="http://schemas.openxmlformats.org/officeDocument/2006/relationships/oleObject" Target="../embeddings/oleObject5.bin"/><Relationship Id="rId31" Type="http://schemas.openxmlformats.org/officeDocument/2006/relationships/image" Target="../media/image8.wmf"/><Relationship Id="rId44" Type="http://schemas.openxmlformats.org/officeDocument/2006/relationships/oleObject" Target="../embeddings/oleObject15.bin"/><Relationship Id="rId52" Type="http://schemas.openxmlformats.org/officeDocument/2006/relationships/oleObject" Target="../embeddings/oleObject19.bin"/><Relationship Id="rId4" Type="http://schemas.openxmlformats.org/officeDocument/2006/relationships/image" Target="../media/image23.png"/><Relationship Id="rId9" Type="http://schemas.openxmlformats.org/officeDocument/2006/relationships/oleObject" Target="../embeddings/oleObject2.bin"/><Relationship Id="rId14" Type="http://schemas.openxmlformats.org/officeDocument/2006/relationships/image" Target="../media/image3.wmf"/><Relationship Id="rId22" Type="http://schemas.openxmlformats.org/officeDocument/2006/relationships/image" Target="../media/image6.wmf"/><Relationship Id="rId30" Type="http://schemas.openxmlformats.org/officeDocument/2006/relationships/oleObject" Target="../embeddings/oleObject8.bin"/><Relationship Id="rId35" Type="http://schemas.openxmlformats.org/officeDocument/2006/relationships/oleObject" Target="../embeddings/oleObject10.bin"/><Relationship Id="rId43" Type="http://schemas.openxmlformats.org/officeDocument/2006/relationships/image" Target="../media/image13.wmf"/><Relationship Id="rId48" Type="http://schemas.openxmlformats.org/officeDocument/2006/relationships/oleObject" Target="../embeddings/oleObject17.bin"/><Relationship Id="rId56" Type="http://schemas.openxmlformats.org/officeDocument/2006/relationships/oleObject" Target="../embeddings/oleObject21.bin"/><Relationship Id="rId8" Type="http://schemas.openxmlformats.org/officeDocument/2006/relationships/image" Target="../media/image1.wmf"/><Relationship Id="rId51" Type="http://schemas.openxmlformats.org/officeDocument/2006/relationships/image" Target="../media/image17.wmf"/><Relationship Id="rId3" Type="http://schemas.openxmlformats.org/officeDocument/2006/relationships/notesSlide" Target="../notesSlides/notesSlide2.xml"/><Relationship Id="rId12" Type="http://schemas.openxmlformats.org/officeDocument/2006/relationships/image" Target="../media/image2.emf"/><Relationship Id="rId17" Type="http://schemas.openxmlformats.org/officeDocument/2006/relationships/oleObject" Target="../embeddings/oleObject4.bin"/><Relationship Id="rId33" Type="http://schemas.openxmlformats.org/officeDocument/2006/relationships/image" Target="../media/image8.wmf"/><Relationship Id="rId38" Type="http://schemas.openxmlformats.org/officeDocument/2006/relationships/oleObject" Target="../embeddings/oleObject12.bin"/><Relationship Id="rId46" Type="http://schemas.openxmlformats.org/officeDocument/2006/relationships/oleObject" Target="../embeddings/oleObject16.bin"/><Relationship Id="rId59" Type="http://schemas.openxmlformats.org/officeDocument/2006/relationships/image" Target="../media/image21.wmf"/><Relationship Id="rId20" Type="http://schemas.openxmlformats.org/officeDocument/2006/relationships/image" Target="../media/image5.wmf"/><Relationship Id="rId41" Type="http://schemas.openxmlformats.org/officeDocument/2006/relationships/image" Target="../media/image12.wmf"/><Relationship Id="rId54" Type="http://schemas.openxmlformats.org/officeDocument/2006/relationships/oleObject" Target="../embeddings/oleObject2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5" Type="http://schemas.openxmlformats.org/officeDocument/2006/relationships/oleObject" Target="../embeddings/oleObject3.bin"/><Relationship Id="rId23" Type="http://schemas.openxmlformats.org/officeDocument/2006/relationships/oleObject" Target="../embeddings/oleObject7.bin"/><Relationship Id="rId36" Type="http://schemas.openxmlformats.org/officeDocument/2006/relationships/oleObject" Target="../embeddings/oleObject11.bin"/><Relationship Id="rId49" Type="http://schemas.openxmlformats.org/officeDocument/2006/relationships/image" Target="../media/image16.wmf"/><Relationship Id="rId57" Type="http://schemas.openxmlformats.org/officeDocument/2006/relationships/image" Target="../media/image20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8.wmf"/><Relationship Id="rId26" Type="http://schemas.openxmlformats.org/officeDocument/2006/relationships/image" Target="../media/image32.wmf"/><Relationship Id="rId21" Type="http://schemas.openxmlformats.org/officeDocument/2006/relationships/oleObject" Target="../embeddings/oleObject31.bin"/><Relationship Id="rId34" Type="http://schemas.openxmlformats.org/officeDocument/2006/relationships/image" Target="../media/image36.wmf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33" Type="http://schemas.openxmlformats.org/officeDocument/2006/relationships/oleObject" Target="../embeddings/oleObject37.bin"/><Relationship Id="rId38" Type="http://schemas.openxmlformats.org/officeDocument/2006/relationships/image" Target="../media/image38.e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7.wmf"/><Relationship Id="rId20" Type="http://schemas.openxmlformats.org/officeDocument/2006/relationships/image" Target="../media/image29.emf"/><Relationship Id="rId29" Type="http://schemas.openxmlformats.org/officeDocument/2006/relationships/oleObject" Target="../embeddings/oleObject35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39.png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31.wmf"/><Relationship Id="rId32" Type="http://schemas.openxmlformats.org/officeDocument/2006/relationships/image" Target="../media/image35.wmf"/><Relationship Id="rId37" Type="http://schemas.openxmlformats.org/officeDocument/2006/relationships/oleObject" Target="../embeddings/oleObject39.bin"/><Relationship Id="rId5" Type="http://schemas.openxmlformats.org/officeDocument/2006/relationships/image" Target="../media/image22.wmf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33.wmf"/><Relationship Id="rId36" Type="http://schemas.openxmlformats.org/officeDocument/2006/relationships/image" Target="../media/image37.wmf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30.bin"/><Relationship Id="rId31" Type="http://schemas.openxmlformats.org/officeDocument/2006/relationships/oleObject" Target="../embeddings/oleObject36.bin"/><Relationship Id="rId4" Type="http://schemas.openxmlformats.org/officeDocument/2006/relationships/oleObject" Target="../embeddings/oleObject23.bin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34.wmf"/><Relationship Id="rId35" Type="http://schemas.openxmlformats.org/officeDocument/2006/relationships/oleObject" Target="../embeddings/oleObject38.bin"/><Relationship Id="rId8" Type="http://schemas.openxmlformats.org/officeDocument/2006/relationships/image" Target="../media/image23.emf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3.e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8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52.wmf"/><Relationship Id="rId34" Type="http://schemas.openxmlformats.org/officeDocument/2006/relationships/oleObject" Target="../embeddings/oleObject59.bin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50.wmf"/><Relationship Id="rId25" Type="http://schemas.openxmlformats.org/officeDocument/2006/relationships/image" Target="../media/image54.wmf"/><Relationship Id="rId33" Type="http://schemas.openxmlformats.org/officeDocument/2006/relationships/image" Target="../media/image58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56.w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7.wmf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5" Type="http://schemas.openxmlformats.org/officeDocument/2006/relationships/image" Target="../media/image44.wmf"/><Relationship Id="rId15" Type="http://schemas.openxmlformats.org/officeDocument/2006/relationships/image" Target="../media/image49.wmf"/><Relationship Id="rId23" Type="http://schemas.openxmlformats.org/officeDocument/2006/relationships/image" Target="../media/image53.wmf"/><Relationship Id="rId28" Type="http://schemas.openxmlformats.org/officeDocument/2006/relationships/oleObject" Target="../embeddings/oleObject56.bin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51.wmf"/><Relationship Id="rId31" Type="http://schemas.openxmlformats.org/officeDocument/2006/relationships/image" Target="../media/image57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55.wmf"/><Relationship Id="rId30" Type="http://schemas.openxmlformats.org/officeDocument/2006/relationships/oleObject" Target="../embeddings/oleObject57.bin"/><Relationship Id="rId35" Type="http://schemas.openxmlformats.org/officeDocument/2006/relationships/image" Target="../media/image59.wmf"/><Relationship Id="rId8" Type="http://schemas.openxmlformats.org/officeDocument/2006/relationships/oleObject" Target="../embeddings/oleObject4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1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68.wmf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6.wmf"/><Relationship Id="rId25" Type="http://schemas.openxmlformats.org/officeDocument/2006/relationships/image" Target="../media/image7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29" Type="http://schemas.openxmlformats.org/officeDocument/2006/relationships/image" Target="../media/image72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3.wmf"/><Relationship Id="rId24" Type="http://schemas.openxmlformats.org/officeDocument/2006/relationships/oleObject" Target="../embeddings/oleObject70.bin"/><Relationship Id="rId5" Type="http://schemas.openxmlformats.org/officeDocument/2006/relationships/image" Target="../media/image60.wmf"/><Relationship Id="rId15" Type="http://schemas.openxmlformats.org/officeDocument/2006/relationships/image" Target="../media/image65.wmf"/><Relationship Id="rId23" Type="http://schemas.openxmlformats.org/officeDocument/2006/relationships/image" Target="../media/image69.wmf"/><Relationship Id="rId28" Type="http://schemas.openxmlformats.org/officeDocument/2006/relationships/oleObject" Target="../embeddings/oleObject72.bin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2.w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Relationship Id="rId27" Type="http://schemas.openxmlformats.org/officeDocument/2006/relationships/image" Target="../media/image7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7.wmf"/><Relationship Id="rId18" Type="http://schemas.openxmlformats.org/officeDocument/2006/relationships/oleObject" Target="../embeddings/oleObject80.bin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81.wmf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79.wmf"/><Relationship Id="rId25" Type="http://schemas.openxmlformats.org/officeDocument/2006/relationships/image" Target="../media/image8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1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6.wmf"/><Relationship Id="rId24" Type="http://schemas.openxmlformats.org/officeDocument/2006/relationships/oleObject" Target="../embeddings/oleObject83.bin"/><Relationship Id="rId5" Type="http://schemas.openxmlformats.org/officeDocument/2006/relationships/image" Target="../media/image73.wmf"/><Relationship Id="rId15" Type="http://schemas.openxmlformats.org/officeDocument/2006/relationships/image" Target="../media/image78.wmf"/><Relationship Id="rId23" Type="http://schemas.openxmlformats.org/officeDocument/2006/relationships/image" Target="../media/image82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80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5.wmf"/><Relationship Id="rId14" Type="http://schemas.openxmlformats.org/officeDocument/2006/relationships/oleObject" Target="../embeddings/oleObject78.bin"/><Relationship Id="rId22" Type="http://schemas.openxmlformats.org/officeDocument/2006/relationships/oleObject" Target="../embeddings/oleObject8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88.wmf"/><Relationship Id="rId18" Type="http://schemas.openxmlformats.org/officeDocument/2006/relationships/oleObject" Target="../embeddings/oleObject92.bin"/><Relationship Id="rId3" Type="http://schemas.openxmlformats.org/officeDocument/2006/relationships/oleObject" Target="../embeddings/oleObject84.bin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6.bin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9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91.bin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8.bin"/><Relationship Id="rId24" Type="http://schemas.openxmlformats.org/officeDocument/2006/relationships/image" Target="../media/image93.wmf"/><Relationship Id="rId5" Type="http://schemas.openxmlformats.org/officeDocument/2006/relationships/oleObject" Target="../embeddings/oleObject85.bin"/><Relationship Id="rId15" Type="http://schemas.openxmlformats.org/officeDocument/2006/relationships/image" Target="../media/image89.wmf"/><Relationship Id="rId23" Type="http://schemas.openxmlformats.org/officeDocument/2006/relationships/oleObject" Target="../embeddings/oleObject95.bin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93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7.bin"/><Relationship Id="rId14" Type="http://schemas.openxmlformats.org/officeDocument/2006/relationships/oleObject" Target="../embeddings/oleObject90.bin"/><Relationship Id="rId22" Type="http://schemas.openxmlformats.org/officeDocument/2006/relationships/image" Target="../media/image9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101.bin"/><Relationship Id="rId18" Type="http://schemas.openxmlformats.org/officeDocument/2006/relationships/oleObject" Target="../embeddings/oleObject104.bin"/><Relationship Id="rId3" Type="http://schemas.openxmlformats.org/officeDocument/2006/relationships/oleObject" Target="../embeddings/oleObject96.bin"/><Relationship Id="rId21" Type="http://schemas.openxmlformats.org/officeDocument/2006/relationships/image" Target="../media/image101.wmf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97.emf"/><Relationship Id="rId17" Type="http://schemas.openxmlformats.org/officeDocument/2006/relationships/image" Target="../media/image99.wmf"/><Relationship Id="rId25" Type="http://schemas.openxmlformats.org/officeDocument/2006/relationships/image" Target="../media/image10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03.bin"/><Relationship Id="rId20" Type="http://schemas.openxmlformats.org/officeDocument/2006/relationships/oleObject" Target="../embeddings/oleObject105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100.bin"/><Relationship Id="rId24" Type="http://schemas.openxmlformats.org/officeDocument/2006/relationships/oleObject" Target="../embeddings/oleObject107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image" Target="../media/image102.wmf"/><Relationship Id="rId10" Type="http://schemas.openxmlformats.org/officeDocument/2006/relationships/image" Target="../media/image96.wmf"/><Relationship Id="rId19" Type="http://schemas.openxmlformats.org/officeDocument/2006/relationships/image" Target="../media/image100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98.wmf"/><Relationship Id="rId22" Type="http://schemas.openxmlformats.org/officeDocument/2006/relationships/oleObject" Target="../embeddings/oleObject10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97.emf"/><Relationship Id="rId18" Type="http://schemas.openxmlformats.org/officeDocument/2006/relationships/oleObject" Target="../embeddings/oleObject105.bin"/><Relationship Id="rId3" Type="http://schemas.openxmlformats.org/officeDocument/2006/relationships/oleObject" Target="../embeddings/oleObject108.bin"/><Relationship Id="rId21" Type="http://schemas.openxmlformats.org/officeDocument/2006/relationships/image" Target="../media/image102.wmf"/><Relationship Id="rId7" Type="http://schemas.openxmlformats.org/officeDocument/2006/relationships/oleObject" Target="../embeddings/oleObject110.bin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0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image" Target="../media/image98.wmf"/><Relationship Id="rId23" Type="http://schemas.openxmlformats.org/officeDocument/2006/relationships/image" Target="../media/image103.wmf"/><Relationship Id="rId10" Type="http://schemas.openxmlformats.org/officeDocument/2006/relationships/image" Target="../media/image107.wmf"/><Relationship Id="rId19" Type="http://schemas.openxmlformats.org/officeDocument/2006/relationships/image" Target="../media/image101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11.bin"/><Relationship Id="rId14" Type="http://schemas.openxmlformats.org/officeDocument/2006/relationships/oleObject" Target="../embeddings/oleObject101.bin"/><Relationship Id="rId22" Type="http://schemas.openxmlformats.org/officeDocument/2006/relationships/oleObject" Target="../embeddings/oleObject10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12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1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17.wmf"/><Relationship Id="rId18" Type="http://schemas.openxmlformats.org/officeDocument/2006/relationships/oleObject" Target="../embeddings/oleObject125.bin"/><Relationship Id="rId26" Type="http://schemas.openxmlformats.org/officeDocument/2006/relationships/oleObject" Target="../embeddings/oleObject129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121.wmf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19.wmf"/><Relationship Id="rId25" Type="http://schemas.openxmlformats.org/officeDocument/2006/relationships/image" Target="../media/image12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6.bin"/><Relationship Id="rId29" Type="http://schemas.openxmlformats.org/officeDocument/2006/relationships/image" Target="../media/image125.wmf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116.wmf"/><Relationship Id="rId24" Type="http://schemas.openxmlformats.org/officeDocument/2006/relationships/oleObject" Target="../embeddings/oleObject128.bin"/><Relationship Id="rId5" Type="http://schemas.openxmlformats.org/officeDocument/2006/relationships/image" Target="../media/image113.wmf"/><Relationship Id="rId15" Type="http://schemas.openxmlformats.org/officeDocument/2006/relationships/image" Target="../media/image118.wmf"/><Relationship Id="rId23" Type="http://schemas.openxmlformats.org/officeDocument/2006/relationships/image" Target="../media/image122.wmf"/><Relationship Id="rId28" Type="http://schemas.openxmlformats.org/officeDocument/2006/relationships/oleObject" Target="../embeddings/oleObject130.bin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20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115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7.bin"/><Relationship Id="rId27" Type="http://schemas.openxmlformats.org/officeDocument/2006/relationships/image" Target="../media/image12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30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7.wmf"/><Relationship Id="rId12" Type="http://schemas.openxmlformats.org/officeDocument/2006/relationships/oleObject" Target="../embeddings/oleObject13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29.wmf"/><Relationship Id="rId5" Type="http://schemas.openxmlformats.org/officeDocument/2006/relationships/image" Target="../media/image126.wmf"/><Relationship Id="rId15" Type="http://schemas.openxmlformats.org/officeDocument/2006/relationships/image" Target="../media/image131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3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137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emf"/><Relationship Id="rId18" Type="http://schemas.openxmlformats.org/officeDocument/2006/relationships/oleObject" Target="../embeddings/oleObject145.bin"/><Relationship Id="rId26" Type="http://schemas.openxmlformats.org/officeDocument/2006/relationships/oleObject" Target="../embeddings/oleObject149.bin"/><Relationship Id="rId39" Type="http://schemas.openxmlformats.org/officeDocument/2006/relationships/image" Target="../media/image150.wmf"/><Relationship Id="rId21" Type="http://schemas.openxmlformats.org/officeDocument/2006/relationships/image" Target="../media/image141.emf"/><Relationship Id="rId34" Type="http://schemas.openxmlformats.org/officeDocument/2006/relationships/oleObject" Target="../embeddings/oleObject153.bin"/><Relationship Id="rId7" Type="http://schemas.openxmlformats.org/officeDocument/2006/relationships/image" Target="../media/image13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6.bin"/><Relationship Id="rId29" Type="http://schemas.openxmlformats.org/officeDocument/2006/relationships/image" Target="../media/image145.wmf"/><Relationship Id="rId41" Type="http://schemas.openxmlformats.org/officeDocument/2006/relationships/image" Target="../media/image151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136.emf"/><Relationship Id="rId24" Type="http://schemas.openxmlformats.org/officeDocument/2006/relationships/oleObject" Target="../embeddings/oleObject148.bin"/><Relationship Id="rId32" Type="http://schemas.openxmlformats.org/officeDocument/2006/relationships/oleObject" Target="../embeddings/oleObject152.bin"/><Relationship Id="rId37" Type="http://schemas.openxmlformats.org/officeDocument/2006/relationships/image" Target="../media/image149.wmf"/><Relationship Id="rId40" Type="http://schemas.openxmlformats.org/officeDocument/2006/relationships/oleObject" Target="../embeddings/oleObject156.bin"/><Relationship Id="rId5" Type="http://schemas.openxmlformats.org/officeDocument/2006/relationships/image" Target="../media/image133.wmf"/><Relationship Id="rId15" Type="http://schemas.openxmlformats.org/officeDocument/2006/relationships/image" Target="../media/image138.emf"/><Relationship Id="rId23" Type="http://schemas.openxmlformats.org/officeDocument/2006/relationships/image" Target="../media/image142.emf"/><Relationship Id="rId28" Type="http://schemas.openxmlformats.org/officeDocument/2006/relationships/oleObject" Target="../embeddings/oleObject150.bin"/><Relationship Id="rId36" Type="http://schemas.openxmlformats.org/officeDocument/2006/relationships/oleObject" Target="../embeddings/oleObject154.bin"/><Relationship Id="rId10" Type="http://schemas.openxmlformats.org/officeDocument/2006/relationships/oleObject" Target="../embeddings/oleObject141.bin"/><Relationship Id="rId19" Type="http://schemas.openxmlformats.org/officeDocument/2006/relationships/image" Target="../media/image140.emf"/><Relationship Id="rId31" Type="http://schemas.openxmlformats.org/officeDocument/2006/relationships/image" Target="../media/image146.wmf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43.bin"/><Relationship Id="rId22" Type="http://schemas.openxmlformats.org/officeDocument/2006/relationships/oleObject" Target="../embeddings/oleObject147.bin"/><Relationship Id="rId27" Type="http://schemas.openxmlformats.org/officeDocument/2006/relationships/image" Target="../media/image144.emf"/><Relationship Id="rId30" Type="http://schemas.openxmlformats.org/officeDocument/2006/relationships/oleObject" Target="../embeddings/oleObject151.bin"/><Relationship Id="rId35" Type="http://schemas.openxmlformats.org/officeDocument/2006/relationships/image" Target="../media/image148.wmf"/><Relationship Id="rId8" Type="http://schemas.openxmlformats.org/officeDocument/2006/relationships/oleObject" Target="../embeddings/oleObject140.bin"/><Relationship Id="rId3" Type="http://schemas.openxmlformats.org/officeDocument/2006/relationships/notesSlide" Target="../notesSlides/notesSlide11.xml"/><Relationship Id="rId12" Type="http://schemas.openxmlformats.org/officeDocument/2006/relationships/oleObject" Target="../embeddings/oleObject142.bin"/><Relationship Id="rId17" Type="http://schemas.openxmlformats.org/officeDocument/2006/relationships/image" Target="../media/image139.emf"/><Relationship Id="rId25" Type="http://schemas.openxmlformats.org/officeDocument/2006/relationships/image" Target="../media/image143.emf"/><Relationship Id="rId33" Type="http://schemas.openxmlformats.org/officeDocument/2006/relationships/image" Target="../media/image147.wmf"/><Relationship Id="rId38" Type="http://schemas.openxmlformats.org/officeDocument/2006/relationships/oleObject" Target="../embeddings/oleObject15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56.wmf"/><Relationship Id="rId18" Type="http://schemas.openxmlformats.org/officeDocument/2006/relationships/oleObject" Target="../embeddings/oleObject164.bin"/><Relationship Id="rId3" Type="http://schemas.openxmlformats.org/officeDocument/2006/relationships/notesSlide" Target="../notesSlides/notesSlide12.xml"/><Relationship Id="rId21" Type="http://schemas.openxmlformats.org/officeDocument/2006/relationships/image" Target="../media/image160.wmf"/><Relationship Id="rId7" Type="http://schemas.openxmlformats.org/officeDocument/2006/relationships/image" Target="../media/image153.wmf"/><Relationship Id="rId12" Type="http://schemas.openxmlformats.org/officeDocument/2006/relationships/oleObject" Target="../embeddings/oleObject161.bin"/><Relationship Id="rId17" Type="http://schemas.openxmlformats.org/officeDocument/2006/relationships/image" Target="../media/image158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5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55.wmf"/><Relationship Id="rId5" Type="http://schemas.openxmlformats.org/officeDocument/2006/relationships/image" Target="../media/image152.wmf"/><Relationship Id="rId15" Type="http://schemas.openxmlformats.org/officeDocument/2006/relationships/image" Target="../media/image157.wmf"/><Relationship Id="rId23" Type="http://schemas.openxmlformats.org/officeDocument/2006/relationships/image" Target="../media/image161.wmf"/><Relationship Id="rId10" Type="http://schemas.openxmlformats.org/officeDocument/2006/relationships/oleObject" Target="../embeddings/oleObject160.bin"/><Relationship Id="rId19" Type="http://schemas.openxmlformats.org/officeDocument/2006/relationships/image" Target="../media/image159.w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54.wmf"/><Relationship Id="rId14" Type="http://schemas.openxmlformats.org/officeDocument/2006/relationships/oleObject" Target="../embeddings/oleObject162.bin"/><Relationship Id="rId22" Type="http://schemas.openxmlformats.org/officeDocument/2006/relationships/oleObject" Target="../embeddings/oleObject16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69.wmf"/><Relationship Id="rId26" Type="http://schemas.openxmlformats.org/officeDocument/2006/relationships/image" Target="../media/image170.wmf"/><Relationship Id="rId3" Type="http://schemas.openxmlformats.org/officeDocument/2006/relationships/oleObject" Target="../embeddings/oleObject167.bin"/><Relationship Id="rId21" Type="http://schemas.openxmlformats.org/officeDocument/2006/relationships/oleObject" Target="../embeddings/oleObject176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74.bin"/><Relationship Id="rId25" Type="http://schemas.openxmlformats.org/officeDocument/2006/relationships/oleObject" Target="../embeddings/oleObject17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68.wmf"/><Relationship Id="rId20" Type="http://schemas.openxmlformats.org/officeDocument/2006/relationships/image" Target="../media/image100.wmf"/><Relationship Id="rId29" Type="http://schemas.openxmlformats.org/officeDocument/2006/relationships/oleObject" Target="../embeddings/oleObject180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71.bin"/><Relationship Id="rId24" Type="http://schemas.openxmlformats.org/officeDocument/2006/relationships/image" Target="../media/image102.wmf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23" Type="http://schemas.openxmlformats.org/officeDocument/2006/relationships/oleObject" Target="../embeddings/oleObject177.bin"/><Relationship Id="rId28" Type="http://schemas.openxmlformats.org/officeDocument/2006/relationships/image" Target="../media/image171.wmf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75.bin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67.wmf"/><Relationship Id="rId22" Type="http://schemas.openxmlformats.org/officeDocument/2006/relationships/image" Target="../media/image101.wmf"/><Relationship Id="rId27" Type="http://schemas.openxmlformats.org/officeDocument/2006/relationships/oleObject" Target="../embeddings/oleObject179.bin"/><Relationship Id="rId30" Type="http://schemas.openxmlformats.org/officeDocument/2006/relationships/image" Target="../media/image17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186.bin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76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0" Type="http://schemas.openxmlformats.org/officeDocument/2006/relationships/image" Target="../media/image175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77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2.wmf"/><Relationship Id="rId18" Type="http://schemas.openxmlformats.org/officeDocument/2006/relationships/oleObject" Target="../embeddings/oleObject195.bin"/><Relationship Id="rId26" Type="http://schemas.openxmlformats.org/officeDocument/2006/relationships/oleObject" Target="../embeddings/oleObject199.bin"/><Relationship Id="rId39" Type="http://schemas.openxmlformats.org/officeDocument/2006/relationships/oleObject" Target="../embeddings/oleObject206.bin"/><Relationship Id="rId21" Type="http://schemas.openxmlformats.org/officeDocument/2006/relationships/image" Target="../media/image185.wmf"/><Relationship Id="rId34" Type="http://schemas.openxmlformats.org/officeDocument/2006/relationships/image" Target="../media/image191.wmf"/><Relationship Id="rId7" Type="http://schemas.openxmlformats.org/officeDocument/2006/relationships/image" Target="../media/image179.wmf"/><Relationship Id="rId12" Type="http://schemas.openxmlformats.org/officeDocument/2006/relationships/oleObject" Target="../embeddings/oleObject191.bin"/><Relationship Id="rId17" Type="http://schemas.openxmlformats.org/officeDocument/2006/relationships/oleObject" Target="../embeddings/oleObject194.bin"/><Relationship Id="rId25" Type="http://schemas.openxmlformats.org/officeDocument/2006/relationships/image" Target="../media/image187.wmf"/><Relationship Id="rId33" Type="http://schemas.openxmlformats.org/officeDocument/2006/relationships/oleObject" Target="../embeddings/oleObject203.bin"/><Relationship Id="rId38" Type="http://schemas.openxmlformats.org/officeDocument/2006/relationships/image" Target="../media/image19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3.wmf"/><Relationship Id="rId20" Type="http://schemas.openxmlformats.org/officeDocument/2006/relationships/oleObject" Target="../embeddings/oleObject196.bin"/><Relationship Id="rId29" Type="http://schemas.openxmlformats.org/officeDocument/2006/relationships/oleObject" Target="../embeddings/oleObject201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88.bin"/><Relationship Id="rId11" Type="http://schemas.openxmlformats.org/officeDocument/2006/relationships/image" Target="../media/image181.wmf"/><Relationship Id="rId24" Type="http://schemas.openxmlformats.org/officeDocument/2006/relationships/oleObject" Target="../embeddings/oleObject198.bin"/><Relationship Id="rId32" Type="http://schemas.openxmlformats.org/officeDocument/2006/relationships/image" Target="../media/image190.wmf"/><Relationship Id="rId37" Type="http://schemas.openxmlformats.org/officeDocument/2006/relationships/oleObject" Target="../embeddings/oleObject205.bin"/><Relationship Id="rId40" Type="http://schemas.openxmlformats.org/officeDocument/2006/relationships/image" Target="../media/image194.wmf"/><Relationship Id="rId5" Type="http://schemas.openxmlformats.org/officeDocument/2006/relationships/image" Target="../media/image178.wmf"/><Relationship Id="rId15" Type="http://schemas.openxmlformats.org/officeDocument/2006/relationships/oleObject" Target="../embeddings/oleObject193.bin"/><Relationship Id="rId23" Type="http://schemas.openxmlformats.org/officeDocument/2006/relationships/image" Target="../media/image186.wmf"/><Relationship Id="rId28" Type="http://schemas.openxmlformats.org/officeDocument/2006/relationships/image" Target="../media/image188.wmf"/><Relationship Id="rId36" Type="http://schemas.openxmlformats.org/officeDocument/2006/relationships/image" Target="../media/image192.wmf"/><Relationship Id="rId10" Type="http://schemas.openxmlformats.org/officeDocument/2006/relationships/oleObject" Target="../embeddings/oleObject190.bin"/><Relationship Id="rId19" Type="http://schemas.openxmlformats.org/officeDocument/2006/relationships/image" Target="../media/image184.wmf"/><Relationship Id="rId31" Type="http://schemas.openxmlformats.org/officeDocument/2006/relationships/oleObject" Target="../embeddings/oleObject202.bin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80.wmf"/><Relationship Id="rId14" Type="http://schemas.openxmlformats.org/officeDocument/2006/relationships/oleObject" Target="../embeddings/oleObject192.bin"/><Relationship Id="rId22" Type="http://schemas.openxmlformats.org/officeDocument/2006/relationships/oleObject" Target="../embeddings/oleObject197.bin"/><Relationship Id="rId27" Type="http://schemas.openxmlformats.org/officeDocument/2006/relationships/oleObject" Target="../embeddings/oleObject200.bin"/><Relationship Id="rId30" Type="http://schemas.openxmlformats.org/officeDocument/2006/relationships/image" Target="../media/image189.wmf"/><Relationship Id="rId35" Type="http://schemas.openxmlformats.org/officeDocument/2006/relationships/oleObject" Target="../embeddings/oleObject204.bin"/><Relationship Id="rId8" Type="http://schemas.openxmlformats.org/officeDocument/2006/relationships/oleObject" Target="../embeddings/oleObject189.bin"/><Relationship Id="rId3" Type="http://schemas.openxmlformats.org/officeDocument/2006/relationships/notesSlide" Target="../notesSlides/notesSlide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9.bin"/><Relationship Id="rId13" Type="http://schemas.openxmlformats.org/officeDocument/2006/relationships/image" Target="../media/image199.emf"/><Relationship Id="rId18" Type="http://schemas.openxmlformats.org/officeDocument/2006/relationships/oleObject" Target="../embeddings/oleObject214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96.wmf"/><Relationship Id="rId12" Type="http://schemas.openxmlformats.org/officeDocument/2006/relationships/oleObject" Target="../embeddings/oleObject211.bin"/><Relationship Id="rId17" Type="http://schemas.openxmlformats.org/officeDocument/2006/relationships/image" Target="../media/image20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13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08.bin"/><Relationship Id="rId11" Type="http://schemas.openxmlformats.org/officeDocument/2006/relationships/image" Target="../media/image198.wmf"/><Relationship Id="rId5" Type="http://schemas.openxmlformats.org/officeDocument/2006/relationships/image" Target="../media/image195.wmf"/><Relationship Id="rId15" Type="http://schemas.openxmlformats.org/officeDocument/2006/relationships/image" Target="../media/image200.wmf"/><Relationship Id="rId10" Type="http://schemas.openxmlformats.org/officeDocument/2006/relationships/oleObject" Target="../embeddings/oleObject210.bin"/><Relationship Id="rId19" Type="http://schemas.openxmlformats.org/officeDocument/2006/relationships/image" Target="../media/image202.emf"/><Relationship Id="rId4" Type="http://schemas.openxmlformats.org/officeDocument/2006/relationships/oleObject" Target="../embeddings/oleObject207.bin"/><Relationship Id="rId9" Type="http://schemas.openxmlformats.org/officeDocument/2006/relationships/image" Target="../media/image197.wmf"/><Relationship Id="rId14" Type="http://schemas.openxmlformats.org/officeDocument/2006/relationships/oleObject" Target="../embeddings/oleObject212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7.wmf"/><Relationship Id="rId18" Type="http://schemas.openxmlformats.org/officeDocument/2006/relationships/oleObject" Target="../embeddings/oleObject222.bin"/><Relationship Id="rId26" Type="http://schemas.openxmlformats.org/officeDocument/2006/relationships/oleObject" Target="../embeddings/oleObject226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211.wmf"/><Relationship Id="rId7" Type="http://schemas.openxmlformats.org/officeDocument/2006/relationships/image" Target="../media/image204.wmf"/><Relationship Id="rId12" Type="http://schemas.openxmlformats.org/officeDocument/2006/relationships/oleObject" Target="../embeddings/oleObject219.bin"/><Relationship Id="rId17" Type="http://schemas.openxmlformats.org/officeDocument/2006/relationships/image" Target="../media/image209.wmf"/><Relationship Id="rId25" Type="http://schemas.openxmlformats.org/officeDocument/2006/relationships/image" Target="../media/image213.wmf"/><Relationship Id="rId33" Type="http://schemas.openxmlformats.org/officeDocument/2006/relationships/image" Target="../media/image21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21.bin"/><Relationship Id="rId20" Type="http://schemas.openxmlformats.org/officeDocument/2006/relationships/oleObject" Target="../embeddings/oleObject223.bin"/><Relationship Id="rId29" Type="http://schemas.openxmlformats.org/officeDocument/2006/relationships/image" Target="../media/image215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16.bin"/><Relationship Id="rId11" Type="http://schemas.openxmlformats.org/officeDocument/2006/relationships/image" Target="../media/image206.wmf"/><Relationship Id="rId24" Type="http://schemas.openxmlformats.org/officeDocument/2006/relationships/oleObject" Target="../embeddings/oleObject225.bin"/><Relationship Id="rId32" Type="http://schemas.openxmlformats.org/officeDocument/2006/relationships/oleObject" Target="../embeddings/oleObject229.bin"/><Relationship Id="rId5" Type="http://schemas.openxmlformats.org/officeDocument/2006/relationships/image" Target="../media/image203.wmf"/><Relationship Id="rId15" Type="http://schemas.openxmlformats.org/officeDocument/2006/relationships/image" Target="../media/image208.wmf"/><Relationship Id="rId23" Type="http://schemas.openxmlformats.org/officeDocument/2006/relationships/image" Target="../media/image212.wmf"/><Relationship Id="rId28" Type="http://schemas.openxmlformats.org/officeDocument/2006/relationships/oleObject" Target="../embeddings/oleObject227.bin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210.wmf"/><Relationship Id="rId31" Type="http://schemas.openxmlformats.org/officeDocument/2006/relationships/image" Target="../media/image216.wmf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205.wmf"/><Relationship Id="rId14" Type="http://schemas.openxmlformats.org/officeDocument/2006/relationships/oleObject" Target="../embeddings/oleObject220.bin"/><Relationship Id="rId22" Type="http://schemas.openxmlformats.org/officeDocument/2006/relationships/oleObject" Target="../embeddings/oleObject224.bin"/><Relationship Id="rId27" Type="http://schemas.openxmlformats.org/officeDocument/2006/relationships/image" Target="../media/image214.wmf"/><Relationship Id="rId30" Type="http://schemas.openxmlformats.org/officeDocument/2006/relationships/oleObject" Target="../embeddings/oleObject228.bin"/><Relationship Id="rId8" Type="http://schemas.openxmlformats.org/officeDocument/2006/relationships/oleObject" Target="../embeddings/oleObject21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13" Type="http://schemas.openxmlformats.org/officeDocument/2006/relationships/image" Target="../media/image222.wmf"/><Relationship Id="rId18" Type="http://schemas.openxmlformats.org/officeDocument/2006/relationships/oleObject" Target="../embeddings/oleObject237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19.w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2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36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21.wmf"/><Relationship Id="rId5" Type="http://schemas.openxmlformats.org/officeDocument/2006/relationships/image" Target="../media/image218.wmf"/><Relationship Id="rId15" Type="http://schemas.openxmlformats.org/officeDocument/2006/relationships/image" Target="../media/image223.w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25.e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20.wmf"/><Relationship Id="rId14" Type="http://schemas.openxmlformats.org/officeDocument/2006/relationships/oleObject" Target="../embeddings/oleObject23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0.bin"/><Relationship Id="rId13" Type="http://schemas.openxmlformats.org/officeDocument/2006/relationships/image" Target="../media/image230.wmf"/><Relationship Id="rId18" Type="http://schemas.openxmlformats.org/officeDocument/2006/relationships/oleObject" Target="../embeddings/oleObject245.bin"/><Relationship Id="rId26" Type="http://schemas.openxmlformats.org/officeDocument/2006/relationships/oleObject" Target="../embeddings/oleObject249.bin"/><Relationship Id="rId3" Type="http://schemas.openxmlformats.org/officeDocument/2006/relationships/notesSlide" Target="../notesSlides/notesSlide17.xml"/><Relationship Id="rId21" Type="http://schemas.openxmlformats.org/officeDocument/2006/relationships/image" Target="../media/image234.wmf"/><Relationship Id="rId7" Type="http://schemas.openxmlformats.org/officeDocument/2006/relationships/image" Target="../media/image227.wmf"/><Relationship Id="rId12" Type="http://schemas.openxmlformats.org/officeDocument/2006/relationships/oleObject" Target="../embeddings/oleObject242.bin"/><Relationship Id="rId17" Type="http://schemas.openxmlformats.org/officeDocument/2006/relationships/image" Target="../media/image232.wmf"/><Relationship Id="rId25" Type="http://schemas.openxmlformats.org/officeDocument/2006/relationships/image" Target="../media/image23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44.bin"/><Relationship Id="rId20" Type="http://schemas.openxmlformats.org/officeDocument/2006/relationships/oleObject" Target="../embeddings/oleObject246.bin"/><Relationship Id="rId29" Type="http://schemas.openxmlformats.org/officeDocument/2006/relationships/image" Target="../media/image238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39.bin"/><Relationship Id="rId11" Type="http://schemas.openxmlformats.org/officeDocument/2006/relationships/image" Target="../media/image229.wmf"/><Relationship Id="rId24" Type="http://schemas.openxmlformats.org/officeDocument/2006/relationships/oleObject" Target="../embeddings/oleObject248.bin"/><Relationship Id="rId5" Type="http://schemas.openxmlformats.org/officeDocument/2006/relationships/image" Target="../media/image226.wmf"/><Relationship Id="rId15" Type="http://schemas.openxmlformats.org/officeDocument/2006/relationships/image" Target="../media/image231.wmf"/><Relationship Id="rId23" Type="http://schemas.openxmlformats.org/officeDocument/2006/relationships/image" Target="../media/image235.wmf"/><Relationship Id="rId28" Type="http://schemas.openxmlformats.org/officeDocument/2006/relationships/oleObject" Target="../embeddings/oleObject250.bin"/><Relationship Id="rId10" Type="http://schemas.openxmlformats.org/officeDocument/2006/relationships/oleObject" Target="../embeddings/oleObject241.bin"/><Relationship Id="rId19" Type="http://schemas.openxmlformats.org/officeDocument/2006/relationships/image" Target="../media/image233.wmf"/><Relationship Id="rId4" Type="http://schemas.openxmlformats.org/officeDocument/2006/relationships/oleObject" Target="../embeddings/oleObject238.bin"/><Relationship Id="rId9" Type="http://schemas.openxmlformats.org/officeDocument/2006/relationships/image" Target="../media/image228.wmf"/><Relationship Id="rId14" Type="http://schemas.openxmlformats.org/officeDocument/2006/relationships/oleObject" Target="../embeddings/oleObject243.bin"/><Relationship Id="rId22" Type="http://schemas.openxmlformats.org/officeDocument/2006/relationships/oleObject" Target="../embeddings/oleObject247.bin"/><Relationship Id="rId27" Type="http://schemas.openxmlformats.org/officeDocument/2006/relationships/image" Target="../media/image23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wmf"/><Relationship Id="rId3" Type="http://schemas.openxmlformats.org/officeDocument/2006/relationships/oleObject" Target="../embeddings/oleObject251.bin"/><Relationship Id="rId7" Type="http://schemas.openxmlformats.org/officeDocument/2006/relationships/oleObject" Target="../embeddings/oleObject253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40.wmf"/><Relationship Id="rId11" Type="http://schemas.openxmlformats.org/officeDocument/2006/relationships/oleObject" Target="../embeddings/oleObject255.bin"/><Relationship Id="rId5" Type="http://schemas.openxmlformats.org/officeDocument/2006/relationships/oleObject" Target="../embeddings/oleObject252.bin"/><Relationship Id="rId10" Type="http://schemas.openxmlformats.org/officeDocument/2006/relationships/image" Target="../media/image242.wmf"/><Relationship Id="rId4" Type="http://schemas.openxmlformats.org/officeDocument/2006/relationships/image" Target="../media/image239.wmf"/><Relationship Id="rId9" Type="http://schemas.openxmlformats.org/officeDocument/2006/relationships/oleObject" Target="../embeddings/oleObject25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61.bin"/><Relationship Id="rId18" Type="http://schemas.openxmlformats.org/officeDocument/2006/relationships/image" Target="../media/image250.wmf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6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49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7.bin"/><Relationship Id="rId15" Type="http://schemas.openxmlformats.org/officeDocument/2006/relationships/oleObject" Target="../embeddings/oleObject262.bin"/><Relationship Id="rId10" Type="http://schemas.openxmlformats.org/officeDocument/2006/relationships/image" Target="../media/image246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4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52.wmf"/><Relationship Id="rId5" Type="http://schemas.openxmlformats.org/officeDocument/2006/relationships/oleObject" Target="../embeddings/oleObject265.bin"/><Relationship Id="rId4" Type="http://schemas.openxmlformats.org/officeDocument/2006/relationships/image" Target="../media/image25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13" Type="http://schemas.openxmlformats.org/officeDocument/2006/relationships/image" Target="../media/image257.wmf"/><Relationship Id="rId18" Type="http://schemas.openxmlformats.org/officeDocument/2006/relationships/oleObject" Target="../embeddings/oleObject273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54.wmf"/><Relationship Id="rId12" Type="http://schemas.openxmlformats.org/officeDocument/2006/relationships/oleObject" Target="../embeddings/oleObject270.bin"/><Relationship Id="rId17" Type="http://schemas.openxmlformats.org/officeDocument/2006/relationships/image" Target="../media/image259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72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256.wmf"/><Relationship Id="rId5" Type="http://schemas.openxmlformats.org/officeDocument/2006/relationships/image" Target="../media/image253.wmf"/><Relationship Id="rId15" Type="http://schemas.openxmlformats.org/officeDocument/2006/relationships/image" Target="../media/image258.wmf"/><Relationship Id="rId10" Type="http://schemas.openxmlformats.org/officeDocument/2006/relationships/oleObject" Target="../embeddings/oleObject269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255.wmf"/><Relationship Id="rId14" Type="http://schemas.openxmlformats.org/officeDocument/2006/relationships/oleObject" Target="../embeddings/oleObject27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oleObject" Target="../embeddings/oleObject279.bin"/><Relationship Id="rId18" Type="http://schemas.openxmlformats.org/officeDocument/2006/relationships/oleObject" Target="../embeddings/oleObject282.bin"/><Relationship Id="rId3" Type="http://schemas.openxmlformats.org/officeDocument/2006/relationships/oleObject" Target="../embeddings/oleObject274.bin"/><Relationship Id="rId21" Type="http://schemas.openxmlformats.org/officeDocument/2006/relationships/oleObject" Target="../embeddings/oleObject284.bin"/><Relationship Id="rId7" Type="http://schemas.openxmlformats.org/officeDocument/2006/relationships/oleObject" Target="../embeddings/oleObject276.bin"/><Relationship Id="rId12" Type="http://schemas.openxmlformats.org/officeDocument/2006/relationships/image" Target="../media/image263.wmf"/><Relationship Id="rId17" Type="http://schemas.openxmlformats.org/officeDocument/2006/relationships/image" Target="../media/image265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81.bin"/><Relationship Id="rId20" Type="http://schemas.openxmlformats.org/officeDocument/2006/relationships/oleObject" Target="../embeddings/oleObject283.bin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78.bin"/><Relationship Id="rId5" Type="http://schemas.openxmlformats.org/officeDocument/2006/relationships/oleObject" Target="../embeddings/oleObject275.bin"/><Relationship Id="rId15" Type="http://schemas.openxmlformats.org/officeDocument/2006/relationships/image" Target="../media/image264.wmf"/><Relationship Id="rId10" Type="http://schemas.openxmlformats.org/officeDocument/2006/relationships/image" Target="../media/image262.wmf"/><Relationship Id="rId19" Type="http://schemas.openxmlformats.org/officeDocument/2006/relationships/image" Target="../media/image266.wmf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77.bin"/><Relationship Id="rId14" Type="http://schemas.openxmlformats.org/officeDocument/2006/relationships/oleObject" Target="../embeddings/oleObject280.bin"/><Relationship Id="rId22" Type="http://schemas.openxmlformats.org/officeDocument/2006/relationships/image" Target="../media/image26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oleObject" Target="../embeddings/oleObject285.bin"/><Relationship Id="rId7" Type="http://schemas.openxmlformats.org/officeDocument/2006/relationships/oleObject" Target="../embeddings/oleObject287.bin"/><Relationship Id="rId12" Type="http://schemas.openxmlformats.org/officeDocument/2006/relationships/image" Target="../media/image27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89.bin"/><Relationship Id="rId5" Type="http://schemas.openxmlformats.org/officeDocument/2006/relationships/oleObject" Target="../embeddings/oleObject286.bin"/><Relationship Id="rId10" Type="http://schemas.openxmlformats.org/officeDocument/2006/relationships/image" Target="../media/image269.wmf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8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13" Type="http://schemas.openxmlformats.org/officeDocument/2006/relationships/image" Target="../media/image275.wmf"/><Relationship Id="rId18" Type="http://schemas.openxmlformats.org/officeDocument/2006/relationships/image" Target="../media/image277.wmf"/><Relationship Id="rId3" Type="http://schemas.openxmlformats.org/officeDocument/2006/relationships/notesSlide" Target="../notesSlides/notesSlide19.xml"/><Relationship Id="rId21" Type="http://schemas.openxmlformats.org/officeDocument/2006/relationships/oleObject" Target="../embeddings/oleObject299.bin"/><Relationship Id="rId7" Type="http://schemas.openxmlformats.org/officeDocument/2006/relationships/image" Target="../media/image272.wmf"/><Relationship Id="rId12" Type="http://schemas.openxmlformats.org/officeDocument/2006/relationships/oleObject" Target="../embeddings/oleObject294.bin"/><Relationship Id="rId17" Type="http://schemas.openxmlformats.org/officeDocument/2006/relationships/oleObject" Target="../embeddings/oleObject29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6.wmf"/><Relationship Id="rId20" Type="http://schemas.openxmlformats.org/officeDocument/2006/relationships/image" Target="../media/image278.wmf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91.bin"/><Relationship Id="rId11" Type="http://schemas.openxmlformats.org/officeDocument/2006/relationships/image" Target="../media/image274.wmf"/><Relationship Id="rId5" Type="http://schemas.openxmlformats.org/officeDocument/2006/relationships/image" Target="../media/image271.wmf"/><Relationship Id="rId15" Type="http://schemas.openxmlformats.org/officeDocument/2006/relationships/oleObject" Target="../embeddings/oleObject296.bin"/><Relationship Id="rId10" Type="http://schemas.openxmlformats.org/officeDocument/2006/relationships/oleObject" Target="../embeddings/oleObject293.bin"/><Relationship Id="rId19" Type="http://schemas.openxmlformats.org/officeDocument/2006/relationships/oleObject" Target="../embeddings/oleObject298.bin"/><Relationship Id="rId4" Type="http://schemas.openxmlformats.org/officeDocument/2006/relationships/oleObject" Target="../embeddings/oleObject290.bin"/><Relationship Id="rId9" Type="http://schemas.openxmlformats.org/officeDocument/2006/relationships/image" Target="../media/image273.wmf"/><Relationship Id="rId14" Type="http://schemas.openxmlformats.org/officeDocument/2006/relationships/oleObject" Target="../embeddings/oleObject295.bin"/><Relationship Id="rId22" Type="http://schemas.openxmlformats.org/officeDocument/2006/relationships/image" Target="../media/image27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13" Type="http://schemas.openxmlformats.org/officeDocument/2006/relationships/oleObject" Target="../embeddings/oleObject305.bin"/><Relationship Id="rId18" Type="http://schemas.openxmlformats.org/officeDocument/2006/relationships/image" Target="../media/image278.wmf"/><Relationship Id="rId3" Type="http://schemas.openxmlformats.org/officeDocument/2006/relationships/oleObject" Target="../embeddings/oleObject300.bin"/><Relationship Id="rId21" Type="http://schemas.openxmlformats.org/officeDocument/2006/relationships/oleObject" Target="../embeddings/oleObject309.bin"/><Relationship Id="rId7" Type="http://schemas.openxmlformats.org/officeDocument/2006/relationships/oleObject" Target="../embeddings/oleObject302.bin"/><Relationship Id="rId12" Type="http://schemas.openxmlformats.org/officeDocument/2006/relationships/image" Target="../media/image282.wmf"/><Relationship Id="rId17" Type="http://schemas.openxmlformats.org/officeDocument/2006/relationships/oleObject" Target="../embeddings/oleObject30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4.wmf"/><Relationship Id="rId20" Type="http://schemas.openxmlformats.org/officeDocument/2006/relationships/image" Target="../media/image279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72.wmf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306.bin"/><Relationship Id="rId10" Type="http://schemas.openxmlformats.org/officeDocument/2006/relationships/image" Target="../media/image281.wmf"/><Relationship Id="rId19" Type="http://schemas.openxmlformats.org/officeDocument/2006/relationships/oleObject" Target="../embeddings/oleObject308.bin"/><Relationship Id="rId4" Type="http://schemas.openxmlformats.org/officeDocument/2006/relationships/image" Target="../media/image271.w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283.wmf"/><Relationship Id="rId22" Type="http://schemas.openxmlformats.org/officeDocument/2006/relationships/image" Target="../media/image28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oleObject" Target="../embeddings/oleObject315.bin"/><Relationship Id="rId18" Type="http://schemas.openxmlformats.org/officeDocument/2006/relationships/oleObject" Target="../embeddings/oleObject318.bin"/><Relationship Id="rId26" Type="http://schemas.openxmlformats.org/officeDocument/2006/relationships/oleObject" Target="../embeddings/oleObject322.bin"/><Relationship Id="rId3" Type="http://schemas.openxmlformats.org/officeDocument/2006/relationships/oleObject" Target="../embeddings/oleObject310.bin"/><Relationship Id="rId21" Type="http://schemas.openxmlformats.org/officeDocument/2006/relationships/image" Target="../media/image292.wmf"/><Relationship Id="rId7" Type="http://schemas.openxmlformats.org/officeDocument/2006/relationships/oleObject" Target="../embeddings/oleObject312.bin"/><Relationship Id="rId12" Type="http://schemas.openxmlformats.org/officeDocument/2006/relationships/image" Target="../media/image289.wmf"/><Relationship Id="rId17" Type="http://schemas.openxmlformats.org/officeDocument/2006/relationships/image" Target="../media/image291.wmf"/><Relationship Id="rId25" Type="http://schemas.openxmlformats.org/officeDocument/2006/relationships/image" Target="../media/image28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7.bin"/><Relationship Id="rId20" Type="http://schemas.openxmlformats.org/officeDocument/2006/relationships/oleObject" Target="../embeddings/oleObject319.bin"/><Relationship Id="rId29" Type="http://schemas.openxmlformats.org/officeDocument/2006/relationships/image" Target="../media/image279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72.wmf"/><Relationship Id="rId11" Type="http://schemas.openxmlformats.org/officeDocument/2006/relationships/oleObject" Target="../embeddings/oleObject314.bin"/><Relationship Id="rId24" Type="http://schemas.openxmlformats.org/officeDocument/2006/relationships/oleObject" Target="../embeddings/oleObject321.bin"/><Relationship Id="rId5" Type="http://schemas.openxmlformats.org/officeDocument/2006/relationships/oleObject" Target="../embeddings/oleObject311.bin"/><Relationship Id="rId15" Type="http://schemas.openxmlformats.org/officeDocument/2006/relationships/image" Target="../media/image290.wmf"/><Relationship Id="rId23" Type="http://schemas.openxmlformats.org/officeDocument/2006/relationships/image" Target="../media/image293.wmf"/><Relationship Id="rId28" Type="http://schemas.openxmlformats.org/officeDocument/2006/relationships/oleObject" Target="../embeddings/oleObject323.bin"/><Relationship Id="rId10" Type="http://schemas.openxmlformats.org/officeDocument/2006/relationships/image" Target="../media/image288.wmf"/><Relationship Id="rId19" Type="http://schemas.openxmlformats.org/officeDocument/2006/relationships/image" Target="../media/image282.wmf"/><Relationship Id="rId31" Type="http://schemas.openxmlformats.org/officeDocument/2006/relationships/image" Target="../media/image294.wmf"/><Relationship Id="rId4" Type="http://schemas.openxmlformats.org/officeDocument/2006/relationships/image" Target="../media/image286.wmf"/><Relationship Id="rId9" Type="http://schemas.openxmlformats.org/officeDocument/2006/relationships/oleObject" Target="../embeddings/oleObject313.bin"/><Relationship Id="rId14" Type="http://schemas.openxmlformats.org/officeDocument/2006/relationships/oleObject" Target="../embeddings/oleObject316.bin"/><Relationship Id="rId22" Type="http://schemas.openxmlformats.org/officeDocument/2006/relationships/oleObject" Target="../embeddings/oleObject320.bin"/><Relationship Id="rId27" Type="http://schemas.openxmlformats.org/officeDocument/2006/relationships/image" Target="../media/image278.wmf"/><Relationship Id="rId30" Type="http://schemas.openxmlformats.org/officeDocument/2006/relationships/oleObject" Target="../embeddings/oleObject32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oleObject" Target="../embeddings/oleObject330.bin"/><Relationship Id="rId18" Type="http://schemas.openxmlformats.org/officeDocument/2006/relationships/image" Target="../media/image302.wmf"/><Relationship Id="rId3" Type="http://schemas.openxmlformats.org/officeDocument/2006/relationships/oleObject" Target="../embeddings/oleObject325.bin"/><Relationship Id="rId21" Type="http://schemas.openxmlformats.org/officeDocument/2006/relationships/oleObject" Target="../embeddings/oleObject334.bin"/><Relationship Id="rId7" Type="http://schemas.openxmlformats.org/officeDocument/2006/relationships/oleObject" Target="../embeddings/oleObject327.bin"/><Relationship Id="rId12" Type="http://schemas.openxmlformats.org/officeDocument/2006/relationships/image" Target="../media/image299.wmf"/><Relationship Id="rId17" Type="http://schemas.openxmlformats.org/officeDocument/2006/relationships/oleObject" Target="../embeddings/oleObject33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01.wmf"/><Relationship Id="rId20" Type="http://schemas.openxmlformats.org/officeDocument/2006/relationships/image" Target="../media/image303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96.wmf"/><Relationship Id="rId11" Type="http://schemas.openxmlformats.org/officeDocument/2006/relationships/oleObject" Target="../embeddings/oleObject329.bin"/><Relationship Id="rId24" Type="http://schemas.openxmlformats.org/officeDocument/2006/relationships/image" Target="../media/image305.wmf"/><Relationship Id="rId5" Type="http://schemas.openxmlformats.org/officeDocument/2006/relationships/oleObject" Target="../embeddings/oleObject326.bin"/><Relationship Id="rId15" Type="http://schemas.openxmlformats.org/officeDocument/2006/relationships/oleObject" Target="../embeddings/oleObject331.bin"/><Relationship Id="rId23" Type="http://schemas.openxmlformats.org/officeDocument/2006/relationships/oleObject" Target="../embeddings/oleObject335.bin"/><Relationship Id="rId10" Type="http://schemas.openxmlformats.org/officeDocument/2006/relationships/image" Target="../media/image298.wmf"/><Relationship Id="rId19" Type="http://schemas.openxmlformats.org/officeDocument/2006/relationships/oleObject" Target="../embeddings/oleObject333.bin"/><Relationship Id="rId4" Type="http://schemas.openxmlformats.org/officeDocument/2006/relationships/image" Target="../media/image295.wmf"/><Relationship Id="rId9" Type="http://schemas.openxmlformats.org/officeDocument/2006/relationships/oleObject" Target="../embeddings/oleObject328.bin"/><Relationship Id="rId14" Type="http://schemas.openxmlformats.org/officeDocument/2006/relationships/image" Target="../media/image300.wmf"/><Relationship Id="rId22" Type="http://schemas.openxmlformats.org/officeDocument/2006/relationships/image" Target="../media/image30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oleObject" Target="../embeddings/oleObject341.bin"/><Relationship Id="rId3" Type="http://schemas.openxmlformats.org/officeDocument/2006/relationships/oleObject" Target="../embeddings/oleObject336.bin"/><Relationship Id="rId7" Type="http://schemas.openxmlformats.org/officeDocument/2006/relationships/oleObject" Target="../embeddings/oleObject338.bin"/><Relationship Id="rId12" Type="http://schemas.openxmlformats.org/officeDocument/2006/relationships/image" Target="../media/image31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12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340.bin"/><Relationship Id="rId5" Type="http://schemas.openxmlformats.org/officeDocument/2006/relationships/oleObject" Target="../embeddings/oleObject337.bin"/><Relationship Id="rId15" Type="http://schemas.openxmlformats.org/officeDocument/2006/relationships/oleObject" Target="../embeddings/oleObject342.bin"/><Relationship Id="rId10" Type="http://schemas.openxmlformats.org/officeDocument/2006/relationships/image" Target="../media/image309.wmf"/><Relationship Id="rId4" Type="http://schemas.openxmlformats.org/officeDocument/2006/relationships/image" Target="../media/image306.wmf"/><Relationship Id="rId9" Type="http://schemas.openxmlformats.org/officeDocument/2006/relationships/oleObject" Target="../embeddings/oleObject339.bin"/><Relationship Id="rId14" Type="http://schemas.openxmlformats.org/officeDocument/2006/relationships/image" Target="../media/image31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oleObject" Target="../embeddings/oleObject348.bin"/><Relationship Id="rId18" Type="http://schemas.openxmlformats.org/officeDocument/2006/relationships/image" Target="../media/image320.wmf"/><Relationship Id="rId3" Type="http://schemas.openxmlformats.org/officeDocument/2006/relationships/oleObject" Target="../embeddings/oleObject343.bin"/><Relationship Id="rId7" Type="http://schemas.openxmlformats.org/officeDocument/2006/relationships/oleObject" Target="../embeddings/oleObject345.bin"/><Relationship Id="rId12" Type="http://schemas.openxmlformats.org/officeDocument/2006/relationships/image" Target="../media/image317.wmf"/><Relationship Id="rId17" Type="http://schemas.openxmlformats.org/officeDocument/2006/relationships/oleObject" Target="../embeddings/oleObject35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19.wmf"/><Relationship Id="rId20" Type="http://schemas.openxmlformats.org/officeDocument/2006/relationships/image" Target="../media/image321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47.bin"/><Relationship Id="rId5" Type="http://schemas.openxmlformats.org/officeDocument/2006/relationships/oleObject" Target="../embeddings/oleObject344.bin"/><Relationship Id="rId15" Type="http://schemas.openxmlformats.org/officeDocument/2006/relationships/oleObject" Target="../embeddings/oleObject349.bin"/><Relationship Id="rId10" Type="http://schemas.openxmlformats.org/officeDocument/2006/relationships/image" Target="../media/image316.wmf"/><Relationship Id="rId19" Type="http://schemas.openxmlformats.org/officeDocument/2006/relationships/oleObject" Target="../embeddings/oleObject351.bin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46.bin"/><Relationship Id="rId14" Type="http://schemas.openxmlformats.org/officeDocument/2006/relationships/image" Target="../media/image318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13" Type="http://schemas.openxmlformats.org/officeDocument/2006/relationships/oleObject" Target="../embeddings/oleObject357.bin"/><Relationship Id="rId18" Type="http://schemas.openxmlformats.org/officeDocument/2006/relationships/image" Target="../media/image329.wmf"/><Relationship Id="rId3" Type="http://schemas.openxmlformats.org/officeDocument/2006/relationships/oleObject" Target="../embeddings/oleObject352.bin"/><Relationship Id="rId21" Type="http://schemas.openxmlformats.org/officeDocument/2006/relationships/oleObject" Target="../embeddings/oleObject361.bin"/><Relationship Id="rId7" Type="http://schemas.openxmlformats.org/officeDocument/2006/relationships/oleObject" Target="../embeddings/oleObject354.bin"/><Relationship Id="rId12" Type="http://schemas.openxmlformats.org/officeDocument/2006/relationships/image" Target="../media/image326.wmf"/><Relationship Id="rId17" Type="http://schemas.openxmlformats.org/officeDocument/2006/relationships/oleObject" Target="../embeddings/oleObject35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28.wmf"/><Relationship Id="rId20" Type="http://schemas.openxmlformats.org/officeDocument/2006/relationships/image" Target="../media/image330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56.bin"/><Relationship Id="rId5" Type="http://schemas.openxmlformats.org/officeDocument/2006/relationships/oleObject" Target="../embeddings/oleObject353.bin"/><Relationship Id="rId15" Type="http://schemas.openxmlformats.org/officeDocument/2006/relationships/oleObject" Target="../embeddings/oleObject358.bin"/><Relationship Id="rId10" Type="http://schemas.openxmlformats.org/officeDocument/2006/relationships/image" Target="../media/image325.wmf"/><Relationship Id="rId19" Type="http://schemas.openxmlformats.org/officeDocument/2006/relationships/oleObject" Target="../embeddings/oleObject360.bin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55.bin"/><Relationship Id="rId14" Type="http://schemas.openxmlformats.org/officeDocument/2006/relationships/image" Target="../media/image327.wmf"/><Relationship Id="rId22" Type="http://schemas.openxmlformats.org/officeDocument/2006/relationships/image" Target="../media/image331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3" Type="http://schemas.openxmlformats.org/officeDocument/2006/relationships/oleObject" Target="../embeddings/oleObject362.bin"/><Relationship Id="rId7" Type="http://schemas.openxmlformats.org/officeDocument/2006/relationships/oleObject" Target="../embeddings/oleObject364.bin"/><Relationship Id="rId12" Type="http://schemas.openxmlformats.org/officeDocument/2006/relationships/image" Target="../media/image33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33.wmf"/><Relationship Id="rId11" Type="http://schemas.openxmlformats.org/officeDocument/2006/relationships/oleObject" Target="../embeddings/oleObject366.bin"/><Relationship Id="rId5" Type="http://schemas.openxmlformats.org/officeDocument/2006/relationships/oleObject" Target="../embeddings/oleObject363.bin"/><Relationship Id="rId10" Type="http://schemas.openxmlformats.org/officeDocument/2006/relationships/image" Target="../media/image335.wmf"/><Relationship Id="rId4" Type="http://schemas.openxmlformats.org/officeDocument/2006/relationships/image" Target="../media/image332.wmf"/><Relationship Id="rId9" Type="http://schemas.openxmlformats.org/officeDocument/2006/relationships/oleObject" Target="../embeddings/oleObject365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38.wmf"/><Relationship Id="rId5" Type="http://schemas.openxmlformats.org/officeDocument/2006/relationships/oleObject" Target="../embeddings/oleObject368.bin"/><Relationship Id="rId4" Type="http://schemas.openxmlformats.org/officeDocument/2006/relationships/image" Target="../media/image33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13" Type="http://schemas.openxmlformats.org/officeDocument/2006/relationships/oleObject" Target="../embeddings/oleObject374.bin"/><Relationship Id="rId18" Type="http://schemas.openxmlformats.org/officeDocument/2006/relationships/image" Target="../media/image346.wmf"/><Relationship Id="rId3" Type="http://schemas.openxmlformats.org/officeDocument/2006/relationships/oleObject" Target="../embeddings/oleObject369.bin"/><Relationship Id="rId7" Type="http://schemas.openxmlformats.org/officeDocument/2006/relationships/oleObject" Target="../embeddings/oleObject371.bin"/><Relationship Id="rId12" Type="http://schemas.openxmlformats.org/officeDocument/2006/relationships/image" Target="../media/image343.wmf"/><Relationship Id="rId17" Type="http://schemas.openxmlformats.org/officeDocument/2006/relationships/oleObject" Target="../embeddings/oleObject3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5.wmf"/><Relationship Id="rId20" Type="http://schemas.openxmlformats.org/officeDocument/2006/relationships/image" Target="../media/image347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40.wmf"/><Relationship Id="rId11" Type="http://schemas.openxmlformats.org/officeDocument/2006/relationships/oleObject" Target="../embeddings/oleObject373.bin"/><Relationship Id="rId5" Type="http://schemas.openxmlformats.org/officeDocument/2006/relationships/oleObject" Target="../embeddings/oleObject370.bin"/><Relationship Id="rId15" Type="http://schemas.openxmlformats.org/officeDocument/2006/relationships/oleObject" Target="../embeddings/oleObject375.bin"/><Relationship Id="rId10" Type="http://schemas.openxmlformats.org/officeDocument/2006/relationships/image" Target="../media/image342.wmf"/><Relationship Id="rId19" Type="http://schemas.openxmlformats.org/officeDocument/2006/relationships/oleObject" Target="../embeddings/oleObject377.bin"/><Relationship Id="rId4" Type="http://schemas.openxmlformats.org/officeDocument/2006/relationships/image" Target="../media/image339.wmf"/><Relationship Id="rId9" Type="http://schemas.openxmlformats.org/officeDocument/2006/relationships/oleObject" Target="../embeddings/oleObject372.bin"/><Relationship Id="rId14" Type="http://schemas.openxmlformats.org/officeDocument/2006/relationships/image" Target="../media/image344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wmf"/><Relationship Id="rId13" Type="http://schemas.openxmlformats.org/officeDocument/2006/relationships/oleObject" Target="../embeddings/oleObject383.bin"/><Relationship Id="rId3" Type="http://schemas.openxmlformats.org/officeDocument/2006/relationships/oleObject" Target="../embeddings/oleObject378.bin"/><Relationship Id="rId7" Type="http://schemas.openxmlformats.org/officeDocument/2006/relationships/oleObject" Target="../embeddings/oleObject380.bin"/><Relationship Id="rId12" Type="http://schemas.openxmlformats.org/officeDocument/2006/relationships/image" Target="../media/image3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49.wmf"/><Relationship Id="rId11" Type="http://schemas.openxmlformats.org/officeDocument/2006/relationships/oleObject" Target="../embeddings/oleObject382.bin"/><Relationship Id="rId5" Type="http://schemas.openxmlformats.org/officeDocument/2006/relationships/oleObject" Target="../embeddings/oleObject379.bin"/><Relationship Id="rId10" Type="http://schemas.openxmlformats.org/officeDocument/2006/relationships/image" Target="../media/image351.wmf"/><Relationship Id="rId4" Type="http://schemas.openxmlformats.org/officeDocument/2006/relationships/image" Target="../media/image348.wmf"/><Relationship Id="rId9" Type="http://schemas.openxmlformats.org/officeDocument/2006/relationships/oleObject" Target="../embeddings/oleObject381.bin"/><Relationship Id="rId14" Type="http://schemas.openxmlformats.org/officeDocument/2006/relationships/image" Target="../media/image35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3" Type="http://schemas.openxmlformats.org/officeDocument/2006/relationships/oleObject" Target="../embeddings/oleObject384.bin"/><Relationship Id="rId7" Type="http://schemas.openxmlformats.org/officeDocument/2006/relationships/oleObject" Target="../embeddings/oleObject386.bin"/><Relationship Id="rId12" Type="http://schemas.openxmlformats.org/officeDocument/2006/relationships/image" Target="../media/image3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55.wmf"/><Relationship Id="rId11" Type="http://schemas.openxmlformats.org/officeDocument/2006/relationships/oleObject" Target="../embeddings/oleObject388.bin"/><Relationship Id="rId5" Type="http://schemas.openxmlformats.org/officeDocument/2006/relationships/oleObject" Target="../embeddings/oleObject385.bin"/><Relationship Id="rId10" Type="http://schemas.openxmlformats.org/officeDocument/2006/relationships/image" Target="../media/image357.wmf"/><Relationship Id="rId4" Type="http://schemas.openxmlformats.org/officeDocument/2006/relationships/image" Target="../media/image354.wmf"/><Relationship Id="rId9" Type="http://schemas.openxmlformats.org/officeDocument/2006/relationships/oleObject" Target="../embeddings/oleObject387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wmf"/><Relationship Id="rId13" Type="http://schemas.openxmlformats.org/officeDocument/2006/relationships/oleObject" Target="../embeddings/oleObject394.bin"/><Relationship Id="rId18" Type="http://schemas.openxmlformats.org/officeDocument/2006/relationships/image" Target="../media/image366.wmf"/><Relationship Id="rId26" Type="http://schemas.openxmlformats.org/officeDocument/2006/relationships/image" Target="../media/image370.wmf"/><Relationship Id="rId3" Type="http://schemas.openxmlformats.org/officeDocument/2006/relationships/oleObject" Target="../embeddings/oleObject389.bin"/><Relationship Id="rId21" Type="http://schemas.openxmlformats.org/officeDocument/2006/relationships/oleObject" Target="../embeddings/oleObject398.bin"/><Relationship Id="rId7" Type="http://schemas.openxmlformats.org/officeDocument/2006/relationships/oleObject" Target="../embeddings/oleObject391.bin"/><Relationship Id="rId12" Type="http://schemas.openxmlformats.org/officeDocument/2006/relationships/image" Target="../media/image363.wmf"/><Relationship Id="rId17" Type="http://schemas.openxmlformats.org/officeDocument/2006/relationships/oleObject" Target="../embeddings/oleObject396.bin"/><Relationship Id="rId25" Type="http://schemas.openxmlformats.org/officeDocument/2006/relationships/oleObject" Target="../embeddings/oleObject40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65.wmf"/><Relationship Id="rId20" Type="http://schemas.openxmlformats.org/officeDocument/2006/relationships/image" Target="../media/image367.wmf"/><Relationship Id="rId29" Type="http://schemas.openxmlformats.org/officeDocument/2006/relationships/oleObject" Target="../embeddings/oleObject402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60.wmf"/><Relationship Id="rId11" Type="http://schemas.openxmlformats.org/officeDocument/2006/relationships/oleObject" Target="../embeddings/oleObject393.bin"/><Relationship Id="rId24" Type="http://schemas.openxmlformats.org/officeDocument/2006/relationships/image" Target="../media/image369.wmf"/><Relationship Id="rId32" Type="http://schemas.openxmlformats.org/officeDocument/2006/relationships/image" Target="../media/image373.wmf"/><Relationship Id="rId5" Type="http://schemas.openxmlformats.org/officeDocument/2006/relationships/oleObject" Target="../embeddings/oleObject390.bin"/><Relationship Id="rId15" Type="http://schemas.openxmlformats.org/officeDocument/2006/relationships/oleObject" Target="../embeddings/oleObject395.bin"/><Relationship Id="rId23" Type="http://schemas.openxmlformats.org/officeDocument/2006/relationships/oleObject" Target="../embeddings/oleObject399.bin"/><Relationship Id="rId28" Type="http://schemas.openxmlformats.org/officeDocument/2006/relationships/image" Target="../media/image371.wmf"/><Relationship Id="rId10" Type="http://schemas.openxmlformats.org/officeDocument/2006/relationships/image" Target="../media/image362.wmf"/><Relationship Id="rId19" Type="http://schemas.openxmlformats.org/officeDocument/2006/relationships/oleObject" Target="../embeddings/oleObject397.bin"/><Relationship Id="rId31" Type="http://schemas.openxmlformats.org/officeDocument/2006/relationships/oleObject" Target="../embeddings/oleObject403.bin"/><Relationship Id="rId4" Type="http://schemas.openxmlformats.org/officeDocument/2006/relationships/image" Target="../media/image359.wmf"/><Relationship Id="rId9" Type="http://schemas.openxmlformats.org/officeDocument/2006/relationships/oleObject" Target="../embeddings/oleObject392.bin"/><Relationship Id="rId14" Type="http://schemas.openxmlformats.org/officeDocument/2006/relationships/image" Target="../media/image364.wmf"/><Relationship Id="rId22" Type="http://schemas.openxmlformats.org/officeDocument/2006/relationships/image" Target="../media/image368.wmf"/><Relationship Id="rId27" Type="http://schemas.openxmlformats.org/officeDocument/2006/relationships/oleObject" Target="../embeddings/oleObject401.bin"/><Relationship Id="rId30" Type="http://schemas.openxmlformats.org/officeDocument/2006/relationships/image" Target="../media/image372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wmf"/><Relationship Id="rId13" Type="http://schemas.openxmlformats.org/officeDocument/2006/relationships/oleObject" Target="../embeddings/oleObject409.bin"/><Relationship Id="rId18" Type="http://schemas.openxmlformats.org/officeDocument/2006/relationships/image" Target="../media/image381.wmf"/><Relationship Id="rId26" Type="http://schemas.openxmlformats.org/officeDocument/2006/relationships/image" Target="../media/image385.wmf"/><Relationship Id="rId3" Type="http://schemas.openxmlformats.org/officeDocument/2006/relationships/oleObject" Target="../embeddings/oleObject404.bin"/><Relationship Id="rId21" Type="http://schemas.openxmlformats.org/officeDocument/2006/relationships/oleObject" Target="../embeddings/oleObject413.bin"/><Relationship Id="rId7" Type="http://schemas.openxmlformats.org/officeDocument/2006/relationships/oleObject" Target="../embeddings/oleObject406.bin"/><Relationship Id="rId12" Type="http://schemas.openxmlformats.org/officeDocument/2006/relationships/image" Target="../media/image378.wmf"/><Relationship Id="rId17" Type="http://schemas.openxmlformats.org/officeDocument/2006/relationships/oleObject" Target="../embeddings/oleObject411.bin"/><Relationship Id="rId25" Type="http://schemas.openxmlformats.org/officeDocument/2006/relationships/oleObject" Target="../embeddings/oleObject415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80.wmf"/><Relationship Id="rId20" Type="http://schemas.openxmlformats.org/officeDocument/2006/relationships/image" Target="../media/image382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75.wmf"/><Relationship Id="rId11" Type="http://schemas.openxmlformats.org/officeDocument/2006/relationships/oleObject" Target="../embeddings/oleObject408.bin"/><Relationship Id="rId24" Type="http://schemas.openxmlformats.org/officeDocument/2006/relationships/image" Target="../media/image384.wmf"/><Relationship Id="rId5" Type="http://schemas.openxmlformats.org/officeDocument/2006/relationships/oleObject" Target="../embeddings/oleObject405.bin"/><Relationship Id="rId15" Type="http://schemas.openxmlformats.org/officeDocument/2006/relationships/oleObject" Target="../embeddings/oleObject410.bin"/><Relationship Id="rId23" Type="http://schemas.openxmlformats.org/officeDocument/2006/relationships/oleObject" Target="../embeddings/oleObject414.bin"/><Relationship Id="rId28" Type="http://schemas.openxmlformats.org/officeDocument/2006/relationships/image" Target="../media/image386.wmf"/><Relationship Id="rId10" Type="http://schemas.openxmlformats.org/officeDocument/2006/relationships/image" Target="../media/image377.wmf"/><Relationship Id="rId19" Type="http://schemas.openxmlformats.org/officeDocument/2006/relationships/oleObject" Target="../embeddings/oleObject412.bin"/><Relationship Id="rId4" Type="http://schemas.openxmlformats.org/officeDocument/2006/relationships/image" Target="../media/image374.wmf"/><Relationship Id="rId9" Type="http://schemas.openxmlformats.org/officeDocument/2006/relationships/oleObject" Target="../embeddings/oleObject407.bin"/><Relationship Id="rId14" Type="http://schemas.openxmlformats.org/officeDocument/2006/relationships/image" Target="../media/image379.wmf"/><Relationship Id="rId22" Type="http://schemas.openxmlformats.org/officeDocument/2006/relationships/image" Target="../media/image383.wmf"/><Relationship Id="rId27" Type="http://schemas.openxmlformats.org/officeDocument/2006/relationships/oleObject" Target="../embeddings/oleObject416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13" Type="http://schemas.openxmlformats.org/officeDocument/2006/relationships/oleObject" Target="../embeddings/oleObject422.bin"/><Relationship Id="rId18" Type="http://schemas.openxmlformats.org/officeDocument/2006/relationships/image" Target="../media/image394.wmf"/><Relationship Id="rId26" Type="http://schemas.openxmlformats.org/officeDocument/2006/relationships/image" Target="../media/image398.wmf"/><Relationship Id="rId3" Type="http://schemas.openxmlformats.org/officeDocument/2006/relationships/oleObject" Target="../embeddings/oleObject417.bin"/><Relationship Id="rId21" Type="http://schemas.openxmlformats.org/officeDocument/2006/relationships/oleObject" Target="../embeddings/oleObject426.bin"/><Relationship Id="rId7" Type="http://schemas.openxmlformats.org/officeDocument/2006/relationships/oleObject" Target="../embeddings/oleObject419.bin"/><Relationship Id="rId12" Type="http://schemas.openxmlformats.org/officeDocument/2006/relationships/image" Target="../media/image391.wmf"/><Relationship Id="rId17" Type="http://schemas.openxmlformats.org/officeDocument/2006/relationships/oleObject" Target="../embeddings/oleObject424.bin"/><Relationship Id="rId25" Type="http://schemas.openxmlformats.org/officeDocument/2006/relationships/oleObject" Target="../embeddings/oleObject42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93.wmf"/><Relationship Id="rId20" Type="http://schemas.openxmlformats.org/officeDocument/2006/relationships/image" Target="../media/image395.wmf"/><Relationship Id="rId29" Type="http://schemas.openxmlformats.org/officeDocument/2006/relationships/oleObject" Target="../embeddings/oleObject430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88.wmf"/><Relationship Id="rId11" Type="http://schemas.openxmlformats.org/officeDocument/2006/relationships/oleObject" Target="../embeddings/oleObject421.bin"/><Relationship Id="rId24" Type="http://schemas.openxmlformats.org/officeDocument/2006/relationships/image" Target="../media/image397.wmf"/><Relationship Id="rId32" Type="http://schemas.openxmlformats.org/officeDocument/2006/relationships/image" Target="../media/image401.wmf"/><Relationship Id="rId5" Type="http://schemas.openxmlformats.org/officeDocument/2006/relationships/oleObject" Target="../embeddings/oleObject418.bin"/><Relationship Id="rId15" Type="http://schemas.openxmlformats.org/officeDocument/2006/relationships/oleObject" Target="../embeddings/oleObject423.bin"/><Relationship Id="rId23" Type="http://schemas.openxmlformats.org/officeDocument/2006/relationships/oleObject" Target="../embeddings/oleObject427.bin"/><Relationship Id="rId28" Type="http://schemas.openxmlformats.org/officeDocument/2006/relationships/image" Target="../media/image399.wmf"/><Relationship Id="rId10" Type="http://schemas.openxmlformats.org/officeDocument/2006/relationships/image" Target="../media/image390.wmf"/><Relationship Id="rId19" Type="http://schemas.openxmlformats.org/officeDocument/2006/relationships/oleObject" Target="../embeddings/oleObject425.bin"/><Relationship Id="rId31" Type="http://schemas.openxmlformats.org/officeDocument/2006/relationships/oleObject" Target="../embeddings/oleObject431.bin"/><Relationship Id="rId4" Type="http://schemas.openxmlformats.org/officeDocument/2006/relationships/image" Target="../media/image387.wmf"/><Relationship Id="rId9" Type="http://schemas.openxmlformats.org/officeDocument/2006/relationships/oleObject" Target="../embeddings/oleObject420.bin"/><Relationship Id="rId14" Type="http://schemas.openxmlformats.org/officeDocument/2006/relationships/image" Target="../media/image392.wmf"/><Relationship Id="rId22" Type="http://schemas.openxmlformats.org/officeDocument/2006/relationships/image" Target="../media/image396.wmf"/><Relationship Id="rId27" Type="http://schemas.openxmlformats.org/officeDocument/2006/relationships/oleObject" Target="../embeddings/oleObject429.bin"/><Relationship Id="rId30" Type="http://schemas.openxmlformats.org/officeDocument/2006/relationships/image" Target="../media/image40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4.wmf"/><Relationship Id="rId13" Type="http://schemas.openxmlformats.org/officeDocument/2006/relationships/oleObject" Target="../embeddings/oleObject437.bin"/><Relationship Id="rId18" Type="http://schemas.openxmlformats.org/officeDocument/2006/relationships/image" Target="../media/image409.wmf"/><Relationship Id="rId3" Type="http://schemas.openxmlformats.org/officeDocument/2006/relationships/oleObject" Target="../embeddings/oleObject432.bin"/><Relationship Id="rId7" Type="http://schemas.openxmlformats.org/officeDocument/2006/relationships/oleObject" Target="../embeddings/oleObject434.bin"/><Relationship Id="rId12" Type="http://schemas.openxmlformats.org/officeDocument/2006/relationships/image" Target="../media/image406.wmf"/><Relationship Id="rId17" Type="http://schemas.openxmlformats.org/officeDocument/2006/relationships/oleObject" Target="../embeddings/oleObject43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08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403.wmf"/><Relationship Id="rId11" Type="http://schemas.openxmlformats.org/officeDocument/2006/relationships/oleObject" Target="../embeddings/oleObject436.bin"/><Relationship Id="rId5" Type="http://schemas.openxmlformats.org/officeDocument/2006/relationships/oleObject" Target="../embeddings/oleObject433.bin"/><Relationship Id="rId15" Type="http://schemas.openxmlformats.org/officeDocument/2006/relationships/oleObject" Target="../embeddings/oleObject438.bin"/><Relationship Id="rId10" Type="http://schemas.openxmlformats.org/officeDocument/2006/relationships/image" Target="../media/image405.wmf"/><Relationship Id="rId4" Type="http://schemas.openxmlformats.org/officeDocument/2006/relationships/image" Target="../media/image402.wmf"/><Relationship Id="rId9" Type="http://schemas.openxmlformats.org/officeDocument/2006/relationships/oleObject" Target="../embeddings/oleObject435.bin"/><Relationship Id="rId14" Type="http://schemas.openxmlformats.org/officeDocument/2006/relationships/image" Target="../media/image407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2.bin"/><Relationship Id="rId13" Type="http://schemas.openxmlformats.org/officeDocument/2006/relationships/image" Target="../media/image414.wmf"/><Relationship Id="rId18" Type="http://schemas.openxmlformats.org/officeDocument/2006/relationships/oleObject" Target="../embeddings/oleObject447.bin"/><Relationship Id="rId3" Type="http://schemas.openxmlformats.org/officeDocument/2006/relationships/notesSlide" Target="../notesSlides/notesSlide20.xml"/><Relationship Id="rId21" Type="http://schemas.openxmlformats.org/officeDocument/2006/relationships/image" Target="../media/image418.wmf"/><Relationship Id="rId7" Type="http://schemas.openxmlformats.org/officeDocument/2006/relationships/image" Target="../media/image411.wmf"/><Relationship Id="rId12" Type="http://schemas.openxmlformats.org/officeDocument/2006/relationships/oleObject" Target="../embeddings/oleObject444.bin"/><Relationship Id="rId17" Type="http://schemas.openxmlformats.org/officeDocument/2006/relationships/image" Target="../media/image416.wmf"/><Relationship Id="rId25" Type="http://schemas.openxmlformats.org/officeDocument/2006/relationships/image" Target="../media/image42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446.bin"/><Relationship Id="rId20" Type="http://schemas.openxmlformats.org/officeDocument/2006/relationships/oleObject" Target="../embeddings/oleObject448.bin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441.bin"/><Relationship Id="rId11" Type="http://schemas.openxmlformats.org/officeDocument/2006/relationships/image" Target="../media/image413.wmf"/><Relationship Id="rId24" Type="http://schemas.openxmlformats.org/officeDocument/2006/relationships/oleObject" Target="../embeddings/oleObject450.bin"/><Relationship Id="rId5" Type="http://schemas.openxmlformats.org/officeDocument/2006/relationships/image" Target="../media/image410.wmf"/><Relationship Id="rId15" Type="http://schemas.openxmlformats.org/officeDocument/2006/relationships/image" Target="../media/image415.wmf"/><Relationship Id="rId23" Type="http://schemas.openxmlformats.org/officeDocument/2006/relationships/image" Target="../media/image419.wmf"/><Relationship Id="rId10" Type="http://schemas.openxmlformats.org/officeDocument/2006/relationships/oleObject" Target="../embeddings/oleObject443.bin"/><Relationship Id="rId19" Type="http://schemas.openxmlformats.org/officeDocument/2006/relationships/image" Target="../media/image417.wmf"/><Relationship Id="rId4" Type="http://schemas.openxmlformats.org/officeDocument/2006/relationships/oleObject" Target="../embeddings/oleObject440.bin"/><Relationship Id="rId9" Type="http://schemas.openxmlformats.org/officeDocument/2006/relationships/image" Target="../media/image412.wmf"/><Relationship Id="rId14" Type="http://schemas.openxmlformats.org/officeDocument/2006/relationships/oleObject" Target="../embeddings/oleObject445.bin"/><Relationship Id="rId22" Type="http://schemas.openxmlformats.org/officeDocument/2006/relationships/oleObject" Target="../embeddings/oleObject44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13" Type="http://schemas.openxmlformats.org/officeDocument/2006/relationships/oleObject" Target="../embeddings/oleObject456.bin"/><Relationship Id="rId18" Type="http://schemas.openxmlformats.org/officeDocument/2006/relationships/image" Target="../media/image415.wmf"/><Relationship Id="rId3" Type="http://schemas.openxmlformats.org/officeDocument/2006/relationships/oleObject" Target="../embeddings/oleObject451.bin"/><Relationship Id="rId21" Type="http://schemas.openxmlformats.org/officeDocument/2006/relationships/oleObject" Target="../embeddings/oleObject460.bin"/><Relationship Id="rId7" Type="http://schemas.openxmlformats.org/officeDocument/2006/relationships/oleObject" Target="../embeddings/oleObject453.bin"/><Relationship Id="rId12" Type="http://schemas.openxmlformats.org/officeDocument/2006/relationships/image" Target="../media/image424.wmf"/><Relationship Id="rId17" Type="http://schemas.openxmlformats.org/officeDocument/2006/relationships/oleObject" Target="../embeddings/oleObject45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14.wmf"/><Relationship Id="rId20" Type="http://schemas.openxmlformats.org/officeDocument/2006/relationships/image" Target="../media/image426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421.wmf"/><Relationship Id="rId11" Type="http://schemas.openxmlformats.org/officeDocument/2006/relationships/oleObject" Target="../embeddings/oleObject455.bin"/><Relationship Id="rId24" Type="http://schemas.openxmlformats.org/officeDocument/2006/relationships/image" Target="../media/image428.wmf"/><Relationship Id="rId5" Type="http://schemas.openxmlformats.org/officeDocument/2006/relationships/oleObject" Target="../embeddings/oleObject452.bin"/><Relationship Id="rId15" Type="http://schemas.openxmlformats.org/officeDocument/2006/relationships/oleObject" Target="../embeddings/oleObject457.bin"/><Relationship Id="rId23" Type="http://schemas.openxmlformats.org/officeDocument/2006/relationships/oleObject" Target="../embeddings/oleObject461.bin"/><Relationship Id="rId10" Type="http://schemas.openxmlformats.org/officeDocument/2006/relationships/image" Target="../media/image423.wmf"/><Relationship Id="rId19" Type="http://schemas.openxmlformats.org/officeDocument/2006/relationships/oleObject" Target="../embeddings/oleObject459.bin"/><Relationship Id="rId4" Type="http://schemas.openxmlformats.org/officeDocument/2006/relationships/image" Target="../media/image420.wmf"/><Relationship Id="rId9" Type="http://schemas.openxmlformats.org/officeDocument/2006/relationships/oleObject" Target="../embeddings/oleObject454.bin"/><Relationship Id="rId14" Type="http://schemas.openxmlformats.org/officeDocument/2006/relationships/image" Target="../media/image425.wmf"/><Relationship Id="rId22" Type="http://schemas.openxmlformats.org/officeDocument/2006/relationships/image" Target="../media/image427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F76AE-021B-45AE-83CD-C51C68C9166B}"/>
              </a:ext>
            </a:extLst>
          </p:cNvPr>
          <p:cNvSpPr txBox="1">
            <a:spLocks/>
          </p:cNvSpPr>
          <p:nvPr/>
        </p:nvSpPr>
        <p:spPr>
          <a:xfrm>
            <a:off x="755576" y="915566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第二章  导数与微分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EB80A1-0BF8-4311-A10A-82FFC6BAD760}"/>
              </a:ext>
            </a:extLst>
          </p:cNvPr>
          <p:cNvSpPr txBox="1">
            <a:spLocks/>
          </p:cNvSpPr>
          <p:nvPr/>
        </p:nvSpPr>
        <p:spPr>
          <a:xfrm>
            <a:off x="1331640" y="2319722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第一节  导数概念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8434209B-A17A-41A7-A5B9-A043CAEE3116}"/>
              </a:ext>
            </a:extLst>
          </p:cNvPr>
          <p:cNvSpPr txBox="1">
            <a:spLocks/>
          </p:cNvSpPr>
          <p:nvPr/>
        </p:nvSpPr>
        <p:spPr>
          <a:xfrm>
            <a:off x="1441376" y="3429678"/>
            <a:ext cx="64008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 郭晓峰</a:t>
            </a:r>
          </a:p>
        </p:txBody>
      </p:sp>
    </p:spTree>
    <p:extLst>
      <p:ext uri="{BB962C8B-B14F-4D97-AF65-F5344CB8AC3E}">
        <p14:creationId xmlns:p14="http://schemas.microsoft.com/office/powerpoint/2010/main" val="3111232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">
            <a:extLst>
              <a:ext uri="{FF2B5EF4-FFF2-40B4-BE49-F238E27FC236}">
                <a16:creationId xmlns:a16="http://schemas.microsoft.com/office/drawing/2014/main" id="{EFBC90E7-88CD-437C-A120-53C0CD86898A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818406"/>
            <a:ext cx="172819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切线问题</a:t>
            </a:r>
          </a:p>
        </p:txBody>
      </p:sp>
      <p:grpSp>
        <p:nvGrpSpPr>
          <p:cNvPr id="58" name="Group 3">
            <a:extLst>
              <a:ext uri="{FF2B5EF4-FFF2-40B4-BE49-F238E27FC236}">
                <a16:creationId xmlns:a16="http://schemas.microsoft.com/office/drawing/2014/main" id="{39D9FC9E-BFE9-462F-BB57-8475CE15418D}"/>
              </a:ext>
            </a:extLst>
          </p:cNvPr>
          <p:cNvGrpSpPr>
            <a:grpSpLocks/>
          </p:cNvGrpSpPr>
          <p:nvPr/>
        </p:nvGrpSpPr>
        <p:grpSpPr bwMode="auto">
          <a:xfrm>
            <a:off x="6020469" y="1172762"/>
            <a:ext cx="2738438" cy="2127250"/>
            <a:chOff x="32" y="64"/>
            <a:chExt cx="1725" cy="1340"/>
          </a:xfrm>
        </p:grpSpPr>
        <p:sp>
          <p:nvSpPr>
            <p:cNvPr id="67" name="Line 4">
              <a:extLst>
                <a:ext uri="{FF2B5EF4-FFF2-40B4-BE49-F238E27FC236}">
                  <a16:creationId xmlns:a16="http://schemas.microsoft.com/office/drawing/2014/main" id="{D1BB8E26-EEBF-46F5-BC6E-742B6C467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" y="1189"/>
              <a:ext cx="1621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5">
              <a:extLst>
                <a:ext uri="{FF2B5EF4-FFF2-40B4-BE49-F238E27FC236}">
                  <a16:creationId xmlns:a16="http://schemas.microsoft.com/office/drawing/2014/main" id="{544A611A-F30D-4C67-A124-329E07EDA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" y="64"/>
              <a:ext cx="0" cy="1313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CA072D22-36AB-42BE-AE25-98BE78781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" y="189"/>
              <a:ext cx="936" cy="813"/>
            </a:xfrm>
            <a:custGeom>
              <a:avLst/>
              <a:gdLst>
                <a:gd name="T0" fmla="*/ 0 w 720"/>
                <a:gd name="T1" fmla="*/ 624 h 624"/>
                <a:gd name="T2" fmla="*/ 288 w 720"/>
                <a:gd name="T3" fmla="*/ 576 h 624"/>
                <a:gd name="T4" fmla="*/ 528 w 720"/>
                <a:gd name="T5" fmla="*/ 384 h 624"/>
                <a:gd name="T6" fmla="*/ 720 w 720"/>
                <a:gd name="T7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624">
                  <a:moveTo>
                    <a:pt x="0" y="624"/>
                  </a:moveTo>
                  <a:cubicBezTo>
                    <a:pt x="100" y="620"/>
                    <a:pt x="200" y="616"/>
                    <a:pt x="288" y="576"/>
                  </a:cubicBezTo>
                  <a:cubicBezTo>
                    <a:pt x="376" y="536"/>
                    <a:pt x="456" y="480"/>
                    <a:pt x="528" y="384"/>
                  </a:cubicBezTo>
                  <a:cubicBezTo>
                    <a:pt x="600" y="288"/>
                    <a:pt x="688" y="64"/>
                    <a:pt x="720" y="0"/>
                  </a:cubicBezTo>
                </a:path>
              </a:pathLst>
            </a:custGeom>
            <a:noFill/>
            <a:ln w="2540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Object 7">
                  <a:extLst>
                    <a:ext uri="{FF2B5EF4-FFF2-40B4-BE49-F238E27FC236}">
                      <a16:creationId xmlns:a16="http://schemas.microsoft.com/office/drawing/2014/main" id="{2AC5C046-9742-4C81-A88C-9B918A2F3B33}"/>
                    </a:ext>
                  </a:extLst>
                </p:cNvPr>
                <p:cNvSpPr txBox="1"/>
                <p:nvPr/>
              </p:nvSpPr>
              <p:spPr bwMode="auto">
                <a:xfrm>
                  <a:off x="1588" y="1169"/>
                  <a:ext cx="169" cy="188"/>
                </a:xfrm>
                <a:prstGeom prst="rect">
                  <a:avLst/>
                </a:prstGeom>
                <a:noFill/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70" name="Object 7">
                  <a:extLst>
                    <a:ext uri="{FF2B5EF4-FFF2-40B4-BE49-F238E27FC236}">
                      <a16:creationId xmlns:a16="http://schemas.microsoft.com/office/drawing/2014/main" id="{2AC5C046-9742-4C81-A88C-9B918A2F3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88" y="1169"/>
                  <a:ext cx="169" cy="188"/>
                </a:xfrm>
                <a:prstGeom prst="rect">
                  <a:avLst/>
                </a:prstGeom>
                <a:blipFill>
                  <a:blip r:embed="rId4"/>
                  <a:stretch>
                    <a:fillRect r="-6818" b="-16327"/>
                  </a:stretch>
                </a:blipFill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1" name="Object 8">
                  <a:extLst>
                    <a:ext uri="{FF2B5EF4-FFF2-40B4-BE49-F238E27FC236}">
                      <a16:creationId xmlns:a16="http://schemas.microsoft.com/office/drawing/2014/main" id="{B04563FE-9ADB-4CB5-B5B6-026E107356D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05397675"/>
                    </p:ext>
                  </p:extLst>
                </p:nvPr>
              </p:nvGraphicFramePr>
              <p:xfrm>
                <a:off x="54" y="69"/>
                <a:ext cx="120" cy="15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35097" name="Equation" r:id="rId5" imgW="190440" imgH="241200" progId="Equation.DSMT4">
                        <p:embed/>
                      </p:oleObj>
                    </mc:Choice>
                    <mc:Fallback>
                      <p:oleObj name="Equation" r:id="rId5" imgW="190440" imgH="241200" progId="Equation.DSMT4">
                        <p:embed/>
                        <p:pic>
                          <p:nvPicPr>
                            <p:cNvPr id="0" name="Picture 505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" y="69"/>
                              <a:ext cx="120" cy="15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71" name="Object 8">
                  <a:extLst>
                    <a:ext uri="{FF2B5EF4-FFF2-40B4-BE49-F238E27FC236}">
                      <a16:creationId xmlns:a16="http://schemas.microsoft.com/office/drawing/2014/main" id="{B04563FE-9ADB-4CB5-B5B6-026E107356D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05397675"/>
                    </p:ext>
                  </p:extLst>
                </p:nvPr>
              </p:nvGraphicFramePr>
              <p:xfrm>
                <a:off x="54" y="69"/>
                <a:ext cx="120" cy="15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92964" name="Equation" r:id="rId7" imgW="190440" imgH="241200" progId="Equation.DSMT4">
                        <p:embed/>
                      </p:oleObj>
                    </mc:Choice>
                    <mc:Fallback>
                      <p:oleObj name="Equation" r:id="rId7" imgW="190440" imgH="241200" progId="Equation.DSMT4">
                        <p:embed/>
                        <p:pic>
                          <p:nvPicPr>
                            <p:cNvPr id="0" name="Picture 505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4" y="69"/>
                              <a:ext cx="120" cy="15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2" name="Object 9">
                  <a:extLst>
                    <a:ext uri="{FF2B5EF4-FFF2-40B4-BE49-F238E27FC236}">
                      <a16:creationId xmlns:a16="http://schemas.microsoft.com/office/drawing/2014/main" id="{B8CD8BC0-9A38-4D7A-BEE6-41F51B85634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" y="1216"/>
                <a:ext cx="169" cy="1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35098" r:id="rId9" imgW="103320" imgH="109800" progId="Equation.3">
                        <p:embed/>
                      </p:oleObj>
                    </mc:Choice>
                    <mc:Fallback>
                      <p:oleObj r:id="rId9" imgW="103320" imgH="109800" progId="Equation.3">
                        <p:embed/>
                        <p:pic>
                          <p:nvPicPr>
                            <p:cNvPr id="0" name="Picture 506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" y="1216"/>
                              <a:ext cx="169" cy="1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72" name="Object 9">
                  <a:extLst>
                    <a:ext uri="{FF2B5EF4-FFF2-40B4-BE49-F238E27FC236}">
                      <a16:creationId xmlns:a16="http://schemas.microsoft.com/office/drawing/2014/main" id="{B8CD8BC0-9A38-4D7A-BEE6-41F51B85634A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2" y="1216"/>
                <a:ext cx="169" cy="18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92965" r:id="rId11" imgW="103320" imgH="109800" progId="Equation.3">
                        <p:embed/>
                      </p:oleObj>
                    </mc:Choice>
                    <mc:Fallback>
                      <p:oleObj r:id="rId11" imgW="103320" imgH="109800" progId="Equation.3">
                        <p:embed/>
                        <p:pic>
                          <p:nvPicPr>
                            <p:cNvPr id="0" name="Picture 506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" y="1216"/>
                              <a:ext cx="169" cy="18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73" name="Object 10">
                  <a:extLst>
                    <a:ext uri="{FF2B5EF4-FFF2-40B4-BE49-F238E27FC236}">
                      <a16:creationId xmlns:a16="http://schemas.microsoft.com/office/drawing/2014/main" id="{230730DC-60EF-47BD-BE0F-212E3DA9807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3281246"/>
                    </p:ext>
                  </p:extLst>
                </p:nvPr>
              </p:nvGraphicFramePr>
              <p:xfrm>
                <a:off x="573" y="287"/>
                <a:ext cx="584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35099" name="Equation" r:id="rId13" imgW="927000" imgH="304560" progId="Equation.DSMT4">
                        <p:embed/>
                      </p:oleObj>
                    </mc:Choice>
                    <mc:Fallback>
                      <p:oleObj name="Equation" r:id="rId13" imgW="927000" imgH="304560" progId="Equation.DSMT4">
                        <p:embed/>
                        <p:pic>
                          <p:nvPicPr>
                            <p:cNvPr id="0" name="Picture 506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3" y="287"/>
                              <a:ext cx="584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73" name="Object 10">
                  <a:extLst>
                    <a:ext uri="{FF2B5EF4-FFF2-40B4-BE49-F238E27FC236}">
                      <a16:creationId xmlns:a16="http://schemas.microsoft.com/office/drawing/2014/main" id="{230730DC-60EF-47BD-BE0F-212E3DA9807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3281246"/>
                    </p:ext>
                  </p:extLst>
                </p:nvPr>
              </p:nvGraphicFramePr>
              <p:xfrm>
                <a:off x="573" y="287"/>
                <a:ext cx="584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92966" name="Equation" r:id="rId15" imgW="927000" imgH="304560" progId="Equation.DSMT4">
                        <p:embed/>
                      </p:oleObj>
                    </mc:Choice>
                    <mc:Fallback>
                      <p:oleObj name="Equation" r:id="rId15" imgW="927000" imgH="304560" progId="Equation.DSMT4">
                        <p:embed/>
                        <p:pic>
                          <p:nvPicPr>
                            <p:cNvPr id="0" name="Picture 506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3" y="287"/>
                              <a:ext cx="584" cy="19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79" name="Group 15">
            <a:extLst>
              <a:ext uri="{FF2B5EF4-FFF2-40B4-BE49-F238E27FC236}">
                <a16:creationId xmlns:a16="http://schemas.microsoft.com/office/drawing/2014/main" id="{ACA66340-D0FE-4BC7-A029-0CD6AE31D075}"/>
              </a:ext>
            </a:extLst>
          </p:cNvPr>
          <p:cNvGrpSpPr>
            <a:grpSpLocks/>
          </p:cNvGrpSpPr>
          <p:nvPr/>
        </p:nvGrpSpPr>
        <p:grpSpPr bwMode="auto">
          <a:xfrm>
            <a:off x="6755840" y="2809598"/>
            <a:ext cx="254000" cy="190500"/>
            <a:chOff x="113" y="-40"/>
            <a:chExt cx="160" cy="120"/>
          </a:xfrm>
        </p:grpSpPr>
        <p:graphicFrame>
          <p:nvGraphicFramePr>
            <p:cNvPr id="80" name="Object 16">
              <a:extLst>
                <a:ext uri="{FF2B5EF4-FFF2-40B4-BE49-F238E27FC236}">
                  <a16:creationId xmlns:a16="http://schemas.microsoft.com/office/drawing/2014/main" id="{D7D3D4B0-49CA-4B0A-9A9E-F2FEFBA42F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5415694"/>
                </p:ext>
              </p:extLst>
            </p:nvPr>
          </p:nvGraphicFramePr>
          <p:xfrm>
            <a:off x="137" y="-40"/>
            <a:ext cx="136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100" name="Equation" r:id="rId17" imgW="215640" imgH="190440" progId="Equation.DSMT4">
                    <p:embed/>
                  </p:oleObj>
                </mc:Choice>
                <mc:Fallback>
                  <p:oleObj name="Equation" r:id="rId17" imgW="215640" imgH="190440" progId="Equation.DSMT4">
                    <p:embed/>
                    <p:pic>
                      <p:nvPicPr>
                        <p:cNvPr id="0" name="Picture 50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" y="-40"/>
                          <a:ext cx="136" cy="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4A815665-621E-414B-BFFC-16F767481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" y="0"/>
              <a:ext cx="29" cy="68"/>
            </a:xfrm>
            <a:custGeom>
              <a:avLst/>
              <a:gdLst>
                <a:gd name="T0" fmla="*/ 0 w 1"/>
                <a:gd name="T1" fmla="*/ 0 h 48"/>
                <a:gd name="T2" fmla="*/ 0 w 1"/>
                <a:gd name="T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8">
                  <a:moveTo>
                    <a:pt x="0" y="0"/>
                  </a:moveTo>
                  <a:cubicBezTo>
                    <a:pt x="0" y="20"/>
                    <a:pt x="0" y="40"/>
                    <a:pt x="0" y="48"/>
                  </a:cubicBezTo>
                </a:path>
              </a:pathLst>
            </a:custGeom>
            <a:noFill/>
            <a:ln w="25400" cmpd="sng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grpSp>
        <p:nvGrpSpPr>
          <p:cNvPr id="83" name="Group 19">
            <a:extLst>
              <a:ext uri="{FF2B5EF4-FFF2-40B4-BE49-F238E27FC236}">
                <a16:creationId xmlns:a16="http://schemas.microsoft.com/office/drawing/2014/main" id="{C4892198-AC18-4A8E-9BDE-C2E3831B92F1}"/>
              </a:ext>
            </a:extLst>
          </p:cNvPr>
          <p:cNvGrpSpPr>
            <a:grpSpLocks/>
          </p:cNvGrpSpPr>
          <p:nvPr/>
        </p:nvGrpSpPr>
        <p:grpSpPr bwMode="auto">
          <a:xfrm>
            <a:off x="7224588" y="2758798"/>
            <a:ext cx="252413" cy="241300"/>
            <a:chOff x="64" y="-1"/>
            <a:chExt cx="159" cy="152"/>
          </a:xfrm>
        </p:grpSpPr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FB18B203-1805-43FD-B804-B41F60DE5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" y="41"/>
              <a:ext cx="29" cy="77"/>
            </a:xfrm>
            <a:custGeom>
              <a:avLst/>
              <a:gdLst>
                <a:gd name="T0" fmla="*/ 0 w 104"/>
                <a:gd name="T1" fmla="*/ 0 h 144"/>
                <a:gd name="T2" fmla="*/ 96 w 104"/>
                <a:gd name="T3" fmla="*/ 48 h 144"/>
                <a:gd name="T4" fmla="*/ 48 w 104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144">
                  <a:moveTo>
                    <a:pt x="0" y="0"/>
                  </a:moveTo>
                  <a:cubicBezTo>
                    <a:pt x="44" y="12"/>
                    <a:pt x="88" y="24"/>
                    <a:pt x="96" y="48"/>
                  </a:cubicBezTo>
                  <a:cubicBezTo>
                    <a:pt x="104" y="72"/>
                    <a:pt x="56" y="128"/>
                    <a:pt x="48" y="144"/>
                  </a:cubicBezTo>
                </a:path>
              </a:pathLst>
            </a:custGeom>
            <a:noFill/>
            <a:ln w="19050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aphicFrame>
          <p:nvGraphicFramePr>
            <p:cNvPr id="85" name="Object 21">
              <a:extLst>
                <a:ext uri="{FF2B5EF4-FFF2-40B4-BE49-F238E27FC236}">
                  <a16:creationId xmlns:a16="http://schemas.microsoft.com/office/drawing/2014/main" id="{3D1C7A4E-9296-49D5-9360-764231B016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2032625"/>
                </p:ext>
              </p:extLst>
            </p:nvPr>
          </p:nvGraphicFramePr>
          <p:xfrm>
            <a:off x="103" y="-1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101" name="Equation" r:id="rId19" imgW="190440" imgH="241200" progId="Equation.DSMT4">
                    <p:embed/>
                  </p:oleObj>
                </mc:Choice>
                <mc:Fallback>
                  <p:oleObj name="Equation" r:id="rId19" imgW="190440" imgH="241200" progId="Equation.DSMT4">
                    <p:embed/>
                    <p:pic>
                      <p:nvPicPr>
                        <p:cNvPr id="0" name="Picture 50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" y="-1"/>
                          <a:ext cx="120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" name="Group 23">
            <a:extLst>
              <a:ext uri="{FF2B5EF4-FFF2-40B4-BE49-F238E27FC236}">
                <a16:creationId xmlns:a16="http://schemas.microsoft.com/office/drawing/2014/main" id="{CD85AA62-02D4-432F-BFCB-116775793637}"/>
              </a:ext>
            </a:extLst>
          </p:cNvPr>
          <p:cNvGrpSpPr>
            <a:grpSpLocks/>
          </p:cNvGrpSpPr>
          <p:nvPr/>
        </p:nvGrpSpPr>
        <p:grpSpPr bwMode="auto">
          <a:xfrm>
            <a:off x="6856092" y="1422124"/>
            <a:ext cx="1524178" cy="1803399"/>
            <a:chOff x="-146" y="40"/>
            <a:chExt cx="940" cy="1136"/>
          </a:xfrm>
        </p:grpSpPr>
        <p:sp>
          <p:nvSpPr>
            <p:cNvPr id="88" name="Line 24">
              <a:extLst>
                <a:ext uri="{FF2B5EF4-FFF2-40B4-BE49-F238E27FC236}">
                  <a16:creationId xmlns:a16="http://schemas.microsoft.com/office/drawing/2014/main" id="{AC68753F-5BEA-4F36-8337-0FBC484729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46" y="40"/>
              <a:ext cx="940" cy="1136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9" name="Object 25">
              <a:extLst>
                <a:ext uri="{FF2B5EF4-FFF2-40B4-BE49-F238E27FC236}">
                  <a16:creationId xmlns:a16="http://schemas.microsoft.com/office/drawing/2014/main" id="{BDC91191-564F-42E2-BBB9-004EE30267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7055390"/>
                </p:ext>
              </p:extLst>
            </p:nvPr>
          </p:nvGraphicFramePr>
          <p:xfrm>
            <a:off x="581" y="252"/>
            <a:ext cx="157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102" name="Equation" r:id="rId21" imgW="253800" imgH="241200" progId="Equation.DSMT4">
                    <p:embed/>
                  </p:oleObj>
                </mc:Choice>
                <mc:Fallback>
                  <p:oleObj name="Equation" r:id="rId21" imgW="253800" imgH="241200" progId="Equation.DSMT4">
                    <p:embed/>
                    <p:pic>
                      <p:nvPicPr>
                        <p:cNvPr id="0" name="Picture 5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" y="252"/>
                          <a:ext cx="157" cy="15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Group 26">
            <a:extLst>
              <a:ext uri="{FF2B5EF4-FFF2-40B4-BE49-F238E27FC236}">
                <a16:creationId xmlns:a16="http://schemas.microsoft.com/office/drawing/2014/main" id="{DE18383A-D74E-4691-B32C-9834DC218929}"/>
              </a:ext>
            </a:extLst>
          </p:cNvPr>
          <p:cNvGrpSpPr>
            <a:grpSpLocks/>
          </p:cNvGrpSpPr>
          <p:nvPr/>
        </p:nvGrpSpPr>
        <p:grpSpPr bwMode="auto">
          <a:xfrm>
            <a:off x="6208588" y="1803124"/>
            <a:ext cx="2570163" cy="1293813"/>
            <a:chOff x="-240" y="-146"/>
            <a:chExt cx="1619" cy="815"/>
          </a:xfrm>
        </p:grpSpPr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14A0D6D6-23B4-4B3A-ACBC-18B78A29D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40" y="0"/>
              <a:ext cx="1551" cy="669"/>
            </a:xfrm>
            <a:prstGeom prst="line">
              <a:avLst/>
            </a:prstGeom>
            <a:noFill/>
            <a:ln w="15875" cmpd="sng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aphicFrame>
          <p:nvGraphicFramePr>
            <p:cNvPr id="92" name="Object 28">
              <a:extLst>
                <a:ext uri="{FF2B5EF4-FFF2-40B4-BE49-F238E27FC236}">
                  <a16:creationId xmlns:a16="http://schemas.microsoft.com/office/drawing/2014/main" id="{F1B6C159-8554-4D8B-9907-35B2591696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0737185"/>
                </p:ext>
              </p:extLst>
            </p:nvPr>
          </p:nvGraphicFramePr>
          <p:xfrm>
            <a:off x="1251" y="-146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103" name="Equation" r:id="rId23" imgW="203040" imgH="228600" progId="Equation.DSMT4">
                    <p:embed/>
                  </p:oleObj>
                </mc:Choice>
                <mc:Fallback>
                  <p:oleObj name="Equation" r:id="rId23" imgW="203040" imgH="228600" progId="Equation.DSMT4">
                    <p:embed/>
                    <p:pic>
                      <p:nvPicPr>
                        <p:cNvPr id="0" name="Picture 50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1" y="-146"/>
                          <a:ext cx="128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3" name="Group 29">
            <a:extLst>
              <a:ext uri="{FF2B5EF4-FFF2-40B4-BE49-F238E27FC236}">
                <a16:creationId xmlns:a16="http://schemas.microsoft.com/office/drawing/2014/main" id="{F1539D9F-E43E-4B7F-AB17-69F1AE985329}"/>
              </a:ext>
            </a:extLst>
          </p:cNvPr>
          <p:cNvGrpSpPr>
            <a:grpSpLocks/>
          </p:cNvGrpSpPr>
          <p:nvPr/>
        </p:nvGrpSpPr>
        <p:grpSpPr bwMode="auto">
          <a:xfrm>
            <a:off x="7167438" y="2262705"/>
            <a:ext cx="404813" cy="1138238"/>
            <a:chOff x="12" y="27"/>
            <a:chExt cx="255" cy="717"/>
          </a:xfrm>
        </p:grpSpPr>
        <p:sp>
          <p:nvSpPr>
            <p:cNvPr id="94" name="Line 30">
              <a:extLst>
                <a:ext uri="{FF2B5EF4-FFF2-40B4-BE49-F238E27FC236}">
                  <a16:creationId xmlns:a16="http://schemas.microsoft.com/office/drawing/2014/main" id="{55B0AFA1-A779-4CD5-BB32-A01B06687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" y="206"/>
              <a:ext cx="0" cy="25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Object 31">
                  <a:extLst>
                    <a:ext uri="{FF2B5EF4-FFF2-40B4-BE49-F238E27FC236}">
                      <a16:creationId xmlns:a16="http://schemas.microsoft.com/office/drawing/2014/main" id="{DEA79908-2227-4A7E-B457-FB9EA7914B68}"/>
                    </a:ext>
                  </a:extLst>
                </p:cNvPr>
                <p:cNvSpPr txBox="1"/>
                <p:nvPr/>
              </p:nvSpPr>
              <p:spPr bwMode="auto">
                <a:xfrm>
                  <a:off x="46" y="436"/>
                  <a:ext cx="221" cy="308"/>
                </a:xfrm>
                <a:prstGeom prst="rect">
                  <a:avLst/>
                </a:prstGeom>
                <a:noFill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5" name="Object 31">
                  <a:extLst>
                    <a:ext uri="{FF2B5EF4-FFF2-40B4-BE49-F238E27FC236}">
                      <a16:creationId xmlns:a16="http://schemas.microsoft.com/office/drawing/2014/main" id="{DEA79908-2227-4A7E-B457-FB9EA7914B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" y="436"/>
                  <a:ext cx="221" cy="308"/>
                </a:xfrm>
                <a:prstGeom prst="rect">
                  <a:avLst/>
                </a:prstGeom>
                <a:blipFill>
                  <a:blip r:embed="rId29"/>
                  <a:stretch>
                    <a:fillRect r="-5172"/>
                  </a:stretch>
                </a:blipFill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96" name="Object 32">
                  <a:extLst>
                    <a:ext uri="{FF2B5EF4-FFF2-40B4-BE49-F238E27FC236}">
                      <a16:creationId xmlns:a16="http://schemas.microsoft.com/office/drawing/2014/main" id="{6DBDAF53-B7FC-444C-94DB-74DFCD89993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3209590"/>
                    </p:ext>
                  </p:extLst>
                </p:nvPr>
              </p:nvGraphicFramePr>
              <p:xfrm>
                <a:off x="12" y="27"/>
                <a:ext cx="192" cy="14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335104" name="Equation" r:id="rId30" imgW="304560" imgH="228600" progId="Equation.DSMT4">
                        <p:embed/>
                      </p:oleObj>
                    </mc:Choice>
                    <mc:Fallback>
                      <p:oleObj name="Equation" r:id="rId30" imgW="304560" imgH="228600" progId="Equation.DSMT4">
                        <p:embed/>
                        <p:pic>
                          <p:nvPicPr>
                            <p:cNvPr id="0" name="Picture 506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" y="27"/>
                              <a:ext cx="192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96" name="Object 32">
                  <a:extLst>
                    <a:ext uri="{FF2B5EF4-FFF2-40B4-BE49-F238E27FC236}">
                      <a16:creationId xmlns:a16="http://schemas.microsoft.com/office/drawing/2014/main" id="{6DBDAF53-B7FC-444C-94DB-74DFCD89993E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3209590"/>
                    </p:ext>
                  </p:extLst>
                </p:nvPr>
              </p:nvGraphicFramePr>
              <p:xfrm>
                <a:off x="12" y="27"/>
                <a:ext cx="192" cy="144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92972" name="Equation" r:id="rId32" imgW="304560" imgH="228600" progId="Equation.DSMT4">
                        <p:embed/>
                      </p:oleObj>
                    </mc:Choice>
                    <mc:Fallback>
                      <p:oleObj name="Equation" r:id="rId32" imgW="304560" imgH="228600" progId="Equation.DSMT4">
                        <p:embed/>
                        <p:pic>
                          <p:nvPicPr>
                            <p:cNvPr id="0" name="Picture 506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2" y="27"/>
                              <a:ext cx="192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97" name="Group 34">
            <a:extLst>
              <a:ext uri="{FF2B5EF4-FFF2-40B4-BE49-F238E27FC236}">
                <a16:creationId xmlns:a16="http://schemas.microsoft.com/office/drawing/2014/main" id="{1EFF4845-50E6-4112-AB6C-1660D40063A0}"/>
              </a:ext>
            </a:extLst>
          </p:cNvPr>
          <p:cNvGrpSpPr>
            <a:grpSpLocks/>
          </p:cNvGrpSpPr>
          <p:nvPr/>
        </p:nvGrpSpPr>
        <p:grpSpPr bwMode="auto">
          <a:xfrm>
            <a:off x="8021514" y="1785661"/>
            <a:ext cx="268287" cy="1408113"/>
            <a:chOff x="-3" y="0"/>
            <a:chExt cx="169" cy="887"/>
          </a:xfrm>
        </p:grpSpPr>
        <p:sp>
          <p:nvSpPr>
            <p:cNvPr id="98" name="Line 35">
              <a:extLst>
                <a:ext uri="{FF2B5EF4-FFF2-40B4-BE49-F238E27FC236}">
                  <a16:creationId xmlns:a16="http://schemas.microsoft.com/office/drawing/2014/main" id="{E3D828E7-1345-4A04-88A0-20A9FC66B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" y="0"/>
              <a:ext cx="0" cy="72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Object 36">
                  <a:extLst>
                    <a:ext uri="{FF2B5EF4-FFF2-40B4-BE49-F238E27FC236}">
                      <a16:creationId xmlns:a16="http://schemas.microsoft.com/office/drawing/2014/main" id="{E3B41148-8D39-4EC9-8562-6738D34F1278}"/>
                    </a:ext>
                  </a:extLst>
                </p:cNvPr>
                <p:cNvSpPr txBox="1"/>
                <p:nvPr/>
              </p:nvSpPr>
              <p:spPr bwMode="auto">
                <a:xfrm>
                  <a:off x="-3" y="699"/>
                  <a:ext cx="169" cy="188"/>
                </a:xfrm>
                <a:prstGeom prst="rect">
                  <a:avLst/>
                </a:prstGeom>
                <a:noFill/>
                <a:ex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99" name="Object 36">
                  <a:extLst>
                    <a:ext uri="{FF2B5EF4-FFF2-40B4-BE49-F238E27FC236}">
                      <a16:creationId xmlns:a16="http://schemas.microsoft.com/office/drawing/2014/main" id="{E3B41148-8D39-4EC9-8562-6738D34F1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3" y="699"/>
                  <a:ext cx="169" cy="188"/>
                </a:xfrm>
                <a:prstGeom prst="rect">
                  <a:avLst/>
                </a:prstGeom>
                <a:blipFill>
                  <a:blip r:embed="rId34"/>
                  <a:stretch>
                    <a:fillRect r="-6818" b="-16327"/>
                  </a:stretch>
                </a:blipFill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Line 43">
            <a:extLst>
              <a:ext uri="{FF2B5EF4-FFF2-40B4-BE49-F238E27FC236}">
                <a16:creationId xmlns:a16="http://schemas.microsoft.com/office/drawing/2014/main" id="{90252C56-1C47-4F9D-B953-3CEEB7780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4301" y="2563536"/>
            <a:ext cx="685800" cy="0"/>
          </a:xfrm>
          <a:prstGeom prst="line">
            <a:avLst/>
          </a:prstGeom>
          <a:noFill/>
          <a:ln w="9525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Text Box 13">
            <a:extLst>
              <a:ext uri="{FF2B5EF4-FFF2-40B4-BE49-F238E27FC236}">
                <a16:creationId xmlns:a16="http://schemas.microsoft.com/office/drawing/2014/main" id="{A57B7037-486C-4ADC-94F8-7B2C924AF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7" y="1860530"/>
            <a:ext cx="15898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称为曲线</a:t>
            </a:r>
          </a:p>
        </p:txBody>
      </p:sp>
      <p:sp>
        <p:nvSpPr>
          <p:cNvPr id="103" name="Text Box 33">
            <a:extLst>
              <a:ext uri="{FF2B5EF4-FFF2-40B4-BE49-F238E27FC236}">
                <a16:creationId xmlns:a16="http://schemas.microsoft.com/office/drawing/2014/main" id="{4C502887-3C74-4039-B36B-0D0BEB411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076" y="1870217"/>
            <a:ext cx="2520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在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n-ea"/>
              </a:rPr>
              <a:t>点处的切线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04" name="Text Box 37">
            <a:extLst>
              <a:ext uri="{FF2B5EF4-FFF2-40B4-BE49-F238E27FC236}">
                <a16:creationId xmlns:a16="http://schemas.microsoft.com/office/drawing/2014/main" id="{9832BDBB-C09F-4501-B78D-6331544F1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429" y="1296819"/>
            <a:ext cx="37774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n-ea"/>
              </a:rPr>
              <a:t>割线</a:t>
            </a:r>
            <a:r>
              <a:rPr lang="zh-CN" altLang="en-US" sz="2400" dirty="0">
                <a:latin typeface="+mn-ea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n-ea"/>
              </a:rPr>
              <a:t>的极限位置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T</a:t>
            </a:r>
          </a:p>
        </p:txBody>
      </p:sp>
      <p:graphicFrame>
        <p:nvGraphicFramePr>
          <p:cNvPr id="108" name="Object 41">
            <a:extLst>
              <a:ext uri="{FF2B5EF4-FFF2-40B4-BE49-F238E27FC236}">
                <a16:creationId xmlns:a16="http://schemas.microsoft.com/office/drawing/2014/main" id="{F2693CA2-774B-4819-9463-C234422B1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417645"/>
              </p:ext>
            </p:extLst>
          </p:nvPr>
        </p:nvGraphicFramePr>
        <p:xfrm>
          <a:off x="4369527" y="1381084"/>
          <a:ext cx="14716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05" name="Equation" r:id="rId35" imgW="1473120" imgH="342720" progId="Equation.DSMT4">
                  <p:embed/>
                </p:oleObj>
              </mc:Choice>
              <mc:Fallback>
                <p:oleObj name="Equation" r:id="rId35" imgW="1473120" imgH="342720" progId="Equation.DSMT4">
                  <p:embed/>
                  <p:pic>
                    <p:nvPicPr>
                      <p:cNvPr id="0" name="Picture 50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9527" y="1381084"/>
                        <a:ext cx="147161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2">
            <a:extLst>
              <a:ext uri="{FF2B5EF4-FFF2-40B4-BE49-F238E27FC236}">
                <a16:creationId xmlns:a16="http://schemas.microsoft.com/office/drawing/2014/main" id="{63EECD65-D060-4667-B0B4-18AD33193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53136"/>
              </p:ext>
            </p:extLst>
          </p:nvPr>
        </p:nvGraphicFramePr>
        <p:xfrm>
          <a:off x="2828925" y="2776538"/>
          <a:ext cx="2286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06" name="Equation" r:id="rId36" imgW="767520" imgH="362160" progId="Equation.DSMT4">
                  <p:embed/>
                </p:oleObj>
              </mc:Choice>
              <mc:Fallback>
                <p:oleObj name="Equation" r:id="rId36" imgW="767520" imgH="362160" progId="Equation.DSMT4">
                  <p:embed/>
                  <p:pic>
                    <p:nvPicPr>
                      <p:cNvPr id="0" name="Picture 50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5" y="2776538"/>
                        <a:ext cx="22860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Text Box 42">
            <a:extLst>
              <a:ext uri="{FF2B5EF4-FFF2-40B4-BE49-F238E27FC236}">
                <a16:creationId xmlns:a16="http://schemas.microsoft.com/office/drawing/2014/main" id="{8E525360-4CB3-4CE7-8C87-6EB1FF25F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67" y="2433469"/>
            <a:ext cx="2371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割线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N </a:t>
            </a:r>
            <a:r>
              <a:rPr lang="zh-CN" altLang="en-US" sz="2400" b="1" dirty="0">
                <a:latin typeface="+mn-ea"/>
              </a:rPr>
              <a:t>的斜率</a:t>
            </a:r>
          </a:p>
        </p:txBody>
      </p:sp>
      <p:graphicFrame>
        <p:nvGraphicFramePr>
          <p:cNvPr id="111" name="Object 44">
            <a:extLst>
              <a:ext uri="{FF2B5EF4-FFF2-40B4-BE49-F238E27FC236}">
                <a16:creationId xmlns:a16="http://schemas.microsoft.com/office/drawing/2014/main" id="{B5649E29-45F8-42FD-90D7-29D0892F62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140664"/>
              </p:ext>
            </p:extLst>
          </p:nvPr>
        </p:nvGraphicFramePr>
        <p:xfrm>
          <a:off x="1853370" y="3174880"/>
          <a:ext cx="888840" cy="30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07" name="Equation" r:id="rId38" imgW="888840" imgH="304560" progId="Equation.DSMT4">
                  <p:embed/>
                </p:oleObj>
              </mc:Choice>
              <mc:Fallback>
                <p:oleObj name="Equation" r:id="rId38" imgW="888840" imgH="304560" progId="Equation.DSMT4">
                  <p:embed/>
                  <p:pic>
                    <p:nvPicPr>
                      <p:cNvPr id="0" name="Picture 5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370" y="3174880"/>
                        <a:ext cx="888840" cy="304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45">
            <a:extLst>
              <a:ext uri="{FF2B5EF4-FFF2-40B4-BE49-F238E27FC236}">
                <a16:creationId xmlns:a16="http://schemas.microsoft.com/office/drawing/2014/main" id="{9235692E-AC54-4E59-81A0-FCF9ABB883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381855"/>
              </p:ext>
            </p:extLst>
          </p:nvPr>
        </p:nvGraphicFramePr>
        <p:xfrm>
          <a:off x="2997200" y="2794000"/>
          <a:ext cx="158724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08" name="Equation" r:id="rId40" imgW="1587240" imgH="380880" progId="Equation.DSMT4">
                  <p:embed/>
                </p:oleObj>
              </mc:Choice>
              <mc:Fallback>
                <p:oleObj name="Equation" r:id="rId40" imgW="1587240" imgH="380880" progId="Equation.DSMT4">
                  <p:embed/>
                  <p:pic>
                    <p:nvPicPr>
                      <p:cNvPr id="0" name="Picture 5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2794000"/>
                        <a:ext cx="158724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46">
            <a:extLst>
              <a:ext uri="{FF2B5EF4-FFF2-40B4-BE49-F238E27FC236}">
                <a16:creationId xmlns:a16="http://schemas.microsoft.com/office/drawing/2014/main" id="{85E84191-7149-441A-839C-14C7E1339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417221"/>
              </p:ext>
            </p:extLst>
          </p:nvPr>
        </p:nvGraphicFramePr>
        <p:xfrm>
          <a:off x="3480048" y="3316874"/>
          <a:ext cx="6984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09" name="Equation" r:id="rId42" imgW="698400" imgH="380880" progId="Equation.DSMT4">
                  <p:embed/>
                </p:oleObj>
              </mc:Choice>
              <mc:Fallback>
                <p:oleObj name="Equation" r:id="rId42" imgW="698400" imgH="380880" progId="Equation.DSMT4">
                  <p:embed/>
                  <p:pic>
                    <p:nvPicPr>
                      <p:cNvPr id="0" name="Picture 5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0048" y="3316874"/>
                        <a:ext cx="69840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Line 53">
            <a:extLst>
              <a:ext uri="{FF2B5EF4-FFF2-40B4-BE49-F238E27FC236}">
                <a16:creationId xmlns:a16="http://schemas.microsoft.com/office/drawing/2014/main" id="{7D41E18F-3309-46F7-848D-3EE069B940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10087" y="2927160"/>
            <a:ext cx="9585" cy="834479"/>
          </a:xfrm>
          <a:prstGeom prst="line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Text Box 42">
            <a:extLst>
              <a:ext uri="{FF2B5EF4-FFF2-40B4-BE49-F238E27FC236}">
                <a16:creationId xmlns:a16="http://schemas.microsoft.com/office/drawing/2014/main" id="{7AE4E932-A571-4B36-85C2-2E239F224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770" y="3663392"/>
            <a:ext cx="2371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切线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T </a:t>
            </a:r>
            <a:r>
              <a:rPr lang="zh-CN" altLang="en-US" sz="2400" b="1" dirty="0">
                <a:latin typeface="+mn-ea"/>
              </a:rPr>
              <a:t>的斜率</a:t>
            </a:r>
          </a:p>
        </p:txBody>
      </p:sp>
      <p:graphicFrame>
        <p:nvGraphicFramePr>
          <p:cNvPr id="118" name="Object 50">
            <a:extLst>
              <a:ext uri="{FF2B5EF4-FFF2-40B4-BE49-F238E27FC236}">
                <a16:creationId xmlns:a16="http://schemas.microsoft.com/office/drawing/2014/main" id="{C79274A9-828C-45A6-83DA-EB9E9B34D7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512338"/>
              </p:ext>
            </p:extLst>
          </p:nvPr>
        </p:nvGraphicFramePr>
        <p:xfrm>
          <a:off x="1785938" y="4114800"/>
          <a:ext cx="26413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0" name="Equation" r:id="rId44" imgW="2641320" imgH="723600" progId="Equation.DSMT4">
                  <p:embed/>
                </p:oleObj>
              </mc:Choice>
              <mc:Fallback>
                <p:oleObj name="Equation" r:id="rId44" imgW="2641320" imgH="723600" progId="Equation.DSMT4">
                  <p:embed/>
                  <p:pic>
                    <p:nvPicPr>
                      <p:cNvPr id="0" name="Picture 50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4114800"/>
                        <a:ext cx="264132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51">
            <a:extLst>
              <a:ext uri="{FF2B5EF4-FFF2-40B4-BE49-F238E27FC236}">
                <a16:creationId xmlns:a16="http://schemas.microsoft.com/office/drawing/2014/main" id="{F31A1130-80EE-42CB-AD21-022CA3B7AD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810102"/>
              </p:ext>
            </p:extLst>
          </p:nvPr>
        </p:nvGraphicFramePr>
        <p:xfrm>
          <a:off x="2908700" y="4107894"/>
          <a:ext cx="158724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1" name="Equation" r:id="rId46" imgW="1587240" imgH="380880" progId="Equation.DSMT4">
                  <p:embed/>
                </p:oleObj>
              </mc:Choice>
              <mc:Fallback>
                <p:oleObj name="Equation" r:id="rId46" imgW="1587240" imgH="380880" progId="Equation.DSMT4">
                  <p:embed/>
                  <p:pic>
                    <p:nvPicPr>
                      <p:cNvPr id="0" name="Picture 50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700" y="4107894"/>
                        <a:ext cx="158724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52">
            <a:extLst>
              <a:ext uri="{FF2B5EF4-FFF2-40B4-BE49-F238E27FC236}">
                <a16:creationId xmlns:a16="http://schemas.microsoft.com/office/drawing/2014/main" id="{3CD0EC43-8211-4E15-BF7B-90E0731828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391339"/>
              </p:ext>
            </p:extLst>
          </p:nvPr>
        </p:nvGraphicFramePr>
        <p:xfrm>
          <a:off x="3480048" y="4556560"/>
          <a:ext cx="6984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2" name="Equation" r:id="rId48" imgW="698400" imgH="380880" progId="Equation.DSMT4">
                  <p:embed/>
                </p:oleObj>
              </mc:Choice>
              <mc:Fallback>
                <p:oleObj name="Equation" r:id="rId48" imgW="698400" imgH="380880" progId="Equation.DSMT4">
                  <p:embed/>
                  <p:pic>
                    <p:nvPicPr>
                      <p:cNvPr id="0" name="Picture 5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0048" y="4556560"/>
                        <a:ext cx="69840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48">
            <a:extLst>
              <a:ext uri="{FF2B5EF4-FFF2-40B4-BE49-F238E27FC236}">
                <a16:creationId xmlns:a16="http://schemas.microsoft.com/office/drawing/2014/main" id="{E35BE156-B4FB-4241-87A2-EF447B77A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171295"/>
              </p:ext>
            </p:extLst>
          </p:nvPr>
        </p:nvGraphicFramePr>
        <p:xfrm>
          <a:off x="5874614" y="3781403"/>
          <a:ext cx="1130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3" name="Equation" r:id="rId50" imgW="1130040" imgH="279360" progId="Equation.DSMT4">
                  <p:embed/>
                </p:oleObj>
              </mc:Choice>
              <mc:Fallback>
                <p:oleObj name="Equation" r:id="rId50" imgW="1130040" imgH="279360" progId="Equation.DSMT4">
                  <p:embed/>
                  <p:pic>
                    <p:nvPicPr>
                      <p:cNvPr id="0" name="Picture 5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4614" y="3781403"/>
                        <a:ext cx="1130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49">
            <a:extLst>
              <a:ext uri="{FF2B5EF4-FFF2-40B4-BE49-F238E27FC236}">
                <a16:creationId xmlns:a16="http://schemas.microsoft.com/office/drawing/2014/main" id="{64B42E57-2FF8-452E-8AAD-0EDEBBB0F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788183"/>
              </p:ext>
            </p:extLst>
          </p:nvPr>
        </p:nvGraphicFramePr>
        <p:xfrm>
          <a:off x="7122988" y="3758674"/>
          <a:ext cx="1562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4" name="Equation" r:id="rId52" imgW="1562040" imgH="520560" progId="Equation.DSMT4">
                  <p:embed/>
                </p:oleObj>
              </mc:Choice>
              <mc:Fallback>
                <p:oleObj name="Equation" r:id="rId52" imgW="1562040" imgH="520560" progId="Equation.DSMT4">
                  <p:embed/>
                  <p:pic>
                    <p:nvPicPr>
                      <p:cNvPr id="0" name="Picture 5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2988" y="3758674"/>
                        <a:ext cx="15621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773A092F-27BF-4B72-80E5-A8AFD8B564E2}"/>
              </a:ext>
            </a:extLst>
          </p:cNvPr>
          <p:cNvSpPr/>
          <p:nvPr/>
        </p:nvSpPr>
        <p:spPr>
          <a:xfrm>
            <a:off x="2195736" y="4014192"/>
            <a:ext cx="2897212" cy="10356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4CD25DC6-ED8D-4221-9FB8-19A38A57701A}"/>
              </a:ext>
            </a:extLst>
          </p:cNvPr>
          <p:cNvSpPr txBox="1">
            <a:spLocks noChangeArrowheads="1"/>
          </p:cNvSpPr>
          <p:nvPr/>
        </p:nvSpPr>
        <p:spPr>
          <a:xfrm>
            <a:off x="685278" y="259160"/>
            <a:ext cx="1914311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 引例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E7A1001-670D-426C-9D8A-4A421CFAC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983083"/>
              </p:ext>
            </p:extLst>
          </p:nvPr>
        </p:nvGraphicFramePr>
        <p:xfrm>
          <a:off x="6064919" y="4447899"/>
          <a:ext cx="254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5" name="Equation" r:id="rId54" imgW="2539800" imgH="380880" progId="Equation.DSMT4">
                  <p:embed/>
                </p:oleObj>
              </mc:Choice>
              <mc:Fallback>
                <p:oleObj name="Equation" r:id="rId54" imgW="2539800" imgH="380880" progId="Equation.DSMT4">
                  <p:embed/>
                  <p:pic>
                    <p:nvPicPr>
                      <p:cNvPr id="0" name="Picture 50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919" y="4447899"/>
                        <a:ext cx="2540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5CC9AAC-0DDD-420B-84E1-325DA66F0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91490"/>
              </p:ext>
            </p:extLst>
          </p:nvPr>
        </p:nvGraphicFramePr>
        <p:xfrm>
          <a:off x="1653195" y="1942436"/>
          <a:ext cx="1498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6" name="Equation" r:id="rId56" imgW="1498320" imgH="342720" progId="Equation.DSMT4">
                  <p:embed/>
                </p:oleObj>
              </mc:Choice>
              <mc:Fallback>
                <p:oleObj name="Equation" r:id="rId56" imgW="14983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653195" y="1942436"/>
                        <a:ext cx="1498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2D3DDA3-188F-4F0E-8FB3-9AC89D4D1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224614"/>
              </p:ext>
            </p:extLst>
          </p:nvPr>
        </p:nvGraphicFramePr>
        <p:xfrm>
          <a:off x="6599033" y="2388911"/>
          <a:ext cx="254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117" name="Equation" r:id="rId58" imgW="253800" imgH="279360" progId="Equation.DSMT4">
                  <p:embed/>
                </p:oleObj>
              </mc:Choice>
              <mc:Fallback>
                <p:oleObj name="Equation" r:id="rId58" imgW="2538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6599033" y="2388911"/>
                        <a:ext cx="254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143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01" grpId="0" autoUpdateAnimBg="0"/>
      <p:bldP spid="103" grpId="0" autoUpdateAnimBg="0"/>
      <p:bldP spid="104" grpId="0" autoUpdateAnimBg="0"/>
      <p:bldP spid="110" grpId="0" autoUpdateAnimBg="0"/>
      <p:bldP spid="116" grpId="0" autoUpdateAnimBg="0"/>
      <p:bldP spid="1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3">
            <a:extLst>
              <a:ext uri="{FF2B5EF4-FFF2-40B4-BE49-F238E27FC236}">
                <a16:creationId xmlns:a16="http://schemas.microsoft.com/office/drawing/2014/main" id="{EFBC90E7-88CD-437C-A120-53C0CD86898A}"/>
              </a:ext>
            </a:extLst>
          </p:cNvPr>
          <p:cNvSpPr txBox="1">
            <a:spLocks noChangeArrowheads="1"/>
          </p:cNvSpPr>
          <p:nvPr/>
        </p:nvSpPr>
        <p:spPr>
          <a:xfrm>
            <a:off x="800046" y="481768"/>
            <a:ext cx="405998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瞬时速度问题</a:t>
            </a:r>
          </a:p>
        </p:txBody>
      </p:sp>
      <p:graphicFrame>
        <p:nvGraphicFramePr>
          <p:cNvPr id="27" name="Object 6">
            <a:extLst>
              <a:ext uri="{FF2B5EF4-FFF2-40B4-BE49-F238E27FC236}">
                <a16:creationId xmlns:a16="http://schemas.microsoft.com/office/drawing/2014/main" id="{EAC5E52A-3B0E-4D13-87D3-C0D20577E2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634204"/>
              </p:ext>
            </p:extLst>
          </p:nvPr>
        </p:nvGraphicFramePr>
        <p:xfrm>
          <a:off x="6059046" y="4068654"/>
          <a:ext cx="19044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73" name="Equation" r:id="rId4" imgW="190440" imgH="330120" progId="Equation.DSMT4">
                  <p:embed/>
                </p:oleObj>
              </mc:Choice>
              <mc:Fallback>
                <p:oleObj name="Equation" r:id="rId4" imgW="190440" imgH="330120" progId="Equation.DSMT4">
                  <p:embed/>
                  <p:pic>
                    <p:nvPicPr>
                      <p:cNvPr id="0" name="Picture 38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9046" y="4068654"/>
                        <a:ext cx="190440" cy="33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oup 20">
            <a:extLst>
              <a:ext uri="{FF2B5EF4-FFF2-40B4-BE49-F238E27FC236}">
                <a16:creationId xmlns:a16="http://schemas.microsoft.com/office/drawing/2014/main" id="{2BF71D31-1A46-4454-9844-392C3A97F9F7}"/>
              </a:ext>
            </a:extLst>
          </p:cNvPr>
          <p:cNvGrpSpPr>
            <a:grpSpLocks/>
          </p:cNvGrpSpPr>
          <p:nvPr/>
        </p:nvGrpSpPr>
        <p:grpSpPr bwMode="auto">
          <a:xfrm>
            <a:off x="6884342" y="3067422"/>
            <a:ext cx="1752600" cy="152400"/>
            <a:chOff x="0" y="0"/>
            <a:chExt cx="1104" cy="96"/>
          </a:xfrm>
        </p:grpSpPr>
        <p:sp>
          <p:nvSpPr>
            <p:cNvPr id="29" name="Rectangle 21" descr="宽上对角线">
              <a:extLst>
                <a:ext uri="{FF2B5EF4-FFF2-40B4-BE49-F238E27FC236}">
                  <a16:creationId xmlns:a16="http://schemas.microsoft.com/office/drawing/2014/main" id="{3640BAF2-3E96-40CC-B384-E01932F94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04" cy="96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2">
              <a:extLst>
                <a:ext uri="{FF2B5EF4-FFF2-40B4-BE49-F238E27FC236}">
                  <a16:creationId xmlns:a16="http://schemas.microsoft.com/office/drawing/2014/main" id="{00926326-7DBD-4521-855A-B80F711B1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1104" cy="1"/>
            </a:xfrm>
            <a:prstGeom prst="line">
              <a:avLst/>
            </a:prstGeom>
            <a:noFill/>
            <a:ln w="12700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" name="Oval 23">
            <a:extLst>
              <a:ext uri="{FF2B5EF4-FFF2-40B4-BE49-F238E27FC236}">
                <a16:creationId xmlns:a16="http://schemas.microsoft.com/office/drawing/2014/main" id="{D6755AAE-6F6D-4CFC-8093-64EEA6DB4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2855" y="705222"/>
            <a:ext cx="152400" cy="152400"/>
          </a:xfrm>
          <a:prstGeom prst="ellipse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" name="Group 24">
            <a:extLst>
              <a:ext uri="{FF2B5EF4-FFF2-40B4-BE49-F238E27FC236}">
                <a16:creationId xmlns:a16="http://schemas.microsoft.com/office/drawing/2014/main" id="{5DD320BD-4ABE-4BCC-A2F8-AAC55BD97A7F}"/>
              </a:ext>
            </a:extLst>
          </p:cNvPr>
          <p:cNvGrpSpPr>
            <a:grpSpLocks/>
          </p:cNvGrpSpPr>
          <p:nvPr/>
        </p:nvGrpSpPr>
        <p:grpSpPr bwMode="auto">
          <a:xfrm>
            <a:off x="7684442" y="781422"/>
            <a:ext cx="152400" cy="533400"/>
            <a:chOff x="0" y="0"/>
            <a:chExt cx="96" cy="336"/>
          </a:xfrm>
        </p:grpSpPr>
        <p:sp>
          <p:nvSpPr>
            <p:cNvPr id="33" name="Oval 25">
              <a:extLst>
                <a:ext uri="{FF2B5EF4-FFF2-40B4-BE49-F238E27FC236}">
                  <a16:creationId xmlns:a16="http://schemas.microsoft.com/office/drawing/2014/main" id="{876EE589-22AE-44C1-8987-FB7C93DCE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0"/>
              <a:ext cx="96" cy="96"/>
            </a:xfrm>
            <a:prstGeom prst="ellipse">
              <a:avLst/>
            </a:prstGeom>
            <a:solidFill>
              <a:schemeClr val="accent1"/>
            </a:solidFill>
            <a:ln w="12700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26">
              <a:extLst>
                <a:ext uri="{FF2B5EF4-FFF2-40B4-BE49-F238E27FC236}">
                  <a16:creationId xmlns:a16="http://schemas.microsoft.com/office/drawing/2014/main" id="{44B6863F-36B9-4B75-8CE8-A44A33819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0"/>
              <a:ext cx="0" cy="288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27">
            <a:extLst>
              <a:ext uri="{FF2B5EF4-FFF2-40B4-BE49-F238E27FC236}">
                <a16:creationId xmlns:a16="http://schemas.microsoft.com/office/drawing/2014/main" id="{E4A3C8D6-F92D-45E8-B5F9-77CF49CA16BC}"/>
              </a:ext>
            </a:extLst>
          </p:cNvPr>
          <p:cNvGrpSpPr>
            <a:grpSpLocks/>
          </p:cNvGrpSpPr>
          <p:nvPr/>
        </p:nvGrpSpPr>
        <p:grpSpPr bwMode="auto">
          <a:xfrm>
            <a:off x="7684442" y="1238622"/>
            <a:ext cx="152400" cy="762000"/>
            <a:chOff x="0" y="0"/>
            <a:chExt cx="96" cy="480"/>
          </a:xfrm>
        </p:grpSpPr>
        <p:sp>
          <p:nvSpPr>
            <p:cNvPr id="36" name="Oval 28">
              <a:extLst>
                <a:ext uri="{FF2B5EF4-FFF2-40B4-BE49-F238E27FC236}">
                  <a16:creationId xmlns:a16="http://schemas.microsoft.com/office/drawing/2014/main" id="{14081A76-FC84-43CC-B001-C4CEF17D6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4"/>
              <a:ext cx="96" cy="96"/>
            </a:xfrm>
            <a:prstGeom prst="ellipse">
              <a:avLst/>
            </a:prstGeom>
            <a:solidFill>
              <a:schemeClr val="accent1"/>
            </a:solidFill>
            <a:ln w="12700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29">
              <a:extLst>
                <a:ext uri="{FF2B5EF4-FFF2-40B4-BE49-F238E27FC236}">
                  <a16:creationId xmlns:a16="http://schemas.microsoft.com/office/drawing/2014/main" id="{4C0E718F-7EB8-44BB-AEFD-3BD61B3A6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0"/>
              <a:ext cx="0" cy="432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" name="Group 30">
            <a:extLst>
              <a:ext uri="{FF2B5EF4-FFF2-40B4-BE49-F238E27FC236}">
                <a16:creationId xmlns:a16="http://schemas.microsoft.com/office/drawing/2014/main" id="{65EBA2D3-BBB1-41D1-9333-527D29200DBD}"/>
              </a:ext>
            </a:extLst>
          </p:cNvPr>
          <p:cNvGrpSpPr>
            <a:grpSpLocks/>
          </p:cNvGrpSpPr>
          <p:nvPr/>
        </p:nvGrpSpPr>
        <p:grpSpPr bwMode="auto">
          <a:xfrm>
            <a:off x="7684442" y="1973635"/>
            <a:ext cx="152400" cy="1066800"/>
            <a:chOff x="0" y="0"/>
            <a:chExt cx="96" cy="672"/>
          </a:xfrm>
        </p:grpSpPr>
        <p:sp>
          <p:nvSpPr>
            <p:cNvPr id="39" name="Oval 31">
              <a:extLst>
                <a:ext uri="{FF2B5EF4-FFF2-40B4-BE49-F238E27FC236}">
                  <a16:creationId xmlns:a16="http://schemas.microsoft.com/office/drawing/2014/main" id="{22469C95-CDB6-4B26-9FDA-CEBB6C21D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76"/>
              <a:ext cx="96" cy="96"/>
            </a:xfrm>
            <a:prstGeom prst="ellipse">
              <a:avLst/>
            </a:prstGeom>
            <a:solidFill>
              <a:schemeClr val="accent1"/>
            </a:solidFill>
            <a:ln w="12700" cmpd="sng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32">
              <a:extLst>
                <a:ext uri="{FF2B5EF4-FFF2-40B4-BE49-F238E27FC236}">
                  <a16:creationId xmlns:a16="http://schemas.microsoft.com/office/drawing/2014/main" id="{1011E6B0-8FFF-424E-B61A-193FF3D96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0"/>
              <a:ext cx="0" cy="624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1" name="Object 33">
            <a:extLst>
              <a:ext uri="{FF2B5EF4-FFF2-40B4-BE49-F238E27FC236}">
                <a16:creationId xmlns:a16="http://schemas.microsoft.com/office/drawing/2014/main" id="{4F8C15EA-9F25-4913-BDAA-BB4E31DC3D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001763"/>
              </p:ext>
            </p:extLst>
          </p:nvPr>
        </p:nvGraphicFramePr>
        <p:xfrm>
          <a:off x="6184116" y="1566991"/>
          <a:ext cx="1090080" cy="530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74" name="Equation" r:id="rId7" imgW="1090080" imgH="530280" progId="Equation.DSMT4">
                  <p:embed/>
                </p:oleObj>
              </mc:Choice>
              <mc:Fallback>
                <p:oleObj name="Equation" r:id="rId7" imgW="1090080" imgH="530280" progId="Equation.DSMT4">
                  <p:embed/>
                  <p:pic>
                    <p:nvPicPr>
                      <p:cNvPr id="0" name="Picture 38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116" y="1566991"/>
                        <a:ext cx="1090080" cy="5302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Group 34">
            <a:extLst>
              <a:ext uri="{FF2B5EF4-FFF2-40B4-BE49-F238E27FC236}">
                <a16:creationId xmlns:a16="http://schemas.microsoft.com/office/drawing/2014/main" id="{9ABDF584-49F8-4BF7-86F5-D55C8F5F5DED}"/>
              </a:ext>
            </a:extLst>
          </p:cNvPr>
          <p:cNvGrpSpPr>
            <a:grpSpLocks/>
          </p:cNvGrpSpPr>
          <p:nvPr/>
        </p:nvGrpSpPr>
        <p:grpSpPr bwMode="auto">
          <a:xfrm>
            <a:off x="5293047" y="3844776"/>
            <a:ext cx="3341688" cy="541338"/>
            <a:chOff x="0" y="-25"/>
            <a:chExt cx="2105" cy="341"/>
          </a:xfrm>
        </p:grpSpPr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8E185232-983A-4DBC-863D-7A5A91F08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" y="108"/>
              <a:ext cx="1927" cy="0"/>
            </a:xfrm>
            <a:prstGeom prst="line">
              <a:avLst/>
            </a:prstGeom>
            <a:noFill/>
            <a:ln w="9525" cmpd="sng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Oval 36">
              <a:extLst>
                <a:ext uri="{FF2B5EF4-FFF2-40B4-BE49-F238E27FC236}">
                  <a16:creationId xmlns:a16="http://schemas.microsoft.com/office/drawing/2014/main" id="{B9987257-70E7-4B35-85B1-E68AF68C1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" y="95"/>
              <a:ext cx="29" cy="29"/>
            </a:xfrm>
            <a:prstGeom prst="ellipse">
              <a:avLst/>
            </a:prstGeom>
            <a:solidFill>
              <a:schemeClr val="tx1"/>
            </a:soli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" name="Object 37">
              <a:extLst>
                <a:ext uri="{FF2B5EF4-FFF2-40B4-BE49-F238E27FC236}">
                  <a16:creationId xmlns:a16="http://schemas.microsoft.com/office/drawing/2014/main" id="{2B6B9619-E980-4917-98E3-9B5982820C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8307993"/>
                </p:ext>
              </p:extLst>
            </p:nvPr>
          </p:nvGraphicFramePr>
          <p:xfrm>
            <a:off x="2009" y="-25"/>
            <a:ext cx="96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775" name="Equation" r:id="rId9" imgW="152280" imgH="190440" progId="Equation.DSMT4">
                    <p:embed/>
                  </p:oleObj>
                </mc:Choice>
                <mc:Fallback>
                  <p:oleObj name="Equation" r:id="rId9" imgW="152280" imgH="190440" progId="Equation.DSMT4">
                    <p:embed/>
                    <p:pic>
                      <p:nvPicPr>
                        <p:cNvPr id="0" name="Picture 38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" y="-25"/>
                          <a:ext cx="96" cy="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38">
              <a:extLst>
                <a:ext uri="{FF2B5EF4-FFF2-40B4-BE49-F238E27FC236}">
                  <a16:creationId xmlns:a16="http://schemas.microsoft.com/office/drawing/2014/main" id="{651DB14E-0FE9-467E-88B4-B1457D0419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124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776" r:id="rId11" imgW="103320" imgH="109800" progId="Equation.3">
                    <p:embed/>
                  </p:oleObj>
                </mc:Choice>
                <mc:Fallback>
                  <p:oleObj r:id="rId11" imgW="103320" imgH="109800" progId="Equation.3">
                    <p:embed/>
                    <p:pic>
                      <p:nvPicPr>
                        <p:cNvPr id="0" name="Picture 38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4"/>
                          <a:ext cx="173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Line 39">
            <a:extLst>
              <a:ext uri="{FF2B5EF4-FFF2-40B4-BE49-F238E27FC236}">
                <a16:creationId xmlns:a16="http://schemas.microsoft.com/office/drawing/2014/main" id="{5CC7C87C-FFFE-4960-A748-5988C787F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7285" y="4059089"/>
            <a:ext cx="1447800" cy="0"/>
          </a:xfrm>
          <a:prstGeom prst="line">
            <a:avLst/>
          </a:prstGeom>
          <a:noFill/>
          <a:ln w="28575" cmpd="sng">
            <a:solidFill>
              <a:srgbClr val="3366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8" name="Group 40">
            <a:extLst>
              <a:ext uri="{FF2B5EF4-FFF2-40B4-BE49-F238E27FC236}">
                <a16:creationId xmlns:a16="http://schemas.microsoft.com/office/drawing/2014/main" id="{3EE0D14A-77CA-45A1-A77E-C9D2A396C00D}"/>
              </a:ext>
            </a:extLst>
          </p:cNvPr>
          <p:cNvGrpSpPr>
            <a:grpSpLocks/>
          </p:cNvGrpSpPr>
          <p:nvPr/>
        </p:nvGrpSpPr>
        <p:grpSpPr bwMode="auto">
          <a:xfrm>
            <a:off x="5705797" y="3687614"/>
            <a:ext cx="571500" cy="393700"/>
            <a:chOff x="-42" y="68"/>
            <a:chExt cx="360" cy="248"/>
          </a:xfrm>
        </p:grpSpPr>
        <p:graphicFrame>
          <p:nvGraphicFramePr>
            <p:cNvPr id="49" name="Object 41">
              <a:extLst>
                <a:ext uri="{FF2B5EF4-FFF2-40B4-BE49-F238E27FC236}">
                  <a16:creationId xmlns:a16="http://schemas.microsoft.com/office/drawing/2014/main" id="{1C9AB588-F628-477A-B798-F874C120CA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8867137"/>
                </p:ext>
              </p:extLst>
            </p:nvPr>
          </p:nvGraphicFramePr>
          <p:xfrm>
            <a:off x="-42" y="68"/>
            <a:ext cx="36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777" name="Equation" r:id="rId13" imgW="571320" imgH="330120" progId="Equation.DSMT4">
                    <p:embed/>
                  </p:oleObj>
                </mc:Choice>
                <mc:Fallback>
                  <p:oleObj name="Equation" r:id="rId13" imgW="571320" imgH="330120" progId="Equation.DSMT4">
                    <p:embed/>
                    <p:pic>
                      <p:nvPicPr>
                        <p:cNvPr id="0" name="Picture 38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2" y="68"/>
                          <a:ext cx="360" cy="2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Oval 42">
              <a:extLst>
                <a:ext uri="{FF2B5EF4-FFF2-40B4-BE49-F238E27FC236}">
                  <a16:creationId xmlns:a16="http://schemas.microsoft.com/office/drawing/2014/main" id="{4ABAC431-6C93-472B-A2EA-BFECB3A8F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" y="287"/>
              <a:ext cx="29" cy="29"/>
            </a:xfrm>
            <a:prstGeom prst="ellipse">
              <a:avLst/>
            </a:prstGeom>
            <a:solidFill>
              <a:schemeClr val="tx1"/>
            </a:soli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" name="Group 43">
            <a:extLst>
              <a:ext uri="{FF2B5EF4-FFF2-40B4-BE49-F238E27FC236}">
                <a16:creationId xmlns:a16="http://schemas.microsoft.com/office/drawing/2014/main" id="{287D249B-B986-4706-A8F2-901F0A94D966}"/>
              </a:ext>
            </a:extLst>
          </p:cNvPr>
          <p:cNvGrpSpPr>
            <a:grpSpLocks/>
          </p:cNvGrpSpPr>
          <p:nvPr/>
        </p:nvGrpSpPr>
        <p:grpSpPr bwMode="auto">
          <a:xfrm>
            <a:off x="7142485" y="3617765"/>
            <a:ext cx="482600" cy="463549"/>
            <a:chOff x="-47" y="-13"/>
            <a:chExt cx="304" cy="292"/>
          </a:xfrm>
        </p:grpSpPr>
        <p:graphicFrame>
          <p:nvGraphicFramePr>
            <p:cNvPr id="52" name="Object 44">
              <a:extLst>
                <a:ext uri="{FF2B5EF4-FFF2-40B4-BE49-F238E27FC236}">
                  <a16:creationId xmlns:a16="http://schemas.microsoft.com/office/drawing/2014/main" id="{3D64C10D-AF3B-4D6C-9D79-C95161B1F8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2317912"/>
                </p:ext>
              </p:extLst>
            </p:nvPr>
          </p:nvGraphicFramePr>
          <p:xfrm>
            <a:off x="-47" y="-13"/>
            <a:ext cx="30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778" name="Equation" r:id="rId15" imgW="482400" imgH="304560" progId="Equation.DSMT4">
                    <p:embed/>
                  </p:oleObj>
                </mc:Choice>
                <mc:Fallback>
                  <p:oleObj name="Equation" r:id="rId15" imgW="482400" imgH="304560" progId="Equation.DSMT4">
                    <p:embed/>
                    <p:pic>
                      <p:nvPicPr>
                        <p:cNvPr id="0" name="Picture 38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7" y="-13"/>
                          <a:ext cx="304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Oval 45">
              <a:extLst>
                <a:ext uri="{FF2B5EF4-FFF2-40B4-BE49-F238E27FC236}">
                  <a16:creationId xmlns:a16="http://schemas.microsoft.com/office/drawing/2014/main" id="{8AF8283A-277C-4CDE-924B-12181F36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" y="250"/>
              <a:ext cx="29" cy="29"/>
            </a:xfrm>
            <a:prstGeom prst="ellipse">
              <a:avLst/>
            </a:prstGeom>
            <a:solidFill>
              <a:schemeClr val="tx1"/>
            </a:soli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4" name="Object 46">
            <a:extLst>
              <a:ext uri="{FF2B5EF4-FFF2-40B4-BE49-F238E27FC236}">
                <a16:creationId xmlns:a16="http://schemas.microsoft.com/office/drawing/2014/main" id="{04A4C0FF-F26B-4AC1-9776-6920285E00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168441"/>
              </p:ext>
            </p:extLst>
          </p:nvPr>
        </p:nvGraphicFramePr>
        <p:xfrm>
          <a:off x="7523173" y="4114502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79" name="Equation" r:id="rId17" imgW="114120" imgH="215640" progId="Equation.DSMT4">
                  <p:embed/>
                </p:oleObj>
              </mc:Choice>
              <mc:Fallback>
                <p:oleObj name="Equation" r:id="rId17" imgW="114120" imgH="215640" progId="Equation.DSMT4">
                  <p:embed/>
                  <p:pic>
                    <p:nvPicPr>
                      <p:cNvPr id="0" name="Picture 38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3173" y="4114502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47">
            <a:extLst>
              <a:ext uri="{FF2B5EF4-FFF2-40B4-BE49-F238E27FC236}">
                <a16:creationId xmlns:a16="http://schemas.microsoft.com/office/drawing/2014/main" id="{112E8535-9AC9-46C6-A797-2DD5EE48F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076" y="861069"/>
            <a:ext cx="17331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+mn-ea"/>
              </a:rPr>
              <a:t>自由落体运动</a:t>
            </a:r>
          </a:p>
        </p:txBody>
      </p:sp>
      <p:sp>
        <p:nvSpPr>
          <p:cNvPr id="56" name="Text Box 4">
            <a:extLst>
              <a:ext uri="{FF2B5EF4-FFF2-40B4-BE49-F238E27FC236}">
                <a16:creationId xmlns:a16="http://schemas.microsoft.com/office/drawing/2014/main" id="{719E0D16-80A3-413F-AB63-0D159423B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628" y="1021234"/>
            <a:ext cx="36001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设质点运动的位置函数是</a:t>
            </a:r>
          </a:p>
        </p:txBody>
      </p:sp>
      <p:graphicFrame>
        <p:nvGraphicFramePr>
          <p:cNvPr id="57" name="Object 5">
            <a:extLst>
              <a:ext uri="{FF2B5EF4-FFF2-40B4-BE49-F238E27FC236}">
                <a16:creationId xmlns:a16="http://schemas.microsoft.com/office/drawing/2014/main" id="{B97AB792-5A87-43A4-A735-5B6B327CB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987252"/>
              </p:ext>
            </p:extLst>
          </p:nvPr>
        </p:nvGraphicFramePr>
        <p:xfrm>
          <a:off x="4286847" y="1086178"/>
          <a:ext cx="1006200" cy="33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80" name="Equation" r:id="rId19" imgW="1006200" imgH="336240" progId="Equation.DSMT4">
                  <p:embed/>
                </p:oleObj>
              </mc:Choice>
              <mc:Fallback>
                <p:oleObj name="Equation" r:id="rId19" imgW="1006200" imgH="336240" progId="Equation.DSMT4">
                  <p:embed/>
                  <p:pic>
                    <p:nvPicPr>
                      <p:cNvPr id="0" name="Picture 38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847" y="1086178"/>
                        <a:ext cx="1006200" cy="336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A328241C-0DFA-4F51-A2CC-5A816005571F}"/>
              </a:ext>
            </a:extLst>
          </p:cNvPr>
          <p:cNvGrpSpPr/>
          <p:nvPr/>
        </p:nvGrpSpPr>
        <p:grpSpPr>
          <a:xfrm>
            <a:off x="827584" y="1578517"/>
            <a:ext cx="4343400" cy="461665"/>
            <a:chOff x="827584" y="1578517"/>
            <a:chExt cx="4343400" cy="461665"/>
          </a:xfrm>
        </p:grpSpPr>
        <p:sp>
          <p:nvSpPr>
            <p:cNvPr id="59" name="Text Box 8">
              <a:extLst>
                <a:ext uri="{FF2B5EF4-FFF2-40B4-BE49-F238E27FC236}">
                  <a16:creationId xmlns:a16="http://schemas.microsoft.com/office/drawing/2014/main" id="{7C504CC3-4307-496F-BDEF-9526F6EF9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1578517"/>
              <a:ext cx="4343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则</a:t>
              </a:r>
              <a:r>
                <a:rPr lang="zh-CN" altLang="en-US" sz="2400" dirty="0">
                  <a:latin typeface="+mn-ea"/>
                </a:rPr>
                <a:t>   </a:t>
              </a:r>
              <a:r>
                <a:rPr lang="zh-CN" altLang="en-US" sz="2400" b="1" dirty="0">
                  <a:latin typeface="+mn-ea"/>
                </a:rPr>
                <a:t>到</a:t>
              </a:r>
              <a:r>
                <a:rPr lang="zh-CN" altLang="en-US" sz="2400" dirty="0">
                  <a:latin typeface="+mn-ea"/>
                </a:rPr>
                <a:t>  </a:t>
              </a:r>
              <a:r>
                <a:rPr lang="zh-CN" altLang="en-US" sz="2400" b="1" dirty="0">
                  <a:latin typeface="+mn-ea"/>
                </a:rPr>
                <a:t>的平均速度为</a:t>
              </a:r>
            </a:p>
          </p:txBody>
        </p:sp>
        <p:graphicFrame>
          <p:nvGraphicFramePr>
            <p:cNvPr id="60" name="Object 9">
              <a:extLst>
                <a:ext uri="{FF2B5EF4-FFF2-40B4-BE49-F238E27FC236}">
                  <a16:creationId xmlns:a16="http://schemas.microsoft.com/office/drawing/2014/main" id="{5A973172-C042-4A89-8B0B-01DBABAA6E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7333975"/>
                </p:ext>
              </p:extLst>
            </p:nvPr>
          </p:nvGraphicFramePr>
          <p:xfrm>
            <a:off x="1321228" y="1605879"/>
            <a:ext cx="2159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781" name="Equation" r:id="rId21" imgW="215640" imgH="380880" progId="Equation.DSMT4">
                    <p:embed/>
                  </p:oleObj>
                </mc:Choice>
                <mc:Fallback>
                  <p:oleObj name="Equation" r:id="rId21" imgW="215640" imgH="380880" progId="Equation.DSMT4">
                    <p:embed/>
                    <p:pic>
                      <p:nvPicPr>
                        <p:cNvPr id="0" name="Picture 38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1228" y="1605879"/>
                          <a:ext cx="2159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Object 10">
              <a:extLst>
                <a:ext uri="{FF2B5EF4-FFF2-40B4-BE49-F238E27FC236}">
                  <a16:creationId xmlns:a16="http://schemas.microsoft.com/office/drawing/2014/main" id="{5A05254C-C11F-4061-9449-718297F81A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5080382"/>
                </p:ext>
              </p:extLst>
            </p:nvPr>
          </p:nvGraphicFramePr>
          <p:xfrm>
            <a:off x="2077762" y="1711481"/>
            <a:ext cx="127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782" name="Equation" r:id="rId23" imgW="126720" imgH="241200" progId="Equation.DSMT4">
                    <p:embed/>
                  </p:oleObj>
                </mc:Choice>
                <mc:Fallback>
                  <p:oleObj name="Equation" r:id="rId23" imgW="126720" imgH="241200" progId="Equation.DSMT4">
                    <p:embed/>
                    <p:pic>
                      <p:nvPicPr>
                        <p:cNvPr id="0" name="Picture 38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7762" y="1711481"/>
                          <a:ext cx="1270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" name="Object 11">
            <a:extLst>
              <a:ext uri="{FF2B5EF4-FFF2-40B4-BE49-F238E27FC236}">
                <a16:creationId xmlns:a16="http://schemas.microsoft.com/office/drawing/2014/main" id="{2420E4C3-3DA5-431A-839C-B52F05127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15811"/>
              </p:ext>
            </p:extLst>
          </p:nvPr>
        </p:nvGraphicFramePr>
        <p:xfrm>
          <a:off x="2254250" y="2314575"/>
          <a:ext cx="24050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83" name="Equation" r:id="rId25" imgW="2031840" imgH="723600" progId="Equation.DSMT4">
                  <p:embed/>
                </p:oleObj>
              </mc:Choice>
              <mc:Fallback>
                <p:oleObj name="Equation" r:id="rId25" imgW="2031840" imgH="723600" progId="Equation.DSMT4">
                  <p:embed/>
                  <p:pic>
                    <p:nvPicPr>
                      <p:cNvPr id="0" name="Picture 38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2314575"/>
                        <a:ext cx="2405063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12">
            <a:extLst>
              <a:ext uri="{FF2B5EF4-FFF2-40B4-BE49-F238E27FC236}">
                <a16:creationId xmlns:a16="http://schemas.microsoft.com/office/drawing/2014/main" id="{2016353B-DDB7-4C6B-A5D7-7B2C69E6EB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220993"/>
              </p:ext>
            </p:extLst>
          </p:nvPr>
        </p:nvGraphicFramePr>
        <p:xfrm>
          <a:off x="2867025" y="2195513"/>
          <a:ext cx="1460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84" name="Equation" r:id="rId27" imgW="1460160" imgH="380880" progId="Equation.DSMT4">
                  <p:embed/>
                </p:oleObj>
              </mc:Choice>
              <mc:Fallback>
                <p:oleObj name="Equation" r:id="rId27" imgW="1460160" imgH="380880" progId="Equation.DSMT4">
                  <p:embed/>
                  <p:pic>
                    <p:nvPicPr>
                      <p:cNvPr id="0" name="Picture 38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2195513"/>
                        <a:ext cx="14601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3">
            <a:extLst>
              <a:ext uri="{FF2B5EF4-FFF2-40B4-BE49-F238E27FC236}">
                <a16:creationId xmlns:a16="http://schemas.microsoft.com/office/drawing/2014/main" id="{70C8278C-EE00-41B3-840C-40AC96D55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857006"/>
              </p:ext>
            </p:extLst>
          </p:nvPr>
        </p:nvGraphicFramePr>
        <p:xfrm>
          <a:off x="3432175" y="2701925"/>
          <a:ext cx="5713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85" name="Equation" r:id="rId29" imgW="571320" imgH="380880" progId="Equation.DSMT4">
                  <p:embed/>
                </p:oleObj>
              </mc:Choice>
              <mc:Fallback>
                <p:oleObj name="Equation" r:id="rId29" imgW="571320" imgH="380880" progId="Equation.DSMT4">
                  <p:embed/>
                  <p:pic>
                    <p:nvPicPr>
                      <p:cNvPr id="0" name="Picture 38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2701925"/>
                        <a:ext cx="57132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" name="Group 14">
            <a:extLst>
              <a:ext uri="{FF2B5EF4-FFF2-40B4-BE49-F238E27FC236}">
                <a16:creationId xmlns:a16="http://schemas.microsoft.com/office/drawing/2014/main" id="{06387FFE-F30A-4572-AF1D-B3C1FFED8FB0}"/>
              </a:ext>
            </a:extLst>
          </p:cNvPr>
          <p:cNvGrpSpPr>
            <a:grpSpLocks/>
          </p:cNvGrpSpPr>
          <p:nvPr/>
        </p:nvGrpSpPr>
        <p:grpSpPr bwMode="auto">
          <a:xfrm>
            <a:off x="557620" y="3095626"/>
            <a:ext cx="4343400" cy="461963"/>
            <a:chOff x="0" y="13"/>
            <a:chExt cx="2736" cy="291"/>
          </a:xfrm>
        </p:grpSpPr>
        <p:sp>
          <p:nvSpPr>
            <p:cNvPr id="66" name="Text Box 15">
              <a:extLst>
                <a:ext uri="{FF2B5EF4-FFF2-40B4-BE49-F238E27FC236}">
                  <a16:creationId xmlns:a16="http://schemas.microsoft.com/office/drawing/2014/main" id="{3ECA3A51-2852-43FB-A2BB-2A23ECB66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"/>
              <a:ext cx="27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+mn-ea"/>
                </a:rPr>
                <a:t>  </a:t>
              </a:r>
              <a:r>
                <a:rPr lang="zh-CN" altLang="en-US" sz="2400" b="1" dirty="0">
                  <a:latin typeface="+mn-ea"/>
                </a:rPr>
                <a:t>在</a:t>
              </a:r>
              <a:r>
                <a:rPr lang="zh-CN" altLang="en-US" sz="2400" dirty="0">
                  <a:latin typeface="+mn-ea"/>
                </a:rPr>
                <a:t>   </a:t>
              </a:r>
              <a:r>
                <a:rPr lang="zh-CN" altLang="en-US" sz="2400" b="1" dirty="0">
                  <a:latin typeface="+mn-ea"/>
                </a:rPr>
                <a:t>时刻的瞬时速度定义为</a:t>
              </a:r>
            </a:p>
          </p:txBody>
        </p:sp>
        <p:graphicFrame>
          <p:nvGraphicFramePr>
            <p:cNvPr id="74" name="Object 16">
              <a:extLst>
                <a:ext uri="{FF2B5EF4-FFF2-40B4-BE49-F238E27FC236}">
                  <a16:creationId xmlns:a16="http://schemas.microsoft.com/office/drawing/2014/main" id="{3D04993C-47F9-4C22-B125-6885B5EBD2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9555200"/>
                </p:ext>
              </p:extLst>
            </p:nvPr>
          </p:nvGraphicFramePr>
          <p:xfrm>
            <a:off x="515" y="48"/>
            <a:ext cx="1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786" name="Equation" r:id="rId31" imgW="215640" imgH="380880" progId="Equation.DSMT4">
                    <p:embed/>
                  </p:oleObj>
                </mc:Choice>
                <mc:Fallback>
                  <p:oleObj name="Equation" r:id="rId31" imgW="215640" imgH="380880" progId="Equation.DSMT4">
                    <p:embed/>
                    <p:pic>
                      <p:nvPicPr>
                        <p:cNvPr id="0" name="Picture 38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" y="48"/>
                          <a:ext cx="13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" name="Object 17">
            <a:extLst>
              <a:ext uri="{FF2B5EF4-FFF2-40B4-BE49-F238E27FC236}">
                <a16:creationId xmlns:a16="http://schemas.microsoft.com/office/drawing/2014/main" id="{A1CC8461-8E42-47B9-A5EC-D11B45024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495487"/>
              </p:ext>
            </p:extLst>
          </p:nvPr>
        </p:nvGraphicFramePr>
        <p:xfrm>
          <a:off x="1482725" y="3786188"/>
          <a:ext cx="243828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87" name="Equation" r:id="rId33" imgW="2438280" imgH="723600" progId="Equation.DSMT4">
                  <p:embed/>
                </p:oleObj>
              </mc:Choice>
              <mc:Fallback>
                <p:oleObj name="Equation" r:id="rId33" imgW="2438280" imgH="723600" progId="Equation.DSMT4">
                  <p:embed/>
                  <p:pic>
                    <p:nvPicPr>
                      <p:cNvPr id="0" name="Picture 38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725" y="3786188"/>
                        <a:ext cx="243828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18">
            <a:extLst>
              <a:ext uri="{FF2B5EF4-FFF2-40B4-BE49-F238E27FC236}">
                <a16:creationId xmlns:a16="http://schemas.microsoft.com/office/drawing/2014/main" id="{5C3BABAB-57AE-4590-A071-4187A45E36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915161"/>
              </p:ext>
            </p:extLst>
          </p:nvPr>
        </p:nvGraphicFramePr>
        <p:xfrm>
          <a:off x="2682875" y="3722688"/>
          <a:ext cx="14601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88" name="Equation" r:id="rId35" imgW="1460160" imgH="380880" progId="Equation.DSMT4">
                  <p:embed/>
                </p:oleObj>
              </mc:Choice>
              <mc:Fallback>
                <p:oleObj name="Equation" r:id="rId35" imgW="1460160" imgH="380880" progId="Equation.DSMT4">
                  <p:embed/>
                  <p:pic>
                    <p:nvPicPr>
                      <p:cNvPr id="0" name="Picture 38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3722688"/>
                        <a:ext cx="14601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9">
            <a:extLst>
              <a:ext uri="{FF2B5EF4-FFF2-40B4-BE49-F238E27FC236}">
                <a16:creationId xmlns:a16="http://schemas.microsoft.com/office/drawing/2014/main" id="{E558FB42-F380-4010-9030-25619EB201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168958"/>
              </p:ext>
            </p:extLst>
          </p:nvPr>
        </p:nvGraphicFramePr>
        <p:xfrm>
          <a:off x="3098635" y="4293092"/>
          <a:ext cx="619200" cy="36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789" name="Equation" r:id="rId37" imgW="619200" imgH="368640" progId="Equation.DSMT4">
                  <p:embed/>
                </p:oleObj>
              </mc:Choice>
              <mc:Fallback>
                <p:oleObj name="Equation" r:id="rId37" imgW="619200" imgH="368640" progId="Equation.DSMT4">
                  <p:embed/>
                  <p:pic>
                    <p:nvPicPr>
                      <p:cNvPr id="0" name="Picture 38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635" y="4293092"/>
                        <a:ext cx="619200" cy="36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48792E51-0FE3-4565-9802-CCB795D91852}"/>
              </a:ext>
            </a:extLst>
          </p:cNvPr>
          <p:cNvSpPr/>
          <p:nvPr/>
        </p:nvSpPr>
        <p:spPr>
          <a:xfrm>
            <a:off x="1856195" y="3659083"/>
            <a:ext cx="2715805" cy="10729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35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 autoUpdateAnimBg="0"/>
      <p:bldP spid="56" grpId="0" autoUpdateAnimBg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>
            <a:extLst>
              <a:ext uri="{FF2B5EF4-FFF2-40B4-BE49-F238E27FC236}">
                <a16:creationId xmlns:a16="http://schemas.microsoft.com/office/drawing/2014/main" id="{E0CF8E99-52B5-443B-84EF-10C9C0A39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3508" y="667718"/>
            <a:ext cx="1927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瞬时速度</a:t>
            </a:r>
          </a:p>
        </p:txBody>
      </p:sp>
      <p:sp>
        <p:nvSpPr>
          <p:cNvPr id="6" name="Text Box 20">
            <a:extLst>
              <a:ext uri="{FF2B5EF4-FFF2-40B4-BE49-F238E27FC236}">
                <a16:creationId xmlns:a16="http://schemas.microsoft.com/office/drawing/2014/main" id="{3D3FFF09-8F5F-4DA6-8A86-2D496B997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958" y="715071"/>
            <a:ext cx="190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切线斜率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13C7FE5F-7F36-43AB-A917-6C4C45644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574770"/>
              </p:ext>
            </p:extLst>
          </p:nvPr>
        </p:nvGraphicFramePr>
        <p:xfrm>
          <a:off x="6180927" y="555526"/>
          <a:ext cx="2387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4" name="Equation" r:id="rId3" imgW="2387520" imgH="812520" progId="Equation.DSMT4">
                  <p:embed/>
                </p:oleObj>
              </mc:Choice>
              <mc:Fallback>
                <p:oleObj name="Equation" r:id="rId3" imgW="2387520" imgH="812520" progId="Equation.DSMT4">
                  <p:embed/>
                  <p:pic>
                    <p:nvPicPr>
                      <p:cNvPr id="0" name="Picture 8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927" y="555526"/>
                        <a:ext cx="23876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1703C6C7-CE48-4F33-8580-C704A464C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821278"/>
              </p:ext>
            </p:extLst>
          </p:nvPr>
        </p:nvGraphicFramePr>
        <p:xfrm>
          <a:off x="1902393" y="602879"/>
          <a:ext cx="2578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5" name="Equation" r:id="rId5" imgW="2577960" imgH="812520" progId="Equation.DSMT4">
                  <p:embed/>
                </p:oleObj>
              </mc:Choice>
              <mc:Fallback>
                <p:oleObj name="Equation" r:id="rId5" imgW="2577960" imgH="812520" progId="Equation.DSMT4">
                  <p:embed/>
                  <p:pic>
                    <p:nvPicPr>
                      <p:cNvPr id="0" name="Picture 8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393" y="602879"/>
                        <a:ext cx="25781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DA44D17B-9921-4A89-8AF8-7424CFC1E673}"/>
              </a:ext>
            </a:extLst>
          </p:cNvPr>
          <p:cNvSpPr txBox="1">
            <a:spLocks noChangeArrowheads="1"/>
          </p:cNvSpPr>
          <p:nvPr/>
        </p:nvSpPr>
        <p:spPr>
          <a:xfrm>
            <a:off x="358775" y="1597079"/>
            <a:ext cx="1049512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共性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:</a:t>
            </a:r>
          </a:p>
        </p:txBody>
      </p:sp>
      <p:sp>
        <p:nvSpPr>
          <p:cNvPr id="13" name="Text Box 56">
            <a:extLst>
              <a:ext uri="{FF2B5EF4-FFF2-40B4-BE49-F238E27FC236}">
                <a16:creationId xmlns:a16="http://schemas.microsoft.com/office/drawing/2014/main" id="{D8CA5618-F121-4AE1-9D44-8B2D950A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718" y="1594846"/>
            <a:ext cx="6258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所求量为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函数增量</a:t>
            </a:r>
            <a:r>
              <a:rPr lang="zh-CN" altLang="en-US" sz="2400" b="1" dirty="0">
                <a:latin typeface="+mn-ea"/>
              </a:rPr>
              <a:t>与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自变量增量</a:t>
            </a:r>
            <a:r>
              <a:rPr lang="zh-CN" altLang="en-US" sz="2400" b="1" dirty="0">
                <a:latin typeface="+mn-ea"/>
              </a:rPr>
              <a:t>之比的极限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15" name="Text Box 58">
            <a:extLst>
              <a:ext uri="{FF2B5EF4-FFF2-40B4-BE49-F238E27FC236}">
                <a16:creationId xmlns:a16="http://schemas.microsoft.com/office/drawing/2014/main" id="{CB4CF1E6-1F10-4772-856A-048B09D20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418" y="2233446"/>
            <a:ext cx="15017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加速度</a:t>
            </a:r>
          </a:p>
        </p:txBody>
      </p:sp>
      <p:sp>
        <p:nvSpPr>
          <p:cNvPr id="16" name="Text Box 59">
            <a:extLst>
              <a:ext uri="{FF2B5EF4-FFF2-40B4-BE49-F238E27FC236}">
                <a16:creationId xmlns:a16="http://schemas.microsoft.com/office/drawing/2014/main" id="{5417BBE3-EA32-434E-BB60-3D26B8124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418" y="2849396"/>
            <a:ext cx="1835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角速度</a:t>
            </a:r>
          </a:p>
        </p:txBody>
      </p:sp>
      <p:sp>
        <p:nvSpPr>
          <p:cNvPr id="17" name="Text Box 60">
            <a:extLst>
              <a:ext uri="{FF2B5EF4-FFF2-40B4-BE49-F238E27FC236}">
                <a16:creationId xmlns:a16="http://schemas.microsoft.com/office/drawing/2014/main" id="{6466DFE3-9333-4EB6-98D9-9E9FEE6F1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418" y="3417721"/>
            <a:ext cx="1668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66FF"/>
                </a:solidFill>
                <a:latin typeface="+mn-ea"/>
              </a:rPr>
              <a:t>线密度</a:t>
            </a:r>
          </a:p>
        </p:txBody>
      </p:sp>
      <p:sp>
        <p:nvSpPr>
          <p:cNvPr id="18" name="Text Box 61">
            <a:extLst>
              <a:ext uri="{FF2B5EF4-FFF2-40B4-BE49-F238E27FC236}">
                <a16:creationId xmlns:a16="http://schemas.microsoft.com/office/drawing/2014/main" id="{5A221994-CDC8-4A22-9B94-26DBCE959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4017796"/>
            <a:ext cx="20018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0066FF"/>
                </a:solidFill>
                <a:latin typeface="+mn-ea"/>
              </a:rPr>
              <a:t>电流强度</a:t>
            </a:r>
          </a:p>
        </p:txBody>
      </p:sp>
      <p:sp>
        <p:nvSpPr>
          <p:cNvPr id="19" name="Text Box 62">
            <a:extLst>
              <a:ext uri="{FF2B5EF4-FFF2-40B4-BE49-F238E27FC236}">
                <a16:creationId xmlns:a16="http://schemas.microsoft.com/office/drawing/2014/main" id="{0BA18164-B0C3-49F5-9222-11008C11A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606" y="2255671"/>
            <a:ext cx="50076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是速度增量与时间增量之比的极限</a:t>
            </a:r>
          </a:p>
        </p:txBody>
      </p:sp>
      <p:sp>
        <p:nvSpPr>
          <p:cNvPr id="20" name="Text Box 63">
            <a:extLst>
              <a:ext uri="{FF2B5EF4-FFF2-40B4-BE49-F238E27FC236}">
                <a16:creationId xmlns:a16="http://schemas.microsoft.com/office/drawing/2014/main" id="{5031D0A4-90F0-433A-A57F-188BEB085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606" y="2863684"/>
            <a:ext cx="50076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是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转角增量与时间增量之比的极限</a:t>
            </a:r>
          </a:p>
        </p:txBody>
      </p:sp>
      <p:sp>
        <p:nvSpPr>
          <p:cNvPr id="21" name="Text Box 64">
            <a:extLst>
              <a:ext uri="{FF2B5EF4-FFF2-40B4-BE49-F238E27FC236}">
                <a16:creationId xmlns:a16="http://schemas.microsoft.com/office/drawing/2014/main" id="{8E00C2B7-9D8D-4264-B081-F47A6CC75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606" y="3432009"/>
            <a:ext cx="50076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是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质量增量与长度增量</a:t>
            </a:r>
            <a:r>
              <a:rPr lang="zh-CN" altLang="en-US" sz="2400" b="1" dirty="0">
                <a:latin typeface="+mn-ea"/>
              </a:rPr>
              <a:t>之比的极限</a:t>
            </a: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468F1301-FA86-4DCB-922B-D66F3C90D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872" y="4010008"/>
            <a:ext cx="50076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是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电量增量与时间增量</a:t>
            </a:r>
            <a:r>
              <a:rPr lang="zh-CN" altLang="en-US" sz="2400" b="1" dirty="0">
                <a:latin typeface="+mn-ea"/>
              </a:rPr>
              <a:t>之比的极限</a:t>
            </a:r>
          </a:p>
        </p:txBody>
      </p:sp>
      <p:sp>
        <p:nvSpPr>
          <p:cNvPr id="23" name="Text Box 66">
            <a:extLst>
              <a:ext uri="{FF2B5EF4-FFF2-40B4-BE49-F238E27FC236}">
                <a16:creationId xmlns:a16="http://schemas.microsoft.com/office/drawing/2014/main" id="{63B76E20-0F47-440B-955B-40A77252C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360" y="2017422"/>
            <a:ext cx="553998" cy="2133600"/>
          </a:xfrm>
          <a:prstGeom prst="rect">
            <a:avLst/>
          </a:prstGeom>
          <a:solidFill>
            <a:schemeClr val="bg1"/>
          </a:solidFill>
          <a:ln w="9525" cmpd="sng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变化率问题</a:t>
            </a:r>
          </a:p>
        </p:txBody>
      </p:sp>
      <p:sp>
        <p:nvSpPr>
          <p:cNvPr id="24" name="AutoShape 67">
            <a:extLst>
              <a:ext uri="{FF2B5EF4-FFF2-40B4-BE49-F238E27FC236}">
                <a16:creationId xmlns:a16="http://schemas.microsoft.com/office/drawing/2014/main" id="{46AA8809-25DE-424E-8108-10DB907C9B8D}"/>
              </a:ext>
            </a:extLst>
          </p:cNvPr>
          <p:cNvSpPr>
            <a:spLocks/>
          </p:cNvSpPr>
          <p:nvPr/>
        </p:nvSpPr>
        <p:spPr bwMode="auto">
          <a:xfrm>
            <a:off x="7345590" y="1803581"/>
            <a:ext cx="152400" cy="2661890"/>
          </a:xfrm>
          <a:prstGeom prst="rightBrace">
            <a:avLst>
              <a:gd name="adj1" fmla="val 125000"/>
              <a:gd name="adj2" fmla="val 50000"/>
            </a:avLst>
          </a:pr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n-ea"/>
            </a:endParaRPr>
          </a:p>
        </p:txBody>
      </p:sp>
      <p:graphicFrame>
        <p:nvGraphicFramePr>
          <p:cNvPr id="25" name="Object 68">
            <a:extLst>
              <a:ext uri="{FF2B5EF4-FFF2-40B4-BE49-F238E27FC236}">
                <a16:creationId xmlns:a16="http://schemas.microsoft.com/office/drawing/2014/main" id="{8233D9D9-D574-45B0-B04D-A2DB0609DF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692757"/>
              </p:ext>
            </p:extLst>
          </p:nvPr>
        </p:nvGraphicFramePr>
        <p:xfrm>
          <a:off x="4470400" y="2152434"/>
          <a:ext cx="20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6" name="Equation" r:id="rId7" imgW="203200" imgH="431800" progId="Equation.DSMT4">
                  <p:embed/>
                </p:oleObj>
              </mc:Choice>
              <mc:Fallback>
                <p:oleObj name="Equation" r:id="rId7" imgW="203200" imgH="431800" progId="Equation.DSMT4">
                  <p:embed/>
                  <p:pic>
                    <p:nvPicPr>
                      <p:cNvPr id="0" name="Picture 8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2152434"/>
                        <a:ext cx="2032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9">
            <a:extLst>
              <a:ext uri="{FF2B5EF4-FFF2-40B4-BE49-F238E27FC236}">
                <a16:creationId xmlns:a16="http://schemas.microsoft.com/office/drawing/2014/main" id="{DA57E2C1-48F8-4B29-B685-BB7F32137D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988696"/>
              </p:ext>
            </p:extLst>
          </p:nvPr>
        </p:nvGraphicFramePr>
        <p:xfrm>
          <a:off x="929368" y="4595646"/>
          <a:ext cx="1054100" cy="1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7" r:id="rId9" imgW="883800" imgH="90360" progId="Equation.3">
                  <p:embed/>
                </p:oleObj>
              </mc:Choice>
              <mc:Fallback>
                <p:oleObj r:id="rId9" imgW="883800" imgH="90360" progId="Equation.3">
                  <p:embed/>
                  <p:pic>
                    <p:nvPicPr>
                      <p:cNvPr id="0" name="Picture 8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368" y="4595646"/>
                        <a:ext cx="1054100" cy="11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901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27584" y="267494"/>
            <a:ext cx="5469813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 函数在一点处的导数的定义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0C22140-7ABA-4CC0-A264-5A652AAD3183}"/>
              </a:ext>
            </a:extLst>
          </p:cNvPr>
          <p:cNvGrpSpPr/>
          <p:nvPr/>
        </p:nvGrpSpPr>
        <p:grpSpPr>
          <a:xfrm>
            <a:off x="120936" y="1508390"/>
            <a:ext cx="4153738" cy="812800"/>
            <a:chOff x="195739" y="1713124"/>
            <a:chExt cx="4153738" cy="812800"/>
          </a:xfrm>
        </p:grpSpPr>
        <p:graphicFrame>
          <p:nvGraphicFramePr>
            <p:cNvPr id="30" name="Object 7">
              <a:extLst>
                <a:ext uri="{FF2B5EF4-FFF2-40B4-BE49-F238E27FC236}">
                  <a16:creationId xmlns:a16="http://schemas.microsoft.com/office/drawing/2014/main" id="{25D0F6B9-A397-457E-83A7-ECD388292C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4655660"/>
                </p:ext>
              </p:extLst>
            </p:nvPr>
          </p:nvGraphicFramePr>
          <p:xfrm>
            <a:off x="879308" y="1848747"/>
            <a:ext cx="482400" cy="520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690" name="Equation" r:id="rId4" imgW="482400" imgH="520560" progId="Equation.DSMT4">
                    <p:embed/>
                  </p:oleObj>
                </mc:Choice>
                <mc:Fallback>
                  <p:oleObj name="Equation" r:id="rId4" imgW="482400" imgH="520560" progId="Equation.DSMT4">
                    <p:embed/>
                    <p:pic>
                      <p:nvPicPr>
                        <p:cNvPr id="0" name="Picture 28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9308" y="1848747"/>
                          <a:ext cx="482400" cy="5205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8">
              <a:extLst>
                <a:ext uri="{FF2B5EF4-FFF2-40B4-BE49-F238E27FC236}">
                  <a16:creationId xmlns:a16="http://schemas.microsoft.com/office/drawing/2014/main" id="{2A396DE8-AFE9-413E-B4BB-4DA83449687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7162540"/>
                </p:ext>
              </p:extLst>
            </p:nvPr>
          </p:nvGraphicFramePr>
          <p:xfrm>
            <a:off x="1441177" y="1713124"/>
            <a:ext cx="16891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691" name="Equation" r:id="rId6" imgW="1688760" imgH="812520" progId="Equation.DSMT4">
                    <p:embed/>
                  </p:oleObj>
                </mc:Choice>
                <mc:Fallback>
                  <p:oleObj name="Equation" r:id="rId6" imgW="1688760" imgH="812520" progId="Equation.DSMT4">
                    <p:embed/>
                    <p:pic>
                      <p:nvPicPr>
                        <p:cNvPr id="0" name="Picture 28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177" y="1713124"/>
                          <a:ext cx="1689100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14">
              <a:extLst>
                <a:ext uri="{FF2B5EF4-FFF2-40B4-BE49-F238E27FC236}">
                  <a16:creationId xmlns:a16="http://schemas.microsoft.com/office/drawing/2014/main" id="{FBA077C3-1CF3-42FD-81FB-6A0A96FBB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0277" y="1828660"/>
              <a:ext cx="1219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存在</a:t>
              </a:r>
              <a:r>
                <a:rPr lang="en-US" altLang="zh-CN" sz="2400" b="1" dirty="0">
                  <a:latin typeface="+mn-ea"/>
                </a:rPr>
                <a:t>,</a:t>
              </a:r>
            </a:p>
          </p:txBody>
        </p:sp>
        <p:sp>
          <p:nvSpPr>
            <p:cNvPr id="43" name="Text Box 30">
              <a:extLst>
                <a:ext uri="{FF2B5EF4-FFF2-40B4-BE49-F238E27FC236}">
                  <a16:creationId xmlns:a16="http://schemas.microsoft.com/office/drawing/2014/main" id="{055FCE27-9D0C-4364-9ED3-6895778F64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739" y="1821111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若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A8FF45E-B3CC-4623-B97F-34B2F4230DDC}"/>
              </a:ext>
            </a:extLst>
          </p:cNvPr>
          <p:cNvGrpSpPr/>
          <p:nvPr/>
        </p:nvGrpSpPr>
        <p:grpSpPr>
          <a:xfrm>
            <a:off x="783595" y="779774"/>
            <a:ext cx="7916981" cy="508896"/>
            <a:chOff x="858398" y="984508"/>
            <a:chExt cx="7916981" cy="508896"/>
          </a:xfrm>
        </p:grpSpPr>
        <p:sp>
          <p:nvSpPr>
            <p:cNvPr id="26" name="Text Box 3">
              <a:extLst>
                <a:ext uri="{FF2B5EF4-FFF2-40B4-BE49-F238E27FC236}">
                  <a16:creationId xmlns:a16="http://schemas.microsoft.com/office/drawing/2014/main" id="{8BC03667-B6F2-40A2-81C4-05FFD05A5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8398" y="1031739"/>
              <a:ext cx="32824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定义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2.1.1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</a:t>
              </a:r>
            </a:p>
          </p:txBody>
        </p:sp>
        <p:sp>
          <p:nvSpPr>
            <p:cNvPr id="28" name="Text Box 5">
              <a:extLst>
                <a:ext uri="{FF2B5EF4-FFF2-40B4-BE49-F238E27FC236}">
                  <a16:creationId xmlns:a16="http://schemas.microsoft.com/office/drawing/2014/main" id="{3A629468-FC38-412A-B8AD-0C204ABFB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2808" y="1015309"/>
              <a:ext cx="990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29" name="Object 6">
              <a:extLst>
                <a:ext uri="{FF2B5EF4-FFF2-40B4-BE49-F238E27FC236}">
                  <a16:creationId xmlns:a16="http://schemas.microsoft.com/office/drawing/2014/main" id="{350083C6-2DD8-4C94-B98C-9B29D4EBAD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2569538"/>
                </p:ext>
              </p:extLst>
            </p:nvPr>
          </p:nvGraphicFramePr>
          <p:xfrm>
            <a:off x="5369802" y="103173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692" name="Equation" r:id="rId8" imgW="279360" imgH="380880" progId="Equation.DSMT4">
                    <p:embed/>
                  </p:oleObj>
                </mc:Choice>
                <mc:Fallback>
                  <p:oleObj name="Equation" r:id="rId8" imgW="279360" imgH="380880" progId="Equation.DSMT4">
                    <p:embed/>
                    <p:pic>
                      <p:nvPicPr>
                        <p:cNvPr id="0" name="Picture 28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9802" y="1031739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Text Box 31">
              <a:extLst>
                <a:ext uri="{FF2B5EF4-FFF2-40B4-BE49-F238E27FC236}">
                  <a16:creationId xmlns:a16="http://schemas.microsoft.com/office/drawing/2014/main" id="{834BE0A9-85D2-4F39-95A0-76E2FB3A1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9202" y="984508"/>
              <a:ext cx="312617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某邻域内</a:t>
              </a:r>
              <a:r>
                <a:rPr lang="zh-CN" altLang="en-US" sz="2400" b="1" dirty="0">
                  <a:latin typeface="+mn-ea"/>
                </a:rPr>
                <a:t>有定义 </a:t>
              </a:r>
              <a:r>
                <a:rPr lang="en-US" altLang="zh-CN" sz="2400" b="1" dirty="0">
                  <a:latin typeface="+mn-ea"/>
                </a:rPr>
                <a:t>, </a:t>
              </a:r>
            </a:p>
          </p:txBody>
        </p:sp>
        <p:graphicFrame>
          <p:nvGraphicFramePr>
            <p:cNvPr id="53" name="Object 17">
              <a:extLst>
                <a:ext uri="{FF2B5EF4-FFF2-40B4-BE49-F238E27FC236}">
                  <a16:creationId xmlns:a16="http://schemas.microsoft.com/office/drawing/2014/main" id="{4FE3705F-A1CF-41AC-9CA9-3F3AFDCB80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3403187"/>
                </p:ext>
              </p:extLst>
            </p:nvPr>
          </p:nvGraphicFramePr>
          <p:xfrm>
            <a:off x="3568700" y="1112713"/>
            <a:ext cx="1104900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693" name="Equation" r:id="rId10" imgW="1104840" imgH="342720" progId="Equation.DSMT4">
                    <p:embed/>
                  </p:oleObj>
                </mc:Choice>
                <mc:Fallback>
                  <p:oleObj name="Equation" r:id="rId10" imgW="1104840" imgH="342720" progId="Equation.DSMT4">
                    <p:embed/>
                    <p:pic>
                      <p:nvPicPr>
                        <p:cNvPr id="0" name="Picture 28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700" y="1112713"/>
                          <a:ext cx="1104900" cy="346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38156C1-334E-459A-9DA7-876CF919EF93}"/>
              </a:ext>
            </a:extLst>
          </p:cNvPr>
          <p:cNvGrpSpPr/>
          <p:nvPr/>
        </p:nvGrpSpPr>
        <p:grpSpPr>
          <a:xfrm>
            <a:off x="3944419" y="1597466"/>
            <a:ext cx="4352802" cy="479824"/>
            <a:chOff x="4019222" y="1802200"/>
            <a:chExt cx="4352802" cy="47982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2C40667-17FA-4984-B6C1-A94DC8906EF4}"/>
                </a:ext>
              </a:extLst>
            </p:cNvPr>
            <p:cNvGrpSpPr/>
            <p:nvPr/>
          </p:nvGrpSpPr>
          <p:grpSpPr>
            <a:xfrm>
              <a:off x="4019222" y="1802200"/>
              <a:ext cx="2739197" cy="479824"/>
              <a:chOff x="5361196" y="1810972"/>
              <a:chExt cx="2739197" cy="479824"/>
            </a:xfrm>
          </p:grpSpPr>
          <p:graphicFrame>
            <p:nvGraphicFramePr>
              <p:cNvPr id="38" name="Object 15">
                <a:extLst>
                  <a:ext uri="{FF2B5EF4-FFF2-40B4-BE49-F238E27FC236}">
                    <a16:creationId xmlns:a16="http://schemas.microsoft.com/office/drawing/2014/main" id="{A431F22A-D42C-49B0-B190-BD9FB62BBA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1766113"/>
                  </p:ext>
                </p:extLst>
              </p:nvPr>
            </p:nvGraphicFramePr>
            <p:xfrm>
              <a:off x="6680026" y="1906276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5694" name="Equation" r:id="rId12" imgW="622080" imgH="342720" progId="Equation.DSMT4">
                      <p:embed/>
                    </p:oleObj>
                  </mc:Choice>
                  <mc:Fallback>
                    <p:oleObj name="Equation" r:id="rId12" imgW="622080" imgH="342720" progId="Equation.DSMT4">
                      <p:embed/>
                      <p:pic>
                        <p:nvPicPr>
                          <p:cNvPr id="0" name="Picture 28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680026" y="1906276"/>
                            <a:ext cx="6223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Text Box 29">
                <a:extLst>
                  <a:ext uri="{FF2B5EF4-FFF2-40B4-BE49-F238E27FC236}">
                    <a16:creationId xmlns:a16="http://schemas.microsoft.com/office/drawing/2014/main" id="{817773E1-418C-4A15-8243-66731D02DD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61196" y="1829131"/>
                <a:ext cx="157928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</a:rPr>
                  <a:t>则称函数</a:t>
                </a:r>
              </a:p>
            </p:txBody>
          </p:sp>
          <p:sp>
            <p:nvSpPr>
              <p:cNvPr id="46" name="Text Box 33">
                <a:extLst>
                  <a:ext uri="{FF2B5EF4-FFF2-40B4-BE49-F238E27FC236}">
                    <a16:creationId xmlns:a16="http://schemas.microsoft.com/office/drawing/2014/main" id="{1FCAAA12-885D-4E8A-A20F-222678B421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4217" y="1810972"/>
                <a:ext cx="826176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+mn-ea"/>
                  </a:rPr>
                  <a:t>在点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76E834E-B684-4837-91D8-23FBBDEDF937}"/>
                </a:ext>
              </a:extLst>
            </p:cNvPr>
            <p:cNvGrpSpPr/>
            <p:nvPr/>
          </p:nvGrpSpPr>
          <p:grpSpPr>
            <a:xfrm>
              <a:off x="6655936" y="1820061"/>
              <a:ext cx="1716088" cy="461963"/>
              <a:chOff x="324781" y="2639254"/>
              <a:chExt cx="1716088" cy="461963"/>
            </a:xfrm>
          </p:grpSpPr>
          <p:sp>
            <p:nvSpPr>
              <p:cNvPr id="48" name="Text Box 35">
                <a:extLst>
                  <a:ext uri="{FF2B5EF4-FFF2-40B4-BE49-F238E27FC236}">
                    <a16:creationId xmlns:a16="http://schemas.microsoft.com/office/drawing/2014/main" id="{6329F008-2E5E-4E5C-B0F8-8AC0B6648D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6881" y="2639254"/>
                <a:ext cx="142398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处</a:t>
                </a:r>
                <a:r>
                  <a:rPr lang="zh-CN" altLang="en-US" sz="2400" b="1" dirty="0">
                    <a:solidFill>
                      <a:srgbClr val="3366FF"/>
                    </a:solidFill>
                    <a:latin typeface="+mn-ea"/>
                  </a:rPr>
                  <a:t>可导</a:t>
                </a:r>
                <a:r>
                  <a:rPr lang="en-US" altLang="zh-CN" sz="2400" b="1" dirty="0">
                    <a:latin typeface="+mn-ea"/>
                  </a:rPr>
                  <a:t>, </a:t>
                </a:r>
              </a:p>
            </p:txBody>
          </p:sp>
          <p:graphicFrame>
            <p:nvGraphicFramePr>
              <p:cNvPr id="33" name="Object 6">
                <a:extLst>
                  <a:ext uri="{FF2B5EF4-FFF2-40B4-BE49-F238E27FC236}">
                    <a16:creationId xmlns:a16="http://schemas.microsoft.com/office/drawing/2014/main" id="{0D7B524A-1CF3-43A7-8D27-5163996A4B7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5731528"/>
                  </p:ext>
                </p:extLst>
              </p:nvPr>
            </p:nvGraphicFramePr>
            <p:xfrm>
              <a:off x="324781" y="2670225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5695" name="Equation" r:id="rId14" imgW="279360" imgH="380880" progId="Equation.DSMT4">
                      <p:embed/>
                    </p:oleObj>
                  </mc:Choice>
                  <mc:Fallback>
                    <p:oleObj name="Equation" r:id="rId14" imgW="279360" imgH="380880" progId="Equation.DSMT4">
                      <p:embed/>
                      <p:pic>
                        <p:nvPicPr>
                          <p:cNvPr id="0" name="Picture 28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4781" y="2670225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0033CC9-AA86-462D-B097-722C467A2FFB}"/>
              </a:ext>
            </a:extLst>
          </p:cNvPr>
          <p:cNvGrpSpPr/>
          <p:nvPr/>
        </p:nvGrpSpPr>
        <p:grpSpPr>
          <a:xfrm>
            <a:off x="137621" y="2412737"/>
            <a:ext cx="5606365" cy="485775"/>
            <a:chOff x="1724919" y="2626083"/>
            <a:chExt cx="5606365" cy="485775"/>
          </a:xfrm>
        </p:grpSpPr>
        <p:sp>
          <p:nvSpPr>
            <p:cNvPr id="39" name="Text Box 16">
              <a:extLst>
                <a:ext uri="{FF2B5EF4-FFF2-40B4-BE49-F238E27FC236}">
                  <a16:creationId xmlns:a16="http://schemas.microsoft.com/office/drawing/2014/main" id="{FF325C3B-B879-4801-A17C-C3F5BE127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4919" y="2650193"/>
              <a:ext cx="2667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并称此极限为</a:t>
              </a:r>
            </a:p>
          </p:txBody>
        </p:sp>
        <p:sp>
          <p:nvSpPr>
            <p:cNvPr id="50" name="Text Box 37">
              <a:extLst>
                <a:ext uri="{FF2B5EF4-FFF2-40B4-BE49-F238E27FC236}">
                  <a16:creationId xmlns:a16="http://schemas.microsoft.com/office/drawing/2014/main" id="{18A97D35-F0E2-403B-901A-3EAAF05F4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5896" y="2634021"/>
              <a:ext cx="1066800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sp>
          <p:nvSpPr>
            <p:cNvPr id="52" name="Text Box 39">
              <a:extLst>
                <a:ext uri="{FF2B5EF4-FFF2-40B4-BE49-F238E27FC236}">
                  <a16:creationId xmlns:a16="http://schemas.microsoft.com/office/drawing/2014/main" id="{2F906236-05A4-4599-B11B-DB488D327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7296" y="2626083"/>
              <a:ext cx="142398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的</a:t>
              </a:r>
              <a:r>
                <a:rPr lang="zh-CN" altLang="en-US" sz="2400" b="1" dirty="0">
                  <a:solidFill>
                    <a:srgbClr val="3366FF"/>
                  </a:solidFill>
                  <a:latin typeface="+mn-ea"/>
                </a:rPr>
                <a:t>导数</a:t>
              </a:r>
              <a:r>
                <a:rPr lang="en-US" altLang="zh-CN" sz="2400" b="1" dirty="0">
                  <a:latin typeface="+mn-ea"/>
                </a:rPr>
                <a:t>. </a:t>
              </a:r>
            </a:p>
          </p:txBody>
        </p:sp>
        <p:graphicFrame>
          <p:nvGraphicFramePr>
            <p:cNvPr id="34" name="Object 17">
              <a:extLst>
                <a:ext uri="{FF2B5EF4-FFF2-40B4-BE49-F238E27FC236}">
                  <a16:creationId xmlns:a16="http://schemas.microsoft.com/office/drawing/2014/main" id="{CC2FE970-E733-4F1E-81D8-2E8AD58409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034219"/>
                </p:ext>
              </p:extLst>
            </p:nvPr>
          </p:nvGraphicFramePr>
          <p:xfrm>
            <a:off x="3745294" y="2721898"/>
            <a:ext cx="1104900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696" name="Equation" r:id="rId16" imgW="1104840" imgH="342720" progId="Equation.DSMT4">
                    <p:embed/>
                  </p:oleObj>
                </mc:Choice>
                <mc:Fallback>
                  <p:oleObj name="Equation" r:id="rId16" imgW="1104840" imgH="342720" progId="Equation.DSMT4">
                    <p:embed/>
                    <p:pic>
                      <p:nvPicPr>
                        <p:cNvPr id="0" name="Picture 28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5294" y="2721898"/>
                          <a:ext cx="1104900" cy="346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6">
              <a:extLst>
                <a:ext uri="{FF2B5EF4-FFF2-40B4-BE49-F238E27FC236}">
                  <a16:creationId xmlns:a16="http://schemas.microsoft.com/office/drawing/2014/main" id="{829767A8-7138-4A88-97F4-8798FD3D38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0463548"/>
                </p:ext>
              </p:extLst>
            </p:nvPr>
          </p:nvGraphicFramePr>
          <p:xfrm>
            <a:off x="5604775" y="2671327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697" name="Equation" r:id="rId18" imgW="279360" imgH="380880" progId="Equation.DSMT4">
                    <p:embed/>
                  </p:oleObj>
                </mc:Choice>
                <mc:Fallback>
                  <p:oleObj name="Equation" r:id="rId18" imgW="279360" imgH="380880" progId="Equation.DSMT4">
                    <p:embed/>
                    <p:pic>
                      <p:nvPicPr>
                        <p:cNvPr id="0" name="Picture 28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4775" y="2671327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2EA89A1-55E9-42A8-8B21-7C9828EF2519}"/>
              </a:ext>
            </a:extLst>
          </p:cNvPr>
          <p:cNvGrpSpPr/>
          <p:nvPr/>
        </p:nvGrpSpPr>
        <p:grpSpPr>
          <a:xfrm>
            <a:off x="949893" y="2954527"/>
            <a:ext cx="6414568" cy="952500"/>
            <a:chOff x="937145" y="3427413"/>
            <a:chExt cx="6414568" cy="952500"/>
          </a:xfrm>
        </p:grpSpPr>
        <p:sp>
          <p:nvSpPr>
            <p:cNvPr id="41" name="Text Box 18">
              <a:extLst>
                <a:ext uri="{FF2B5EF4-FFF2-40B4-BE49-F238E27FC236}">
                  <a16:creationId xmlns:a16="http://schemas.microsoft.com/office/drawing/2014/main" id="{52242B96-8BB9-41F9-A2EE-22F32B74C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7145" y="3641040"/>
              <a:ext cx="10080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记作</a:t>
              </a:r>
              <a:r>
                <a:rPr lang="en-US" altLang="zh-CN" sz="2400" b="1" dirty="0">
                  <a:latin typeface="+mn-ea"/>
                </a:rPr>
                <a:t>:</a:t>
              </a: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295228B-9308-4BC8-9487-E7B9FB7B31E6}"/>
                </a:ext>
              </a:extLst>
            </p:cNvPr>
            <p:cNvGrpSpPr/>
            <p:nvPr/>
          </p:nvGrpSpPr>
          <p:grpSpPr>
            <a:xfrm>
              <a:off x="2051163" y="3427413"/>
              <a:ext cx="5300550" cy="952500"/>
              <a:chOff x="2051163" y="3427413"/>
              <a:chExt cx="5300550" cy="952500"/>
            </a:xfrm>
          </p:grpSpPr>
          <p:graphicFrame>
            <p:nvGraphicFramePr>
              <p:cNvPr id="54" name="Object 19">
                <a:extLst>
                  <a:ext uri="{FF2B5EF4-FFF2-40B4-BE49-F238E27FC236}">
                    <a16:creationId xmlns:a16="http://schemas.microsoft.com/office/drawing/2014/main" id="{D3DEC300-EBD1-42FF-93BF-940DC44340C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55356091"/>
                  </p:ext>
                </p:extLst>
              </p:nvPr>
            </p:nvGraphicFramePr>
            <p:xfrm>
              <a:off x="2051163" y="3614411"/>
              <a:ext cx="914400" cy="508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5698" name="Equation" r:id="rId20" imgW="914400" imgH="507960" progId="Equation.DSMT4">
                      <p:embed/>
                    </p:oleObj>
                  </mc:Choice>
                  <mc:Fallback>
                    <p:oleObj name="Equation" r:id="rId20" imgW="914400" imgH="507960" progId="Equation.DSMT4">
                      <p:embed/>
                      <p:pic>
                        <p:nvPicPr>
                          <p:cNvPr id="0" name="Picture 28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51163" y="3614411"/>
                            <a:ext cx="914400" cy="508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20">
                <a:extLst>
                  <a:ext uri="{FF2B5EF4-FFF2-40B4-BE49-F238E27FC236}">
                    <a16:creationId xmlns:a16="http://schemas.microsoft.com/office/drawing/2014/main" id="{9D094519-D2F6-48C4-8E2C-F93C6912BBD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35849400"/>
                  </p:ext>
                </p:extLst>
              </p:nvPr>
            </p:nvGraphicFramePr>
            <p:xfrm>
              <a:off x="3335789" y="3641040"/>
              <a:ext cx="9398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5699" name="Equation" r:id="rId22" imgW="939600" imgH="380880" progId="Equation.DSMT4">
                      <p:embed/>
                    </p:oleObj>
                  </mc:Choice>
                  <mc:Fallback>
                    <p:oleObj name="Equation" r:id="rId22" imgW="939600" imgH="380880" progId="Equation.DSMT4">
                      <p:embed/>
                      <p:pic>
                        <p:nvPicPr>
                          <p:cNvPr id="0" name="Picture 28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35789" y="3641040"/>
                            <a:ext cx="9398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Object 22">
                <a:extLst>
                  <a:ext uri="{FF2B5EF4-FFF2-40B4-BE49-F238E27FC236}">
                    <a16:creationId xmlns:a16="http://schemas.microsoft.com/office/drawing/2014/main" id="{F5B32C91-AA01-4B3F-B623-A7C8C36E6D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53518401"/>
                  </p:ext>
                </p:extLst>
              </p:nvPr>
            </p:nvGraphicFramePr>
            <p:xfrm>
              <a:off x="6119813" y="3427413"/>
              <a:ext cx="1231900" cy="952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5700" name="Equation" r:id="rId24" imgW="1231560" imgH="952200" progId="Equation.DSMT4">
                      <p:embed/>
                    </p:oleObj>
                  </mc:Choice>
                  <mc:Fallback>
                    <p:oleObj name="Equation" r:id="rId24" imgW="1231560" imgH="952200" progId="Equation.DSMT4">
                      <p:embed/>
                      <p:pic>
                        <p:nvPicPr>
                          <p:cNvPr id="0" name="Picture 28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19813" y="3427413"/>
                            <a:ext cx="1231900" cy="9525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19">
                <a:extLst>
                  <a:ext uri="{FF2B5EF4-FFF2-40B4-BE49-F238E27FC236}">
                    <a16:creationId xmlns:a16="http://schemas.microsoft.com/office/drawing/2014/main" id="{10AAEE09-D19B-445C-AF39-A53359D1F9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9531869"/>
                  </p:ext>
                </p:extLst>
              </p:nvPr>
            </p:nvGraphicFramePr>
            <p:xfrm>
              <a:off x="4632687" y="3500111"/>
              <a:ext cx="1016000" cy="736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5701" name="Equation" r:id="rId26" imgW="1015920" imgH="736560" progId="Equation.DSMT4">
                      <p:embed/>
                    </p:oleObj>
                  </mc:Choice>
                  <mc:Fallback>
                    <p:oleObj name="Equation" r:id="rId26" imgW="1015920" imgH="736560" progId="Equation.DSMT4">
                      <p:embed/>
                      <p:pic>
                        <p:nvPicPr>
                          <p:cNvPr id="0" name="Picture 28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2687" y="3500111"/>
                            <a:ext cx="1016000" cy="736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696AF60-1A0C-4374-953E-C5310CFA4EA8}"/>
              </a:ext>
            </a:extLst>
          </p:cNvPr>
          <p:cNvGrpSpPr/>
          <p:nvPr/>
        </p:nvGrpSpPr>
        <p:grpSpPr>
          <a:xfrm>
            <a:off x="1366374" y="3899461"/>
            <a:ext cx="4377612" cy="897439"/>
            <a:chOff x="1441177" y="4104195"/>
            <a:chExt cx="4377612" cy="897439"/>
          </a:xfrm>
        </p:grpSpPr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6CB2325C-70FF-4ACB-BC5E-102EA41A2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1177" y="4104195"/>
              <a:ext cx="4377612" cy="89743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aphicFrame>
          <p:nvGraphicFramePr>
            <p:cNvPr id="45" name="Object 28">
              <a:extLst>
                <a:ext uri="{FF2B5EF4-FFF2-40B4-BE49-F238E27FC236}">
                  <a16:creationId xmlns:a16="http://schemas.microsoft.com/office/drawing/2014/main" id="{ABF8A503-D02D-44D1-A040-116DE129DF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9283736"/>
                </p:ext>
              </p:extLst>
            </p:nvPr>
          </p:nvGraphicFramePr>
          <p:xfrm>
            <a:off x="1938410" y="4334295"/>
            <a:ext cx="79992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02" name="Equation" r:id="rId28" imgW="799920" imgH="380880" progId="Equation.DSMT4">
                    <p:embed/>
                  </p:oleObj>
                </mc:Choice>
                <mc:Fallback>
                  <p:oleObj name="Equation" r:id="rId28" imgW="799920" imgH="380880" progId="Equation.DSMT4">
                    <p:embed/>
                    <p:pic>
                      <p:nvPicPr>
                        <p:cNvPr id="12316" name="Object 28">
                          <a:extLst>
                            <a:ext uri="{FF2B5EF4-FFF2-40B4-BE49-F238E27FC236}">
                              <a16:creationId xmlns:a16="http://schemas.microsoft.com/office/drawing/2014/main" id="{B99CE455-3C79-4573-9385-7215A65C2A2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8410" y="4334295"/>
                          <a:ext cx="79992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29">
              <a:extLst>
                <a:ext uri="{FF2B5EF4-FFF2-40B4-BE49-F238E27FC236}">
                  <a16:creationId xmlns:a16="http://schemas.microsoft.com/office/drawing/2014/main" id="{0A508771-54A1-4DCD-A97D-14730825A8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0608925"/>
                </p:ext>
              </p:extLst>
            </p:nvPr>
          </p:nvGraphicFramePr>
          <p:xfrm>
            <a:off x="2705860" y="4258368"/>
            <a:ext cx="1434960" cy="507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03" name="Equation" r:id="rId30" imgW="1434960" imgH="507960" progId="Equation.DSMT4">
                    <p:embed/>
                  </p:oleObj>
                </mc:Choice>
                <mc:Fallback>
                  <p:oleObj name="Equation" r:id="rId30" imgW="1434960" imgH="507960" progId="Equation.DSMT4">
                    <p:embed/>
                    <p:pic>
                      <p:nvPicPr>
                        <p:cNvPr id="12317" name="Object 29">
                          <a:extLst>
                            <a:ext uri="{FF2B5EF4-FFF2-40B4-BE49-F238E27FC236}">
                              <a16:creationId xmlns:a16="http://schemas.microsoft.com/office/drawing/2014/main" id="{C38FC492-BCEA-497B-AC0F-3D039FC191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5860" y="4258368"/>
                          <a:ext cx="1434960" cy="507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Object 30">
              <a:extLst>
                <a:ext uri="{FF2B5EF4-FFF2-40B4-BE49-F238E27FC236}">
                  <a16:creationId xmlns:a16="http://schemas.microsoft.com/office/drawing/2014/main" id="{FD0A5622-D5DD-4C1C-A360-7969CFEFF6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4030879"/>
                </p:ext>
              </p:extLst>
            </p:nvPr>
          </p:nvGraphicFramePr>
          <p:xfrm>
            <a:off x="4520258" y="4167821"/>
            <a:ext cx="927100" cy="801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04" name="Equation" r:id="rId32" imgW="927000" imgH="799920" progId="Equation.DSMT4">
                    <p:embed/>
                  </p:oleObj>
                </mc:Choice>
                <mc:Fallback>
                  <p:oleObj name="Equation" r:id="rId32" imgW="927000" imgH="799920" progId="Equation.DSMT4">
                    <p:embed/>
                    <p:pic>
                      <p:nvPicPr>
                        <p:cNvPr id="12318" name="Object 30">
                          <a:extLst>
                            <a:ext uri="{FF2B5EF4-FFF2-40B4-BE49-F238E27FC236}">
                              <a16:creationId xmlns:a16="http://schemas.microsoft.com/office/drawing/2014/main" id="{332E29E5-1D56-4173-9C3E-56A18B8F0E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0258" y="4167821"/>
                          <a:ext cx="927100" cy="801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31">
              <a:extLst>
                <a:ext uri="{FF2B5EF4-FFF2-40B4-BE49-F238E27FC236}">
                  <a16:creationId xmlns:a16="http://schemas.microsoft.com/office/drawing/2014/main" id="{DAD7F55D-AD8E-433C-92D4-908CA5A731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534159"/>
                </p:ext>
              </p:extLst>
            </p:nvPr>
          </p:nvGraphicFramePr>
          <p:xfrm>
            <a:off x="4121150" y="4375150"/>
            <a:ext cx="241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05" name="Equation" r:id="rId34" imgW="241200" imgH="241200" progId="Equation.DSMT4">
                    <p:embed/>
                  </p:oleObj>
                </mc:Choice>
                <mc:Fallback>
                  <p:oleObj name="Equation" r:id="rId34" imgW="241200" imgH="241200" progId="Equation.DSMT4">
                    <p:embed/>
                    <p:pic>
                      <p:nvPicPr>
                        <p:cNvPr id="12319" name="Object 31">
                          <a:extLst>
                            <a:ext uri="{FF2B5EF4-FFF2-40B4-BE49-F238E27FC236}">
                              <a16:creationId xmlns:a16="http://schemas.microsoft.com/office/drawing/2014/main" id="{EEC924BD-1D26-44BB-BDC7-1DCBB5F61B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150" y="4375150"/>
                          <a:ext cx="2413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949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6">
            <a:extLst>
              <a:ext uri="{FF2B5EF4-FFF2-40B4-BE49-F238E27FC236}">
                <a16:creationId xmlns:a16="http://schemas.microsoft.com/office/drawing/2014/main" id="{54157790-DB39-498E-B828-1B8376EF6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357840"/>
              </p:ext>
            </p:extLst>
          </p:nvPr>
        </p:nvGraphicFramePr>
        <p:xfrm>
          <a:off x="6093467" y="495522"/>
          <a:ext cx="1231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50" name="Equation" r:id="rId4" imgW="1231560" imgH="799920" progId="Equation.DSMT4">
                  <p:embed/>
                </p:oleObj>
              </mc:Choice>
              <mc:Fallback>
                <p:oleObj name="Equation" r:id="rId4" imgW="1231560" imgH="799920" progId="Equation.DSMT4">
                  <p:embed/>
                  <p:pic>
                    <p:nvPicPr>
                      <p:cNvPr id="0" name="Picture 26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467" y="495522"/>
                        <a:ext cx="12319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7">
            <a:extLst>
              <a:ext uri="{FF2B5EF4-FFF2-40B4-BE49-F238E27FC236}">
                <a16:creationId xmlns:a16="http://schemas.microsoft.com/office/drawing/2014/main" id="{4B8839E5-8E07-4798-BAB9-9CD5A6C0C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005914"/>
              </p:ext>
            </p:extLst>
          </p:nvPr>
        </p:nvGraphicFramePr>
        <p:xfrm>
          <a:off x="1460500" y="1330614"/>
          <a:ext cx="3111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51" name="Equation" r:id="rId6" imgW="3111480" imgH="799920" progId="Equation.DSMT4">
                  <p:embed/>
                </p:oleObj>
              </mc:Choice>
              <mc:Fallback>
                <p:oleObj name="Equation" r:id="rId6" imgW="3111480" imgH="799920" progId="Equation.DSMT4">
                  <p:embed/>
                  <p:pic>
                    <p:nvPicPr>
                      <p:cNvPr id="0" name="Picture 2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1330614"/>
                        <a:ext cx="31115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8">
            <a:extLst>
              <a:ext uri="{FF2B5EF4-FFF2-40B4-BE49-F238E27FC236}">
                <a16:creationId xmlns:a16="http://schemas.microsoft.com/office/drawing/2014/main" id="{07114A61-6C75-413C-9543-A0235D69A1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4083107"/>
              </p:ext>
            </p:extLst>
          </p:nvPr>
        </p:nvGraphicFramePr>
        <p:xfrm>
          <a:off x="4527550" y="1330325"/>
          <a:ext cx="29479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52" name="Equation" r:id="rId8" imgW="2946240" imgH="736560" progId="Equation.DSMT4">
                  <p:embed/>
                </p:oleObj>
              </mc:Choice>
              <mc:Fallback>
                <p:oleObj name="Equation" r:id="rId8" imgW="2946240" imgH="736560" progId="Equation.DSMT4">
                  <p:embed/>
                  <p:pic>
                    <p:nvPicPr>
                      <p:cNvPr id="0" name="Picture 2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1330325"/>
                        <a:ext cx="2947988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D871B955-A98F-42D7-A656-A73E4F5260B0}"/>
              </a:ext>
            </a:extLst>
          </p:cNvPr>
          <p:cNvGrpSpPr/>
          <p:nvPr/>
        </p:nvGrpSpPr>
        <p:grpSpPr>
          <a:xfrm>
            <a:off x="3648326" y="2181633"/>
            <a:ext cx="3446154" cy="814609"/>
            <a:chOff x="3111185" y="2232793"/>
            <a:chExt cx="3446154" cy="814609"/>
          </a:xfrm>
        </p:grpSpPr>
        <p:graphicFrame>
          <p:nvGraphicFramePr>
            <p:cNvPr id="8" name="Object 2">
              <a:extLst>
                <a:ext uri="{FF2B5EF4-FFF2-40B4-BE49-F238E27FC236}">
                  <a16:creationId xmlns:a16="http://schemas.microsoft.com/office/drawing/2014/main" id="{82C0C68F-A5BD-4FAF-B03E-8BBFDE8122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8699405"/>
                </p:ext>
              </p:extLst>
            </p:nvPr>
          </p:nvGraphicFramePr>
          <p:xfrm>
            <a:off x="3111185" y="2232793"/>
            <a:ext cx="2108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53" name="Equation" r:id="rId10" imgW="2108160" imgH="812520" progId="Equation.DSMT4">
                    <p:embed/>
                  </p:oleObj>
                </mc:Choice>
                <mc:Fallback>
                  <p:oleObj name="Equation" r:id="rId10" imgW="2108160" imgH="812520" progId="Equation.DSMT4">
                    <p:embed/>
                    <p:pic>
                      <p:nvPicPr>
                        <p:cNvPr id="0" name="Picture 26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1185" y="2232793"/>
                          <a:ext cx="2108200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4">
              <a:extLst>
                <a:ext uri="{FF2B5EF4-FFF2-40B4-BE49-F238E27FC236}">
                  <a16:creationId xmlns:a16="http://schemas.microsoft.com/office/drawing/2014/main" id="{4E97C5D1-4494-4794-AAEB-39DD014B43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5307510"/>
                </p:ext>
              </p:extLst>
            </p:nvPr>
          </p:nvGraphicFramePr>
          <p:xfrm>
            <a:off x="5325439" y="2247302"/>
            <a:ext cx="12319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54" name="Equation" r:id="rId12" imgW="1231560" imgH="799920" progId="Equation.DSMT4">
                    <p:embed/>
                  </p:oleObj>
                </mc:Choice>
                <mc:Fallback>
                  <p:oleObj name="Equation" r:id="rId12" imgW="1231560" imgH="799920" progId="Equation.DSMT4">
                    <p:embed/>
                    <p:pic>
                      <p:nvPicPr>
                        <p:cNvPr id="0" name="Picture 26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5439" y="2247302"/>
                          <a:ext cx="1231900" cy="800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 Box 9">
            <a:extLst>
              <a:ext uri="{FF2B5EF4-FFF2-40B4-BE49-F238E27FC236}">
                <a16:creationId xmlns:a16="http://schemas.microsoft.com/office/drawing/2014/main" id="{4B7E36E5-1C92-449D-8050-7E4DC9533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968" y="2295913"/>
            <a:ext cx="11030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若极限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C3B8354-E90B-4C28-89A4-727AD7CB8667}"/>
              </a:ext>
            </a:extLst>
          </p:cNvPr>
          <p:cNvGrpSpPr/>
          <p:nvPr/>
        </p:nvGrpSpPr>
        <p:grpSpPr>
          <a:xfrm>
            <a:off x="2236877" y="3065596"/>
            <a:ext cx="2590800" cy="461962"/>
            <a:chOff x="2276996" y="3065864"/>
            <a:chExt cx="2590800" cy="461962"/>
          </a:xfrm>
        </p:grpSpPr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E86EF395-B7AF-477E-90FF-84D67CC30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996" y="3065864"/>
              <a:ext cx="2590800" cy="461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在点</a:t>
              </a:r>
              <a:r>
                <a:rPr lang="zh-CN" altLang="en-US" sz="2400" dirty="0">
                  <a:solidFill>
                    <a:srgbClr val="FF0000"/>
                  </a:solidFill>
                  <a:latin typeface="+mn-ea"/>
                </a:rPr>
                <a:t>   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不可导</a:t>
              </a:r>
              <a:r>
                <a:rPr lang="en-US" altLang="zh-CN" sz="2400" b="1" dirty="0">
                  <a:solidFill>
                    <a:srgbClr val="FF0000"/>
                  </a:solidFill>
                  <a:latin typeface="+mn-ea"/>
                </a:rPr>
                <a:t>.</a:t>
              </a:r>
              <a:r>
                <a:rPr lang="en-US" altLang="zh-CN" sz="2400" b="1" dirty="0">
                  <a:solidFill>
                    <a:schemeClr val="tx2"/>
                  </a:solidFill>
                  <a:latin typeface="+mn-ea"/>
                </a:rPr>
                <a:t> </a:t>
              </a:r>
            </a:p>
          </p:txBody>
        </p:sp>
        <p:graphicFrame>
          <p:nvGraphicFramePr>
            <p:cNvPr id="18" name="Object 12">
              <a:extLst>
                <a:ext uri="{FF2B5EF4-FFF2-40B4-BE49-F238E27FC236}">
                  <a16:creationId xmlns:a16="http://schemas.microsoft.com/office/drawing/2014/main" id="{202A6199-2158-472C-B1F6-B8AEC78A94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749954"/>
                </p:ext>
              </p:extLst>
            </p:nvPr>
          </p:nvGraphicFramePr>
          <p:xfrm>
            <a:off x="3073921" y="310237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55" name="Equation" r:id="rId14" imgW="279360" imgH="380880" progId="Equation.DSMT4">
                    <p:embed/>
                  </p:oleObj>
                </mc:Choice>
                <mc:Fallback>
                  <p:oleObj name="Equation" r:id="rId14" imgW="279360" imgH="380880" progId="Equation.DSMT4">
                    <p:embed/>
                    <p:pic>
                      <p:nvPicPr>
                        <p:cNvPr id="0" name="Picture 26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3921" y="3102376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13">
            <a:extLst>
              <a:ext uri="{FF2B5EF4-FFF2-40B4-BE49-F238E27FC236}">
                <a16:creationId xmlns:a16="http://schemas.microsoft.com/office/drawing/2014/main" id="{45BA6B5D-ADC2-449A-9B97-ECA9CA489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94" y="3851967"/>
            <a:ext cx="20194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特别地，若</a:t>
            </a:r>
          </a:p>
        </p:txBody>
      </p:sp>
      <p:graphicFrame>
        <p:nvGraphicFramePr>
          <p:cNvPr id="20" name="Object 14">
            <a:extLst>
              <a:ext uri="{FF2B5EF4-FFF2-40B4-BE49-F238E27FC236}">
                <a16:creationId xmlns:a16="http://schemas.microsoft.com/office/drawing/2014/main" id="{F71A26BE-E594-40B9-904D-28FE8D8B9D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066669"/>
              </p:ext>
            </p:extLst>
          </p:nvPr>
        </p:nvGraphicFramePr>
        <p:xfrm>
          <a:off x="1989388" y="3739289"/>
          <a:ext cx="165893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56" name="Equation" r:id="rId16" imgW="1650960" imgH="799920" progId="Equation.DSMT4">
                  <p:embed/>
                </p:oleObj>
              </mc:Choice>
              <mc:Fallback>
                <p:oleObj name="Equation" r:id="rId16" imgW="1650960" imgH="799920" progId="Equation.DSMT4">
                  <p:embed/>
                  <p:pic>
                    <p:nvPicPr>
                      <p:cNvPr id="0" name="Picture 26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388" y="3739289"/>
                        <a:ext cx="1658938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5">
            <a:extLst>
              <a:ext uri="{FF2B5EF4-FFF2-40B4-BE49-F238E27FC236}">
                <a16:creationId xmlns:a16="http://schemas.microsoft.com/office/drawing/2014/main" id="{3B2AF41C-5E4D-45CF-825C-9E1ECB6F0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549" y="3852855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也称</a:t>
            </a:r>
          </a:p>
        </p:txBody>
      </p:sp>
      <p:graphicFrame>
        <p:nvGraphicFramePr>
          <p:cNvPr id="22" name="Object 16">
            <a:extLst>
              <a:ext uri="{FF2B5EF4-FFF2-40B4-BE49-F238E27FC236}">
                <a16:creationId xmlns:a16="http://schemas.microsoft.com/office/drawing/2014/main" id="{E5FC2332-B529-41A9-A8C7-76A280AB9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248140"/>
              </p:ext>
            </p:extLst>
          </p:nvPr>
        </p:nvGraphicFramePr>
        <p:xfrm>
          <a:off x="4415479" y="394703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57" name="Equation" r:id="rId18" imgW="622080" imgH="342720" progId="Equation.DSMT4">
                  <p:embed/>
                </p:oleObj>
              </mc:Choice>
              <mc:Fallback>
                <p:oleObj name="Equation" r:id="rId18" imgW="622080" imgH="342720" progId="Equation.DSMT4">
                  <p:embed/>
                  <p:pic>
                    <p:nvPicPr>
                      <p:cNvPr id="0" name="Picture 26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479" y="3947037"/>
                        <a:ext cx="622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7">
            <a:extLst>
              <a:ext uri="{FF2B5EF4-FFF2-40B4-BE49-F238E27FC236}">
                <a16:creationId xmlns:a16="http://schemas.microsoft.com/office/drawing/2014/main" id="{48763910-BFE6-4840-8DBA-6BD22B3F1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351" y="3852855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在</a:t>
            </a:r>
          </a:p>
        </p:txBody>
      </p:sp>
      <p:graphicFrame>
        <p:nvGraphicFramePr>
          <p:cNvPr id="24" name="Object 18">
            <a:extLst>
              <a:ext uri="{FF2B5EF4-FFF2-40B4-BE49-F238E27FC236}">
                <a16:creationId xmlns:a16="http://schemas.microsoft.com/office/drawing/2014/main" id="{60F51914-E7AD-491C-B038-0BF3699AC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922661"/>
              </p:ext>
            </p:extLst>
          </p:nvPr>
        </p:nvGraphicFramePr>
        <p:xfrm>
          <a:off x="5443636" y="3904945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58" name="Equation" r:id="rId20" imgW="279360" imgH="380880" progId="Equation.DSMT4">
                  <p:embed/>
                </p:oleObj>
              </mc:Choice>
              <mc:Fallback>
                <p:oleObj name="Equation" r:id="rId20" imgW="279360" imgH="380880" progId="Equation.DSMT4">
                  <p:embed/>
                  <p:pic>
                    <p:nvPicPr>
                      <p:cNvPr id="0" name="Picture 26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636" y="3904945"/>
                        <a:ext cx="2794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4">
            <a:extLst>
              <a:ext uri="{FF2B5EF4-FFF2-40B4-BE49-F238E27FC236}">
                <a16:creationId xmlns:a16="http://schemas.microsoft.com/office/drawing/2014/main" id="{62B5AD01-9D5F-449E-9BE9-A233A91A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3956" y="3851967"/>
            <a:ext cx="26613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的导数为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无穷大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E09C9719-C899-4202-AE8A-046F58B6A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480" y="2323898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不存在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，</a:t>
            </a: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A4C5EEBD-CF70-4BC2-A84D-2D78F038C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10" y="2316024"/>
            <a:ext cx="17281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2.1.2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9856CE2-40C7-4AD7-B487-3E810614174D}"/>
              </a:ext>
            </a:extLst>
          </p:cNvPr>
          <p:cNvGrpSpPr/>
          <p:nvPr/>
        </p:nvGrpSpPr>
        <p:grpSpPr>
          <a:xfrm>
            <a:off x="286183" y="3074292"/>
            <a:ext cx="1990813" cy="461665"/>
            <a:chOff x="258614" y="3075832"/>
            <a:chExt cx="1990813" cy="461665"/>
          </a:xfrm>
        </p:grpSpPr>
        <p:sp>
          <p:nvSpPr>
            <p:cNvPr id="25" name="Text Box 32">
              <a:extLst>
                <a:ext uri="{FF2B5EF4-FFF2-40B4-BE49-F238E27FC236}">
                  <a16:creationId xmlns:a16="http://schemas.microsoft.com/office/drawing/2014/main" id="{94E1924D-040E-424B-AC42-5393BFCFE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614" y="3075832"/>
              <a:ext cx="18700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则称函数</a:t>
              </a:r>
            </a:p>
          </p:txBody>
        </p:sp>
        <p:graphicFrame>
          <p:nvGraphicFramePr>
            <p:cNvPr id="29" name="Object 16">
              <a:extLst>
                <a:ext uri="{FF2B5EF4-FFF2-40B4-BE49-F238E27FC236}">
                  <a16:creationId xmlns:a16="http://schemas.microsoft.com/office/drawing/2014/main" id="{AF58E3FB-17A9-459D-815B-2A59D4DA44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371140"/>
                </p:ext>
              </p:extLst>
            </p:nvPr>
          </p:nvGraphicFramePr>
          <p:xfrm>
            <a:off x="1627127" y="314855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59" name="Equation" r:id="rId22" imgW="622080" imgH="342720" progId="Equation.DSMT4">
                    <p:embed/>
                  </p:oleObj>
                </mc:Choice>
                <mc:Fallback>
                  <p:oleObj name="Equation" r:id="rId22" imgW="622080" imgH="342720" progId="Equation.DSMT4">
                    <p:embed/>
                    <p:pic>
                      <p:nvPicPr>
                        <p:cNvPr id="0" name="Picture 26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7127" y="314855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2BAA1B-8622-41B8-8C18-F472F0D80924}"/>
              </a:ext>
            </a:extLst>
          </p:cNvPr>
          <p:cNvGrpSpPr/>
          <p:nvPr/>
        </p:nvGrpSpPr>
        <p:grpSpPr>
          <a:xfrm>
            <a:off x="970273" y="503465"/>
            <a:ext cx="5053576" cy="812800"/>
            <a:chOff x="970273" y="503465"/>
            <a:chExt cx="5053576" cy="812800"/>
          </a:xfrm>
        </p:grpSpPr>
        <p:sp>
          <p:nvSpPr>
            <p:cNvPr id="2" name="Text Box 23">
              <a:extLst>
                <a:ext uri="{FF2B5EF4-FFF2-40B4-BE49-F238E27FC236}">
                  <a16:creationId xmlns:a16="http://schemas.microsoft.com/office/drawing/2014/main" id="{0BB68717-F657-4651-947C-05C1566B8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0273" y="630942"/>
              <a:ext cx="838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即</a:t>
              </a:r>
            </a:p>
          </p:txBody>
        </p:sp>
        <p:graphicFrame>
          <p:nvGraphicFramePr>
            <p:cNvPr id="3" name="Object 24">
              <a:extLst>
                <a:ext uri="{FF2B5EF4-FFF2-40B4-BE49-F238E27FC236}">
                  <a16:creationId xmlns:a16="http://schemas.microsoft.com/office/drawing/2014/main" id="{C35742F2-7FE6-434D-B593-CC9E9EC31D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2203082"/>
                </p:ext>
              </p:extLst>
            </p:nvPr>
          </p:nvGraphicFramePr>
          <p:xfrm>
            <a:off x="1699468" y="612131"/>
            <a:ext cx="7874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60" name="Equation" r:id="rId24" imgW="787320" imgH="507960" progId="Equation.DSMT4">
                    <p:embed/>
                  </p:oleObj>
                </mc:Choice>
                <mc:Fallback>
                  <p:oleObj name="Equation" r:id="rId24" imgW="787320" imgH="507960" progId="Equation.DSMT4">
                    <p:embed/>
                    <p:pic>
                      <p:nvPicPr>
                        <p:cNvPr id="0" name="Picture 26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9468" y="612131"/>
                          <a:ext cx="787400" cy="508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25">
              <a:extLst>
                <a:ext uri="{FF2B5EF4-FFF2-40B4-BE49-F238E27FC236}">
                  <a16:creationId xmlns:a16="http://schemas.microsoft.com/office/drawing/2014/main" id="{0AC5E0D1-AECC-4A1A-9EFD-9531A03E5A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0318785"/>
                </p:ext>
              </p:extLst>
            </p:nvPr>
          </p:nvGraphicFramePr>
          <p:xfrm>
            <a:off x="2512531" y="675631"/>
            <a:ext cx="1041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61" name="Equation" r:id="rId26" imgW="1041120" imgH="380880" progId="Equation.DSMT4">
                    <p:embed/>
                  </p:oleObj>
                </mc:Choice>
                <mc:Fallback>
                  <p:oleObj name="Equation" r:id="rId26" imgW="1041120" imgH="380880" progId="Equation.DSMT4">
                    <p:embed/>
                    <p:pic>
                      <p:nvPicPr>
                        <p:cNvPr id="0" name="Picture 26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2531" y="675631"/>
                          <a:ext cx="1041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8">
              <a:extLst>
                <a:ext uri="{FF2B5EF4-FFF2-40B4-BE49-F238E27FC236}">
                  <a16:creationId xmlns:a16="http://schemas.microsoft.com/office/drawing/2014/main" id="{564CF2E4-DD65-490E-A468-4D23A8C883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4867468"/>
                </p:ext>
              </p:extLst>
            </p:nvPr>
          </p:nvGraphicFramePr>
          <p:xfrm>
            <a:off x="3623549" y="503465"/>
            <a:ext cx="24003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962" name="Equation" r:id="rId28" imgW="2400120" imgH="812520" progId="Equation.DSMT4">
                    <p:embed/>
                  </p:oleObj>
                </mc:Choice>
                <mc:Fallback>
                  <p:oleObj name="Equation" r:id="rId28" imgW="2400120" imgH="812520" progId="Equation.DSMT4">
                    <p:embed/>
                    <p:pic>
                      <p:nvPicPr>
                        <p:cNvPr id="0" name="Picture 26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3549" y="503465"/>
                          <a:ext cx="2400300" cy="812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34">
            <a:extLst>
              <a:ext uri="{FF2B5EF4-FFF2-40B4-BE49-F238E27FC236}">
                <a16:creationId xmlns:a16="http://schemas.microsoft.com/office/drawing/2014/main" id="{D9AEAF26-ABAE-4532-ABDE-EF636C19B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020" y="4511888"/>
            <a:ext cx="74182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n-ea"/>
              </a:rPr>
              <a:t>注</a:t>
            </a:r>
            <a:r>
              <a:rPr lang="zh-CN" altLang="en-US" sz="2400" b="1" dirty="0">
                <a:latin typeface="+mn-ea"/>
              </a:rPr>
              <a:t>  导数为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无穷大</a:t>
            </a:r>
            <a:r>
              <a:rPr lang="zh-CN" altLang="en-US" sz="2400" b="1" dirty="0">
                <a:latin typeface="+mn-ea"/>
              </a:rPr>
              <a:t>也是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不可导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</a:rPr>
              <a:t>.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854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9" grpId="0" autoUpdateAnimBg="0"/>
      <p:bldP spid="21" grpId="0" build="p" autoUpdateAnimBg="0"/>
      <p:bldP spid="23" grpId="0" build="p" autoUpdateAnimBg="0" advAuto="0"/>
      <p:bldP spid="26" grpId="0" build="p" autoUpdateAnimBg="0" advAuto="0"/>
      <p:bldP spid="27" grpId="0" build="p" autoUpdateAnimBg="0"/>
      <p:bldP spid="28" grpId="0" autoUpdateAnimBg="0"/>
      <p:bldP spid="31" grpId="0" build="p" autoUpdateAnimBg="0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C3DABEE-6A1E-41D9-B7C2-A22FDD998E77}"/>
              </a:ext>
            </a:extLst>
          </p:cNvPr>
          <p:cNvSpPr txBox="1">
            <a:spLocks noChangeArrowheads="1"/>
          </p:cNvSpPr>
          <p:nvPr/>
        </p:nvSpPr>
        <p:spPr>
          <a:xfrm>
            <a:off x="974080" y="584002"/>
            <a:ext cx="115212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左导数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F28B5CD-B5B9-443E-83D2-B54501998F3A}"/>
              </a:ext>
            </a:extLst>
          </p:cNvPr>
          <p:cNvSpPr txBox="1">
            <a:spLocks noChangeArrowheads="1"/>
          </p:cNvSpPr>
          <p:nvPr/>
        </p:nvSpPr>
        <p:spPr>
          <a:xfrm>
            <a:off x="974080" y="1574673"/>
            <a:ext cx="115212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右导数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0B81765F-9186-4251-B95F-F0D2C9713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136685"/>
              </p:ext>
            </p:extLst>
          </p:nvPr>
        </p:nvGraphicFramePr>
        <p:xfrm>
          <a:off x="2084387" y="419894"/>
          <a:ext cx="6515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01" name="Equation" r:id="rId4" imgW="6514920" imgH="812520" progId="Equation.DSMT4">
                  <p:embed/>
                </p:oleObj>
              </mc:Choice>
              <mc:Fallback>
                <p:oleObj name="Equation" r:id="rId4" imgW="6514920" imgH="812520" progId="Equation.DSMT4">
                  <p:embed/>
                  <p:pic>
                    <p:nvPicPr>
                      <p:cNvPr id="0" name="Picture 2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7" y="419894"/>
                        <a:ext cx="65151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048B4E1B-B1DA-4126-9B77-D64CEE723033}"/>
              </a:ext>
            </a:extLst>
          </p:cNvPr>
          <p:cNvGrpSpPr/>
          <p:nvPr/>
        </p:nvGrpSpPr>
        <p:grpSpPr>
          <a:xfrm>
            <a:off x="3621846" y="3192584"/>
            <a:ext cx="2705100" cy="502147"/>
            <a:chOff x="3621846" y="3192584"/>
            <a:chExt cx="2705100" cy="502147"/>
          </a:xfrm>
        </p:grpSpPr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E4F56474-79CA-4799-9608-61A41D18D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1846" y="3233066"/>
              <a:ext cx="56252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且</a:t>
              </a:r>
            </a:p>
          </p:txBody>
        </p:sp>
        <p:graphicFrame>
          <p:nvGraphicFramePr>
            <p:cNvPr id="12" name="Object 8">
              <a:extLst>
                <a:ext uri="{FF2B5EF4-FFF2-40B4-BE49-F238E27FC236}">
                  <a16:creationId xmlns:a16="http://schemas.microsoft.com/office/drawing/2014/main" id="{73962751-C266-4A2B-95A4-9DE64ADDC4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2428680"/>
                </p:ext>
              </p:extLst>
            </p:nvPr>
          </p:nvGraphicFramePr>
          <p:xfrm>
            <a:off x="4176519" y="3192584"/>
            <a:ext cx="1117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02" name="Equation" r:id="rId6" imgW="1117440" imgH="482400" progId="Equation.DSMT4">
                    <p:embed/>
                  </p:oleObj>
                </mc:Choice>
                <mc:Fallback>
                  <p:oleObj name="Equation" r:id="rId6" imgW="1117440" imgH="482400" progId="Equation.DSMT4">
                    <p:embed/>
                    <p:pic>
                      <p:nvPicPr>
                        <p:cNvPr id="0" name="Picture 22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519" y="3192584"/>
                          <a:ext cx="11176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9">
              <a:extLst>
                <a:ext uri="{FF2B5EF4-FFF2-40B4-BE49-F238E27FC236}">
                  <a16:creationId xmlns:a16="http://schemas.microsoft.com/office/drawing/2014/main" id="{8D387AF5-92B7-4018-A684-F663022DEB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0359537"/>
                </p:ext>
              </p:extLst>
            </p:nvPr>
          </p:nvGraphicFramePr>
          <p:xfrm>
            <a:off x="5374446" y="3207088"/>
            <a:ext cx="952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03" name="Equation" r:id="rId8" imgW="952200" imgH="482400" progId="Equation.DSMT4">
                    <p:embed/>
                  </p:oleObj>
                </mc:Choice>
                <mc:Fallback>
                  <p:oleObj name="Equation" r:id="rId8" imgW="952200" imgH="482400" progId="Equation.DSMT4">
                    <p:embed/>
                    <p:pic>
                      <p:nvPicPr>
                        <p:cNvPr id="0" name="Picture 22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446" y="3207088"/>
                          <a:ext cx="9525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10">
            <a:extLst>
              <a:ext uri="{FF2B5EF4-FFF2-40B4-BE49-F238E27FC236}">
                <a16:creationId xmlns:a16="http://schemas.microsoft.com/office/drawing/2014/main" id="{D6E64971-D3F1-497D-AF11-8A95A42AF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003153"/>
            <a:ext cx="6283325" cy="755650"/>
          </a:xfrm>
          <a:prstGeom prst="rect">
            <a:avLst/>
          </a:prstGeom>
          <a:noFill/>
          <a:ln w="19050" cmpd="sng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n-ea"/>
            </a:endParaRPr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8ADBB921-5FB2-4AC7-B98F-7FC34B1D4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47616"/>
            <a:ext cx="519831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即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B565876-53FD-41FD-9892-BBDEBFDBFE55}"/>
              </a:ext>
            </a:extLst>
          </p:cNvPr>
          <p:cNvGrpSpPr/>
          <p:nvPr/>
        </p:nvGrpSpPr>
        <p:grpSpPr>
          <a:xfrm>
            <a:off x="609600" y="2572963"/>
            <a:ext cx="7746448" cy="533400"/>
            <a:chOff x="57826" y="2588633"/>
            <a:chExt cx="7746448" cy="533400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AF3620E8-3DBB-4514-8BE6-3ABB98AEA92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826" y="2588633"/>
              <a:ext cx="2826240" cy="5334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定</a:t>
              </a:r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理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2.1.1</a:t>
              </a:r>
              <a:r>
                <a: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+mn-ea"/>
                  <a:ea typeface="+mn-ea"/>
                </a:rPr>
                <a:t>函数</a:t>
              </a:r>
            </a:p>
          </p:txBody>
        </p:sp>
        <p:sp>
          <p:nvSpPr>
            <p:cNvPr id="7" name="Text Box 3">
              <a:extLst>
                <a:ext uri="{FF2B5EF4-FFF2-40B4-BE49-F238E27FC236}">
                  <a16:creationId xmlns:a16="http://schemas.microsoft.com/office/drawing/2014/main" id="{40A4545F-B84C-4CF7-8B03-EEE7EC46E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0717" y="2615891"/>
              <a:ext cx="8588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在点</a:t>
              </a:r>
            </a:p>
          </p:txBody>
        </p:sp>
        <p:graphicFrame>
          <p:nvGraphicFramePr>
            <p:cNvPr id="8" name="Object 4">
              <a:extLst>
                <a:ext uri="{FF2B5EF4-FFF2-40B4-BE49-F238E27FC236}">
                  <a16:creationId xmlns:a16="http://schemas.microsoft.com/office/drawing/2014/main" id="{4049EB37-F638-4341-B146-D98680DC6F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0836522"/>
                </p:ext>
              </p:extLst>
            </p:nvPr>
          </p:nvGraphicFramePr>
          <p:xfrm>
            <a:off x="4570219" y="265516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04" name="Equation" r:id="rId10" imgW="279360" imgH="380880" progId="Equation.DSMT4">
                    <p:embed/>
                  </p:oleObj>
                </mc:Choice>
                <mc:Fallback>
                  <p:oleObj name="Equation" r:id="rId10" imgW="279360" imgH="380880" progId="Equation.DSMT4">
                    <p:embed/>
                    <p:pic>
                      <p:nvPicPr>
                        <p:cNvPr id="0" name="Picture 22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0219" y="265516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5">
              <a:extLst>
                <a:ext uri="{FF2B5EF4-FFF2-40B4-BE49-F238E27FC236}">
                  <a16:creationId xmlns:a16="http://schemas.microsoft.com/office/drawing/2014/main" id="{023172FF-7D59-4630-B0EC-DEE31647CE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679724"/>
                </p:ext>
              </p:extLst>
            </p:nvPr>
          </p:nvGraphicFramePr>
          <p:xfrm>
            <a:off x="2669536" y="2698815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05" name="Equation" r:id="rId12" imgW="1104840" imgH="342720" progId="Equation.DSMT4">
                    <p:embed/>
                  </p:oleObj>
                </mc:Choice>
                <mc:Fallback>
                  <p:oleObj name="Equation" r:id="rId12" imgW="1104840" imgH="342720" progId="Equation.DSMT4">
                    <p:embed/>
                    <p:pic>
                      <p:nvPicPr>
                        <p:cNvPr id="0" name="Picture 22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9536" y="2698815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52">
              <a:extLst>
                <a:ext uri="{FF2B5EF4-FFF2-40B4-BE49-F238E27FC236}">
                  <a16:creationId xmlns:a16="http://schemas.microsoft.com/office/drawing/2014/main" id="{5C979A6B-1F9D-4D6B-9E78-234DB703C2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9619" y="2607683"/>
              <a:ext cx="295465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可导的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充分必要条件</a:t>
              </a:r>
            </a:p>
          </p:txBody>
        </p:sp>
      </p:grpSp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A06DA9D3-2DEB-4AD7-8AF8-B711A2D83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08387"/>
              </p:ext>
            </p:extLst>
          </p:nvPr>
        </p:nvGraphicFramePr>
        <p:xfrm>
          <a:off x="2057400" y="1440657"/>
          <a:ext cx="6540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06" name="Equation" r:id="rId14" imgW="6540480" imgH="812520" progId="Equation.DSMT4">
                  <p:embed/>
                </p:oleObj>
              </mc:Choice>
              <mc:Fallback>
                <p:oleObj name="Equation" r:id="rId14" imgW="6540480" imgH="812520" progId="Equation.DSMT4">
                  <p:embed/>
                  <p:pic>
                    <p:nvPicPr>
                      <p:cNvPr id="0" name="Picture 2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440657"/>
                        <a:ext cx="65405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11E5BCCB-115F-4AFE-9B6F-3CF808CF6573}"/>
              </a:ext>
            </a:extLst>
          </p:cNvPr>
          <p:cNvGrpSpPr/>
          <p:nvPr/>
        </p:nvGrpSpPr>
        <p:grpSpPr>
          <a:xfrm>
            <a:off x="2170088" y="4086324"/>
            <a:ext cx="5242668" cy="482600"/>
            <a:chOff x="2170088" y="4086324"/>
            <a:chExt cx="5242668" cy="482600"/>
          </a:xfrm>
        </p:grpSpPr>
        <p:grpSp>
          <p:nvGrpSpPr>
            <p:cNvPr id="15" name="Group 11">
              <a:extLst>
                <a:ext uri="{FF2B5EF4-FFF2-40B4-BE49-F238E27FC236}">
                  <a16:creationId xmlns:a16="http://schemas.microsoft.com/office/drawing/2014/main" id="{04E11D79-65EB-422E-A2DB-90C869847C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0088" y="4087291"/>
              <a:ext cx="2108200" cy="473075"/>
              <a:chOff x="64" y="9"/>
              <a:chExt cx="1328" cy="298"/>
            </a:xfrm>
          </p:grpSpPr>
          <p:graphicFrame>
            <p:nvGraphicFramePr>
              <p:cNvPr id="16" name="Object 12">
                <a:extLst>
                  <a:ext uri="{FF2B5EF4-FFF2-40B4-BE49-F238E27FC236}">
                    <a16:creationId xmlns:a16="http://schemas.microsoft.com/office/drawing/2014/main" id="{7E3AE480-4190-49E1-8916-50715F0FB9C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52159502"/>
                  </p:ext>
                </p:extLst>
              </p:nvPr>
            </p:nvGraphicFramePr>
            <p:xfrm>
              <a:off x="64" y="67"/>
              <a:ext cx="52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8607" name="Equation" r:id="rId16" imgW="838080" imgH="380880" progId="Equation.DSMT4">
                      <p:embed/>
                    </p:oleObj>
                  </mc:Choice>
                  <mc:Fallback>
                    <p:oleObj name="Equation" r:id="rId16" imgW="838080" imgH="380880" progId="Equation.DSMT4">
                      <p:embed/>
                      <p:pic>
                        <p:nvPicPr>
                          <p:cNvPr id="0" name="Picture 22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" y="67"/>
                            <a:ext cx="528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3399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E0F14271-BC15-4A6E-A395-EDAF157F4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9"/>
                <a:ext cx="76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33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>
                    <a:latin typeface="+mn-ea"/>
                  </a:rPr>
                  <a:t>存在</a:t>
                </a:r>
              </a:p>
            </p:txBody>
          </p:sp>
        </p:grp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682915A0-55B4-4422-8043-C12D94932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688" y="4301603"/>
              <a:ext cx="1143000" cy="0"/>
            </a:xfrm>
            <a:prstGeom prst="line">
              <a:avLst/>
            </a:prstGeom>
            <a:noFill/>
            <a:ln w="28575" cmpd="sng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B4598BC4-5328-4B64-8425-275AAFD082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9688" y="4417491"/>
              <a:ext cx="1143000" cy="0"/>
            </a:xfrm>
            <a:prstGeom prst="line">
              <a:avLst/>
            </a:prstGeom>
            <a:noFill/>
            <a:ln w="28575" cmpd="sng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latin typeface="+mn-ea"/>
              </a:endParaRPr>
            </a:p>
          </p:txBody>
        </p:sp>
        <p:graphicFrame>
          <p:nvGraphicFramePr>
            <p:cNvPr id="27" name="Object 8">
              <a:extLst>
                <a:ext uri="{FF2B5EF4-FFF2-40B4-BE49-F238E27FC236}">
                  <a16:creationId xmlns:a16="http://schemas.microsoft.com/office/drawing/2014/main" id="{97758A07-F4B8-4A04-9273-610A51AB166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1738326"/>
                </p:ext>
              </p:extLst>
            </p:nvPr>
          </p:nvGraphicFramePr>
          <p:xfrm>
            <a:off x="5342656" y="4086324"/>
            <a:ext cx="1117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08" name="Equation" r:id="rId18" imgW="1117440" imgH="482400" progId="Equation.DSMT4">
                    <p:embed/>
                  </p:oleObj>
                </mc:Choice>
                <mc:Fallback>
                  <p:oleObj name="Equation" r:id="rId18" imgW="1117440" imgH="482400" progId="Equation.DSMT4">
                    <p:embed/>
                    <p:pic>
                      <p:nvPicPr>
                        <p:cNvPr id="0" name="Picture 2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2656" y="4086324"/>
                          <a:ext cx="11176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9">
              <a:extLst>
                <a:ext uri="{FF2B5EF4-FFF2-40B4-BE49-F238E27FC236}">
                  <a16:creationId xmlns:a16="http://schemas.microsoft.com/office/drawing/2014/main" id="{66436AE5-D1AC-46DF-93AC-9E3D018FE0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4230877"/>
                </p:ext>
              </p:extLst>
            </p:nvPr>
          </p:nvGraphicFramePr>
          <p:xfrm>
            <a:off x="6460256" y="4086324"/>
            <a:ext cx="9525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09" name="Equation" r:id="rId20" imgW="952200" imgH="482400" progId="Equation.DSMT4">
                    <p:embed/>
                  </p:oleObj>
                </mc:Choice>
                <mc:Fallback>
                  <p:oleObj name="Equation" r:id="rId20" imgW="952200" imgH="482400" progId="Equation.DSMT4">
                    <p:embed/>
                    <p:pic>
                      <p:nvPicPr>
                        <p:cNvPr id="0" name="Picture 2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0256" y="4086324"/>
                          <a:ext cx="9525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CCAB03-8F8D-42E0-8F17-82E0D3CBAB03}"/>
              </a:ext>
            </a:extLst>
          </p:cNvPr>
          <p:cNvGrpSpPr/>
          <p:nvPr/>
        </p:nvGrpSpPr>
        <p:grpSpPr>
          <a:xfrm>
            <a:off x="230186" y="3192584"/>
            <a:ext cx="3470376" cy="502148"/>
            <a:chOff x="230186" y="3192584"/>
            <a:chExt cx="3470376" cy="502148"/>
          </a:xfrm>
        </p:grpSpPr>
        <p:sp>
          <p:nvSpPr>
            <p:cNvPr id="25" name="Text Box 53">
              <a:extLst>
                <a:ext uri="{FF2B5EF4-FFF2-40B4-BE49-F238E27FC236}">
                  <a16:creationId xmlns:a16="http://schemas.microsoft.com/office/drawing/2014/main" id="{66884A05-AD05-42D5-BD1A-21B834D3D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186" y="3233067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是</a:t>
              </a: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DBCA8F7-40E6-4507-A9ED-463A3C31DF44}"/>
                </a:ext>
              </a:extLst>
            </p:cNvPr>
            <p:cNvGrpSpPr/>
            <p:nvPr/>
          </p:nvGrpSpPr>
          <p:grpSpPr>
            <a:xfrm>
              <a:off x="639614" y="3192584"/>
              <a:ext cx="3060948" cy="498999"/>
              <a:chOff x="971600" y="3478056"/>
              <a:chExt cx="3060948" cy="498999"/>
            </a:xfrm>
          </p:grpSpPr>
          <p:graphicFrame>
            <p:nvGraphicFramePr>
              <p:cNvPr id="30" name="Object 8">
                <a:extLst>
                  <a:ext uri="{FF2B5EF4-FFF2-40B4-BE49-F238E27FC236}">
                    <a16:creationId xmlns:a16="http://schemas.microsoft.com/office/drawing/2014/main" id="{6C6F8958-1F13-451E-9DB4-4FA21CDC86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1702044"/>
                  </p:ext>
                </p:extLst>
              </p:nvPr>
            </p:nvGraphicFramePr>
            <p:xfrm>
              <a:off x="971600" y="3478056"/>
              <a:ext cx="8763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8610" name="Equation" r:id="rId22" imgW="876240" imgH="482400" progId="Equation.DSMT4">
                      <p:embed/>
                    </p:oleObj>
                  </mc:Choice>
                  <mc:Fallback>
                    <p:oleObj name="Equation" r:id="rId22" imgW="876240" imgH="482400" progId="Equation.DSMT4">
                      <p:embed/>
                      <p:pic>
                        <p:nvPicPr>
                          <p:cNvPr id="0" name="Picture 22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1600" y="3478056"/>
                            <a:ext cx="876300" cy="482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Object 9">
                <a:extLst>
                  <a:ext uri="{FF2B5EF4-FFF2-40B4-BE49-F238E27FC236}">
                    <a16:creationId xmlns:a16="http://schemas.microsoft.com/office/drawing/2014/main" id="{B542D167-445A-41B7-9580-2EF8DB185D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9384952"/>
                  </p:ext>
                </p:extLst>
              </p:nvPr>
            </p:nvGraphicFramePr>
            <p:xfrm>
              <a:off x="2339752" y="3478056"/>
              <a:ext cx="876300" cy="482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8611" name="Equation" r:id="rId24" imgW="876240" imgH="482400" progId="Equation.DSMT4">
                      <p:embed/>
                    </p:oleObj>
                  </mc:Choice>
                  <mc:Fallback>
                    <p:oleObj name="Equation" r:id="rId24" imgW="876240" imgH="482400" progId="Equation.DSMT4">
                      <p:embed/>
                      <p:pic>
                        <p:nvPicPr>
                          <p:cNvPr id="0" name="Picture 22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grayscl/>
                            <a:biLevel thresh="50000"/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9752" y="3478056"/>
                            <a:ext cx="876300" cy="4826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3A07B1C-370A-4558-AF67-579385616441}"/>
                  </a:ext>
                </a:extLst>
              </p:cNvPr>
              <p:cNvSpPr txBox="1"/>
              <p:nvPr/>
            </p:nvSpPr>
            <p:spPr>
              <a:xfrm>
                <a:off x="1847900" y="3515390"/>
                <a:ext cx="4320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与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B9B3FAEF-9A4A-4824-ACAF-CCCA41150FB8}"/>
                  </a:ext>
                </a:extLst>
              </p:cNvPr>
              <p:cNvSpPr txBox="1"/>
              <p:nvPr/>
            </p:nvSpPr>
            <p:spPr>
              <a:xfrm>
                <a:off x="3156248" y="3498991"/>
                <a:ext cx="8763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+mn-ea"/>
                  </a:rPr>
                  <a:t>存在，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403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4" grpId="0" animBg="1"/>
      <p:bldP spid="2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B61532B0-D12B-4807-971D-50ED768C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676" y="328056"/>
            <a:ext cx="58385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2.1.2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可导与连续的关系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AutoShape 38">
            <a:extLst>
              <a:ext uri="{FF2B5EF4-FFF2-40B4-BE49-F238E27FC236}">
                <a16:creationId xmlns:a16="http://schemas.microsoft.com/office/drawing/2014/main" id="{FCD7A518-BA40-4FC4-9338-97492CF96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454" y="998027"/>
            <a:ext cx="935038" cy="179388"/>
          </a:xfrm>
          <a:prstGeom prst="rightArrow">
            <a:avLst>
              <a:gd name="adj1" fmla="val 50000"/>
              <a:gd name="adj2" fmla="val 130309"/>
            </a:avLst>
          </a:prstGeom>
          <a:noFill/>
          <a:ln w="9525" cmpd="sng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C7EE745-EF86-476C-863A-B9C3DACD14FD}"/>
              </a:ext>
            </a:extLst>
          </p:cNvPr>
          <p:cNvGrpSpPr/>
          <p:nvPr/>
        </p:nvGrpSpPr>
        <p:grpSpPr>
          <a:xfrm>
            <a:off x="953184" y="839599"/>
            <a:ext cx="2791147" cy="459642"/>
            <a:chOff x="1420813" y="2840893"/>
            <a:chExt cx="2791147" cy="459642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3B00E6C-612F-465C-9FFA-7C3C012AD9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4486167"/>
                </p:ext>
              </p:extLst>
            </p:nvPr>
          </p:nvGraphicFramePr>
          <p:xfrm>
            <a:off x="1420813" y="29432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0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Picture 27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813" y="29432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75DD46D7-F263-4E52-BD66-F60A9AE5D54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43113" y="2840893"/>
              <a:ext cx="8131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9C2A3359-E4CE-439F-93BC-001A756308D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38227" y="2843335"/>
              <a:ext cx="1173733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可导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1D1F4874-4DAE-408A-9B42-1A080564B8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2714697"/>
                </p:ext>
              </p:extLst>
            </p:nvPr>
          </p:nvGraphicFramePr>
          <p:xfrm>
            <a:off x="2804274" y="290325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1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0" name="Picture 27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274" y="2903259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4C12729-BA83-440F-B76A-BFB8A11164A0}"/>
              </a:ext>
            </a:extLst>
          </p:cNvPr>
          <p:cNvGrpSpPr/>
          <p:nvPr/>
        </p:nvGrpSpPr>
        <p:grpSpPr>
          <a:xfrm>
            <a:off x="4781000" y="825189"/>
            <a:ext cx="2791147" cy="459642"/>
            <a:chOff x="1420813" y="2840893"/>
            <a:chExt cx="2791147" cy="459642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0081D130-5555-4528-A598-F27FAD8EE8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1467045"/>
                </p:ext>
              </p:extLst>
            </p:nvPr>
          </p:nvGraphicFramePr>
          <p:xfrm>
            <a:off x="1420813" y="29432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2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Picture 27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813" y="29432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FA0C8607-9015-4D6F-9B59-DB3FEDF527D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43113" y="2840893"/>
              <a:ext cx="8131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12447E42-125E-4266-982A-AA5BF014CCE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38227" y="2843335"/>
              <a:ext cx="1173733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连续</a:t>
              </a:r>
              <a:r>
                <a:rPr lang="en-US" altLang="zh-CN" sz="2400" dirty="0">
                  <a:latin typeface="+mn-ea"/>
                  <a:ea typeface="+mn-ea"/>
                </a:rPr>
                <a:t>.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FE8A3A9-5FDD-4266-848A-C9AFF15F9D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9017117"/>
                </p:ext>
              </p:extLst>
            </p:nvPr>
          </p:nvGraphicFramePr>
          <p:xfrm>
            <a:off x="2793399" y="290611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3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0" name="Picture 27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3399" y="2906114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Rectangle 3">
            <a:extLst>
              <a:ext uri="{FF2B5EF4-FFF2-40B4-BE49-F238E27FC236}">
                <a16:creationId xmlns:a16="http://schemas.microsoft.com/office/drawing/2014/main" id="{570F6C54-FF09-4875-BDAE-3499A360D150}"/>
              </a:ext>
            </a:extLst>
          </p:cNvPr>
          <p:cNvSpPr txBox="1">
            <a:spLocks noChangeArrowheads="1"/>
          </p:cNvSpPr>
          <p:nvPr/>
        </p:nvSpPr>
        <p:spPr>
          <a:xfrm>
            <a:off x="895490" y="1621305"/>
            <a:ext cx="992107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证明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C5FF346-8502-44EE-BF5B-07E706C1F6D8}"/>
              </a:ext>
            </a:extLst>
          </p:cNvPr>
          <p:cNvGrpSpPr/>
          <p:nvPr/>
        </p:nvGrpSpPr>
        <p:grpSpPr>
          <a:xfrm>
            <a:off x="1838008" y="1606896"/>
            <a:ext cx="2791147" cy="459642"/>
            <a:chOff x="1420813" y="2840893"/>
            <a:chExt cx="2791147" cy="459642"/>
          </a:xfrm>
        </p:grpSpPr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14BCFA0F-9E83-4F31-A7B6-F1EBEEDEF4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3836325"/>
                </p:ext>
              </p:extLst>
            </p:nvPr>
          </p:nvGraphicFramePr>
          <p:xfrm>
            <a:off x="1420813" y="29432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4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0" name="Picture 27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813" y="29432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485F9AE1-BEC8-4AF5-8C1C-56805C5FC2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43113" y="2840893"/>
              <a:ext cx="8131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2746B9FE-2170-4F49-B6F6-9E700BC92CA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38227" y="2843335"/>
              <a:ext cx="1173733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处可导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FDE11355-3070-45CE-B78A-CD6292D15D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50320"/>
                </p:ext>
              </p:extLst>
            </p:nvPr>
          </p:nvGraphicFramePr>
          <p:xfrm>
            <a:off x="2793711" y="290696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5" name="Equation" r:id="rId12" imgW="279360" imgH="380880" progId="Equation.DSMT4">
                    <p:embed/>
                  </p:oleObj>
                </mc:Choice>
                <mc:Fallback>
                  <p:oleObj name="Equation" r:id="rId12" imgW="279360" imgH="380880" progId="Equation.DSMT4">
                    <p:embed/>
                    <p:pic>
                      <p:nvPicPr>
                        <p:cNvPr id="0" name="Picture 27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3711" y="2906969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" name="Rectangle 3">
            <a:extLst>
              <a:ext uri="{FF2B5EF4-FFF2-40B4-BE49-F238E27FC236}">
                <a16:creationId xmlns:a16="http://schemas.microsoft.com/office/drawing/2014/main" id="{B8863E42-818E-41EF-8CE4-8491D435C98B}"/>
              </a:ext>
            </a:extLst>
          </p:cNvPr>
          <p:cNvSpPr txBox="1">
            <a:spLocks noChangeArrowheads="1"/>
          </p:cNvSpPr>
          <p:nvPr/>
        </p:nvSpPr>
        <p:spPr>
          <a:xfrm>
            <a:off x="7912619" y="1594928"/>
            <a:ext cx="88126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从而</a:t>
            </a:r>
            <a:endParaRPr lang="zh-CN" altLang="en-US" sz="2400" dirty="0"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79B01B5-DE3B-469B-A4EA-74EBD3729F55}"/>
              </a:ext>
            </a:extLst>
          </p:cNvPr>
          <p:cNvGrpSpPr/>
          <p:nvPr/>
        </p:nvGrpSpPr>
        <p:grpSpPr>
          <a:xfrm>
            <a:off x="4671492" y="1476962"/>
            <a:ext cx="3311370" cy="736600"/>
            <a:chOff x="4717014" y="1220788"/>
            <a:chExt cx="3311370" cy="736600"/>
          </a:xfrm>
        </p:grpSpPr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817D6DCD-85F4-41A2-A63A-B167B41C4E2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717014" y="1361087"/>
              <a:ext cx="50405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即</a:t>
              </a:r>
            </a:p>
          </p:txBody>
        </p:sp>
        <p:graphicFrame>
          <p:nvGraphicFramePr>
            <p:cNvPr id="32" name="Object 11">
              <a:extLst>
                <a:ext uri="{FF2B5EF4-FFF2-40B4-BE49-F238E27FC236}">
                  <a16:creationId xmlns:a16="http://schemas.microsoft.com/office/drawing/2014/main" id="{82F2BCF5-F2CD-448A-81B4-15B212FABC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0060274"/>
                </p:ext>
              </p:extLst>
            </p:nvPr>
          </p:nvGraphicFramePr>
          <p:xfrm>
            <a:off x="5126038" y="1220788"/>
            <a:ext cx="1981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6" name="Equation" r:id="rId14" imgW="1981080" imgH="736560" progId="Equation.DSMT4">
                    <p:embed/>
                  </p:oleObj>
                </mc:Choice>
                <mc:Fallback>
                  <p:oleObj name="Equation" r:id="rId14" imgW="1981080" imgH="736560" progId="Equation.DSMT4">
                    <p:embed/>
                    <p:pic>
                      <p:nvPicPr>
                        <p:cNvPr id="0" name="Picture 27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6038" y="1220788"/>
                          <a:ext cx="1981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8F001794-04B9-4A4B-980A-44DCC6EDDA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147122" y="1349119"/>
              <a:ext cx="88126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存在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</a:p>
          </p:txBody>
        </p:sp>
      </p:grpSp>
      <p:graphicFrame>
        <p:nvGraphicFramePr>
          <p:cNvPr id="35" name="Object 11">
            <a:extLst>
              <a:ext uri="{FF2B5EF4-FFF2-40B4-BE49-F238E27FC236}">
                <a16:creationId xmlns:a16="http://schemas.microsoft.com/office/drawing/2014/main" id="{7A8FA025-9730-4FA4-944F-8D25E3CA10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7805380"/>
              </p:ext>
            </p:extLst>
          </p:nvPr>
        </p:nvGraphicFramePr>
        <p:xfrm>
          <a:off x="2570598" y="2196182"/>
          <a:ext cx="252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617" name="Equation" r:id="rId16" imgW="2527200" imgH="736560" progId="Equation.DSMT4">
                  <p:embed/>
                </p:oleObj>
              </mc:Choice>
              <mc:Fallback>
                <p:oleObj name="Equation" r:id="rId16" imgW="2527200" imgH="736560" progId="Equation.DSMT4">
                  <p:embed/>
                  <p:pic>
                    <p:nvPicPr>
                      <p:cNvPr id="0" name="Picture 27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598" y="2196182"/>
                        <a:ext cx="2527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">
            <a:extLst>
              <a:ext uri="{FF2B5EF4-FFF2-40B4-BE49-F238E27FC236}">
                <a16:creationId xmlns:a16="http://schemas.microsoft.com/office/drawing/2014/main" id="{5CECF294-43E2-4164-88CB-F9B44D20731C}"/>
              </a:ext>
            </a:extLst>
          </p:cNvPr>
          <p:cNvSpPr txBox="1">
            <a:spLocks noChangeArrowheads="1"/>
          </p:cNvSpPr>
          <p:nvPr/>
        </p:nvSpPr>
        <p:spPr>
          <a:xfrm>
            <a:off x="527528" y="4034392"/>
            <a:ext cx="88126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可得</a:t>
            </a:r>
            <a:endParaRPr lang="zh-CN" altLang="en-US" sz="2400" dirty="0">
              <a:latin typeface="+mn-ea"/>
              <a:ea typeface="+mn-ea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731170F-82EF-4313-8AE3-86A4850AAF38}"/>
              </a:ext>
            </a:extLst>
          </p:cNvPr>
          <p:cNvGrpSpPr/>
          <p:nvPr/>
        </p:nvGrpSpPr>
        <p:grpSpPr>
          <a:xfrm>
            <a:off x="1314692" y="4034392"/>
            <a:ext cx="2789789" cy="457200"/>
            <a:chOff x="1420813" y="2840893"/>
            <a:chExt cx="2789789" cy="457200"/>
          </a:xfrm>
        </p:grpSpPr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E8B32072-CECC-4CE4-9492-7A3D427B64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0521559"/>
                </p:ext>
              </p:extLst>
            </p:nvPr>
          </p:nvGraphicFramePr>
          <p:xfrm>
            <a:off x="1420813" y="29432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8" name="Equation" r:id="rId18" imgW="622080" imgH="342720" progId="Equation.DSMT4">
                    <p:embed/>
                  </p:oleObj>
                </mc:Choice>
                <mc:Fallback>
                  <p:oleObj name="Equation" r:id="rId18" imgW="622080" imgH="342720" progId="Equation.DSMT4">
                    <p:embed/>
                    <p:pic>
                      <p:nvPicPr>
                        <p:cNvPr id="0" name="Picture 27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813" y="29432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Rectangle 3">
              <a:extLst>
                <a:ext uri="{FF2B5EF4-FFF2-40B4-BE49-F238E27FC236}">
                  <a16:creationId xmlns:a16="http://schemas.microsoft.com/office/drawing/2014/main" id="{2D83B73B-CB89-437F-8032-8CBED1C2310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43113" y="2840893"/>
              <a:ext cx="8131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sp>
          <p:nvSpPr>
            <p:cNvPr id="40" name="Rectangle 3">
              <a:extLst>
                <a:ext uri="{FF2B5EF4-FFF2-40B4-BE49-F238E27FC236}">
                  <a16:creationId xmlns:a16="http://schemas.microsoft.com/office/drawing/2014/main" id="{ED3008F9-3512-4DA9-9E4A-FE7B3AC3D9E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36869" y="2840893"/>
              <a:ext cx="1173733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处连续</a:t>
              </a:r>
              <a:r>
                <a:rPr lang="en-US" altLang="zh-CN" sz="2400" dirty="0">
                  <a:latin typeface="+mn-ea"/>
                  <a:ea typeface="+mn-ea"/>
                </a:rPr>
                <a:t>.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3BAE9E38-8887-4C9A-8BC4-CDDD014711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1665959"/>
                </p:ext>
              </p:extLst>
            </p:nvPr>
          </p:nvGraphicFramePr>
          <p:xfrm>
            <a:off x="2793752" y="2906893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619" name="Equation" r:id="rId19" imgW="279360" imgH="380880" progId="Equation.DSMT4">
                    <p:embed/>
                  </p:oleObj>
                </mc:Choice>
                <mc:Fallback>
                  <p:oleObj name="Equation" r:id="rId19" imgW="279360" imgH="380880" progId="Equation.DSMT4">
                    <p:embed/>
                    <p:pic>
                      <p:nvPicPr>
                        <p:cNvPr id="0" name="Picture 27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3752" y="2906893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CEB4B48-B6BE-4C1F-8160-E653BBDE4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679305"/>
              </p:ext>
            </p:extLst>
          </p:nvPr>
        </p:nvGraphicFramePr>
        <p:xfrm>
          <a:off x="2343571" y="2946872"/>
          <a:ext cx="358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620" name="Equation" r:id="rId21" imgW="3581280" imgH="736560" progId="Equation.DSMT4">
                  <p:embed/>
                </p:oleObj>
              </mc:Choice>
              <mc:Fallback>
                <p:oleObj name="Equation" r:id="rId21" imgW="3581280" imgH="736560" progId="Equation.DSMT4">
                  <p:embed/>
                  <p:pic>
                    <p:nvPicPr>
                      <p:cNvPr id="0" name="Picture 27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571" y="2946872"/>
                        <a:ext cx="3581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CF5526B-3027-4C59-A592-831C54992F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900951"/>
              </p:ext>
            </p:extLst>
          </p:nvPr>
        </p:nvGraphicFramePr>
        <p:xfrm>
          <a:off x="5975158" y="3175472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621" name="Equation" r:id="rId23" imgW="482400" imgH="279360" progId="Equation.DSMT4">
                  <p:embed/>
                </p:oleObj>
              </mc:Choice>
              <mc:Fallback>
                <p:oleObj name="Equation" r:id="rId23" imgW="482400" imgH="279360" progId="Equation.DSMT4">
                  <p:embed/>
                  <p:pic>
                    <p:nvPicPr>
                      <p:cNvPr id="0" name="Picture 27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158" y="3175472"/>
                        <a:ext cx="482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172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4">
            <a:extLst>
              <a:ext uri="{FF2B5EF4-FFF2-40B4-BE49-F238E27FC236}">
                <a16:creationId xmlns:a16="http://schemas.microsoft.com/office/drawing/2014/main" id="{82779598-E751-41B8-B37F-5AA2EDA87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075" y="732313"/>
            <a:ext cx="813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 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11CE55E-591D-4EF8-86DB-BF4A531FF7B0}"/>
              </a:ext>
            </a:extLst>
          </p:cNvPr>
          <p:cNvGrpSpPr/>
          <p:nvPr/>
        </p:nvGrpSpPr>
        <p:grpSpPr>
          <a:xfrm>
            <a:off x="1505912" y="712886"/>
            <a:ext cx="3064799" cy="459642"/>
            <a:chOff x="1420813" y="2840893"/>
            <a:chExt cx="3064799" cy="459642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AE58F73-A989-443D-99AF-6DCEA31AFB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6281701"/>
                </p:ext>
              </p:extLst>
            </p:nvPr>
          </p:nvGraphicFramePr>
          <p:xfrm>
            <a:off x="1420813" y="29432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86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5F62F000-5730-47CD-A313-F9C9180FE8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813" y="29432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A5CC0A6-B280-4FAF-97A3-8765409D159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43113" y="2840893"/>
              <a:ext cx="8131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11A0B26-77DA-44C5-AEBD-C1E6215B253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38227" y="2843335"/>
              <a:ext cx="144738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不连续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2D9917B9-5D04-4B8D-A253-FDCB6A65CC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0644084"/>
                </p:ext>
              </p:extLst>
            </p:nvPr>
          </p:nvGraphicFramePr>
          <p:xfrm>
            <a:off x="2792735" y="290564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87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51" name="对象 50">
                          <a:extLst>
                            <a:ext uri="{FF2B5EF4-FFF2-40B4-BE49-F238E27FC236}">
                              <a16:creationId xmlns:a16="http://schemas.microsoft.com/office/drawing/2014/main" id="{13FBDB1C-83D3-47C3-A089-A2EE2BAD746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2735" y="2905645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5EF49D0-8F70-4F03-BDC7-AB53C5849097}"/>
              </a:ext>
            </a:extLst>
          </p:cNvPr>
          <p:cNvGrpSpPr/>
          <p:nvPr/>
        </p:nvGrpSpPr>
        <p:grpSpPr>
          <a:xfrm>
            <a:off x="4588342" y="697777"/>
            <a:ext cx="4131024" cy="472309"/>
            <a:chOff x="5114533" y="3203420"/>
            <a:chExt cx="4131024" cy="472309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5BABD8A-4B6E-4176-8DD7-081FC1B194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4333421"/>
                </p:ext>
              </p:extLst>
            </p:nvPr>
          </p:nvGraphicFramePr>
          <p:xfrm>
            <a:off x="5542625" y="330443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88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53" name="对象 52">
                          <a:extLst>
                            <a:ext uri="{FF2B5EF4-FFF2-40B4-BE49-F238E27FC236}">
                              <a16:creationId xmlns:a16="http://schemas.microsoft.com/office/drawing/2014/main" id="{0B07FC12-A82B-46B2-8ED8-21EA786334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42625" y="3304431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CF3548F2-1554-4278-B10D-1A457B669EF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15549" y="3203420"/>
              <a:ext cx="8131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77CE0E44-E0E9-4469-8320-EDD314AE4B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49293" y="3218529"/>
              <a:ext cx="219626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一定不可导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959B654-8087-42B6-9BFD-97CD784395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6613958"/>
                </p:ext>
              </p:extLst>
            </p:nvPr>
          </p:nvGraphicFramePr>
          <p:xfrm>
            <a:off x="6813975" y="328486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89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56" name="对象 55">
                          <a:extLst>
                            <a:ext uri="{FF2B5EF4-FFF2-40B4-BE49-F238E27FC236}">
                              <a16:creationId xmlns:a16="http://schemas.microsoft.com/office/drawing/2014/main" id="{EB37F916-552D-4639-B0E5-959AA1B8D6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3975" y="3284868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DEC52D4A-A8C9-4F93-9B18-E4EB0F6DEBE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14533" y="3218529"/>
              <a:ext cx="35341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则</a:t>
              </a:r>
            </a:p>
          </p:txBody>
        </p:sp>
      </p:grpSp>
      <p:sp>
        <p:nvSpPr>
          <p:cNvPr id="14" name="Text Box 24">
            <a:extLst>
              <a:ext uri="{FF2B5EF4-FFF2-40B4-BE49-F238E27FC236}">
                <a16:creationId xmlns:a16="http://schemas.microsoft.com/office/drawing/2014/main" id="{32D76F62-2552-4280-9BA4-E10FF1E51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242" y="1419622"/>
            <a:ext cx="21140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但不一定可导</a:t>
            </a:r>
            <a:r>
              <a:rPr lang="en-US" altLang="zh-CN" sz="2400" dirty="0">
                <a:latin typeface="+mn-ea"/>
              </a:rPr>
              <a:t>.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C197BD4-7989-4F23-A07E-DB927622D31C}"/>
              </a:ext>
            </a:extLst>
          </p:cNvPr>
          <p:cNvGrpSpPr/>
          <p:nvPr/>
        </p:nvGrpSpPr>
        <p:grpSpPr>
          <a:xfrm>
            <a:off x="714075" y="2347294"/>
            <a:ext cx="5391415" cy="469900"/>
            <a:chOff x="980014" y="4262090"/>
            <a:chExt cx="5391415" cy="469900"/>
          </a:xfrm>
        </p:grpSpPr>
        <p:sp>
          <p:nvSpPr>
            <p:cNvPr id="16" name="Text Box 25">
              <a:extLst>
                <a:ext uri="{FF2B5EF4-FFF2-40B4-BE49-F238E27FC236}">
                  <a16:creationId xmlns:a16="http://schemas.microsoft.com/office/drawing/2014/main" id="{3FB0FEC3-7457-430D-8142-ADEFF672A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0014" y="4270325"/>
              <a:ext cx="65837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FF3300"/>
                  </a:solidFill>
                  <a:latin typeface="+mn-ea"/>
                </a:rPr>
                <a:t> </a:t>
              </a:r>
            </a:p>
          </p:txBody>
        </p:sp>
        <p:graphicFrame>
          <p:nvGraphicFramePr>
            <p:cNvPr id="17" name="Object 26">
              <a:extLst>
                <a:ext uri="{FF2B5EF4-FFF2-40B4-BE49-F238E27FC236}">
                  <a16:creationId xmlns:a16="http://schemas.microsoft.com/office/drawing/2014/main" id="{7D48069B-01B8-497D-8701-3B5C8C2B27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5812118"/>
                </p:ext>
              </p:extLst>
            </p:nvPr>
          </p:nvGraphicFramePr>
          <p:xfrm>
            <a:off x="1765792" y="4262090"/>
            <a:ext cx="10160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90" r:id="rId11" imgW="851400" imgH="394560" progId="Equation.3">
                    <p:embed/>
                  </p:oleObj>
                </mc:Choice>
                <mc:Fallback>
                  <p:oleObj r:id="rId11" imgW="851400" imgH="394560" progId="Equation.3">
                    <p:embed/>
                    <p:pic>
                      <p:nvPicPr>
                        <p:cNvPr id="44" name="Object 26">
                          <a:extLst>
                            <a:ext uri="{FF2B5EF4-FFF2-40B4-BE49-F238E27FC236}">
                              <a16:creationId xmlns:a16="http://schemas.microsoft.com/office/drawing/2014/main" id="{129A157C-70E7-4DAB-9F0E-92194AFA08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5792" y="4262090"/>
                          <a:ext cx="101600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36">
              <a:extLst>
                <a:ext uri="{FF2B5EF4-FFF2-40B4-BE49-F238E27FC236}">
                  <a16:creationId xmlns:a16="http://schemas.microsoft.com/office/drawing/2014/main" id="{0856FE12-D9C5-40CA-9E6C-01101BC93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6229" y="4270325"/>
              <a:ext cx="3705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在</a:t>
              </a:r>
              <a:r>
                <a:rPr lang="en-US" altLang="zh-CN" sz="2400" dirty="0">
                  <a:latin typeface="+mn-ea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CN" altLang="en-US" sz="2400" b="1" dirty="0">
                  <a:latin typeface="+mn-ea"/>
                </a:rPr>
                <a:t>处连续但不可导</a:t>
              </a:r>
              <a:r>
                <a:rPr lang="en-US" altLang="zh-CN" sz="2400" dirty="0">
                  <a:latin typeface="+mn-ea"/>
                </a:rPr>
                <a:t>.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6BBBF53E-F2BA-4162-8D29-CCE8B21836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5527016"/>
                </p:ext>
              </p:extLst>
            </p:nvPr>
          </p:nvGraphicFramePr>
          <p:xfrm>
            <a:off x="3103099" y="4325094"/>
            <a:ext cx="762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91" name="Equation" r:id="rId13" imgW="761760" imgH="380880" progId="Equation.DSMT4">
                    <p:embed/>
                  </p:oleObj>
                </mc:Choice>
                <mc:Fallback>
                  <p:oleObj name="Equation" r:id="rId13" imgW="761760" imgH="380880" progId="Equation.DSMT4">
                    <p:embed/>
                    <p:pic>
                      <p:nvPicPr>
                        <p:cNvPr id="59" name="对象 58">
                          <a:extLst>
                            <a:ext uri="{FF2B5EF4-FFF2-40B4-BE49-F238E27FC236}">
                              <a16:creationId xmlns:a16="http://schemas.microsoft.com/office/drawing/2014/main" id="{06E0E767-FB97-4010-BBA4-1844E3FD5B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3099" y="4325094"/>
                          <a:ext cx="7620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6664E82-D724-4556-B2D4-C47BF2844F4D}"/>
              </a:ext>
            </a:extLst>
          </p:cNvPr>
          <p:cNvGrpSpPr/>
          <p:nvPr/>
        </p:nvGrpSpPr>
        <p:grpSpPr>
          <a:xfrm>
            <a:off x="1499853" y="1419300"/>
            <a:ext cx="3064799" cy="459642"/>
            <a:chOff x="1420813" y="2840893"/>
            <a:chExt cx="3064799" cy="459642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93786A90-7ADE-4003-9B55-EF6A89044E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1722373"/>
                </p:ext>
              </p:extLst>
            </p:nvPr>
          </p:nvGraphicFramePr>
          <p:xfrm>
            <a:off x="1420813" y="294322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92" name="Equation" r:id="rId15" imgW="622080" imgH="342720" progId="Equation.DSMT4">
                    <p:embed/>
                  </p:oleObj>
                </mc:Choice>
                <mc:Fallback>
                  <p:oleObj name="Equation" r:id="rId15" imgW="622080" imgH="342720" progId="Equation.DSMT4">
                    <p:embed/>
                    <p:pic>
                      <p:nvPicPr>
                        <p:cNvPr id="61" name="对象 60">
                          <a:extLst>
                            <a:ext uri="{FF2B5EF4-FFF2-40B4-BE49-F238E27FC236}">
                              <a16:creationId xmlns:a16="http://schemas.microsoft.com/office/drawing/2014/main" id="{60FBD882-4C29-4ECD-B0B6-889650A078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813" y="294322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1127E1D0-D175-47E1-88F6-27FD6AD9717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43113" y="2840893"/>
              <a:ext cx="8131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</a:t>
              </a:r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4374F897-9730-4AF3-BE0C-DA313664D63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038227" y="2843335"/>
              <a:ext cx="144738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连续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C674D3C5-1FD3-43A1-BFB3-3D59C53E27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8553255"/>
                </p:ext>
              </p:extLst>
            </p:nvPr>
          </p:nvGraphicFramePr>
          <p:xfrm>
            <a:off x="2792735" y="290564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593" name="Equation" r:id="rId16" imgW="279360" imgH="380880" progId="Equation.DSMT4">
                    <p:embed/>
                  </p:oleObj>
                </mc:Choice>
                <mc:Fallback>
                  <p:oleObj name="Equation" r:id="rId16" imgW="279360" imgH="380880" progId="Equation.DSMT4">
                    <p:embed/>
                    <p:pic>
                      <p:nvPicPr>
                        <p:cNvPr id="64" name="对象 63">
                          <a:extLst>
                            <a:ext uri="{FF2B5EF4-FFF2-40B4-BE49-F238E27FC236}">
                              <a16:creationId xmlns:a16="http://schemas.microsoft.com/office/drawing/2014/main" id="{9569188D-6C9C-43A8-9BC7-B9F5ABDE99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2735" y="2905645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Text Box 24">
            <a:extLst>
              <a:ext uri="{FF2B5EF4-FFF2-40B4-BE49-F238E27FC236}">
                <a16:creationId xmlns:a16="http://schemas.microsoft.com/office/drawing/2014/main" id="{7C057C51-CC17-4776-879F-BDA6D4D03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15" y="1484052"/>
            <a:ext cx="813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A3E82D6-E599-4EEF-A71A-161E6650BD40}"/>
              </a:ext>
            </a:extLst>
          </p:cNvPr>
          <p:cNvGrpSpPr/>
          <p:nvPr/>
        </p:nvGrpSpPr>
        <p:grpSpPr>
          <a:xfrm>
            <a:off x="3659220" y="2922072"/>
            <a:ext cx="2323688" cy="1665902"/>
            <a:chOff x="3659220" y="2922072"/>
            <a:chExt cx="2323688" cy="1665902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AF3BA12-31E6-4D8D-94D1-E6312689ED37}"/>
                </a:ext>
              </a:extLst>
            </p:cNvPr>
            <p:cNvGrpSpPr/>
            <p:nvPr/>
          </p:nvGrpSpPr>
          <p:grpSpPr>
            <a:xfrm>
              <a:off x="3659220" y="2922072"/>
              <a:ext cx="2323688" cy="1665902"/>
              <a:chOff x="6262531" y="1815777"/>
              <a:chExt cx="2323688" cy="1665902"/>
            </a:xfrm>
          </p:grpSpPr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557C45F1-2EA4-47FF-87B8-5167530A8E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2531" y="2955217"/>
                <a:ext cx="2323688" cy="47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F4222EAA-D45E-473E-B7B2-05B78C065C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0075" y="1815777"/>
                <a:ext cx="0" cy="166590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9" name="对象 28">
                <a:extLst>
                  <a:ext uri="{FF2B5EF4-FFF2-40B4-BE49-F238E27FC236}">
                    <a16:creationId xmlns:a16="http://schemas.microsoft.com/office/drawing/2014/main" id="{AA9E288A-5669-4F77-A20A-22402470AA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08303423"/>
                  </p:ext>
                </p:extLst>
              </p:nvPr>
            </p:nvGraphicFramePr>
            <p:xfrm>
              <a:off x="8408419" y="298525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594" name="Equation" r:id="rId18" imgW="177480" imgH="190440" progId="Equation.DSMT4">
                      <p:embed/>
                    </p:oleObj>
                  </mc:Choice>
                  <mc:Fallback>
                    <p:oleObj name="Equation" r:id="rId18" imgW="177480" imgH="190440" progId="Equation.DSMT4">
                      <p:embed/>
                      <p:pic>
                        <p:nvPicPr>
                          <p:cNvPr id="9" name="对象 8">
                            <a:extLst>
                              <a:ext uri="{FF2B5EF4-FFF2-40B4-BE49-F238E27FC236}">
                                <a16:creationId xmlns:a16="http://schemas.microsoft.com/office/drawing/2014/main" id="{201C22EC-21AC-4EE9-B0EF-0A570405E13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8408419" y="298525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对象 29">
                <a:extLst>
                  <a:ext uri="{FF2B5EF4-FFF2-40B4-BE49-F238E27FC236}">
                    <a16:creationId xmlns:a16="http://schemas.microsoft.com/office/drawing/2014/main" id="{87BAA24A-E904-4E4C-82DD-0BB1AAE77D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05650756"/>
                  </p:ext>
                </p:extLst>
              </p:nvPr>
            </p:nvGraphicFramePr>
            <p:xfrm>
              <a:off x="7048607" y="188186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595" name="Equation" r:id="rId20" imgW="190440" imgH="241200" progId="Equation.DSMT4">
                      <p:embed/>
                    </p:oleObj>
                  </mc:Choice>
                  <mc:Fallback>
                    <p:oleObj name="Equation" r:id="rId20" imgW="190440" imgH="241200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C7333CF0-ACA0-45B5-ABBE-AFC7F5D83D8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7048607" y="188186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对象 30">
                <a:extLst>
                  <a:ext uri="{FF2B5EF4-FFF2-40B4-BE49-F238E27FC236}">
                    <a16:creationId xmlns:a16="http://schemas.microsoft.com/office/drawing/2014/main" id="{60B8105E-23EC-4BC6-9D11-CBA3FC0CF90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12454022"/>
                  </p:ext>
                </p:extLst>
              </p:nvPr>
            </p:nvGraphicFramePr>
            <p:xfrm>
              <a:off x="7034180" y="2934454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596" name="Equation" r:id="rId22" imgW="228600" imgH="241200" progId="Equation.DSMT4">
                      <p:embed/>
                    </p:oleObj>
                  </mc:Choice>
                  <mc:Fallback>
                    <p:oleObj name="Equation" r:id="rId22" imgW="228600" imgH="241200" progId="Equation.DSMT4">
                      <p:embed/>
                      <p:pic>
                        <p:nvPicPr>
                          <p:cNvPr id="31" name="对象 30">
                            <a:extLst>
                              <a:ext uri="{FF2B5EF4-FFF2-40B4-BE49-F238E27FC236}">
                                <a16:creationId xmlns:a16="http://schemas.microsoft.com/office/drawing/2014/main" id="{324E54BD-AA5B-43AD-9F20-5AC5C1D9286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7034180" y="2934454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对象 33">
                <a:extLst>
                  <a:ext uri="{FF2B5EF4-FFF2-40B4-BE49-F238E27FC236}">
                    <a16:creationId xmlns:a16="http://schemas.microsoft.com/office/drawing/2014/main" id="{8646A703-99B6-4066-BF40-E911F39B53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352429"/>
                  </p:ext>
                </p:extLst>
              </p:nvPr>
            </p:nvGraphicFramePr>
            <p:xfrm>
              <a:off x="7525387" y="1970760"/>
              <a:ext cx="6858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597" name="Equation" r:id="rId24" imgW="685800" imgH="304560" progId="Equation.DSMT4">
                      <p:embed/>
                    </p:oleObj>
                  </mc:Choice>
                  <mc:Fallback>
                    <p:oleObj name="Equation" r:id="rId24" imgW="685800" imgH="30456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F3314648-0B17-40F7-9AF6-B1456A46EAA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7525387" y="1970760"/>
                            <a:ext cx="6858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B8638CA-9685-473E-A46C-88F507DB3D02}"/>
                </a:ext>
              </a:extLst>
            </p:cNvPr>
            <p:cNvCxnSpPr/>
            <p:nvPr/>
          </p:nvCxnSpPr>
          <p:spPr>
            <a:xfrm flipV="1">
              <a:off x="4686764" y="3435350"/>
              <a:ext cx="640820" cy="626162"/>
            </a:xfrm>
            <a:prstGeom prst="line">
              <a:avLst/>
            </a:prstGeom>
            <a:ln w="22225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D397C6DB-F300-47DD-8131-C46C229028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7944" y="3435350"/>
              <a:ext cx="618821" cy="626162"/>
            </a:xfrm>
            <a:prstGeom prst="line">
              <a:avLst/>
            </a:prstGeom>
            <a:ln w="22225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750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4" grpId="0"/>
      <p:bldP spid="2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5">
            <a:extLst>
              <a:ext uri="{FF2B5EF4-FFF2-40B4-BE49-F238E27FC236}">
                <a16:creationId xmlns:a16="http://schemas.microsoft.com/office/drawing/2014/main" id="{D86CF0A0-8624-4FF1-A6F8-8DE53202B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627534"/>
            <a:ext cx="80648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n-ea"/>
              </a:rPr>
              <a:t>注 </a:t>
            </a:r>
            <a:r>
              <a:rPr lang="zh-CN" altLang="en-US" sz="2400" b="1" dirty="0">
                <a:latin typeface="+mn-ea"/>
              </a:rPr>
              <a:t>函数     在点  左可导，一定左连续；右可导，一定</a:t>
            </a:r>
            <a:r>
              <a:rPr lang="en-US" altLang="zh-CN" sz="2400" b="1" dirty="0">
                <a:solidFill>
                  <a:srgbClr val="FF3300"/>
                </a:solidFill>
                <a:latin typeface="+mn-ea"/>
              </a:rPr>
              <a:t>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FA8085E-B269-4C86-931C-A22B223F96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299955"/>
              </p:ext>
            </p:extLst>
          </p:nvPr>
        </p:nvGraphicFramePr>
        <p:xfrm>
          <a:off x="2123728" y="70550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49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705505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05EB563-B41A-42B8-B6B3-6CCA33438F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50606"/>
              </p:ext>
            </p:extLst>
          </p:nvPr>
        </p:nvGraphicFramePr>
        <p:xfrm>
          <a:off x="3491880" y="686455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50" name="Equation" r:id="rId5" imgW="279360" imgH="380880" progId="Equation.DSMT4">
                  <p:embed/>
                </p:oleObj>
              </mc:Choice>
              <mc:Fallback>
                <p:oleObj name="Equation" r:id="rId5" imgW="279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1880" y="686455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5">
            <a:extLst>
              <a:ext uri="{FF2B5EF4-FFF2-40B4-BE49-F238E27FC236}">
                <a16:creationId xmlns:a16="http://schemas.microsoft.com/office/drawing/2014/main" id="{A4876A56-6351-411D-BADD-4CDBDB69C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275605"/>
            <a:ext cx="8712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右连续</a:t>
            </a:r>
            <a:r>
              <a:rPr lang="en-US" altLang="zh-CN" sz="2400" b="1" dirty="0">
                <a:latin typeface="+mn-ea"/>
              </a:rPr>
              <a:t>. </a:t>
            </a:r>
            <a:r>
              <a:rPr lang="zh-CN" altLang="en-US" sz="2400" b="1" dirty="0">
                <a:latin typeface="+mn-ea"/>
              </a:rPr>
              <a:t>如果函数     在点  左右均可导，无论左右导数是否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2A1F12D-0AD6-4007-A9D4-5D8E91479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825614"/>
              </p:ext>
            </p:extLst>
          </p:nvPr>
        </p:nvGraphicFramePr>
        <p:xfrm>
          <a:off x="2965480" y="135134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51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FA8085E-B269-4C86-931C-A22B223F96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65480" y="135134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5656FDC-3C93-4E3A-80B8-C5802C3FBD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5109710"/>
              </p:ext>
            </p:extLst>
          </p:nvPr>
        </p:nvGraphicFramePr>
        <p:xfrm>
          <a:off x="4292600" y="1313244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52" name="Equation" r:id="rId9" imgW="279360" imgH="380880" progId="Equation.DSMT4">
                  <p:embed/>
                </p:oleObj>
              </mc:Choice>
              <mc:Fallback>
                <p:oleObj name="Equation" r:id="rId9" imgW="27936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05EB563-B41A-42B8-B6B3-6CCA33438F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92600" y="1313244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25">
            <a:extLst>
              <a:ext uri="{FF2B5EF4-FFF2-40B4-BE49-F238E27FC236}">
                <a16:creationId xmlns:a16="http://schemas.microsoft.com/office/drawing/2014/main" id="{24EE1912-2210-40AC-99E4-3FAF1B45C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923676"/>
            <a:ext cx="87129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相等，函数在点   既左连续，又右连续，从而一定连续</a:t>
            </a:r>
            <a:r>
              <a:rPr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95C7D54-CADC-49D6-8CF7-FF35CF500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031570"/>
              </p:ext>
            </p:extLst>
          </p:nvPr>
        </p:nvGraphicFramePr>
        <p:xfrm>
          <a:off x="2606328" y="2004341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53" name="Equation" r:id="rId11" imgW="279360" imgH="380880" progId="Equation.DSMT4">
                  <p:embed/>
                </p:oleObj>
              </mc:Choice>
              <mc:Fallback>
                <p:oleObj name="Equation" r:id="rId11" imgW="27936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5656FDC-3C93-4E3A-80B8-C5802C3FBD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06328" y="2004341"/>
                        <a:ext cx="279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5">
            <a:extLst>
              <a:ext uri="{FF2B5EF4-FFF2-40B4-BE49-F238E27FC236}">
                <a16:creationId xmlns:a16="http://schemas.microsoft.com/office/drawing/2014/main" id="{5A0394B8-778F-4B0A-BE48-892AAA01D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455" y="2629346"/>
            <a:ext cx="658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FF3300"/>
                </a:solidFill>
                <a:latin typeface="+mn-ea"/>
              </a:rPr>
              <a:t> </a:t>
            </a:r>
          </a:p>
        </p:txBody>
      </p:sp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34263D2A-E675-4798-8601-BB714DC098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430132"/>
              </p:ext>
            </p:extLst>
          </p:nvPr>
        </p:nvGraphicFramePr>
        <p:xfrm>
          <a:off x="1581950" y="2606675"/>
          <a:ext cx="1016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54" r:id="rId12" imgW="851400" imgH="394560" progId="Equation.3">
                  <p:embed/>
                </p:oleObj>
              </mc:Choice>
              <mc:Fallback>
                <p:oleObj r:id="rId12" imgW="851400" imgH="394560" progId="Equation.3">
                  <p:embed/>
                  <p:pic>
                    <p:nvPicPr>
                      <p:cNvPr id="17" name="Object 26">
                        <a:extLst>
                          <a:ext uri="{FF2B5EF4-FFF2-40B4-BE49-F238E27FC236}">
                            <a16:creationId xmlns:a16="http://schemas.microsoft.com/office/drawing/2014/main" id="{7D48069B-01B8-497D-8701-3B5C8C2B27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950" y="2606675"/>
                        <a:ext cx="1016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6">
            <a:extLst>
              <a:ext uri="{FF2B5EF4-FFF2-40B4-BE49-F238E27FC236}">
                <a16:creationId xmlns:a16="http://schemas.microsoft.com/office/drawing/2014/main" id="{D2ECA003-6498-4F63-BCD0-C470DBB82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2386" y="2614910"/>
            <a:ext cx="65541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在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+mn-ea"/>
              </a:rPr>
              <a:t>处不可导，但左右导数均存在，从而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485DCE2-E668-470F-BEC4-5A7C06DB2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119800"/>
              </p:ext>
            </p:extLst>
          </p:nvPr>
        </p:nvGraphicFramePr>
        <p:xfrm>
          <a:off x="2919257" y="2669679"/>
          <a:ext cx="76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55" name="Equation" r:id="rId14" imgW="761760" imgH="380880" progId="Equation.DSMT4">
                  <p:embed/>
                </p:oleObj>
              </mc:Choice>
              <mc:Fallback>
                <p:oleObj name="Equation" r:id="rId14" imgW="761760" imgH="380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BBBF53E-F2BA-4162-8D29-CCE8B21836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257" y="2669679"/>
                        <a:ext cx="762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697FAE8B-E3CD-4F8A-80D0-C6912E411D26}"/>
              </a:ext>
            </a:extLst>
          </p:cNvPr>
          <p:cNvGrpSpPr/>
          <p:nvPr/>
        </p:nvGrpSpPr>
        <p:grpSpPr>
          <a:xfrm>
            <a:off x="6372200" y="3219822"/>
            <a:ext cx="2323688" cy="1665902"/>
            <a:chOff x="3659220" y="2922072"/>
            <a:chExt cx="2323688" cy="166590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B00BF62-48F7-4BBA-A4FD-28015287492C}"/>
                </a:ext>
              </a:extLst>
            </p:cNvPr>
            <p:cNvGrpSpPr/>
            <p:nvPr/>
          </p:nvGrpSpPr>
          <p:grpSpPr>
            <a:xfrm>
              <a:off x="3659220" y="2922072"/>
              <a:ext cx="2323688" cy="1665902"/>
              <a:chOff x="6262531" y="1815777"/>
              <a:chExt cx="2323688" cy="1665902"/>
            </a:xfrm>
          </p:grpSpPr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250F2B4E-1E8E-4594-9B54-8E5C0CA03D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62531" y="2955217"/>
                <a:ext cx="2323688" cy="47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85FF7DAB-6105-48A5-8B97-A52E82F3EE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0075" y="1815777"/>
                <a:ext cx="0" cy="166590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E6E34546-04E3-411F-8719-51C52E1E5C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5429588"/>
                  </p:ext>
                </p:extLst>
              </p:nvPr>
            </p:nvGraphicFramePr>
            <p:xfrm>
              <a:off x="8408419" y="298525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956" name="Equation" r:id="rId16" imgW="177480" imgH="190440" progId="Equation.DSMT4">
                      <p:embed/>
                    </p:oleObj>
                  </mc:Choice>
                  <mc:Fallback>
                    <p:oleObj name="Equation" r:id="rId16" imgW="177480" imgH="190440" progId="Equation.DSMT4">
                      <p:embed/>
                      <p:pic>
                        <p:nvPicPr>
                          <p:cNvPr id="29" name="对象 28">
                            <a:extLst>
                              <a:ext uri="{FF2B5EF4-FFF2-40B4-BE49-F238E27FC236}">
                                <a16:creationId xmlns:a16="http://schemas.microsoft.com/office/drawing/2014/main" id="{AA9E288A-5669-4F77-A20A-22402470AAD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8408419" y="298525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>
                <a:extLst>
                  <a:ext uri="{FF2B5EF4-FFF2-40B4-BE49-F238E27FC236}">
                    <a16:creationId xmlns:a16="http://schemas.microsoft.com/office/drawing/2014/main" id="{557D07B8-A6A0-4512-AD71-D6A7D040F9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22192036"/>
                  </p:ext>
                </p:extLst>
              </p:nvPr>
            </p:nvGraphicFramePr>
            <p:xfrm>
              <a:off x="7048607" y="188186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957" name="Equation" r:id="rId18" imgW="190440" imgH="241200" progId="Equation.DSMT4">
                      <p:embed/>
                    </p:oleObj>
                  </mc:Choice>
                  <mc:Fallback>
                    <p:oleObj name="Equation" r:id="rId18" imgW="190440" imgH="241200" progId="Equation.DSMT4">
                      <p:embed/>
                      <p:pic>
                        <p:nvPicPr>
                          <p:cNvPr id="30" name="对象 29">
                            <a:extLst>
                              <a:ext uri="{FF2B5EF4-FFF2-40B4-BE49-F238E27FC236}">
                                <a16:creationId xmlns:a16="http://schemas.microsoft.com/office/drawing/2014/main" id="{87BAA24A-E904-4E4C-82DD-0BB1AAE77D0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7048607" y="188186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对象 22">
                <a:extLst>
                  <a:ext uri="{FF2B5EF4-FFF2-40B4-BE49-F238E27FC236}">
                    <a16:creationId xmlns:a16="http://schemas.microsoft.com/office/drawing/2014/main" id="{B7AC936A-FAA5-41AC-9265-9E1A36E20A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9504903"/>
                  </p:ext>
                </p:extLst>
              </p:nvPr>
            </p:nvGraphicFramePr>
            <p:xfrm>
              <a:off x="7034180" y="2934454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958" name="Equation" r:id="rId20" imgW="228600" imgH="241200" progId="Equation.DSMT4">
                      <p:embed/>
                    </p:oleObj>
                  </mc:Choice>
                  <mc:Fallback>
                    <p:oleObj name="Equation" r:id="rId20" imgW="228600" imgH="241200" progId="Equation.DSMT4">
                      <p:embed/>
                      <p:pic>
                        <p:nvPicPr>
                          <p:cNvPr id="31" name="对象 30">
                            <a:extLst>
                              <a:ext uri="{FF2B5EF4-FFF2-40B4-BE49-F238E27FC236}">
                                <a16:creationId xmlns:a16="http://schemas.microsoft.com/office/drawing/2014/main" id="{60B8105E-23EC-4BC6-9D11-CBA3FC0CF90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7034180" y="2934454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对象 23">
                <a:extLst>
                  <a:ext uri="{FF2B5EF4-FFF2-40B4-BE49-F238E27FC236}">
                    <a16:creationId xmlns:a16="http://schemas.microsoft.com/office/drawing/2014/main" id="{9A231AD3-F173-441F-BDBB-5673AAF640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4272241"/>
                  </p:ext>
                </p:extLst>
              </p:nvPr>
            </p:nvGraphicFramePr>
            <p:xfrm>
              <a:off x="7525387" y="1970760"/>
              <a:ext cx="6858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959" name="Equation" r:id="rId22" imgW="685800" imgH="304560" progId="Equation.DSMT4">
                      <p:embed/>
                    </p:oleObj>
                  </mc:Choice>
                  <mc:Fallback>
                    <p:oleObj name="Equation" r:id="rId22" imgW="685800" imgH="304560" progId="Equation.DSMT4">
                      <p:embed/>
                      <p:pic>
                        <p:nvPicPr>
                          <p:cNvPr id="34" name="对象 33">
                            <a:extLst>
                              <a:ext uri="{FF2B5EF4-FFF2-40B4-BE49-F238E27FC236}">
                                <a16:creationId xmlns:a16="http://schemas.microsoft.com/office/drawing/2014/main" id="{8646A703-99B6-4066-BF40-E911F39B530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7525387" y="1970760"/>
                            <a:ext cx="6858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4F33E84B-D8FF-4BE4-9DDC-6029D96C014B}"/>
                </a:ext>
              </a:extLst>
            </p:cNvPr>
            <p:cNvCxnSpPr/>
            <p:nvPr/>
          </p:nvCxnSpPr>
          <p:spPr>
            <a:xfrm flipV="1">
              <a:off x="4686764" y="3435350"/>
              <a:ext cx="640820" cy="626162"/>
            </a:xfrm>
            <a:prstGeom prst="line">
              <a:avLst/>
            </a:prstGeom>
            <a:ln w="22225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790F32B-46D8-4DBA-A661-2AB64F4497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67944" y="3435350"/>
              <a:ext cx="618821" cy="626162"/>
            </a:xfrm>
            <a:prstGeom prst="line">
              <a:avLst/>
            </a:prstGeom>
            <a:ln w="22225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 Box 25">
            <a:extLst>
              <a:ext uri="{FF2B5EF4-FFF2-40B4-BE49-F238E27FC236}">
                <a16:creationId xmlns:a16="http://schemas.microsoft.com/office/drawing/2014/main" id="{419A9F12-84FE-4D88-B20F-C088788CF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521" y="3406555"/>
            <a:ext cx="43616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在      处连续</a:t>
            </a:r>
            <a:r>
              <a:rPr lang="en-US" altLang="zh-CN" sz="2400" b="1" dirty="0">
                <a:latin typeface="+mn-ea"/>
              </a:rPr>
              <a:t>. 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5B6132C7-FBBE-4E05-8BDE-4759BDE106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719658"/>
              </p:ext>
            </p:extLst>
          </p:nvPr>
        </p:nvGraphicFramePr>
        <p:xfrm>
          <a:off x="921975" y="3486895"/>
          <a:ext cx="762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60" name="Equation" r:id="rId14" imgW="761760" imgH="380880" progId="Equation.DSMT4">
                  <p:embed/>
                </p:oleObj>
              </mc:Choice>
              <mc:Fallback>
                <p:oleObj name="Equation" r:id="rId14" imgW="761760" imgH="380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485DCE2-E668-470F-BEC4-5A7C06DB25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975" y="3486895"/>
                        <a:ext cx="762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6960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2988" y="416599"/>
            <a:ext cx="7358023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 利用函数在一点的导数的定义求极限</a:t>
            </a:r>
          </a:p>
        </p:txBody>
      </p:sp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E119A5CB-E5F5-40A4-9FA0-84CD75B6C7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519641"/>
              </p:ext>
            </p:extLst>
          </p:nvPr>
        </p:nvGraphicFramePr>
        <p:xfrm>
          <a:off x="984249" y="1160987"/>
          <a:ext cx="62865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04" name="Equation" r:id="rId4" imgW="6286320" imgH="812520" progId="Equation.DSMT4">
                  <p:embed/>
                </p:oleObj>
              </mc:Choice>
              <mc:Fallback>
                <p:oleObj name="Equation" r:id="rId4" imgW="6286320" imgH="812520" progId="Equation.DSMT4">
                  <p:embed/>
                  <p:pic>
                    <p:nvPicPr>
                      <p:cNvPr id="0" name="Picture 9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49" y="1160987"/>
                        <a:ext cx="6286501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A88D6A5C-D865-4C14-B90E-429A8950C61B}"/>
              </a:ext>
            </a:extLst>
          </p:cNvPr>
          <p:cNvGrpSpPr/>
          <p:nvPr/>
        </p:nvGrpSpPr>
        <p:grpSpPr>
          <a:xfrm>
            <a:off x="747086" y="2208014"/>
            <a:ext cx="4905034" cy="457200"/>
            <a:chOff x="747086" y="2208014"/>
            <a:chExt cx="4905034" cy="4572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30A3CC70-A612-4D30-AE09-334D623D055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47086" y="2208014"/>
              <a:ext cx="136945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latin typeface="+mn-ea"/>
                  <a:ea typeface="+mn-ea"/>
                </a:rPr>
                <a:t> </a:t>
              </a:r>
              <a:r>
                <a:rPr lang="zh-CN" altLang="en-US" sz="2400" b="1" dirty="0">
                  <a:solidFill>
                    <a:srgbClr val="3366FF"/>
                  </a:solidFill>
                  <a:latin typeface="+mn-ea"/>
                  <a:ea typeface="+mn-ea"/>
                </a:rPr>
                <a:t>例 </a:t>
              </a:r>
              <a:r>
                <a:rPr lang="zh-CN" altLang="en-US" sz="2400" b="1" dirty="0">
                  <a:latin typeface="+mn-ea"/>
                  <a:ea typeface="+mn-ea"/>
                </a:rPr>
                <a:t>设</a:t>
              </a:r>
            </a:p>
          </p:txBody>
        </p:sp>
        <p:graphicFrame>
          <p:nvGraphicFramePr>
            <p:cNvPr id="8" name="Object 11">
              <a:extLst>
                <a:ext uri="{FF2B5EF4-FFF2-40B4-BE49-F238E27FC236}">
                  <a16:creationId xmlns:a16="http://schemas.microsoft.com/office/drawing/2014/main" id="{C03E6E61-0C27-407F-8489-3625010DD2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4210882"/>
                </p:ext>
              </p:extLst>
            </p:nvPr>
          </p:nvGraphicFramePr>
          <p:xfrm>
            <a:off x="1835696" y="2284214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05" name="Equation" r:id="rId6" imgW="799920" imgH="380880" progId="Equation.DSMT4">
                    <p:embed/>
                  </p:oleObj>
                </mc:Choice>
                <mc:Fallback>
                  <p:oleObj name="Equation" r:id="rId6" imgW="799920" imgH="380880" progId="Equation.DSMT4">
                    <p:embed/>
                    <p:pic>
                      <p:nvPicPr>
                        <p:cNvPr id="0" name="Picture 9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696" y="2284214"/>
                          <a:ext cx="8001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3D197B2D-D77D-44C9-B86F-791C4006797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743914" y="2208014"/>
              <a:ext cx="290820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存在，求下列极限</a:t>
              </a:r>
            </a:p>
          </p:txBody>
        </p:sp>
      </p:grp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8E6457F0-1D66-40D3-91D1-51B717C24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383138"/>
              </p:ext>
            </p:extLst>
          </p:nvPr>
        </p:nvGraphicFramePr>
        <p:xfrm>
          <a:off x="383461" y="2845374"/>
          <a:ext cx="374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06" name="Equation" r:id="rId8" imgW="3746160" imgH="736560" progId="Equation.DSMT4">
                  <p:embed/>
                </p:oleObj>
              </mc:Choice>
              <mc:Fallback>
                <p:oleObj name="Equation" r:id="rId8" imgW="3746160" imgH="736560" progId="Equation.DSMT4">
                  <p:embed/>
                  <p:pic>
                    <p:nvPicPr>
                      <p:cNvPr id="0" name="Picture 9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461" y="2845374"/>
                        <a:ext cx="3746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A79B114-9085-4F97-8547-DBC4D8D06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4514"/>
              </p:ext>
            </p:extLst>
          </p:nvPr>
        </p:nvGraphicFramePr>
        <p:xfrm>
          <a:off x="4540250" y="2757488"/>
          <a:ext cx="443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07" name="Equation" r:id="rId10" imgW="4431960" imgH="736560" progId="Equation.DSMT4">
                  <p:embed/>
                </p:oleObj>
              </mc:Choice>
              <mc:Fallback>
                <p:oleObj name="Equation" r:id="rId10" imgW="4431960" imgH="736560" progId="Equation.DSMT4">
                  <p:embed/>
                  <p:pic>
                    <p:nvPicPr>
                      <p:cNvPr id="0" name="Picture 9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0" y="2757488"/>
                        <a:ext cx="4432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3A752F68-CBF3-4111-B5E9-658F4B16BD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302158"/>
              </p:ext>
            </p:extLst>
          </p:nvPr>
        </p:nvGraphicFramePr>
        <p:xfrm>
          <a:off x="402199" y="3867894"/>
          <a:ext cx="407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08" name="Equation" r:id="rId12" imgW="4076640" imgH="736560" progId="Equation.DSMT4">
                  <p:embed/>
                </p:oleObj>
              </mc:Choice>
              <mc:Fallback>
                <p:oleObj name="Equation" r:id="rId12" imgW="4076640" imgH="736560" progId="Equation.DSMT4">
                  <p:embed/>
                  <p:pic>
                    <p:nvPicPr>
                      <p:cNvPr id="0" name="Picture 9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99" y="3867894"/>
                        <a:ext cx="4076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298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5C7C422F-37A5-4B5B-9A5F-9246FF641CA6}"/>
              </a:ext>
            </a:extLst>
          </p:cNvPr>
          <p:cNvSpPr txBox="1">
            <a:spLocks noChangeArrowheads="1"/>
          </p:cNvSpPr>
          <p:nvPr/>
        </p:nvSpPr>
        <p:spPr>
          <a:xfrm>
            <a:off x="540198" y="1258058"/>
            <a:ext cx="13335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r>
              <a:rPr lang="zh-CN" altLang="en-US" sz="2400" b="1" dirty="0">
                <a:latin typeface="+mn-ea"/>
                <a:ea typeface="+mn-ea"/>
              </a:rPr>
              <a:t>  记</a:t>
            </a:r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8E6457F0-1D66-40D3-91D1-51B717C24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483306"/>
              </p:ext>
            </p:extLst>
          </p:nvPr>
        </p:nvGraphicFramePr>
        <p:xfrm>
          <a:off x="793750" y="430213"/>
          <a:ext cx="3670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43" name="Equation" r:id="rId4" imgW="3670200" imgH="736560" progId="Equation.DSMT4">
                  <p:embed/>
                </p:oleObj>
              </mc:Choice>
              <mc:Fallback>
                <p:oleObj name="Equation" r:id="rId4" imgW="3670200" imgH="736560" progId="Equation.DSMT4">
                  <p:embed/>
                  <p:pic>
                    <p:nvPicPr>
                      <p:cNvPr id="0" name="Picture 24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" y="430213"/>
                        <a:ext cx="3670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3ACBC53E-0BE4-43BC-8516-303C61A9C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853024"/>
              </p:ext>
            </p:extLst>
          </p:nvPr>
        </p:nvGraphicFramePr>
        <p:xfrm>
          <a:off x="2022167" y="1353768"/>
          <a:ext cx="1219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44" name="Equation" r:id="rId6" imgW="1218960" imgH="330120" progId="Equation.DSMT4">
                  <p:embed/>
                </p:oleObj>
              </mc:Choice>
              <mc:Fallback>
                <p:oleObj name="Equation" r:id="rId6" imgW="1218960" imgH="330120" progId="Equation.DSMT4">
                  <p:embed/>
                  <p:pic>
                    <p:nvPicPr>
                      <p:cNvPr id="0" name="Picture 24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167" y="1353768"/>
                        <a:ext cx="12192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ED237918-F1D6-4B33-A4C0-23F98C52B33C}"/>
              </a:ext>
            </a:extLst>
          </p:cNvPr>
          <p:cNvGrpSpPr/>
          <p:nvPr/>
        </p:nvGrpSpPr>
        <p:grpSpPr>
          <a:xfrm>
            <a:off x="3348510" y="1143970"/>
            <a:ext cx="1855360" cy="723900"/>
            <a:chOff x="3131840" y="1143970"/>
            <a:chExt cx="1855360" cy="723900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4911D248-ECFC-40A9-B3C8-F5EC5FCC7A1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131840" y="1264940"/>
              <a:ext cx="441011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则</a:t>
              </a:r>
            </a:p>
          </p:txBody>
        </p:sp>
        <p:graphicFrame>
          <p:nvGraphicFramePr>
            <p:cNvPr id="15" name="Object 11">
              <a:extLst>
                <a:ext uri="{FF2B5EF4-FFF2-40B4-BE49-F238E27FC236}">
                  <a16:creationId xmlns:a16="http://schemas.microsoft.com/office/drawing/2014/main" id="{43D9CE98-7778-443D-8364-4E512ADD9B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6244"/>
                </p:ext>
              </p:extLst>
            </p:nvPr>
          </p:nvGraphicFramePr>
          <p:xfrm>
            <a:off x="3653700" y="1143970"/>
            <a:ext cx="1333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45" name="Equation" r:id="rId8" imgW="1333440" imgH="723600" progId="Equation.DSMT4">
                    <p:embed/>
                  </p:oleObj>
                </mc:Choice>
                <mc:Fallback>
                  <p:oleObj name="Equation" r:id="rId8" imgW="1333440" imgH="723600" progId="Equation.DSMT4">
                    <p:embed/>
                    <p:pic>
                      <p:nvPicPr>
                        <p:cNvPr id="0" name="Picture 24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3700" y="1143970"/>
                          <a:ext cx="1333500" cy="723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86AAEA4-1CB1-4FF6-86B4-1351BB60D831}"/>
              </a:ext>
            </a:extLst>
          </p:cNvPr>
          <p:cNvGrpSpPr/>
          <p:nvPr/>
        </p:nvGrpSpPr>
        <p:grpSpPr>
          <a:xfrm>
            <a:off x="5474485" y="1269482"/>
            <a:ext cx="1761811" cy="537145"/>
            <a:chOff x="5257815" y="1269482"/>
            <a:chExt cx="1761811" cy="537145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1E9AC20C-BDC0-4CAE-BBF4-B1658160E18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57815" y="1269482"/>
              <a:ext cx="441011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且</a:t>
              </a:r>
            </a:p>
          </p:txBody>
        </p:sp>
        <p:graphicFrame>
          <p:nvGraphicFramePr>
            <p:cNvPr id="17" name="Object 11">
              <a:extLst>
                <a:ext uri="{FF2B5EF4-FFF2-40B4-BE49-F238E27FC236}">
                  <a16:creationId xmlns:a16="http://schemas.microsoft.com/office/drawing/2014/main" id="{C0ED34A3-90FF-4DB5-B813-04147F76CF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0405630"/>
                </p:ext>
              </p:extLst>
            </p:nvPr>
          </p:nvGraphicFramePr>
          <p:xfrm>
            <a:off x="5698826" y="1324027"/>
            <a:ext cx="13208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46" name="Equation" r:id="rId10" imgW="1320480" imgH="482400" progId="Equation.DSMT4">
                    <p:embed/>
                  </p:oleObj>
                </mc:Choice>
                <mc:Fallback>
                  <p:oleObj name="Equation" r:id="rId10" imgW="1320480" imgH="482400" progId="Equation.DSMT4">
                    <p:embed/>
                    <p:pic>
                      <p:nvPicPr>
                        <p:cNvPr id="0" name="Picture 24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8826" y="1324027"/>
                          <a:ext cx="13208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1">
            <a:extLst>
              <a:ext uri="{FF2B5EF4-FFF2-40B4-BE49-F238E27FC236}">
                <a16:creationId xmlns:a16="http://schemas.microsoft.com/office/drawing/2014/main" id="{EA34391D-4DE9-408D-AFB9-D77B30A2AE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475849"/>
              </p:ext>
            </p:extLst>
          </p:nvPr>
        </p:nvGraphicFramePr>
        <p:xfrm>
          <a:off x="768350" y="1925122"/>
          <a:ext cx="372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47" name="Equation" r:id="rId12" imgW="3720960" imgH="736560" progId="Equation.DSMT4">
                  <p:embed/>
                </p:oleObj>
              </mc:Choice>
              <mc:Fallback>
                <p:oleObj name="Equation" r:id="rId12" imgW="3720960" imgH="736560" progId="Equation.DSMT4">
                  <p:embed/>
                  <p:pic>
                    <p:nvPicPr>
                      <p:cNvPr id="0" name="Picture 24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1925122"/>
                        <a:ext cx="3721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0D7D55AA-2FA9-44D9-A884-06BF275F1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122776"/>
              </p:ext>
            </p:extLst>
          </p:nvPr>
        </p:nvGraphicFramePr>
        <p:xfrm>
          <a:off x="4572000" y="2110611"/>
          <a:ext cx="135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48" name="Equation" r:id="rId14" imgW="1358640" imgH="380880" progId="Equation.DSMT4">
                  <p:embed/>
                </p:oleObj>
              </mc:Choice>
              <mc:Fallback>
                <p:oleObj name="Equation" r:id="rId14" imgW="1358640" imgH="380880" progId="Equation.DSMT4">
                  <p:embed/>
                  <p:pic>
                    <p:nvPicPr>
                      <p:cNvPr id="0" name="Picture 24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110611"/>
                        <a:ext cx="1358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>
            <a:extLst>
              <a:ext uri="{FF2B5EF4-FFF2-40B4-BE49-F238E27FC236}">
                <a16:creationId xmlns:a16="http://schemas.microsoft.com/office/drawing/2014/main" id="{1F0A1FD0-A0E7-4F36-B4AF-E7DACFBB714C}"/>
              </a:ext>
            </a:extLst>
          </p:cNvPr>
          <p:cNvSpPr txBox="1">
            <a:spLocks noChangeArrowheads="1"/>
          </p:cNvSpPr>
          <p:nvPr/>
        </p:nvSpPr>
        <p:spPr>
          <a:xfrm>
            <a:off x="663915" y="3424460"/>
            <a:ext cx="138964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  </a:t>
            </a:r>
            <a:r>
              <a:rPr lang="zh-CN" altLang="en-US" sz="2400" b="1" dirty="0">
                <a:latin typeface="+mn-ea"/>
                <a:ea typeface="+mn-ea"/>
              </a:rPr>
              <a:t>记</a:t>
            </a:r>
          </a:p>
        </p:txBody>
      </p: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F39E8D76-BAD0-48D5-9DB2-DC7375D11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444515"/>
              </p:ext>
            </p:extLst>
          </p:nvPr>
        </p:nvGraphicFramePr>
        <p:xfrm>
          <a:off x="1853116" y="3316288"/>
          <a:ext cx="116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49" name="Equation" r:id="rId16" imgW="1168200" imgH="736560" progId="Equation.DSMT4">
                  <p:embed/>
                </p:oleObj>
              </mc:Choice>
              <mc:Fallback>
                <p:oleObj name="Equation" r:id="rId16" imgW="1168200" imgH="736560" progId="Equation.DSMT4">
                  <p:embed/>
                  <p:pic>
                    <p:nvPicPr>
                      <p:cNvPr id="0" name="Picture 24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3116" y="3316288"/>
                        <a:ext cx="1168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912F9EB9-4532-46FA-B8ED-1EF387B06132}"/>
              </a:ext>
            </a:extLst>
          </p:cNvPr>
          <p:cNvGrpSpPr/>
          <p:nvPr/>
        </p:nvGrpSpPr>
        <p:grpSpPr>
          <a:xfrm>
            <a:off x="3771526" y="3400334"/>
            <a:ext cx="1880594" cy="528534"/>
            <a:chOff x="3884462" y="3425080"/>
            <a:chExt cx="1880594" cy="528534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25470A14-8EEF-4291-A15B-3A43004F444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884462" y="3425080"/>
              <a:ext cx="441011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则</a:t>
              </a:r>
            </a:p>
          </p:txBody>
        </p:sp>
        <p:graphicFrame>
          <p:nvGraphicFramePr>
            <p:cNvPr id="24" name="Object 11">
              <a:extLst>
                <a:ext uri="{FF2B5EF4-FFF2-40B4-BE49-F238E27FC236}">
                  <a16:creationId xmlns:a16="http://schemas.microsoft.com/office/drawing/2014/main" id="{4DAFBBF9-2BA3-49E2-B354-413B003C90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0292558"/>
                </p:ext>
              </p:extLst>
            </p:nvPr>
          </p:nvGraphicFramePr>
          <p:xfrm>
            <a:off x="4444256" y="3471014"/>
            <a:ext cx="13208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950" name="Equation" r:id="rId18" imgW="1320480" imgH="482400" progId="Equation.DSMT4">
                    <p:embed/>
                  </p:oleObj>
                </mc:Choice>
                <mc:Fallback>
                  <p:oleObj name="Equation" r:id="rId18" imgW="1320480" imgH="482400" progId="Equation.DSMT4">
                    <p:embed/>
                    <p:pic>
                      <p:nvPicPr>
                        <p:cNvPr id="0" name="Picture 24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4256" y="3471014"/>
                          <a:ext cx="1320800" cy="482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EA00950B-33B0-40B7-B3DE-CD06301E6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002951"/>
              </p:ext>
            </p:extLst>
          </p:nvPr>
        </p:nvGraphicFramePr>
        <p:xfrm>
          <a:off x="793750" y="4146925"/>
          <a:ext cx="3721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51" name="Equation" r:id="rId20" imgW="3720960" imgH="736560" progId="Equation.DSMT4">
                  <p:embed/>
                </p:oleObj>
              </mc:Choice>
              <mc:Fallback>
                <p:oleObj name="Equation" r:id="rId20" imgW="3720960" imgH="736560" progId="Equation.DSMT4">
                  <p:embed/>
                  <p:pic>
                    <p:nvPicPr>
                      <p:cNvPr id="0" name="Picture 24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" y="4146925"/>
                        <a:ext cx="37211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F5FA7C97-12B9-45F3-9611-7493735EED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56287"/>
              </p:ext>
            </p:extLst>
          </p:nvPr>
        </p:nvGraphicFramePr>
        <p:xfrm>
          <a:off x="4572000" y="4146925"/>
          <a:ext cx="1346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52" name="Equation" r:id="rId22" imgW="1346040" imgH="723600" progId="Equation.DSMT4">
                  <p:embed/>
                </p:oleObj>
              </mc:Choice>
              <mc:Fallback>
                <p:oleObj name="Equation" r:id="rId22" imgW="1346040" imgH="723600" progId="Equation.DSMT4">
                  <p:embed/>
                  <p:pic>
                    <p:nvPicPr>
                      <p:cNvPr id="0" name="Picture 24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46925"/>
                        <a:ext cx="13462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8025E181-4F80-455C-9AC3-A127386A8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051109"/>
              </p:ext>
            </p:extLst>
          </p:nvPr>
        </p:nvGraphicFramePr>
        <p:xfrm>
          <a:off x="723900" y="2643188"/>
          <a:ext cx="443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53" name="Equation" r:id="rId24" imgW="4431960" imgH="736560" progId="Equation.DSMT4">
                  <p:embed/>
                </p:oleObj>
              </mc:Choice>
              <mc:Fallback>
                <p:oleObj name="Equation" r:id="rId24" imgW="4431960" imgH="736560" progId="Equation.DSMT4">
                  <p:embed/>
                  <p:pic>
                    <p:nvPicPr>
                      <p:cNvPr id="0" name="Picture 24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2643188"/>
                        <a:ext cx="4432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EC82CE1-8AF2-4608-8635-3F938227D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494151"/>
              </p:ext>
            </p:extLst>
          </p:nvPr>
        </p:nvGraphicFramePr>
        <p:xfrm>
          <a:off x="3089273" y="3537122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54" name="Equation" r:id="rId26" imgW="495000" imgH="330120" progId="Equation.DSMT4">
                  <p:embed/>
                </p:oleObj>
              </mc:Choice>
              <mc:Fallback>
                <p:oleObj name="Equation" r:id="rId26" imgW="495000" imgH="330120" progId="Equation.DSMT4">
                  <p:embed/>
                  <p:pic>
                    <p:nvPicPr>
                      <p:cNvPr id="0" name="Picture 24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9273" y="3537122"/>
                        <a:ext cx="495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A08484C-F3CB-4E81-B7E9-BDD1F3CD19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594442"/>
              </p:ext>
            </p:extLst>
          </p:nvPr>
        </p:nvGraphicFramePr>
        <p:xfrm>
          <a:off x="5943600" y="4146550"/>
          <a:ext cx="1333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955" name="Equation" r:id="rId28" imgW="1333440" imgH="723600" progId="Equation.DSMT4">
                  <p:embed/>
                </p:oleObj>
              </mc:Choice>
              <mc:Fallback>
                <p:oleObj name="Equation" r:id="rId28" imgW="1333440" imgH="723600" progId="Equation.DSMT4">
                  <p:embed/>
                  <p:pic>
                    <p:nvPicPr>
                      <p:cNvPr id="0" name="Picture 24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146550"/>
                        <a:ext cx="1333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301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>
            <a:extLst>
              <a:ext uri="{FF2B5EF4-FFF2-40B4-BE49-F238E27FC236}">
                <a16:creationId xmlns:a16="http://schemas.microsoft.com/office/drawing/2014/main" id="{BA9EDF55-0CC6-4A12-B727-E5335E8023CD}"/>
              </a:ext>
            </a:extLst>
          </p:cNvPr>
          <p:cNvSpPr txBox="1">
            <a:spLocks noChangeArrowheads="1"/>
          </p:cNvSpPr>
          <p:nvPr/>
        </p:nvSpPr>
        <p:spPr>
          <a:xfrm>
            <a:off x="663425" y="1326778"/>
            <a:ext cx="56204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0" name="Object 11">
            <a:extLst>
              <a:ext uri="{FF2B5EF4-FFF2-40B4-BE49-F238E27FC236}">
                <a16:creationId xmlns:a16="http://schemas.microsoft.com/office/drawing/2014/main" id="{B67E0164-0F95-48FA-9535-188023695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70826"/>
              </p:ext>
            </p:extLst>
          </p:nvPr>
        </p:nvGraphicFramePr>
        <p:xfrm>
          <a:off x="736600" y="382588"/>
          <a:ext cx="407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22" name="Equation" r:id="rId4" imgW="4076640" imgH="736560" progId="Equation.DSMT4">
                  <p:embed/>
                </p:oleObj>
              </mc:Choice>
              <mc:Fallback>
                <p:oleObj name="Equation" r:id="rId4" imgW="4076640" imgH="736560" progId="Equation.DSMT4">
                  <p:embed/>
                  <p:pic>
                    <p:nvPicPr>
                      <p:cNvPr id="0" name="Picture 13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382588"/>
                        <a:ext cx="4076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F3B8A93-6818-4D99-9BCF-1FF81CA49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702440"/>
              </p:ext>
            </p:extLst>
          </p:nvPr>
        </p:nvGraphicFramePr>
        <p:xfrm>
          <a:off x="1168518" y="1187078"/>
          <a:ext cx="365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23" name="Equation" r:id="rId6" imgW="3657600" imgH="736560" progId="Equation.DSMT4">
                  <p:embed/>
                </p:oleObj>
              </mc:Choice>
              <mc:Fallback>
                <p:oleObj name="Equation" r:id="rId6" imgW="3657600" imgH="736560" progId="Equation.DSMT4">
                  <p:embed/>
                  <p:pic>
                    <p:nvPicPr>
                      <p:cNvPr id="0" name="Picture 13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518" y="1187078"/>
                        <a:ext cx="3657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856E7C8-5C7E-4DFF-B6F8-7F229E2DD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030650"/>
              </p:ext>
            </p:extLst>
          </p:nvPr>
        </p:nvGraphicFramePr>
        <p:xfrm>
          <a:off x="885924" y="1991525"/>
          <a:ext cx="52705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24" name="Equation" r:id="rId8" imgW="5270400" imgH="736560" progId="Equation.DSMT4">
                  <p:embed/>
                </p:oleObj>
              </mc:Choice>
              <mc:Fallback>
                <p:oleObj name="Equation" r:id="rId8" imgW="5270400" imgH="736560" progId="Equation.DSMT4">
                  <p:embed/>
                  <p:pic>
                    <p:nvPicPr>
                      <p:cNvPr id="0" name="Picture 13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924" y="1991525"/>
                        <a:ext cx="5270501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1F80B201-F07D-438B-BD5B-F67A6287C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85709"/>
              </p:ext>
            </p:extLst>
          </p:nvPr>
        </p:nvGraphicFramePr>
        <p:xfrm>
          <a:off x="885924" y="2831593"/>
          <a:ext cx="570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25" name="Equation" r:id="rId10" imgW="5702040" imgH="736560" progId="Equation.DSMT4">
                  <p:embed/>
                </p:oleObj>
              </mc:Choice>
              <mc:Fallback>
                <p:oleObj name="Equation" r:id="rId10" imgW="5702040" imgH="736560" progId="Equation.DSMT4">
                  <p:embed/>
                  <p:pic>
                    <p:nvPicPr>
                      <p:cNvPr id="0" name="Picture 13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924" y="2831593"/>
                        <a:ext cx="5702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96EC40F7-8CE9-48F8-A843-893B6D3E4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850220"/>
              </p:ext>
            </p:extLst>
          </p:nvPr>
        </p:nvGraphicFramePr>
        <p:xfrm>
          <a:off x="885924" y="3671661"/>
          <a:ext cx="2540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26" name="Equation" r:id="rId12" imgW="2539800" imgH="723600" progId="Equation.DSMT4">
                  <p:embed/>
                </p:oleObj>
              </mc:Choice>
              <mc:Fallback>
                <p:oleObj name="Equation" r:id="rId12" imgW="2539800" imgH="723600" progId="Equation.DSMT4">
                  <p:embed/>
                  <p:pic>
                    <p:nvPicPr>
                      <p:cNvPr id="0" name="Picture 13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924" y="3671661"/>
                        <a:ext cx="25400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5D39D375-3986-49AA-9F23-82E69FDED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411742"/>
              </p:ext>
            </p:extLst>
          </p:nvPr>
        </p:nvGraphicFramePr>
        <p:xfrm>
          <a:off x="3505200" y="3843338"/>
          <a:ext cx="1092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027" name="Equation" r:id="rId14" imgW="1091880" imgH="380880" progId="Equation.DSMT4">
                  <p:embed/>
                </p:oleObj>
              </mc:Choice>
              <mc:Fallback>
                <p:oleObj name="Equation" r:id="rId14" imgW="1091880" imgH="380880" progId="Equation.DSMT4">
                  <p:embed/>
                  <p:pic>
                    <p:nvPicPr>
                      <p:cNvPr id="0" name="Picture 13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843338"/>
                        <a:ext cx="1092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896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64996" y="661814"/>
            <a:ext cx="877303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E119A5CB-E5F5-40A4-9FA0-84CD75B6C7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432178"/>
              </p:ext>
            </p:extLst>
          </p:nvPr>
        </p:nvGraphicFramePr>
        <p:xfrm>
          <a:off x="986243" y="1198313"/>
          <a:ext cx="6286501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83" name="Equation" r:id="rId4" imgW="6286320" imgH="812520" progId="Equation.DSMT4">
                  <p:embed/>
                </p:oleObj>
              </mc:Choice>
              <mc:Fallback>
                <p:oleObj name="Equation" r:id="rId4" imgW="6286320" imgH="812520" progId="Equation.DSMT4">
                  <p:embed/>
                  <p:pic>
                    <p:nvPicPr>
                      <p:cNvPr id="0" name="Picture 4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243" y="1198313"/>
                        <a:ext cx="6286501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">
            <a:extLst>
              <a:ext uri="{FF2B5EF4-FFF2-40B4-BE49-F238E27FC236}">
                <a16:creationId xmlns:a16="http://schemas.microsoft.com/office/drawing/2014/main" id="{51E644D1-114E-4F1A-9DE2-6CCDD5E7E63E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3664446"/>
            <a:ext cx="590465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（</a:t>
            </a:r>
            <a:r>
              <a:rPr lang="en-US" altLang="zh-CN" sz="2400" b="1" dirty="0">
                <a:latin typeface="+mn-ea"/>
                <a:ea typeface="+mn-ea"/>
              </a:rPr>
              <a:t>3</a:t>
            </a:r>
            <a:r>
              <a:rPr lang="zh-CN" altLang="en-US" sz="2400" b="1" dirty="0">
                <a:latin typeface="+mn-ea"/>
                <a:ea typeface="+mn-ea"/>
              </a:rPr>
              <a:t>）</a:t>
            </a:r>
            <a:r>
              <a:rPr lang="zh-CN" altLang="en-US" sz="2400" b="1" dirty="0">
                <a:latin typeface="+mn-ea"/>
              </a:rPr>
              <a:t>固定点（明确在哪一点）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9BAF020B-F4D9-42CA-8AD9-862B170BFDB1}"/>
              </a:ext>
            </a:extLst>
          </p:cNvPr>
          <p:cNvSpPr txBox="1">
            <a:spLocks noChangeArrowheads="1"/>
          </p:cNvSpPr>
          <p:nvPr/>
        </p:nvSpPr>
        <p:spPr>
          <a:xfrm>
            <a:off x="596607" y="2954125"/>
            <a:ext cx="483949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（</a:t>
            </a:r>
            <a:r>
              <a:rPr lang="en-US" altLang="zh-CN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）零比零型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FB6A90ED-1447-4BD9-9D02-80598B311390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2211710"/>
            <a:ext cx="532859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</a:rPr>
              <a:t>（</a:t>
            </a:r>
            <a:r>
              <a:rPr lang="en-US" altLang="zh-CN" sz="2400" b="1" dirty="0"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）增量比（变化率）的极限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476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27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55577" y="195486"/>
            <a:ext cx="3692416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 导数的几何意义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BA9DFAA-61B7-4D47-B724-8546C5B6A18B}"/>
              </a:ext>
            </a:extLst>
          </p:cNvPr>
          <p:cNvGrpSpPr/>
          <p:nvPr/>
        </p:nvGrpSpPr>
        <p:grpSpPr>
          <a:xfrm>
            <a:off x="161792" y="1405759"/>
            <a:ext cx="4141857" cy="457200"/>
            <a:chOff x="220593" y="1695954"/>
            <a:chExt cx="4141857" cy="457200"/>
          </a:xfrm>
        </p:grpSpPr>
        <p:sp>
          <p:nvSpPr>
            <p:cNvPr id="69" name="Rectangle 3">
              <a:extLst>
                <a:ext uri="{FF2B5EF4-FFF2-40B4-BE49-F238E27FC236}">
                  <a16:creationId xmlns:a16="http://schemas.microsoft.com/office/drawing/2014/main" id="{8EA6F675-FF60-47A5-A2C8-937958EEA43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0593" y="1695954"/>
              <a:ext cx="115212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斜率为</a:t>
              </a:r>
            </a:p>
          </p:txBody>
        </p:sp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34704A66-2E93-4B26-9C75-8831C82030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3199342"/>
                </p:ext>
              </p:extLst>
            </p:nvPr>
          </p:nvGraphicFramePr>
          <p:xfrm>
            <a:off x="2101850" y="1768475"/>
            <a:ext cx="2260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44" name="Equation" r:id="rId4" imgW="2260440" imgH="380880" progId="Equation.DSMT4">
                    <p:embed/>
                  </p:oleObj>
                </mc:Choice>
                <mc:Fallback>
                  <p:oleObj name="Equation" r:id="rId4" imgW="2260440" imgH="380880" progId="Equation.DSMT4">
                    <p:embed/>
                    <p:pic>
                      <p:nvPicPr>
                        <p:cNvPr id="0" name="Picture 45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1850" y="1768475"/>
                          <a:ext cx="226060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E0B1551-BB1B-4200-A66F-E56BEA6D0002}"/>
              </a:ext>
            </a:extLst>
          </p:cNvPr>
          <p:cNvGrpSpPr/>
          <p:nvPr/>
        </p:nvGrpSpPr>
        <p:grpSpPr>
          <a:xfrm>
            <a:off x="737856" y="832798"/>
            <a:ext cx="5338896" cy="489637"/>
            <a:chOff x="796657" y="1122993"/>
            <a:chExt cx="5338896" cy="489637"/>
          </a:xfrm>
        </p:grpSpPr>
        <p:sp>
          <p:nvSpPr>
            <p:cNvPr id="68" name="Rectangle 3">
              <a:extLst>
                <a:ext uri="{FF2B5EF4-FFF2-40B4-BE49-F238E27FC236}">
                  <a16:creationId xmlns:a16="http://schemas.microsoft.com/office/drawing/2014/main" id="{192453FC-8F91-4F69-9E5D-280E615942A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96657" y="1122993"/>
              <a:ext cx="799087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曲线</a:t>
              </a:r>
            </a:p>
          </p:txBody>
        </p:sp>
        <p:graphicFrame>
          <p:nvGraphicFramePr>
            <p:cNvPr id="73" name="Object 11">
              <a:extLst>
                <a:ext uri="{FF2B5EF4-FFF2-40B4-BE49-F238E27FC236}">
                  <a16:creationId xmlns:a16="http://schemas.microsoft.com/office/drawing/2014/main" id="{A84691D3-F917-442B-8EF8-31312FD69A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1597749"/>
                </p:ext>
              </p:extLst>
            </p:nvPr>
          </p:nvGraphicFramePr>
          <p:xfrm>
            <a:off x="1536915" y="121217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045" name="Equation" r:id="rId6" imgW="1104840" imgH="342720" progId="Equation.DSMT4">
                    <p:embed/>
                  </p:oleObj>
                </mc:Choice>
                <mc:Fallback>
                  <p:oleObj name="Equation" r:id="rId6" imgW="1104840" imgH="342720" progId="Equation.DSMT4">
                    <p:embed/>
                    <p:pic>
                      <p:nvPicPr>
                        <p:cNvPr id="0" name="Picture 45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915" y="1212177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302412D-0D8B-4B79-B963-D252576919CB}"/>
                </a:ext>
              </a:extLst>
            </p:cNvPr>
            <p:cNvGrpSpPr/>
            <p:nvPr/>
          </p:nvGrpSpPr>
          <p:grpSpPr>
            <a:xfrm>
              <a:off x="2572474" y="1122993"/>
              <a:ext cx="3563079" cy="489637"/>
              <a:chOff x="0" y="2616173"/>
              <a:chExt cx="3563079" cy="489637"/>
            </a:xfrm>
          </p:grpSpPr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2D07D166-233B-498F-979C-8C052CF4A8A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0" y="2616173"/>
                <a:ext cx="814377" cy="4572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xmlns:a14="http://schemas.microsoft.com/office/drawing/2010/main" w="76200" cmpd="tri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zh-CN" altLang="en-US" sz="2400" b="1" dirty="0">
                    <a:latin typeface="+mn-ea"/>
                    <a:ea typeface="+mn-ea"/>
                  </a:rPr>
                  <a:t>在点</a:t>
                </a:r>
              </a:p>
            </p:txBody>
          </p:sp>
          <p:graphicFrame>
            <p:nvGraphicFramePr>
              <p:cNvPr id="14" name="Object 11">
                <a:extLst>
                  <a:ext uri="{FF2B5EF4-FFF2-40B4-BE49-F238E27FC236}">
                    <a16:creationId xmlns:a16="http://schemas.microsoft.com/office/drawing/2014/main" id="{D4A21134-10EF-45C2-80A9-FCEE588C19C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46305710"/>
                  </p:ext>
                </p:extLst>
              </p:nvPr>
            </p:nvGraphicFramePr>
            <p:xfrm>
              <a:off x="781265" y="2692373"/>
              <a:ext cx="13081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46" name="Equation" r:id="rId8" imgW="1307880" imgH="380880" progId="Equation.DSMT4">
                      <p:embed/>
                    </p:oleObj>
                  </mc:Choice>
                  <mc:Fallback>
                    <p:oleObj name="Equation" r:id="rId8" imgW="1307880" imgH="380880" progId="Equation.DSMT4">
                      <p:embed/>
                      <p:pic>
                        <p:nvPicPr>
                          <p:cNvPr id="0" name="Picture 45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1265" y="2692373"/>
                            <a:ext cx="1308100" cy="3810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3">
                <a:extLst>
                  <a:ext uri="{FF2B5EF4-FFF2-40B4-BE49-F238E27FC236}">
                    <a16:creationId xmlns:a16="http://schemas.microsoft.com/office/drawing/2014/main" id="{8188AFF8-8267-414A-AB47-B7205193D42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934319" y="2648610"/>
                <a:ext cx="1628760" cy="4572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0033CC"/>
                    </a:solidFill>
                  </a14:hiddenFill>
                </a:ext>
                <a:ext uri="{91240B29-F687-4F45-9708-019B960494DF}">
                  <a14:hiddenLine xmlns:a14="http://schemas.microsoft.com/office/drawing/2010/main" w="76200" cmpd="tri">
                    <a:solidFill>
                      <a:schemeClr val="accent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zh-CN" sz="2400" b="1" dirty="0">
                    <a:latin typeface="+mn-ea"/>
                    <a:ea typeface="+mn-ea"/>
                  </a:rPr>
                  <a:t> </a:t>
                </a:r>
                <a:r>
                  <a:rPr lang="zh-CN" altLang="en-US" sz="2400" b="1" dirty="0">
                    <a:latin typeface="+mn-ea"/>
                    <a:ea typeface="+mn-ea"/>
                  </a:rPr>
                  <a:t>处切线的</a:t>
                </a:r>
              </a:p>
            </p:txBody>
          </p:sp>
        </p:grpSp>
      </p:grpSp>
      <p:grpSp>
        <p:nvGrpSpPr>
          <p:cNvPr id="26" name="Group 3">
            <a:extLst>
              <a:ext uri="{FF2B5EF4-FFF2-40B4-BE49-F238E27FC236}">
                <a16:creationId xmlns:a16="http://schemas.microsoft.com/office/drawing/2014/main" id="{CDBE538B-B18B-4EC2-9E4B-A6260EDC7385}"/>
              </a:ext>
            </a:extLst>
          </p:cNvPr>
          <p:cNvGrpSpPr>
            <a:grpSpLocks/>
          </p:cNvGrpSpPr>
          <p:nvPr/>
        </p:nvGrpSpPr>
        <p:grpSpPr bwMode="auto">
          <a:xfrm>
            <a:off x="6267593" y="285700"/>
            <a:ext cx="2465388" cy="2030412"/>
            <a:chOff x="0" y="0"/>
            <a:chExt cx="1827" cy="1504"/>
          </a:xfrm>
        </p:grpSpPr>
        <p:grpSp>
          <p:nvGrpSpPr>
            <p:cNvPr id="27" name="Group 4">
              <a:extLst>
                <a:ext uri="{FF2B5EF4-FFF2-40B4-BE49-F238E27FC236}">
                  <a16:creationId xmlns:a16="http://schemas.microsoft.com/office/drawing/2014/main" id="{80B911D8-5951-4D11-804A-64FA2FF780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726" cy="1404"/>
              <a:chOff x="0" y="0"/>
              <a:chExt cx="1726" cy="1404"/>
            </a:xfrm>
          </p:grpSpPr>
          <p:sp>
            <p:nvSpPr>
              <p:cNvPr id="39" name="Line 5">
                <a:extLst>
                  <a:ext uri="{FF2B5EF4-FFF2-40B4-BE49-F238E27FC236}">
                    <a16:creationId xmlns:a16="http://schemas.microsoft.com/office/drawing/2014/main" id="{A0D82857-5E72-4B50-933F-E28FDDA83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" y="1189"/>
                <a:ext cx="1621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  <p:sp>
            <p:nvSpPr>
              <p:cNvPr id="40" name="Line 6">
                <a:extLst>
                  <a:ext uri="{FF2B5EF4-FFF2-40B4-BE49-F238E27FC236}">
                    <a16:creationId xmlns:a16="http://schemas.microsoft.com/office/drawing/2014/main" id="{B56CC185-F567-4C51-9015-EA4B32FC4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" y="64"/>
                <a:ext cx="0" cy="1313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  <p:sp>
            <p:nvSpPr>
              <p:cNvPr id="41" name="Freeform 7">
                <a:extLst>
                  <a:ext uri="{FF2B5EF4-FFF2-40B4-BE49-F238E27FC236}">
                    <a16:creationId xmlns:a16="http://schemas.microsoft.com/office/drawing/2014/main" id="{149351AC-914F-4218-9D17-2A9C4A1DA0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8" y="189"/>
                <a:ext cx="936" cy="813"/>
              </a:xfrm>
              <a:custGeom>
                <a:avLst/>
                <a:gdLst>
                  <a:gd name="T0" fmla="*/ 0 w 720"/>
                  <a:gd name="T1" fmla="*/ 624 h 624"/>
                  <a:gd name="T2" fmla="*/ 288 w 720"/>
                  <a:gd name="T3" fmla="*/ 576 h 624"/>
                  <a:gd name="T4" fmla="*/ 528 w 720"/>
                  <a:gd name="T5" fmla="*/ 384 h 624"/>
                  <a:gd name="T6" fmla="*/ 720 w 720"/>
                  <a:gd name="T7" fmla="*/ 0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20" h="624">
                    <a:moveTo>
                      <a:pt x="0" y="624"/>
                    </a:moveTo>
                    <a:cubicBezTo>
                      <a:pt x="100" y="620"/>
                      <a:pt x="200" y="616"/>
                      <a:pt x="288" y="576"/>
                    </a:cubicBezTo>
                    <a:cubicBezTo>
                      <a:pt x="376" y="536"/>
                      <a:pt x="456" y="480"/>
                      <a:pt x="528" y="384"/>
                    </a:cubicBezTo>
                    <a:cubicBezTo>
                      <a:pt x="600" y="288"/>
                      <a:pt x="688" y="64"/>
                      <a:pt x="720" y="0"/>
                    </a:cubicBezTo>
                  </a:path>
                </a:pathLst>
              </a:custGeom>
              <a:noFill/>
              <a:ln w="25400" cmpd="sng">
                <a:solidFill>
                  <a:srgbClr val="0066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42" name="Object 8">
                <a:extLst>
                  <a:ext uri="{FF2B5EF4-FFF2-40B4-BE49-F238E27FC236}">
                    <a16:creationId xmlns:a16="http://schemas.microsoft.com/office/drawing/2014/main" id="{40CD6186-2AA0-4057-922D-0668FABC0D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45" y="1216"/>
              <a:ext cx="169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47" r:id="rId10" imgW="103320" imgH="109800" progId="Equation.3">
                      <p:embed/>
                    </p:oleObj>
                  </mc:Choice>
                  <mc:Fallback>
                    <p:oleObj r:id="rId10" imgW="103320" imgH="109800" progId="Equation.3">
                      <p:embed/>
                      <p:pic>
                        <p:nvPicPr>
                          <p:cNvPr id="0" name="Picture 45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5" y="1216"/>
                            <a:ext cx="169" cy="1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9">
                <a:extLst>
                  <a:ext uri="{FF2B5EF4-FFF2-40B4-BE49-F238E27FC236}">
                    <a16:creationId xmlns:a16="http://schemas.microsoft.com/office/drawing/2014/main" id="{A639422B-72E7-4D53-A45C-26691A645DF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0"/>
              <a:ext cx="188" cy="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48" r:id="rId12" imgW="109800" imgH="135720" progId="Equation.3">
                      <p:embed/>
                    </p:oleObj>
                  </mc:Choice>
                  <mc:Fallback>
                    <p:oleObj r:id="rId12" imgW="109800" imgH="135720" progId="Equation.3">
                      <p:embed/>
                      <p:pic>
                        <p:nvPicPr>
                          <p:cNvPr id="0" name="Picture 45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188" cy="22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10">
                <a:extLst>
                  <a:ext uri="{FF2B5EF4-FFF2-40B4-BE49-F238E27FC236}">
                    <a16:creationId xmlns:a16="http://schemas.microsoft.com/office/drawing/2014/main" id="{E621EE3B-AD64-457F-B850-BBDDDD66D6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" y="1216"/>
              <a:ext cx="169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49" r:id="rId14" imgW="103320" imgH="109800" progId="Equation.3">
                      <p:embed/>
                    </p:oleObj>
                  </mc:Choice>
                  <mc:Fallback>
                    <p:oleObj r:id="rId14" imgW="103320" imgH="109800" progId="Equation.3">
                      <p:embed/>
                      <p:pic>
                        <p:nvPicPr>
                          <p:cNvPr id="0" name="Picture 45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" y="1216"/>
                            <a:ext cx="169" cy="1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" name="Object 11">
                <a:extLst>
                  <a:ext uri="{FF2B5EF4-FFF2-40B4-BE49-F238E27FC236}">
                    <a16:creationId xmlns:a16="http://schemas.microsoft.com/office/drawing/2014/main" id="{452A8C6A-BE8F-4DE4-B55C-943A3B6C10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7" y="118"/>
              <a:ext cx="804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50" r:id="rId16" imgW="496800" imgH="168120" progId="Equation.3">
                      <p:embed/>
                    </p:oleObj>
                  </mc:Choice>
                  <mc:Fallback>
                    <p:oleObj r:id="rId16" imgW="496800" imgH="168120" progId="Equation.3">
                      <p:embed/>
                      <p:pic>
                        <p:nvPicPr>
                          <p:cNvPr id="0" name="Picture 45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7" y="118"/>
                            <a:ext cx="804" cy="27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Object 12">
                <a:extLst>
                  <a:ext uri="{FF2B5EF4-FFF2-40B4-BE49-F238E27FC236}">
                    <a16:creationId xmlns:a16="http://schemas.microsoft.com/office/drawing/2014/main" id="{1A877A24-5A4B-4198-840E-D5FC1E4CF3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6" y="760"/>
              <a:ext cx="203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51" r:id="rId18" imgW="122400" imgH="142200" progId="Equation.3">
                      <p:embed/>
                    </p:oleObj>
                  </mc:Choice>
                  <mc:Fallback>
                    <p:oleObj r:id="rId18" imgW="122400" imgH="142200" progId="Equation.3">
                      <p:embed/>
                      <p:pic>
                        <p:nvPicPr>
                          <p:cNvPr id="0" name="Picture 45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6" y="760"/>
                            <a:ext cx="203" cy="23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" name="Group 13">
              <a:extLst>
                <a:ext uri="{FF2B5EF4-FFF2-40B4-BE49-F238E27FC236}">
                  <a16:creationId xmlns:a16="http://schemas.microsoft.com/office/drawing/2014/main" id="{A14A262D-1194-4891-B1D6-92B560B866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" y="1120"/>
              <a:ext cx="203" cy="384"/>
              <a:chOff x="0" y="0"/>
              <a:chExt cx="203" cy="384"/>
            </a:xfrm>
          </p:grpSpPr>
          <p:graphicFrame>
            <p:nvGraphicFramePr>
              <p:cNvPr id="36" name="Object 14">
                <a:extLst>
                  <a:ext uri="{FF2B5EF4-FFF2-40B4-BE49-F238E27FC236}">
                    <a16:creationId xmlns:a16="http://schemas.microsoft.com/office/drawing/2014/main" id="{8D2662DF-F4B8-4CFC-AE7D-F4C6DD1623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196"/>
              <a:ext cx="203" cy="1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52" r:id="rId20" imgW="122400" imgH="109800" progId="Equation.3">
                      <p:embed/>
                    </p:oleObj>
                  </mc:Choice>
                  <mc:Fallback>
                    <p:oleObj r:id="rId20" imgW="122400" imgH="109800" progId="Equation.3">
                      <p:embed/>
                      <p:pic>
                        <p:nvPicPr>
                          <p:cNvPr id="0" name="Picture 45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96"/>
                            <a:ext cx="203" cy="1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id="{68D7342B-6901-4356-88B3-3DBB33801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" y="0"/>
                <a:ext cx="23" cy="61"/>
              </a:xfrm>
              <a:custGeom>
                <a:avLst/>
                <a:gdLst>
                  <a:gd name="T0" fmla="*/ 0 w 1"/>
                  <a:gd name="T1" fmla="*/ 0 h 48"/>
                  <a:gd name="T2" fmla="*/ 0 w 1"/>
                  <a:gd name="T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48">
                    <a:moveTo>
                      <a:pt x="0" y="0"/>
                    </a:moveTo>
                    <a:cubicBezTo>
                      <a:pt x="0" y="20"/>
                      <a:pt x="0" y="40"/>
                      <a:pt x="0" y="48"/>
                    </a:cubicBez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id="{5873B203-C70B-44C4-9689-E9C0B56A65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" y="48"/>
                <a:ext cx="0" cy="144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" name="Group 17">
              <a:extLst>
                <a:ext uri="{FF2B5EF4-FFF2-40B4-BE49-F238E27FC236}">
                  <a16:creationId xmlns:a16="http://schemas.microsoft.com/office/drawing/2014/main" id="{10B755F5-C675-464A-9834-7D9F25203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" y="627"/>
              <a:ext cx="1496" cy="562"/>
              <a:chOff x="0" y="0"/>
              <a:chExt cx="1496" cy="562"/>
            </a:xfrm>
          </p:grpSpPr>
          <p:sp>
            <p:nvSpPr>
              <p:cNvPr id="34" name="Line 18">
                <a:extLst>
                  <a:ext uri="{FF2B5EF4-FFF2-40B4-BE49-F238E27FC236}">
                    <a16:creationId xmlns:a16="http://schemas.microsoft.com/office/drawing/2014/main" id="{7184B619-7D7B-41CF-B9F8-0B7A93067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1311" cy="562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5" name="Object 19">
                <a:extLst>
                  <a:ext uri="{FF2B5EF4-FFF2-40B4-BE49-F238E27FC236}">
                    <a16:creationId xmlns:a16="http://schemas.microsoft.com/office/drawing/2014/main" id="{EC8D2CB7-AB1C-4936-91FA-F70C0EFA86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93" y="6"/>
              <a:ext cx="203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53" r:id="rId22" imgW="122400" imgH="122760" progId="Equation.3">
                      <p:embed/>
                    </p:oleObj>
                  </mc:Choice>
                  <mc:Fallback>
                    <p:oleObj r:id="rId22" imgW="122400" imgH="122760" progId="Equation.3">
                      <p:embed/>
                      <p:pic>
                        <p:nvPicPr>
                          <p:cNvPr id="0" name="Picture 45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3" y="6"/>
                            <a:ext cx="203" cy="2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" name="Group 20">
              <a:extLst>
                <a:ext uri="{FF2B5EF4-FFF2-40B4-BE49-F238E27FC236}">
                  <a16:creationId xmlns:a16="http://schemas.microsoft.com/office/drawing/2014/main" id="{D9A84EF7-B07B-43FD-88D8-B79B0A72A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" y="733"/>
              <a:ext cx="320" cy="695"/>
              <a:chOff x="0" y="0"/>
              <a:chExt cx="320" cy="695"/>
            </a:xfrm>
          </p:grpSpPr>
          <p:sp>
            <p:nvSpPr>
              <p:cNvPr id="31" name="Line 21">
                <a:extLst>
                  <a:ext uri="{FF2B5EF4-FFF2-40B4-BE49-F238E27FC236}">
                    <a16:creationId xmlns:a16="http://schemas.microsoft.com/office/drawing/2014/main" id="{C4DF66BF-3095-4D2A-9C27-1A3975EE3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" y="206"/>
                <a:ext cx="0" cy="25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2" name="Object 22">
                <a:extLst>
                  <a:ext uri="{FF2B5EF4-FFF2-40B4-BE49-F238E27FC236}">
                    <a16:creationId xmlns:a16="http://schemas.microsoft.com/office/drawing/2014/main" id="{3D307EF2-DA98-404A-AECD-3E288A3584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9" y="387"/>
              <a:ext cx="221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54" r:id="rId24" imgW="135360" imgH="187560" progId="Equation.3">
                      <p:embed/>
                    </p:oleObj>
                  </mc:Choice>
                  <mc:Fallback>
                    <p:oleObj r:id="rId24" imgW="135360" imgH="187560" progId="Equation.3">
                      <p:embed/>
                      <p:pic>
                        <p:nvPicPr>
                          <p:cNvPr id="0" name="Picture 45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9" y="387"/>
                            <a:ext cx="221" cy="3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23">
                <a:extLst>
                  <a:ext uri="{FF2B5EF4-FFF2-40B4-BE49-F238E27FC236}">
                    <a16:creationId xmlns:a16="http://schemas.microsoft.com/office/drawing/2014/main" id="{1A2AD787-524A-4F3E-B24F-1BD3A478822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0"/>
              <a:ext cx="272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0055" r:id="rId26" imgW="167760" imgH="122760" progId="Equation.3">
                      <p:embed/>
                    </p:oleObj>
                  </mc:Choice>
                  <mc:Fallback>
                    <p:oleObj r:id="rId26" imgW="167760" imgH="122760" progId="Equation.3">
                      <p:embed/>
                      <p:pic>
                        <p:nvPicPr>
                          <p:cNvPr id="0" name="Picture 45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272" cy="2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8" name="Text Box 69">
            <a:extLst>
              <a:ext uri="{FF2B5EF4-FFF2-40B4-BE49-F238E27FC236}">
                <a16:creationId xmlns:a16="http://schemas.microsoft.com/office/drawing/2014/main" id="{8C83B2D1-A609-448F-A9E3-ECA25DC5C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623" y="1993523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切线方程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:</a:t>
            </a:r>
          </a:p>
        </p:txBody>
      </p:sp>
      <p:graphicFrame>
        <p:nvGraphicFramePr>
          <p:cNvPr id="49" name="Object 70">
            <a:extLst>
              <a:ext uri="{FF2B5EF4-FFF2-40B4-BE49-F238E27FC236}">
                <a16:creationId xmlns:a16="http://schemas.microsoft.com/office/drawing/2014/main" id="{5638DE4C-4DC9-438A-A5DF-FD323692CA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732826"/>
              </p:ext>
            </p:extLst>
          </p:nvPr>
        </p:nvGraphicFramePr>
        <p:xfrm>
          <a:off x="2297049" y="2025968"/>
          <a:ext cx="31511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56" name="Equation" r:id="rId28" imgW="3149280" imgH="380880" progId="Equation.DSMT4">
                  <p:embed/>
                </p:oleObj>
              </mc:Choice>
              <mc:Fallback>
                <p:oleObj name="Equation" r:id="rId28" imgW="3149280" imgH="380880" progId="Equation.DSMT4">
                  <p:embed/>
                  <p:pic>
                    <p:nvPicPr>
                      <p:cNvPr id="0" name="Picture 45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049" y="2025968"/>
                        <a:ext cx="3151188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71">
            <a:extLst>
              <a:ext uri="{FF2B5EF4-FFF2-40B4-BE49-F238E27FC236}">
                <a16:creationId xmlns:a16="http://schemas.microsoft.com/office/drawing/2014/main" id="{358428ED-F810-4921-B53F-ECFDC2D66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80" y="2791426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法线方程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:</a:t>
            </a:r>
          </a:p>
        </p:txBody>
      </p:sp>
      <p:graphicFrame>
        <p:nvGraphicFramePr>
          <p:cNvPr id="51" name="Object 72">
            <a:extLst>
              <a:ext uri="{FF2B5EF4-FFF2-40B4-BE49-F238E27FC236}">
                <a16:creationId xmlns:a16="http://schemas.microsoft.com/office/drawing/2014/main" id="{6C35545F-1FAF-4155-A3B3-978FD9EE87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884545"/>
              </p:ext>
            </p:extLst>
          </p:nvPr>
        </p:nvGraphicFramePr>
        <p:xfrm>
          <a:off x="2387591" y="2664207"/>
          <a:ext cx="34274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57" name="Equation" r:id="rId30" imgW="3429000" imgH="812520" progId="Equation.DSMT4">
                  <p:embed/>
                </p:oleObj>
              </mc:Choice>
              <mc:Fallback>
                <p:oleObj name="Equation" r:id="rId30" imgW="3429000" imgH="812520" progId="Equation.DSMT4">
                  <p:embed/>
                  <p:pic>
                    <p:nvPicPr>
                      <p:cNvPr id="0" name="Picture 45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591" y="2664207"/>
                        <a:ext cx="3427412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73">
            <a:extLst>
              <a:ext uri="{FF2B5EF4-FFF2-40B4-BE49-F238E27FC236}">
                <a16:creationId xmlns:a16="http://schemas.microsoft.com/office/drawing/2014/main" id="{726F9FFC-6E19-4C73-9216-0CC9753A36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514668"/>
              </p:ext>
            </p:extLst>
          </p:nvPr>
        </p:nvGraphicFramePr>
        <p:xfrm>
          <a:off x="5941951" y="2831758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58" name="Equation" r:id="rId32" imgW="1523880" imgH="380880" progId="Equation.DSMT4">
                  <p:embed/>
                </p:oleObj>
              </mc:Choice>
              <mc:Fallback>
                <p:oleObj name="Equation" r:id="rId32" imgW="1523880" imgH="380880" progId="Equation.DSMT4">
                  <p:embed/>
                  <p:pic>
                    <p:nvPicPr>
                      <p:cNvPr id="0" name="Picture 45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1951" y="2831758"/>
                        <a:ext cx="1524000" cy="3810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 Box 55">
            <a:extLst>
              <a:ext uri="{FF2B5EF4-FFF2-40B4-BE49-F238E27FC236}">
                <a16:creationId xmlns:a16="http://schemas.microsoft.com/office/drawing/2014/main" id="{7FA16783-CACE-4540-8AA3-6EE5D2BA1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34" y="3549711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54" name="Object 56">
            <a:extLst>
              <a:ext uri="{FF2B5EF4-FFF2-40B4-BE49-F238E27FC236}">
                <a16:creationId xmlns:a16="http://schemas.microsoft.com/office/drawing/2014/main" id="{14058FBD-4A01-4F36-814B-13E6EF23C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384706"/>
              </p:ext>
            </p:extLst>
          </p:nvPr>
        </p:nvGraphicFramePr>
        <p:xfrm>
          <a:off x="746062" y="3618230"/>
          <a:ext cx="1384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59" name="Equation" r:id="rId34" imgW="1384200" imgH="380880" progId="Equation.DSMT4">
                  <p:embed/>
                </p:oleObj>
              </mc:Choice>
              <mc:Fallback>
                <p:oleObj name="Equation" r:id="rId34" imgW="1384200" imgH="380880" progId="Equation.DSMT4">
                  <p:embed/>
                  <p:pic>
                    <p:nvPicPr>
                      <p:cNvPr id="0" name="Picture 4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062" y="3618230"/>
                        <a:ext cx="1384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57">
            <a:extLst>
              <a:ext uri="{FF2B5EF4-FFF2-40B4-BE49-F238E27FC236}">
                <a16:creationId xmlns:a16="http://schemas.microsoft.com/office/drawing/2014/main" id="{1E4BF3E3-01DD-460F-AA66-DBCEA4F3D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7204" y="3549712"/>
            <a:ext cx="2806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切线与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轴平行</a:t>
            </a:r>
            <a:r>
              <a:rPr lang="en-US" altLang="zh-CN" sz="2400" b="1" dirty="0">
                <a:latin typeface="+mn-ea"/>
              </a:rPr>
              <a:t>,</a:t>
            </a:r>
          </a:p>
        </p:txBody>
      </p:sp>
      <p:sp>
        <p:nvSpPr>
          <p:cNvPr id="58" name="Text Box 62">
            <a:extLst>
              <a:ext uri="{FF2B5EF4-FFF2-40B4-BE49-F238E27FC236}">
                <a16:creationId xmlns:a16="http://schemas.microsoft.com/office/drawing/2014/main" id="{19ED9B7F-BC36-42AA-AF5F-AE8827B35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82" y="4211527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若</a:t>
            </a:r>
          </a:p>
        </p:txBody>
      </p:sp>
      <p:graphicFrame>
        <p:nvGraphicFramePr>
          <p:cNvPr id="59" name="Object 63">
            <a:extLst>
              <a:ext uri="{FF2B5EF4-FFF2-40B4-BE49-F238E27FC236}">
                <a16:creationId xmlns:a16="http://schemas.microsoft.com/office/drawing/2014/main" id="{10C8FD8E-1C9A-4C1E-B9E1-1B351F063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59106"/>
              </p:ext>
            </p:extLst>
          </p:nvPr>
        </p:nvGraphicFramePr>
        <p:xfrm>
          <a:off x="728133" y="4267225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60" name="Equation" r:id="rId36" imgW="1460160" imgH="380880" progId="Equation.DSMT4">
                  <p:embed/>
                </p:oleObj>
              </mc:Choice>
              <mc:Fallback>
                <p:oleObj name="Equation" r:id="rId36" imgW="1460160" imgH="380880" progId="Equation.DSMT4">
                  <p:embed/>
                  <p:pic>
                    <p:nvPicPr>
                      <p:cNvPr id="0" name="Picture 4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133" y="4267225"/>
                        <a:ext cx="1460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Text Box 64">
            <a:extLst>
              <a:ext uri="{FF2B5EF4-FFF2-40B4-BE49-F238E27FC236}">
                <a16:creationId xmlns:a16="http://schemas.microsoft.com/office/drawing/2014/main" id="{7530D9AD-D738-4C6F-8EB2-EA4168CAA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7204" y="4226892"/>
            <a:ext cx="2806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切线与</a:t>
            </a:r>
            <a:r>
              <a:rPr lang="zh-CN" altLang="en-US" sz="2400" b="1" i="1" dirty="0">
                <a:latin typeface="+mn-ea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轴垂直，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47" name="Text Box 69">
            <a:extLst>
              <a:ext uri="{FF2B5EF4-FFF2-40B4-BE49-F238E27FC236}">
                <a16:creationId xmlns:a16="http://schemas.microsoft.com/office/drawing/2014/main" id="{5BA7D99C-0FDC-4F62-A534-3798539F7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007" y="3519488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切线方程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:</a:t>
            </a:r>
          </a:p>
        </p:txBody>
      </p:sp>
      <p:graphicFrame>
        <p:nvGraphicFramePr>
          <p:cNvPr id="61" name="Object 70">
            <a:extLst>
              <a:ext uri="{FF2B5EF4-FFF2-40B4-BE49-F238E27FC236}">
                <a16:creationId xmlns:a16="http://schemas.microsoft.com/office/drawing/2014/main" id="{B084C47B-C4DF-43C0-8A3A-E5EC2C596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178168"/>
              </p:ext>
            </p:extLst>
          </p:nvPr>
        </p:nvGraphicFramePr>
        <p:xfrm>
          <a:off x="6249924" y="3556318"/>
          <a:ext cx="1219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61" name="Equation" r:id="rId38" imgW="1218960" imgH="380880" progId="Equation.DSMT4">
                  <p:embed/>
                </p:oleObj>
              </mc:Choice>
              <mc:Fallback>
                <p:oleObj name="Equation" r:id="rId38" imgW="1218960" imgH="380880" progId="Equation.DSMT4">
                  <p:embed/>
                  <p:pic>
                    <p:nvPicPr>
                      <p:cNvPr id="0" name="Picture 45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924" y="3556318"/>
                        <a:ext cx="1219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69">
            <a:extLst>
              <a:ext uri="{FF2B5EF4-FFF2-40B4-BE49-F238E27FC236}">
                <a16:creationId xmlns:a16="http://schemas.microsoft.com/office/drawing/2014/main" id="{D3BD2B5E-ECC1-45E7-AA6D-D122391BC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007" y="4196067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切线方程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:</a:t>
            </a:r>
          </a:p>
        </p:txBody>
      </p:sp>
      <p:graphicFrame>
        <p:nvGraphicFramePr>
          <p:cNvPr id="63" name="Object 70">
            <a:extLst>
              <a:ext uri="{FF2B5EF4-FFF2-40B4-BE49-F238E27FC236}">
                <a16:creationId xmlns:a16="http://schemas.microsoft.com/office/drawing/2014/main" id="{E7F56AF1-F663-424A-A6A7-246D40EED4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115279"/>
              </p:ext>
            </p:extLst>
          </p:nvPr>
        </p:nvGraphicFramePr>
        <p:xfrm>
          <a:off x="6491224" y="4234180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62" name="Equation" r:id="rId40" imgW="736560" imgH="380880" progId="Equation.DSMT4">
                  <p:embed/>
                </p:oleObj>
              </mc:Choice>
              <mc:Fallback>
                <p:oleObj name="Equation" r:id="rId40" imgW="736560" imgH="380880" progId="Equation.DSMT4">
                  <p:embed/>
                  <p:pic>
                    <p:nvPicPr>
                      <p:cNvPr id="0" name="Picture 4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24" y="4234180"/>
                        <a:ext cx="736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B762860-3ED3-4901-BB0D-AF6DACC638B8}"/>
              </a:ext>
            </a:extLst>
          </p:cNvPr>
          <p:cNvSpPr txBox="1"/>
          <p:nvPr/>
        </p:nvSpPr>
        <p:spPr>
          <a:xfrm>
            <a:off x="7430792" y="4218779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切线存在！</a:t>
            </a:r>
          </a:p>
        </p:txBody>
      </p:sp>
    </p:spTree>
    <p:extLst>
      <p:ext uri="{BB962C8B-B14F-4D97-AF65-F5344CB8AC3E}">
        <p14:creationId xmlns:p14="http://schemas.microsoft.com/office/powerpoint/2010/main" val="74871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  <p:bldP spid="50" grpId="0" autoUpdateAnimBg="0"/>
      <p:bldP spid="53" grpId="0" autoUpdateAnimBg="0"/>
      <p:bldP spid="55" grpId="0" autoUpdateAnimBg="0"/>
      <p:bldP spid="58" grpId="0" autoUpdateAnimBg="0"/>
      <p:bldP spid="60" grpId="0" autoUpdateAnimBg="0"/>
      <p:bldP spid="47" grpId="0" autoUpdateAnimBg="0"/>
      <p:bldP spid="62" grpId="0" autoUpdateAnimBg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870F1F4-CDF0-4EC0-9D91-65AADF5408C6}"/>
              </a:ext>
            </a:extLst>
          </p:cNvPr>
          <p:cNvSpPr txBox="1">
            <a:spLocks noChangeArrowheads="1"/>
          </p:cNvSpPr>
          <p:nvPr/>
        </p:nvSpPr>
        <p:spPr>
          <a:xfrm>
            <a:off x="619243" y="326446"/>
            <a:ext cx="8707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944629E-045A-4F49-8516-AAD76D6D74C3}"/>
              </a:ext>
            </a:extLst>
          </p:cNvPr>
          <p:cNvSpPr txBox="1">
            <a:spLocks noChangeArrowheads="1"/>
          </p:cNvSpPr>
          <p:nvPr/>
        </p:nvSpPr>
        <p:spPr>
          <a:xfrm>
            <a:off x="1128309" y="323783"/>
            <a:ext cx="111150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求曲线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48B12DC0-98E3-4F64-A726-488CF4BD6F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434542"/>
              </p:ext>
            </p:extLst>
          </p:nvPr>
        </p:nvGraphicFramePr>
        <p:xfrm>
          <a:off x="2195736" y="339502"/>
          <a:ext cx="166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04" name="Equation" r:id="rId4" imgW="1663560" imgH="406080" progId="Equation.DSMT4">
                  <p:embed/>
                </p:oleObj>
              </mc:Choice>
              <mc:Fallback>
                <p:oleObj name="Equation" r:id="rId4" imgW="1663560" imgH="406080" progId="Equation.DSMT4">
                  <p:embed/>
                  <p:pic>
                    <p:nvPicPr>
                      <p:cNvPr id="0" name="Picture 2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339502"/>
                        <a:ext cx="16637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C864181F-C3E1-404C-A94A-A7EF1837A65B}"/>
              </a:ext>
            </a:extLst>
          </p:cNvPr>
          <p:cNvSpPr txBox="1">
            <a:spLocks noChangeArrowheads="1"/>
          </p:cNvSpPr>
          <p:nvPr/>
        </p:nvSpPr>
        <p:spPr>
          <a:xfrm>
            <a:off x="3853933" y="324852"/>
            <a:ext cx="814377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在点</a:t>
            </a: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4AE43134-D672-40A8-9141-A1C029C7DD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373259"/>
              </p:ext>
            </p:extLst>
          </p:nvPr>
        </p:nvGraphicFramePr>
        <p:xfrm>
          <a:off x="4592054" y="417419"/>
          <a:ext cx="63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05" name="Equation" r:id="rId6" imgW="634680" imgH="342720" progId="Equation.DSMT4">
                  <p:embed/>
                </p:oleObj>
              </mc:Choice>
              <mc:Fallback>
                <p:oleObj name="Equation" r:id="rId6" imgW="634680" imgH="342720" progId="Equation.DSMT4">
                  <p:embed/>
                  <p:pic>
                    <p:nvPicPr>
                      <p:cNvPr id="0" name="Picture 2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054" y="417419"/>
                        <a:ext cx="635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6BB01FBD-6D49-4ED7-A968-75C4422076D8}"/>
              </a:ext>
            </a:extLst>
          </p:cNvPr>
          <p:cNvSpPr txBox="1">
            <a:spLocks noChangeArrowheads="1"/>
          </p:cNvSpPr>
          <p:nvPr/>
        </p:nvSpPr>
        <p:spPr>
          <a:xfrm>
            <a:off x="5053213" y="339502"/>
            <a:ext cx="387064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处的切线方程和法线方程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1E92FF3-1566-4D4B-B36E-7385924CB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60" y="1127798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10D0460E-0026-4820-B4D8-94718AB56C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862141"/>
              </p:ext>
            </p:extLst>
          </p:nvPr>
        </p:nvGraphicFramePr>
        <p:xfrm>
          <a:off x="1324491" y="989658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06" name="Equation" r:id="rId8" imgW="2908080" imgH="736560" progId="Equation.DSMT4">
                  <p:embed/>
                </p:oleObj>
              </mc:Choice>
              <mc:Fallback>
                <p:oleObj name="Equation" r:id="rId8" imgW="2908080" imgH="736560" progId="Equation.DSMT4">
                  <p:embed/>
                  <p:pic>
                    <p:nvPicPr>
                      <p:cNvPr id="0" name="Picture 2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4491" y="989658"/>
                        <a:ext cx="290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69">
            <a:extLst>
              <a:ext uri="{FF2B5EF4-FFF2-40B4-BE49-F238E27FC236}">
                <a16:creationId xmlns:a16="http://schemas.microsoft.com/office/drawing/2014/main" id="{648F5CE9-0D71-4004-A2DE-36F2BE1A0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77" y="2698247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切线方程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:</a:t>
            </a:r>
          </a:p>
        </p:txBody>
      </p:sp>
      <p:graphicFrame>
        <p:nvGraphicFramePr>
          <p:cNvPr id="12" name="Object 70">
            <a:extLst>
              <a:ext uri="{FF2B5EF4-FFF2-40B4-BE49-F238E27FC236}">
                <a16:creationId xmlns:a16="http://schemas.microsoft.com/office/drawing/2014/main" id="{47D8DC42-1730-49E4-9BD3-078138115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554646"/>
              </p:ext>
            </p:extLst>
          </p:nvPr>
        </p:nvGraphicFramePr>
        <p:xfrm>
          <a:off x="2153166" y="2769245"/>
          <a:ext cx="2057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07" name="Equation" r:id="rId10" imgW="2057400" imgH="342720" progId="Equation.DSMT4">
                  <p:embed/>
                </p:oleObj>
              </mc:Choice>
              <mc:Fallback>
                <p:oleObj name="Equation" r:id="rId10" imgW="2057400" imgH="342720" progId="Equation.DSMT4">
                  <p:embed/>
                  <p:pic>
                    <p:nvPicPr>
                      <p:cNvPr id="0" name="Picture 2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3166" y="2769245"/>
                        <a:ext cx="2057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1">
            <a:extLst>
              <a:ext uri="{FF2B5EF4-FFF2-40B4-BE49-F238E27FC236}">
                <a16:creationId xmlns:a16="http://schemas.microsoft.com/office/drawing/2014/main" id="{E43513BE-CA77-467B-AE55-399C9FD52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77" y="3489253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法线方程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:</a:t>
            </a:r>
          </a:p>
        </p:txBody>
      </p:sp>
      <p:graphicFrame>
        <p:nvGraphicFramePr>
          <p:cNvPr id="14" name="Object 72">
            <a:extLst>
              <a:ext uri="{FF2B5EF4-FFF2-40B4-BE49-F238E27FC236}">
                <a16:creationId xmlns:a16="http://schemas.microsoft.com/office/drawing/2014/main" id="{AC8586AA-209E-4472-80DD-E713BD337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3749149"/>
              </p:ext>
            </p:extLst>
          </p:nvPr>
        </p:nvGraphicFramePr>
        <p:xfrm>
          <a:off x="2145228" y="3358208"/>
          <a:ext cx="23352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08" name="Equation" r:id="rId12" imgW="2336760" imgH="723600" progId="Equation.DSMT4">
                  <p:embed/>
                </p:oleObj>
              </mc:Choice>
              <mc:Fallback>
                <p:oleObj name="Equation" r:id="rId12" imgW="2336760" imgH="723600" progId="Equation.DSMT4">
                  <p:embed/>
                  <p:pic>
                    <p:nvPicPr>
                      <p:cNvPr id="0" name="Picture 2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228" y="3358208"/>
                        <a:ext cx="2335213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5F0BBB8A-14D4-49BA-81AC-5DCB0DE85BBC}"/>
              </a:ext>
            </a:extLst>
          </p:cNvPr>
          <p:cNvGrpSpPr/>
          <p:nvPr/>
        </p:nvGrpSpPr>
        <p:grpSpPr>
          <a:xfrm>
            <a:off x="4886058" y="2698247"/>
            <a:ext cx="2697945" cy="461523"/>
            <a:chOff x="5106205" y="2961127"/>
            <a:chExt cx="2697945" cy="461523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4C8E1697-4685-4437-BE3C-DBD1014FA1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06205" y="2961127"/>
              <a:ext cx="635000" cy="45442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即</a:t>
              </a:r>
            </a:p>
          </p:txBody>
        </p:sp>
        <p:graphicFrame>
          <p:nvGraphicFramePr>
            <p:cNvPr id="17" name="Object 70">
              <a:extLst>
                <a:ext uri="{FF2B5EF4-FFF2-40B4-BE49-F238E27FC236}">
                  <a16:creationId xmlns:a16="http://schemas.microsoft.com/office/drawing/2014/main" id="{C824C332-0B11-49E8-AE23-A81E3004D0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71998"/>
                </p:ext>
              </p:extLst>
            </p:nvPr>
          </p:nvGraphicFramePr>
          <p:xfrm>
            <a:off x="5835650" y="3079750"/>
            <a:ext cx="196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509" name="Equation" r:id="rId14" imgW="1968480" imgH="342720" progId="Equation.DSMT4">
                    <p:embed/>
                  </p:oleObj>
                </mc:Choice>
                <mc:Fallback>
                  <p:oleObj name="Equation" r:id="rId14" imgW="1968480" imgH="342720" progId="Equation.DSMT4">
                    <p:embed/>
                    <p:pic>
                      <p:nvPicPr>
                        <p:cNvPr id="0" name="Picture 21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5650" y="3079750"/>
                          <a:ext cx="1968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982BFE1-8EB7-4DB5-9886-4B80D43D6B7D}"/>
              </a:ext>
            </a:extLst>
          </p:cNvPr>
          <p:cNvGrpSpPr/>
          <p:nvPr/>
        </p:nvGrpSpPr>
        <p:grpSpPr>
          <a:xfrm>
            <a:off x="4886058" y="3503389"/>
            <a:ext cx="2723345" cy="454426"/>
            <a:chOff x="5106205" y="3766269"/>
            <a:chExt cx="2723345" cy="454426"/>
          </a:xfrm>
        </p:grpSpPr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D6D03F87-15E4-4C66-A2A5-B5BF25CCB59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06205" y="3766269"/>
              <a:ext cx="635000" cy="45442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即</a:t>
              </a:r>
            </a:p>
          </p:txBody>
        </p:sp>
        <p:graphicFrame>
          <p:nvGraphicFramePr>
            <p:cNvPr id="19" name="Object 70">
              <a:extLst>
                <a:ext uri="{FF2B5EF4-FFF2-40B4-BE49-F238E27FC236}">
                  <a16:creationId xmlns:a16="http://schemas.microsoft.com/office/drawing/2014/main" id="{E068CEB0-7F0C-42F2-B8FE-9650A7A381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9442860"/>
                </p:ext>
              </p:extLst>
            </p:nvPr>
          </p:nvGraphicFramePr>
          <p:xfrm>
            <a:off x="5835650" y="3836988"/>
            <a:ext cx="199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510" name="Equation" r:id="rId16" imgW="1993680" imgH="342720" progId="Equation.DSMT4">
                    <p:embed/>
                  </p:oleObj>
                </mc:Choice>
                <mc:Fallback>
                  <p:oleObj name="Equation" r:id="rId16" imgW="1993680" imgH="342720" progId="Equation.DSMT4">
                    <p:embed/>
                    <p:pic>
                      <p:nvPicPr>
                        <p:cNvPr id="0" name="Picture 2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5650" y="3836988"/>
                          <a:ext cx="19939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1">
            <a:extLst>
              <a:ext uri="{FF2B5EF4-FFF2-40B4-BE49-F238E27FC236}">
                <a16:creationId xmlns:a16="http://schemas.microsoft.com/office/drawing/2014/main" id="{1C2CFE8E-046F-4BCD-B9F1-79F7848157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804939"/>
              </p:ext>
            </p:extLst>
          </p:nvPr>
        </p:nvGraphicFramePr>
        <p:xfrm>
          <a:off x="4289221" y="940718"/>
          <a:ext cx="1574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11" name="Equation" r:id="rId18" imgW="1574640" imgH="774360" progId="Equation.DSMT4">
                  <p:embed/>
                </p:oleObj>
              </mc:Choice>
              <mc:Fallback>
                <p:oleObj name="Equation" r:id="rId18" imgW="1574640" imgH="774360" progId="Equation.DSMT4">
                  <p:embed/>
                  <p:pic>
                    <p:nvPicPr>
                      <p:cNvPr id="0" name="Picture 2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9221" y="940718"/>
                        <a:ext cx="15748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>
            <a:extLst>
              <a:ext uri="{FF2B5EF4-FFF2-40B4-BE49-F238E27FC236}">
                <a16:creationId xmlns:a16="http://schemas.microsoft.com/office/drawing/2014/main" id="{EDF52A6C-63D3-40E8-A1A0-750E6173E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257815"/>
              </p:ext>
            </p:extLst>
          </p:nvPr>
        </p:nvGraphicFramePr>
        <p:xfrm>
          <a:off x="1999764" y="1905275"/>
          <a:ext cx="2197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12" name="Equation" r:id="rId20" imgW="2197080" imgH="520560" progId="Equation.DSMT4">
                  <p:embed/>
                </p:oleObj>
              </mc:Choice>
              <mc:Fallback>
                <p:oleObj name="Equation" r:id="rId20" imgW="2197080" imgH="520560" progId="Equation.DSMT4">
                  <p:embed/>
                  <p:pic>
                    <p:nvPicPr>
                      <p:cNvPr id="0" name="Picture 2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764" y="1905275"/>
                        <a:ext cx="21971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36095A29-D79A-4C33-B351-8BF8AD916D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210220"/>
              </p:ext>
            </p:extLst>
          </p:nvPr>
        </p:nvGraphicFramePr>
        <p:xfrm>
          <a:off x="4261366" y="1961208"/>
          <a:ext cx="609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513" name="Equation" r:id="rId22" imgW="609480" imgH="279360" progId="Equation.DSMT4">
                  <p:embed/>
                </p:oleObj>
              </mc:Choice>
              <mc:Fallback>
                <p:oleObj name="Equation" r:id="rId22" imgW="609480" imgH="279360" progId="Equation.DSMT4">
                  <p:embed/>
                  <p:pic>
                    <p:nvPicPr>
                      <p:cNvPr id="0" name="Picture 2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1366" y="1961208"/>
                        <a:ext cx="609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841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0" name="Rectangle 14">
            <a:extLst>
              <a:ext uri="{FF2B5EF4-FFF2-40B4-BE49-F238E27FC236}">
                <a16:creationId xmlns:a16="http://schemas.microsoft.com/office/drawing/2014/main" id="{7E4B9B7B-C426-4A71-B537-127CEA4E99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1360" y="359916"/>
            <a:ext cx="2152363" cy="490747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讨论曲线</a:t>
            </a:r>
          </a:p>
        </p:txBody>
      </p:sp>
      <p:graphicFrame>
        <p:nvGraphicFramePr>
          <p:cNvPr id="19471" name="Object 15">
            <a:extLst>
              <a:ext uri="{FF2B5EF4-FFF2-40B4-BE49-F238E27FC236}">
                <a16:creationId xmlns:a16="http://schemas.microsoft.com/office/drawing/2014/main" id="{9056DD51-F23B-4FD7-B466-047A79F54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27369"/>
              </p:ext>
            </p:extLst>
          </p:nvPr>
        </p:nvGraphicFramePr>
        <p:xfrm>
          <a:off x="2555776" y="411510"/>
          <a:ext cx="135255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720" name="Equation" r:id="rId3" imgW="1803240" imgH="431640" progId="Equation.DSMT4">
                  <p:embed/>
                </p:oleObj>
              </mc:Choice>
              <mc:Fallback>
                <p:oleObj name="Equation" r:id="rId3" imgW="1803240" imgH="431640" progId="Equation.DSMT4">
                  <p:embed/>
                  <p:pic>
                    <p:nvPicPr>
                      <p:cNvPr id="0" name="Picture 2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11510"/>
                        <a:ext cx="1352550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Text Box 16">
            <a:extLst>
              <a:ext uri="{FF2B5EF4-FFF2-40B4-BE49-F238E27FC236}">
                <a16:creationId xmlns:a16="http://schemas.microsoft.com/office/drawing/2014/main" id="{A4BD7016-CAFA-467D-9507-55AE69DFA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88" y="345474"/>
            <a:ext cx="5751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在</a:t>
            </a:r>
          </a:p>
        </p:txBody>
      </p:sp>
      <p:graphicFrame>
        <p:nvGraphicFramePr>
          <p:cNvPr id="19474" name="Object 18">
            <a:extLst>
              <a:ext uri="{FF2B5EF4-FFF2-40B4-BE49-F238E27FC236}">
                <a16:creationId xmlns:a16="http://schemas.microsoft.com/office/drawing/2014/main" id="{A69505CF-B385-433A-A4AB-93C53A16A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596628"/>
              </p:ext>
            </p:extLst>
          </p:nvPr>
        </p:nvGraphicFramePr>
        <p:xfrm>
          <a:off x="4272858" y="426259"/>
          <a:ext cx="7617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721" name="Equation" r:id="rId5" imgW="761760" imgH="380880" progId="Equation.DSMT4">
                  <p:embed/>
                </p:oleObj>
              </mc:Choice>
              <mc:Fallback>
                <p:oleObj name="Equation" r:id="rId5" imgW="761760" imgH="380880" progId="Equation.DSMT4">
                  <p:embed/>
                  <p:pic>
                    <p:nvPicPr>
                      <p:cNvPr id="0" name="Picture 2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858" y="426259"/>
                        <a:ext cx="7617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Text Box 19">
            <a:extLst>
              <a:ext uri="{FF2B5EF4-FFF2-40B4-BE49-F238E27FC236}">
                <a16:creationId xmlns:a16="http://schemas.microsoft.com/office/drawing/2014/main" id="{44BF1993-B2D1-45CF-8A5E-34E925004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686" y="345474"/>
            <a:ext cx="39614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对应点处的切线是否存在？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574BB76F-4B02-419B-BD55-0BBFC0D48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0" y="1149360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D00AA2F2-769B-4E7D-825E-35040849B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794577"/>
              </p:ext>
            </p:extLst>
          </p:nvPr>
        </p:nvGraphicFramePr>
        <p:xfrm>
          <a:off x="1266760" y="1037010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722" name="Equation" r:id="rId7" imgW="2908080" imgH="736560" progId="Equation.DSMT4">
                  <p:embed/>
                </p:oleObj>
              </mc:Choice>
              <mc:Fallback>
                <p:oleObj name="Equation" r:id="rId7" imgW="2908080" imgH="736560" progId="Equation.DSMT4">
                  <p:embed/>
                  <p:pic>
                    <p:nvPicPr>
                      <p:cNvPr id="0" name="Picture 2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760" y="1037010"/>
                        <a:ext cx="290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69">
            <a:extLst>
              <a:ext uri="{FF2B5EF4-FFF2-40B4-BE49-F238E27FC236}">
                <a16:creationId xmlns:a16="http://schemas.microsoft.com/office/drawing/2014/main" id="{51BDE2BA-5E3D-421A-BCA5-189D8B06D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1952" y="3442057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切线方程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:</a:t>
            </a:r>
          </a:p>
        </p:txBody>
      </p:sp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E01C1C80-64E9-4E4F-BD51-F712D1DE4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794558"/>
              </p:ext>
            </p:extLst>
          </p:nvPr>
        </p:nvGraphicFramePr>
        <p:xfrm>
          <a:off x="4199110" y="970039"/>
          <a:ext cx="1155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723" name="Equation" r:id="rId9" imgW="1155600" imgH="799920" progId="Equation.DSMT4">
                  <p:embed/>
                </p:oleObj>
              </mc:Choice>
              <mc:Fallback>
                <p:oleObj name="Equation" r:id="rId9" imgW="1155600" imgH="799920" progId="Equation.DSMT4">
                  <p:embed/>
                  <p:pic>
                    <p:nvPicPr>
                      <p:cNvPr id="0" name="Picture 2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9110" y="970039"/>
                        <a:ext cx="11557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2134B4F-EAF1-43C0-A5C7-A147ADBDA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455431"/>
              </p:ext>
            </p:extLst>
          </p:nvPr>
        </p:nvGraphicFramePr>
        <p:xfrm>
          <a:off x="1972647" y="1863792"/>
          <a:ext cx="1282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724" name="Equation" r:id="rId11" imgW="1282680" imgH="812520" progId="Equation.DSMT4">
                  <p:embed/>
                </p:oleObj>
              </mc:Choice>
              <mc:Fallback>
                <p:oleObj name="Equation" r:id="rId11" imgW="1282680" imgH="812520" progId="Equation.DSMT4">
                  <p:embed/>
                  <p:pic>
                    <p:nvPicPr>
                      <p:cNvPr id="0" name="Picture 2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647" y="1863792"/>
                        <a:ext cx="12827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9359ABC6-AC91-49CE-8084-8D4F3750C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213935"/>
              </p:ext>
            </p:extLst>
          </p:nvPr>
        </p:nvGraphicFramePr>
        <p:xfrm>
          <a:off x="3343210" y="2133972"/>
          <a:ext cx="71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725" name="Equation" r:id="rId13" imgW="711000" imgH="228600" progId="Equation.DSMT4">
                  <p:embed/>
                </p:oleObj>
              </mc:Choice>
              <mc:Fallback>
                <p:oleObj name="Equation" r:id="rId13" imgW="711000" imgH="228600" progId="Equation.DSMT4">
                  <p:embed/>
                  <p:pic>
                    <p:nvPicPr>
                      <p:cNvPr id="0" name="Picture 2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10" y="2133972"/>
                        <a:ext cx="711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4E9EDC58-EE8D-4D38-8540-EAD3A3FC3F09}"/>
              </a:ext>
            </a:extLst>
          </p:cNvPr>
          <p:cNvGrpSpPr/>
          <p:nvPr/>
        </p:nvGrpSpPr>
        <p:grpSpPr>
          <a:xfrm>
            <a:off x="580804" y="2841153"/>
            <a:ext cx="2627401" cy="490747"/>
            <a:chOff x="849064" y="3046673"/>
            <a:chExt cx="2627401" cy="490747"/>
          </a:xfrm>
        </p:grpSpPr>
        <p:sp>
          <p:nvSpPr>
            <p:cNvPr id="39" name="Rectangle 14">
              <a:extLst>
                <a:ext uri="{FF2B5EF4-FFF2-40B4-BE49-F238E27FC236}">
                  <a16:creationId xmlns:a16="http://schemas.microsoft.com/office/drawing/2014/main" id="{65088650-DB7A-4321-805E-1F0465F52F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49064" y="3046673"/>
              <a:ext cx="899305" cy="4907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曲线</a:t>
              </a:r>
            </a:p>
          </p:txBody>
        </p:sp>
        <p:graphicFrame>
          <p:nvGraphicFramePr>
            <p:cNvPr id="40" name="Object 15">
              <a:extLst>
                <a:ext uri="{FF2B5EF4-FFF2-40B4-BE49-F238E27FC236}">
                  <a16:creationId xmlns:a16="http://schemas.microsoft.com/office/drawing/2014/main" id="{E1FEFC87-5B32-4E09-B8EA-63545DDBE3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2631371"/>
                </p:ext>
              </p:extLst>
            </p:nvPr>
          </p:nvGraphicFramePr>
          <p:xfrm>
            <a:off x="1673225" y="3047477"/>
            <a:ext cx="1803240" cy="431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26" name="Equation" r:id="rId15" imgW="1803240" imgH="431640" progId="Equation.DSMT4">
                    <p:embed/>
                  </p:oleObj>
                </mc:Choice>
                <mc:Fallback>
                  <p:oleObj name="Equation" r:id="rId15" imgW="1803240" imgH="431640" progId="Equation.DSMT4">
                    <p:embed/>
                    <p:pic>
                      <p:nvPicPr>
                        <p:cNvPr id="0" name="Picture 2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3225" y="3047477"/>
                          <a:ext cx="1803240" cy="4316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444E2BB-FA2A-4FC6-B5BA-CB7F5075D078}"/>
              </a:ext>
            </a:extLst>
          </p:cNvPr>
          <p:cNvGrpSpPr/>
          <p:nvPr/>
        </p:nvGrpSpPr>
        <p:grpSpPr>
          <a:xfrm>
            <a:off x="3169870" y="2826944"/>
            <a:ext cx="1175673" cy="461665"/>
            <a:chOff x="3447748" y="3042472"/>
            <a:chExt cx="1175673" cy="461665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1352A744-B5BA-4E2F-A8BD-E3601B4EE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7748" y="3042472"/>
              <a:ext cx="5751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在</a:t>
              </a:r>
            </a:p>
          </p:txBody>
        </p:sp>
        <p:graphicFrame>
          <p:nvGraphicFramePr>
            <p:cNvPr id="42" name="Object 18">
              <a:extLst>
                <a:ext uri="{FF2B5EF4-FFF2-40B4-BE49-F238E27FC236}">
                  <a16:creationId xmlns:a16="http://schemas.microsoft.com/office/drawing/2014/main" id="{A7CFB333-598E-4902-9D5E-F61D6E8848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3826224"/>
                </p:ext>
              </p:extLst>
            </p:nvPr>
          </p:nvGraphicFramePr>
          <p:xfrm>
            <a:off x="3861661" y="3108245"/>
            <a:ext cx="7617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27" name="Equation" r:id="rId17" imgW="761760" imgH="380880" progId="Equation.DSMT4">
                    <p:embed/>
                  </p:oleObj>
                </mc:Choice>
                <mc:Fallback>
                  <p:oleObj name="Equation" r:id="rId17" imgW="761760" imgH="380880" progId="Equation.DSMT4">
                    <p:embed/>
                    <p:pic>
                      <p:nvPicPr>
                        <p:cNvPr id="0" name="Picture 2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1661" y="3108245"/>
                          <a:ext cx="761760" cy="380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Text Box 19">
            <a:extLst>
              <a:ext uri="{FF2B5EF4-FFF2-40B4-BE49-F238E27FC236}">
                <a16:creationId xmlns:a16="http://schemas.microsoft.com/office/drawing/2014/main" id="{520C024A-9B7A-4054-A42A-0FD3CFB82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72" y="3437413"/>
            <a:ext cx="32459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对应点处的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切线存在</a:t>
            </a:r>
            <a:r>
              <a:rPr lang="en-US" altLang="zh-CN" sz="2400" b="1" dirty="0">
                <a:latin typeface="+mn-ea"/>
              </a:rPr>
              <a:t>,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17FC458-B081-40D3-965A-720CE35FA428}"/>
              </a:ext>
            </a:extLst>
          </p:cNvPr>
          <p:cNvGrpSpPr/>
          <p:nvPr/>
        </p:nvGrpSpPr>
        <p:grpSpPr>
          <a:xfrm>
            <a:off x="5984653" y="1537959"/>
            <a:ext cx="2323688" cy="2065826"/>
            <a:chOff x="6262531" y="1753487"/>
            <a:chExt cx="2323688" cy="2065826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E964051-80BA-4560-B796-D1F3FFAAC2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2531" y="2955217"/>
              <a:ext cx="2323688" cy="47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282CD21-8931-427F-A3D1-EF800AE53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0075" y="1815776"/>
              <a:ext cx="0" cy="20035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01C22EC-21AC-4EE9-B0EF-0A570405E1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7119494"/>
                </p:ext>
              </p:extLst>
            </p:nvPr>
          </p:nvGraphicFramePr>
          <p:xfrm>
            <a:off x="8408419" y="298525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28" name="Equation" r:id="rId19" imgW="177480" imgH="190440" progId="Equation.DSMT4">
                    <p:embed/>
                  </p:oleObj>
                </mc:Choice>
                <mc:Fallback>
                  <p:oleObj name="Equation" r:id="rId1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408419" y="298525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C7333CF0-ACA0-45B5-ABBE-AFC7F5D83D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379553"/>
                </p:ext>
              </p:extLst>
            </p:nvPr>
          </p:nvGraphicFramePr>
          <p:xfrm>
            <a:off x="7048607" y="1881860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29" name="Equation" r:id="rId21" imgW="190440" imgH="241200" progId="Equation.DSMT4">
                    <p:embed/>
                  </p:oleObj>
                </mc:Choice>
                <mc:Fallback>
                  <p:oleObj name="Equation" r:id="rId21" imgW="190440" imgH="2412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201C22EC-21AC-4EE9-B0EF-0A570405E1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7048607" y="1881860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324E54BD-AA5B-43AD-9F20-5AC5C1D928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0053002"/>
                </p:ext>
              </p:extLst>
            </p:nvPr>
          </p:nvGraphicFramePr>
          <p:xfrm>
            <a:off x="7010507" y="2714393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30" name="Equation" r:id="rId23" imgW="228600" imgH="241200" progId="Equation.DSMT4">
                    <p:embed/>
                  </p:oleObj>
                </mc:Choice>
                <mc:Fallback>
                  <p:oleObj name="Equation" r:id="rId23" imgW="228600" imgH="2412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201C22EC-21AC-4EE9-B0EF-0A570405E1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010507" y="2714393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78AC5295-FAC5-44DD-8172-2A855FDB0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0075" y="2091122"/>
              <a:ext cx="916582" cy="829548"/>
            </a:xfrm>
            <a:custGeom>
              <a:avLst/>
              <a:gdLst>
                <a:gd name="T0" fmla="*/ 6 w 306"/>
                <a:gd name="T1" fmla="*/ 240 h 252"/>
                <a:gd name="T2" fmla="*/ 12 w 306"/>
                <a:gd name="T3" fmla="*/ 222 h 252"/>
                <a:gd name="T4" fmla="*/ 18 w 306"/>
                <a:gd name="T5" fmla="*/ 210 h 252"/>
                <a:gd name="T6" fmla="*/ 24 w 306"/>
                <a:gd name="T7" fmla="*/ 198 h 252"/>
                <a:gd name="T8" fmla="*/ 30 w 306"/>
                <a:gd name="T9" fmla="*/ 186 h 252"/>
                <a:gd name="T10" fmla="*/ 36 w 306"/>
                <a:gd name="T11" fmla="*/ 180 h 252"/>
                <a:gd name="T12" fmla="*/ 42 w 306"/>
                <a:gd name="T13" fmla="*/ 174 h 252"/>
                <a:gd name="T14" fmla="*/ 48 w 306"/>
                <a:gd name="T15" fmla="*/ 162 h 252"/>
                <a:gd name="T16" fmla="*/ 54 w 306"/>
                <a:gd name="T17" fmla="*/ 156 h 252"/>
                <a:gd name="T18" fmla="*/ 60 w 306"/>
                <a:gd name="T19" fmla="*/ 150 h 252"/>
                <a:gd name="T20" fmla="*/ 66 w 306"/>
                <a:gd name="T21" fmla="*/ 144 h 252"/>
                <a:gd name="T22" fmla="*/ 72 w 306"/>
                <a:gd name="T23" fmla="*/ 138 h 252"/>
                <a:gd name="T24" fmla="*/ 78 w 306"/>
                <a:gd name="T25" fmla="*/ 132 h 252"/>
                <a:gd name="T26" fmla="*/ 84 w 306"/>
                <a:gd name="T27" fmla="*/ 126 h 252"/>
                <a:gd name="T28" fmla="*/ 90 w 306"/>
                <a:gd name="T29" fmla="*/ 120 h 252"/>
                <a:gd name="T30" fmla="*/ 96 w 306"/>
                <a:gd name="T31" fmla="*/ 120 h 252"/>
                <a:gd name="T32" fmla="*/ 102 w 306"/>
                <a:gd name="T33" fmla="*/ 114 h 252"/>
                <a:gd name="T34" fmla="*/ 108 w 306"/>
                <a:gd name="T35" fmla="*/ 108 h 252"/>
                <a:gd name="T36" fmla="*/ 114 w 306"/>
                <a:gd name="T37" fmla="*/ 102 h 252"/>
                <a:gd name="T38" fmla="*/ 120 w 306"/>
                <a:gd name="T39" fmla="*/ 102 h 252"/>
                <a:gd name="T40" fmla="*/ 126 w 306"/>
                <a:gd name="T41" fmla="*/ 96 h 252"/>
                <a:gd name="T42" fmla="*/ 132 w 306"/>
                <a:gd name="T43" fmla="*/ 90 h 252"/>
                <a:gd name="T44" fmla="*/ 138 w 306"/>
                <a:gd name="T45" fmla="*/ 84 h 252"/>
                <a:gd name="T46" fmla="*/ 144 w 306"/>
                <a:gd name="T47" fmla="*/ 84 h 252"/>
                <a:gd name="T48" fmla="*/ 150 w 306"/>
                <a:gd name="T49" fmla="*/ 78 h 252"/>
                <a:gd name="T50" fmla="*/ 156 w 306"/>
                <a:gd name="T51" fmla="*/ 78 h 252"/>
                <a:gd name="T52" fmla="*/ 162 w 306"/>
                <a:gd name="T53" fmla="*/ 72 h 252"/>
                <a:gd name="T54" fmla="*/ 168 w 306"/>
                <a:gd name="T55" fmla="*/ 66 h 252"/>
                <a:gd name="T56" fmla="*/ 174 w 306"/>
                <a:gd name="T57" fmla="*/ 66 h 252"/>
                <a:gd name="T58" fmla="*/ 180 w 306"/>
                <a:gd name="T59" fmla="*/ 60 h 252"/>
                <a:gd name="T60" fmla="*/ 186 w 306"/>
                <a:gd name="T61" fmla="*/ 60 h 252"/>
                <a:gd name="T62" fmla="*/ 192 w 306"/>
                <a:gd name="T63" fmla="*/ 54 h 252"/>
                <a:gd name="T64" fmla="*/ 198 w 306"/>
                <a:gd name="T65" fmla="*/ 54 h 252"/>
                <a:gd name="T66" fmla="*/ 204 w 306"/>
                <a:gd name="T67" fmla="*/ 48 h 252"/>
                <a:gd name="T68" fmla="*/ 210 w 306"/>
                <a:gd name="T69" fmla="*/ 48 h 252"/>
                <a:gd name="T70" fmla="*/ 216 w 306"/>
                <a:gd name="T71" fmla="*/ 42 h 252"/>
                <a:gd name="T72" fmla="*/ 222 w 306"/>
                <a:gd name="T73" fmla="*/ 42 h 252"/>
                <a:gd name="T74" fmla="*/ 228 w 306"/>
                <a:gd name="T75" fmla="*/ 36 h 252"/>
                <a:gd name="T76" fmla="*/ 234 w 306"/>
                <a:gd name="T77" fmla="*/ 36 h 252"/>
                <a:gd name="T78" fmla="*/ 240 w 306"/>
                <a:gd name="T79" fmla="*/ 30 h 252"/>
                <a:gd name="T80" fmla="*/ 246 w 306"/>
                <a:gd name="T81" fmla="*/ 30 h 252"/>
                <a:gd name="T82" fmla="*/ 252 w 306"/>
                <a:gd name="T83" fmla="*/ 24 h 252"/>
                <a:gd name="T84" fmla="*/ 258 w 306"/>
                <a:gd name="T85" fmla="*/ 24 h 252"/>
                <a:gd name="T86" fmla="*/ 264 w 306"/>
                <a:gd name="T87" fmla="*/ 18 h 252"/>
                <a:gd name="T88" fmla="*/ 270 w 306"/>
                <a:gd name="T89" fmla="*/ 18 h 252"/>
                <a:gd name="T90" fmla="*/ 276 w 306"/>
                <a:gd name="T91" fmla="*/ 18 h 252"/>
                <a:gd name="T92" fmla="*/ 282 w 306"/>
                <a:gd name="T93" fmla="*/ 12 h 252"/>
                <a:gd name="T94" fmla="*/ 288 w 306"/>
                <a:gd name="T95" fmla="*/ 12 h 252"/>
                <a:gd name="T96" fmla="*/ 294 w 306"/>
                <a:gd name="T97" fmla="*/ 6 h 252"/>
                <a:gd name="T98" fmla="*/ 300 w 306"/>
                <a:gd name="T99" fmla="*/ 6 h 252"/>
                <a:gd name="T100" fmla="*/ 306 w 306"/>
                <a:gd name="T101" fmla="*/ 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06" h="252">
                  <a:moveTo>
                    <a:pt x="0" y="252"/>
                  </a:moveTo>
                  <a:lnTo>
                    <a:pt x="6" y="246"/>
                  </a:lnTo>
                  <a:lnTo>
                    <a:pt x="6" y="246"/>
                  </a:lnTo>
                  <a:lnTo>
                    <a:pt x="6" y="240"/>
                  </a:lnTo>
                  <a:lnTo>
                    <a:pt x="6" y="240"/>
                  </a:lnTo>
                  <a:lnTo>
                    <a:pt x="6" y="234"/>
                  </a:lnTo>
                  <a:lnTo>
                    <a:pt x="12" y="228"/>
                  </a:lnTo>
                  <a:lnTo>
                    <a:pt x="12" y="228"/>
                  </a:lnTo>
                  <a:lnTo>
                    <a:pt x="12" y="222"/>
                  </a:lnTo>
                  <a:lnTo>
                    <a:pt x="12" y="222"/>
                  </a:lnTo>
                  <a:lnTo>
                    <a:pt x="12" y="222"/>
                  </a:lnTo>
                  <a:lnTo>
                    <a:pt x="18" y="216"/>
                  </a:lnTo>
                  <a:lnTo>
                    <a:pt x="18" y="216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24" y="204"/>
                  </a:lnTo>
                  <a:lnTo>
                    <a:pt x="24" y="204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30" y="192"/>
                  </a:lnTo>
                  <a:lnTo>
                    <a:pt x="30" y="192"/>
                  </a:lnTo>
                  <a:lnTo>
                    <a:pt x="30" y="192"/>
                  </a:lnTo>
                  <a:lnTo>
                    <a:pt x="30" y="186"/>
                  </a:lnTo>
                  <a:lnTo>
                    <a:pt x="30" y="186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42" y="174"/>
                  </a:lnTo>
                  <a:lnTo>
                    <a:pt x="42" y="174"/>
                  </a:lnTo>
                  <a:lnTo>
                    <a:pt x="42" y="174"/>
                  </a:lnTo>
                  <a:lnTo>
                    <a:pt x="42" y="174"/>
                  </a:lnTo>
                  <a:lnTo>
                    <a:pt x="42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2"/>
                  </a:lnTo>
                  <a:lnTo>
                    <a:pt x="48" y="162"/>
                  </a:lnTo>
                  <a:lnTo>
                    <a:pt x="54" y="162"/>
                  </a:lnTo>
                  <a:lnTo>
                    <a:pt x="54" y="162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0" y="156"/>
                  </a:lnTo>
                  <a:lnTo>
                    <a:pt x="60" y="156"/>
                  </a:lnTo>
                  <a:lnTo>
                    <a:pt x="60" y="150"/>
                  </a:lnTo>
                  <a:lnTo>
                    <a:pt x="60" y="150"/>
                  </a:lnTo>
                  <a:lnTo>
                    <a:pt x="60" y="150"/>
                  </a:lnTo>
                  <a:lnTo>
                    <a:pt x="66" y="150"/>
                  </a:lnTo>
                  <a:lnTo>
                    <a:pt x="66" y="144"/>
                  </a:lnTo>
                  <a:lnTo>
                    <a:pt x="66" y="144"/>
                  </a:lnTo>
                  <a:lnTo>
                    <a:pt x="66" y="144"/>
                  </a:lnTo>
                  <a:lnTo>
                    <a:pt x="66" y="144"/>
                  </a:lnTo>
                  <a:lnTo>
                    <a:pt x="72" y="144"/>
                  </a:lnTo>
                  <a:lnTo>
                    <a:pt x="72" y="138"/>
                  </a:lnTo>
                  <a:lnTo>
                    <a:pt x="72" y="138"/>
                  </a:lnTo>
                  <a:lnTo>
                    <a:pt x="72" y="138"/>
                  </a:lnTo>
                  <a:lnTo>
                    <a:pt x="72" y="138"/>
                  </a:lnTo>
                  <a:lnTo>
                    <a:pt x="78" y="138"/>
                  </a:lnTo>
                  <a:lnTo>
                    <a:pt x="78" y="138"/>
                  </a:lnTo>
                  <a:lnTo>
                    <a:pt x="78" y="132"/>
                  </a:lnTo>
                  <a:lnTo>
                    <a:pt x="78" y="132"/>
                  </a:lnTo>
                  <a:lnTo>
                    <a:pt x="78" y="132"/>
                  </a:lnTo>
                  <a:lnTo>
                    <a:pt x="84" y="132"/>
                  </a:lnTo>
                  <a:lnTo>
                    <a:pt x="84" y="132"/>
                  </a:lnTo>
                  <a:lnTo>
                    <a:pt x="84" y="126"/>
                  </a:lnTo>
                  <a:lnTo>
                    <a:pt x="84" y="126"/>
                  </a:lnTo>
                  <a:lnTo>
                    <a:pt x="84" y="126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0" y="120"/>
                  </a:lnTo>
                  <a:lnTo>
                    <a:pt x="90" y="120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32" y="96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50" y="84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66"/>
                  </a:lnTo>
                  <a:lnTo>
                    <a:pt x="168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80" y="66"/>
                  </a:lnTo>
                  <a:lnTo>
                    <a:pt x="180" y="66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92" y="60"/>
                  </a:lnTo>
                  <a:lnTo>
                    <a:pt x="192" y="54"/>
                  </a:lnTo>
                  <a:lnTo>
                    <a:pt x="192" y="54"/>
                  </a:lnTo>
                  <a:lnTo>
                    <a:pt x="192" y="54"/>
                  </a:lnTo>
                  <a:lnTo>
                    <a:pt x="192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52" y="30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64" y="24"/>
                  </a:lnTo>
                  <a:lnTo>
                    <a:pt x="264" y="24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94" y="12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0"/>
                  </a:lnTo>
                </a:path>
              </a:pathLst>
            </a:custGeom>
            <a:noFill/>
            <a:ln w="19050">
              <a:solidFill>
                <a:srgbClr val="33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EB06014B-42C6-4BA5-A598-1FECCB3EE3C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287762" y="2947752"/>
              <a:ext cx="987572" cy="759779"/>
            </a:xfrm>
            <a:custGeom>
              <a:avLst/>
              <a:gdLst>
                <a:gd name="T0" fmla="*/ 6 w 306"/>
                <a:gd name="T1" fmla="*/ 240 h 252"/>
                <a:gd name="T2" fmla="*/ 12 w 306"/>
                <a:gd name="T3" fmla="*/ 222 h 252"/>
                <a:gd name="T4" fmla="*/ 18 w 306"/>
                <a:gd name="T5" fmla="*/ 210 h 252"/>
                <a:gd name="T6" fmla="*/ 24 w 306"/>
                <a:gd name="T7" fmla="*/ 198 h 252"/>
                <a:gd name="T8" fmla="*/ 30 w 306"/>
                <a:gd name="T9" fmla="*/ 186 h 252"/>
                <a:gd name="T10" fmla="*/ 36 w 306"/>
                <a:gd name="T11" fmla="*/ 180 h 252"/>
                <a:gd name="T12" fmla="*/ 42 w 306"/>
                <a:gd name="T13" fmla="*/ 174 h 252"/>
                <a:gd name="T14" fmla="*/ 48 w 306"/>
                <a:gd name="T15" fmla="*/ 162 h 252"/>
                <a:gd name="T16" fmla="*/ 54 w 306"/>
                <a:gd name="T17" fmla="*/ 156 h 252"/>
                <a:gd name="T18" fmla="*/ 60 w 306"/>
                <a:gd name="T19" fmla="*/ 150 h 252"/>
                <a:gd name="T20" fmla="*/ 66 w 306"/>
                <a:gd name="T21" fmla="*/ 144 h 252"/>
                <a:gd name="T22" fmla="*/ 72 w 306"/>
                <a:gd name="T23" fmla="*/ 138 h 252"/>
                <a:gd name="T24" fmla="*/ 78 w 306"/>
                <a:gd name="T25" fmla="*/ 132 h 252"/>
                <a:gd name="T26" fmla="*/ 84 w 306"/>
                <a:gd name="T27" fmla="*/ 126 h 252"/>
                <a:gd name="T28" fmla="*/ 90 w 306"/>
                <a:gd name="T29" fmla="*/ 120 h 252"/>
                <a:gd name="T30" fmla="*/ 96 w 306"/>
                <a:gd name="T31" fmla="*/ 120 h 252"/>
                <a:gd name="T32" fmla="*/ 102 w 306"/>
                <a:gd name="T33" fmla="*/ 114 h 252"/>
                <a:gd name="T34" fmla="*/ 108 w 306"/>
                <a:gd name="T35" fmla="*/ 108 h 252"/>
                <a:gd name="T36" fmla="*/ 114 w 306"/>
                <a:gd name="T37" fmla="*/ 102 h 252"/>
                <a:gd name="T38" fmla="*/ 120 w 306"/>
                <a:gd name="T39" fmla="*/ 102 h 252"/>
                <a:gd name="T40" fmla="*/ 126 w 306"/>
                <a:gd name="T41" fmla="*/ 96 h 252"/>
                <a:gd name="T42" fmla="*/ 132 w 306"/>
                <a:gd name="T43" fmla="*/ 90 h 252"/>
                <a:gd name="T44" fmla="*/ 138 w 306"/>
                <a:gd name="T45" fmla="*/ 84 h 252"/>
                <a:gd name="T46" fmla="*/ 144 w 306"/>
                <a:gd name="T47" fmla="*/ 84 h 252"/>
                <a:gd name="T48" fmla="*/ 150 w 306"/>
                <a:gd name="T49" fmla="*/ 78 h 252"/>
                <a:gd name="T50" fmla="*/ 156 w 306"/>
                <a:gd name="T51" fmla="*/ 78 h 252"/>
                <a:gd name="T52" fmla="*/ 162 w 306"/>
                <a:gd name="T53" fmla="*/ 72 h 252"/>
                <a:gd name="T54" fmla="*/ 168 w 306"/>
                <a:gd name="T55" fmla="*/ 66 h 252"/>
                <a:gd name="T56" fmla="*/ 174 w 306"/>
                <a:gd name="T57" fmla="*/ 66 h 252"/>
                <a:gd name="T58" fmla="*/ 180 w 306"/>
                <a:gd name="T59" fmla="*/ 60 h 252"/>
                <a:gd name="T60" fmla="*/ 186 w 306"/>
                <a:gd name="T61" fmla="*/ 60 h 252"/>
                <a:gd name="T62" fmla="*/ 192 w 306"/>
                <a:gd name="T63" fmla="*/ 54 h 252"/>
                <a:gd name="T64" fmla="*/ 198 w 306"/>
                <a:gd name="T65" fmla="*/ 54 h 252"/>
                <a:gd name="T66" fmla="*/ 204 w 306"/>
                <a:gd name="T67" fmla="*/ 48 h 252"/>
                <a:gd name="T68" fmla="*/ 210 w 306"/>
                <a:gd name="T69" fmla="*/ 48 h 252"/>
                <a:gd name="T70" fmla="*/ 216 w 306"/>
                <a:gd name="T71" fmla="*/ 42 h 252"/>
                <a:gd name="T72" fmla="*/ 222 w 306"/>
                <a:gd name="T73" fmla="*/ 42 h 252"/>
                <a:gd name="T74" fmla="*/ 228 w 306"/>
                <a:gd name="T75" fmla="*/ 36 h 252"/>
                <a:gd name="T76" fmla="*/ 234 w 306"/>
                <a:gd name="T77" fmla="*/ 36 h 252"/>
                <a:gd name="T78" fmla="*/ 240 w 306"/>
                <a:gd name="T79" fmla="*/ 30 h 252"/>
                <a:gd name="T80" fmla="*/ 246 w 306"/>
                <a:gd name="T81" fmla="*/ 30 h 252"/>
                <a:gd name="T82" fmla="*/ 252 w 306"/>
                <a:gd name="T83" fmla="*/ 24 h 252"/>
                <a:gd name="T84" fmla="*/ 258 w 306"/>
                <a:gd name="T85" fmla="*/ 24 h 252"/>
                <a:gd name="T86" fmla="*/ 264 w 306"/>
                <a:gd name="T87" fmla="*/ 18 h 252"/>
                <a:gd name="T88" fmla="*/ 270 w 306"/>
                <a:gd name="T89" fmla="*/ 18 h 252"/>
                <a:gd name="T90" fmla="*/ 276 w 306"/>
                <a:gd name="T91" fmla="*/ 18 h 252"/>
                <a:gd name="T92" fmla="*/ 282 w 306"/>
                <a:gd name="T93" fmla="*/ 12 h 252"/>
                <a:gd name="T94" fmla="*/ 288 w 306"/>
                <a:gd name="T95" fmla="*/ 12 h 252"/>
                <a:gd name="T96" fmla="*/ 294 w 306"/>
                <a:gd name="T97" fmla="*/ 6 h 252"/>
                <a:gd name="T98" fmla="*/ 300 w 306"/>
                <a:gd name="T99" fmla="*/ 6 h 252"/>
                <a:gd name="T100" fmla="*/ 306 w 306"/>
                <a:gd name="T101" fmla="*/ 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06" h="252">
                  <a:moveTo>
                    <a:pt x="0" y="252"/>
                  </a:moveTo>
                  <a:lnTo>
                    <a:pt x="6" y="246"/>
                  </a:lnTo>
                  <a:lnTo>
                    <a:pt x="6" y="246"/>
                  </a:lnTo>
                  <a:lnTo>
                    <a:pt x="6" y="240"/>
                  </a:lnTo>
                  <a:lnTo>
                    <a:pt x="6" y="240"/>
                  </a:lnTo>
                  <a:lnTo>
                    <a:pt x="6" y="234"/>
                  </a:lnTo>
                  <a:lnTo>
                    <a:pt x="12" y="228"/>
                  </a:lnTo>
                  <a:lnTo>
                    <a:pt x="12" y="228"/>
                  </a:lnTo>
                  <a:lnTo>
                    <a:pt x="12" y="222"/>
                  </a:lnTo>
                  <a:lnTo>
                    <a:pt x="12" y="222"/>
                  </a:lnTo>
                  <a:lnTo>
                    <a:pt x="12" y="222"/>
                  </a:lnTo>
                  <a:lnTo>
                    <a:pt x="18" y="216"/>
                  </a:lnTo>
                  <a:lnTo>
                    <a:pt x="18" y="216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18" y="210"/>
                  </a:lnTo>
                  <a:lnTo>
                    <a:pt x="24" y="204"/>
                  </a:lnTo>
                  <a:lnTo>
                    <a:pt x="24" y="204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30" y="192"/>
                  </a:lnTo>
                  <a:lnTo>
                    <a:pt x="30" y="192"/>
                  </a:lnTo>
                  <a:lnTo>
                    <a:pt x="30" y="192"/>
                  </a:lnTo>
                  <a:lnTo>
                    <a:pt x="30" y="186"/>
                  </a:lnTo>
                  <a:lnTo>
                    <a:pt x="30" y="186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42" y="174"/>
                  </a:lnTo>
                  <a:lnTo>
                    <a:pt x="42" y="174"/>
                  </a:lnTo>
                  <a:lnTo>
                    <a:pt x="42" y="174"/>
                  </a:lnTo>
                  <a:lnTo>
                    <a:pt x="42" y="174"/>
                  </a:lnTo>
                  <a:lnTo>
                    <a:pt x="42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8"/>
                  </a:lnTo>
                  <a:lnTo>
                    <a:pt x="48" y="162"/>
                  </a:lnTo>
                  <a:lnTo>
                    <a:pt x="48" y="162"/>
                  </a:lnTo>
                  <a:lnTo>
                    <a:pt x="54" y="162"/>
                  </a:lnTo>
                  <a:lnTo>
                    <a:pt x="54" y="162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54" y="156"/>
                  </a:lnTo>
                  <a:lnTo>
                    <a:pt x="60" y="156"/>
                  </a:lnTo>
                  <a:lnTo>
                    <a:pt x="60" y="156"/>
                  </a:lnTo>
                  <a:lnTo>
                    <a:pt x="60" y="150"/>
                  </a:lnTo>
                  <a:lnTo>
                    <a:pt x="60" y="150"/>
                  </a:lnTo>
                  <a:lnTo>
                    <a:pt x="60" y="150"/>
                  </a:lnTo>
                  <a:lnTo>
                    <a:pt x="66" y="150"/>
                  </a:lnTo>
                  <a:lnTo>
                    <a:pt x="66" y="144"/>
                  </a:lnTo>
                  <a:lnTo>
                    <a:pt x="66" y="144"/>
                  </a:lnTo>
                  <a:lnTo>
                    <a:pt x="66" y="144"/>
                  </a:lnTo>
                  <a:lnTo>
                    <a:pt x="66" y="144"/>
                  </a:lnTo>
                  <a:lnTo>
                    <a:pt x="72" y="144"/>
                  </a:lnTo>
                  <a:lnTo>
                    <a:pt x="72" y="138"/>
                  </a:lnTo>
                  <a:lnTo>
                    <a:pt x="72" y="138"/>
                  </a:lnTo>
                  <a:lnTo>
                    <a:pt x="72" y="138"/>
                  </a:lnTo>
                  <a:lnTo>
                    <a:pt x="72" y="138"/>
                  </a:lnTo>
                  <a:lnTo>
                    <a:pt x="78" y="138"/>
                  </a:lnTo>
                  <a:lnTo>
                    <a:pt x="78" y="138"/>
                  </a:lnTo>
                  <a:lnTo>
                    <a:pt x="78" y="132"/>
                  </a:lnTo>
                  <a:lnTo>
                    <a:pt x="78" y="132"/>
                  </a:lnTo>
                  <a:lnTo>
                    <a:pt x="78" y="132"/>
                  </a:lnTo>
                  <a:lnTo>
                    <a:pt x="84" y="132"/>
                  </a:lnTo>
                  <a:lnTo>
                    <a:pt x="84" y="132"/>
                  </a:lnTo>
                  <a:lnTo>
                    <a:pt x="84" y="126"/>
                  </a:lnTo>
                  <a:lnTo>
                    <a:pt x="84" y="126"/>
                  </a:lnTo>
                  <a:lnTo>
                    <a:pt x="84" y="126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0" y="120"/>
                  </a:lnTo>
                  <a:lnTo>
                    <a:pt x="90" y="120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20"/>
                  </a:lnTo>
                  <a:lnTo>
                    <a:pt x="96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2" y="114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08" y="108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0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32" y="96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2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38" y="90"/>
                  </a:lnTo>
                  <a:lnTo>
                    <a:pt x="138" y="84"/>
                  </a:lnTo>
                  <a:lnTo>
                    <a:pt x="138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44" y="84"/>
                  </a:lnTo>
                  <a:lnTo>
                    <a:pt x="150" y="84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78"/>
                  </a:lnTo>
                  <a:lnTo>
                    <a:pt x="156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2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72"/>
                  </a:lnTo>
                  <a:lnTo>
                    <a:pt x="168" y="66"/>
                  </a:lnTo>
                  <a:lnTo>
                    <a:pt x="168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74" y="66"/>
                  </a:lnTo>
                  <a:lnTo>
                    <a:pt x="180" y="66"/>
                  </a:lnTo>
                  <a:lnTo>
                    <a:pt x="180" y="66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0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86" y="60"/>
                  </a:lnTo>
                  <a:lnTo>
                    <a:pt x="192" y="60"/>
                  </a:lnTo>
                  <a:lnTo>
                    <a:pt x="192" y="54"/>
                  </a:lnTo>
                  <a:lnTo>
                    <a:pt x="192" y="54"/>
                  </a:lnTo>
                  <a:lnTo>
                    <a:pt x="192" y="54"/>
                  </a:lnTo>
                  <a:lnTo>
                    <a:pt x="192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198" y="54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04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0" y="48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16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2" y="42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28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34" y="36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0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46" y="30"/>
                  </a:lnTo>
                  <a:lnTo>
                    <a:pt x="252" y="30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2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58" y="24"/>
                  </a:lnTo>
                  <a:lnTo>
                    <a:pt x="264" y="24"/>
                  </a:lnTo>
                  <a:lnTo>
                    <a:pt x="264" y="24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64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0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8"/>
                  </a:lnTo>
                  <a:lnTo>
                    <a:pt x="276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2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94" y="12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6"/>
                  </a:lnTo>
                  <a:lnTo>
                    <a:pt x="306" y="0"/>
                  </a:lnTo>
                </a:path>
              </a:pathLst>
            </a:custGeom>
            <a:noFill/>
            <a:ln w="19050">
              <a:solidFill>
                <a:srgbClr val="33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3314648-0B17-40F7-9AF6-B1456A46EA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2462685"/>
                </p:ext>
              </p:extLst>
            </p:nvPr>
          </p:nvGraphicFramePr>
          <p:xfrm>
            <a:off x="7523318" y="1753487"/>
            <a:ext cx="7620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31" name="Equation" r:id="rId25" imgW="761760" imgH="368280" progId="Equation.DSMT4">
                    <p:embed/>
                  </p:oleObj>
                </mc:Choice>
                <mc:Fallback>
                  <p:oleObj name="Equation" r:id="rId25" imgW="761760" imgH="368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7523318" y="1753487"/>
                          <a:ext cx="7620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29C1D42-6811-49C8-89DF-9A973090E96F}"/>
              </a:ext>
            </a:extLst>
          </p:cNvPr>
          <p:cNvGrpSpPr/>
          <p:nvPr/>
        </p:nvGrpSpPr>
        <p:grpSpPr>
          <a:xfrm>
            <a:off x="2603832" y="4072182"/>
            <a:ext cx="1466850" cy="381000"/>
            <a:chOff x="2881710" y="4287710"/>
            <a:chExt cx="1466850" cy="381000"/>
          </a:xfrm>
        </p:grpSpPr>
        <p:graphicFrame>
          <p:nvGraphicFramePr>
            <p:cNvPr id="27" name="Object 70">
              <a:extLst>
                <a:ext uri="{FF2B5EF4-FFF2-40B4-BE49-F238E27FC236}">
                  <a16:creationId xmlns:a16="http://schemas.microsoft.com/office/drawing/2014/main" id="{6DABA645-370B-4CB7-8A68-9DA9A651C0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2717271"/>
                </p:ext>
              </p:extLst>
            </p:nvPr>
          </p:nvGraphicFramePr>
          <p:xfrm>
            <a:off x="2881710" y="4364263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32" name="Equation" r:id="rId27" imgW="647640" imgH="279360" progId="Equation.DSMT4">
                    <p:embed/>
                  </p:oleObj>
                </mc:Choice>
                <mc:Fallback>
                  <p:oleObj name="Equation" r:id="rId27" imgW="647640" imgH="279360" progId="Equation.DSMT4">
                    <p:embed/>
                    <p:pic>
                      <p:nvPicPr>
                        <p:cNvPr id="0" name="Picture 2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710" y="4364263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84EBF53F-2BE7-471B-92D0-00619E75B9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9569874"/>
                </p:ext>
              </p:extLst>
            </p:nvPr>
          </p:nvGraphicFramePr>
          <p:xfrm>
            <a:off x="3586560" y="4287710"/>
            <a:ext cx="762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733" name="Equation" r:id="rId29" imgW="761760" imgH="380880" progId="Equation.DSMT4">
                    <p:embed/>
                  </p:oleObj>
                </mc:Choice>
                <mc:Fallback>
                  <p:oleObj name="Equation" r:id="rId29" imgW="7617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586560" y="4287710"/>
                          <a:ext cx="762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4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0" name="Rectangle 14">
            <a:extLst>
              <a:ext uri="{FF2B5EF4-FFF2-40B4-BE49-F238E27FC236}">
                <a16:creationId xmlns:a16="http://schemas.microsoft.com/office/drawing/2014/main" id="{7E4B9B7B-C426-4A71-B537-127CEA4E99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3277" y="727064"/>
            <a:ext cx="2152363" cy="490747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讨论曲线</a:t>
            </a:r>
          </a:p>
        </p:txBody>
      </p:sp>
      <p:graphicFrame>
        <p:nvGraphicFramePr>
          <p:cNvPr id="19471" name="Object 15">
            <a:extLst>
              <a:ext uri="{FF2B5EF4-FFF2-40B4-BE49-F238E27FC236}">
                <a16:creationId xmlns:a16="http://schemas.microsoft.com/office/drawing/2014/main" id="{9056DD51-F23B-4FD7-B466-047A79F54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661438"/>
              </p:ext>
            </p:extLst>
          </p:nvPr>
        </p:nvGraphicFramePr>
        <p:xfrm>
          <a:off x="2553192" y="375465"/>
          <a:ext cx="3238200" cy="124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67" name="Equation" r:id="rId3" imgW="3238200" imgH="1244520" progId="Equation.DSMT4">
                  <p:embed/>
                </p:oleObj>
              </mc:Choice>
              <mc:Fallback>
                <p:oleObj name="Equation" r:id="rId3" imgW="3238200" imgH="1244520" progId="Equation.DSMT4">
                  <p:embed/>
                  <p:pic>
                    <p:nvPicPr>
                      <p:cNvPr id="0" name="Picture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192" y="375465"/>
                        <a:ext cx="3238200" cy="1244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Text Box 16">
            <a:extLst>
              <a:ext uri="{FF2B5EF4-FFF2-40B4-BE49-F238E27FC236}">
                <a16:creationId xmlns:a16="http://schemas.microsoft.com/office/drawing/2014/main" id="{A4BD7016-CAFA-467D-9507-55AE69DFA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405" y="720452"/>
            <a:ext cx="5751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在</a:t>
            </a:r>
          </a:p>
        </p:txBody>
      </p:sp>
      <p:graphicFrame>
        <p:nvGraphicFramePr>
          <p:cNvPr id="19474" name="Object 18">
            <a:extLst>
              <a:ext uri="{FF2B5EF4-FFF2-40B4-BE49-F238E27FC236}">
                <a16:creationId xmlns:a16="http://schemas.microsoft.com/office/drawing/2014/main" id="{A69505CF-B385-433A-A4AB-93C53A16A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274647"/>
              </p:ext>
            </p:extLst>
          </p:nvPr>
        </p:nvGraphicFramePr>
        <p:xfrm>
          <a:off x="6084168" y="807284"/>
          <a:ext cx="76176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68" name="Equation" r:id="rId5" imgW="761760" imgH="380880" progId="Equation.DSMT4">
                  <p:embed/>
                </p:oleObj>
              </mc:Choice>
              <mc:Fallback>
                <p:oleObj name="Equation" r:id="rId5" imgW="761760" imgH="380880" progId="Equation.DSMT4">
                  <p:embed/>
                  <p:pic>
                    <p:nvPicPr>
                      <p:cNvPr id="0" name="Picture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807284"/>
                        <a:ext cx="761760" cy="3808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5" name="Text Box 19">
            <a:extLst>
              <a:ext uri="{FF2B5EF4-FFF2-40B4-BE49-F238E27FC236}">
                <a16:creationId xmlns:a16="http://schemas.microsoft.com/office/drawing/2014/main" id="{44BF1993-B2D1-45CF-8A5E-34E925004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9670" y="720452"/>
            <a:ext cx="2428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对应点处的切线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:a16="http://schemas.microsoft.com/office/drawing/2014/main" id="{574BB76F-4B02-419B-BD55-0BBFC0D48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91" y="1974056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25" name="Object 11">
            <a:extLst>
              <a:ext uri="{FF2B5EF4-FFF2-40B4-BE49-F238E27FC236}">
                <a16:creationId xmlns:a16="http://schemas.microsoft.com/office/drawing/2014/main" id="{D00AA2F2-769B-4E7D-825E-35040849B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760528"/>
              </p:ext>
            </p:extLst>
          </p:nvPr>
        </p:nvGraphicFramePr>
        <p:xfrm>
          <a:off x="1106957" y="1872847"/>
          <a:ext cx="290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69" name="Equation" r:id="rId7" imgW="2908080" imgH="736560" progId="Equation.DSMT4">
                  <p:embed/>
                </p:oleObj>
              </mc:Choice>
              <mc:Fallback>
                <p:oleObj name="Equation" r:id="rId7" imgW="2908080" imgH="736560" progId="Equation.DSMT4">
                  <p:embed/>
                  <p:pic>
                    <p:nvPicPr>
                      <p:cNvPr id="0" name="Picture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957" y="1872847"/>
                        <a:ext cx="2908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E01C1C80-64E9-4E4F-BD51-F712D1DE4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322335"/>
              </p:ext>
            </p:extLst>
          </p:nvPr>
        </p:nvGraphicFramePr>
        <p:xfrm>
          <a:off x="4040188" y="1882775"/>
          <a:ext cx="1409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170" name="Equation" r:id="rId9" imgW="1409400" imgH="736560" progId="Equation.DSMT4">
                  <p:embed/>
                </p:oleObj>
              </mc:Choice>
              <mc:Fallback>
                <p:oleObj name="Equation" r:id="rId9" imgW="1409400" imgH="736560" progId="Equation.DSMT4">
                  <p:embed/>
                  <p:pic>
                    <p:nvPicPr>
                      <p:cNvPr id="0" name="Picture 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0188" y="1882775"/>
                        <a:ext cx="1409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4E9EDC58-EE8D-4D38-8540-EAD3A3FC3F09}"/>
              </a:ext>
            </a:extLst>
          </p:cNvPr>
          <p:cNvGrpSpPr/>
          <p:nvPr/>
        </p:nvGrpSpPr>
        <p:grpSpPr>
          <a:xfrm>
            <a:off x="932691" y="3513720"/>
            <a:ext cx="2513069" cy="490747"/>
            <a:chOff x="841304" y="2953368"/>
            <a:chExt cx="1932972" cy="490747"/>
          </a:xfrm>
        </p:grpSpPr>
        <p:sp>
          <p:nvSpPr>
            <p:cNvPr id="39" name="Rectangle 14">
              <a:extLst>
                <a:ext uri="{FF2B5EF4-FFF2-40B4-BE49-F238E27FC236}">
                  <a16:creationId xmlns:a16="http://schemas.microsoft.com/office/drawing/2014/main" id="{65088650-DB7A-4321-805E-1F0465F52FD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41304" y="2953368"/>
              <a:ext cx="1282424" cy="4907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所以曲线</a:t>
              </a:r>
            </a:p>
          </p:txBody>
        </p:sp>
        <p:graphicFrame>
          <p:nvGraphicFramePr>
            <p:cNvPr id="40" name="Object 15">
              <a:extLst>
                <a:ext uri="{FF2B5EF4-FFF2-40B4-BE49-F238E27FC236}">
                  <a16:creationId xmlns:a16="http://schemas.microsoft.com/office/drawing/2014/main" id="{E1FEFC87-5B32-4E09-B8EA-63545DDBE3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1245028"/>
                </p:ext>
              </p:extLst>
            </p:nvPr>
          </p:nvGraphicFramePr>
          <p:xfrm>
            <a:off x="1924468" y="3080300"/>
            <a:ext cx="849808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71" name="Equation" r:id="rId11" imgW="1104840" imgH="342720" progId="Equation.DSMT4">
                    <p:embed/>
                  </p:oleObj>
                </mc:Choice>
                <mc:Fallback>
                  <p:oleObj name="Equation" r:id="rId11" imgW="1104840" imgH="342720" progId="Equation.DSMT4">
                    <p:embed/>
                    <p:pic>
                      <p:nvPicPr>
                        <p:cNvPr id="0" name="Picture 2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4468" y="3080300"/>
                          <a:ext cx="849808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6E933808-BE22-4AB7-BE4E-EC8FC2FBC635}"/>
              </a:ext>
            </a:extLst>
          </p:cNvPr>
          <p:cNvGrpSpPr/>
          <p:nvPr/>
        </p:nvGrpSpPr>
        <p:grpSpPr>
          <a:xfrm>
            <a:off x="3445760" y="3535477"/>
            <a:ext cx="5241040" cy="461666"/>
            <a:chOff x="3071514" y="2956281"/>
            <a:chExt cx="4714230" cy="461666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1352A744-B5BA-4E2F-A8BD-E3601B4EEC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514" y="2956282"/>
              <a:ext cx="5751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在</a:t>
              </a:r>
            </a:p>
          </p:txBody>
        </p:sp>
        <p:graphicFrame>
          <p:nvGraphicFramePr>
            <p:cNvPr id="42" name="Object 18">
              <a:extLst>
                <a:ext uri="{FF2B5EF4-FFF2-40B4-BE49-F238E27FC236}">
                  <a16:creationId xmlns:a16="http://schemas.microsoft.com/office/drawing/2014/main" id="{A7CFB333-598E-4902-9D5E-F61D6E8848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5123629"/>
                </p:ext>
              </p:extLst>
            </p:nvPr>
          </p:nvGraphicFramePr>
          <p:xfrm>
            <a:off x="3549920" y="3028887"/>
            <a:ext cx="685191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2172" name="Equation" r:id="rId13" imgW="761760" imgH="380880" progId="Equation.DSMT4">
                    <p:embed/>
                  </p:oleObj>
                </mc:Choice>
                <mc:Fallback>
                  <p:oleObj name="Equation" r:id="rId13" imgW="761760" imgH="380880" progId="Equation.DSMT4">
                    <p:embed/>
                    <p:pic>
                      <p:nvPicPr>
                        <p:cNvPr id="0" name="Picture 2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920" y="3028887"/>
                          <a:ext cx="685191" cy="3808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Text Box 19">
              <a:extLst>
                <a:ext uri="{FF2B5EF4-FFF2-40B4-BE49-F238E27FC236}">
                  <a16:creationId xmlns:a16="http://schemas.microsoft.com/office/drawing/2014/main" id="{520C024A-9B7A-4054-A42A-0FD3CFB82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910" y="2956281"/>
              <a:ext cx="348483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对应点处的切线不存在</a:t>
              </a:r>
              <a:r>
                <a:rPr lang="en-US" altLang="zh-CN" sz="2400" b="1" dirty="0">
                  <a:latin typeface="+mn-ea"/>
                </a:rPr>
                <a:t>.</a:t>
              </a:r>
            </a:p>
          </p:txBody>
        </p:sp>
      </p:grpSp>
      <p:sp>
        <p:nvSpPr>
          <p:cNvPr id="22" name="Text Box 19">
            <a:extLst>
              <a:ext uri="{FF2B5EF4-FFF2-40B4-BE49-F238E27FC236}">
                <a16:creationId xmlns:a16="http://schemas.microsoft.com/office/drawing/2014/main" id="{E58C8298-B16B-49E5-BA35-E01C66BA0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93" y="1338577"/>
            <a:ext cx="16505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是否存在？</a:t>
            </a:r>
            <a:endParaRPr lang="en-US" altLang="zh-CN" sz="2400" b="1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C2FEB8-474B-409F-B7BB-04556FD83B2B}"/>
              </a:ext>
            </a:extLst>
          </p:cNvPr>
          <p:cNvSpPr txBox="1"/>
          <p:nvPr/>
        </p:nvSpPr>
        <p:spPr>
          <a:xfrm>
            <a:off x="861697" y="2698788"/>
            <a:ext cx="3891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不存在也不为无穷大！！！</a:t>
            </a:r>
          </a:p>
        </p:txBody>
      </p:sp>
    </p:spTree>
    <p:extLst>
      <p:ext uri="{BB962C8B-B14F-4D97-AF65-F5344CB8AC3E}">
        <p14:creationId xmlns:p14="http://schemas.microsoft.com/office/powerpoint/2010/main" val="162185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>
            <a:extLst>
              <a:ext uri="{FF2B5EF4-FFF2-40B4-BE49-F238E27FC236}">
                <a16:creationId xmlns:a16="http://schemas.microsoft.com/office/drawing/2014/main" id="{A64F7F2A-CABE-49EA-9AF2-98FA5F0FF52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5820" y="440433"/>
            <a:ext cx="7358023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 导函数的概念与几个常用导数公式</a:t>
            </a: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DBBAF03E-2699-4BF9-8643-38E3004F1958}"/>
              </a:ext>
            </a:extLst>
          </p:cNvPr>
          <p:cNvSpPr txBox="1">
            <a:spLocks noChangeArrowheads="1"/>
          </p:cNvSpPr>
          <p:nvPr/>
        </p:nvSpPr>
        <p:spPr>
          <a:xfrm>
            <a:off x="940210" y="949097"/>
            <a:ext cx="1686619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2.1.3 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A9C7B2D2-451A-43D8-BD78-5217E1D5463A}"/>
              </a:ext>
            </a:extLst>
          </p:cNvPr>
          <p:cNvSpPr txBox="1">
            <a:spLocks noChangeArrowheads="1"/>
          </p:cNvSpPr>
          <p:nvPr/>
        </p:nvSpPr>
        <p:spPr>
          <a:xfrm>
            <a:off x="7882581" y="909199"/>
            <a:ext cx="88543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则称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27C3659-9ADF-47C9-B3BC-EAFAC9C62CBF}"/>
              </a:ext>
            </a:extLst>
          </p:cNvPr>
          <p:cNvGrpSpPr/>
          <p:nvPr/>
        </p:nvGrpSpPr>
        <p:grpSpPr>
          <a:xfrm>
            <a:off x="2426267" y="935107"/>
            <a:ext cx="5730232" cy="457200"/>
            <a:chOff x="957953" y="1763431"/>
            <a:chExt cx="5730232" cy="457200"/>
          </a:xfrm>
        </p:grpSpPr>
        <p:sp>
          <p:nvSpPr>
            <p:cNvPr id="68" name="Rectangle 3">
              <a:extLst>
                <a:ext uri="{FF2B5EF4-FFF2-40B4-BE49-F238E27FC236}">
                  <a16:creationId xmlns:a16="http://schemas.microsoft.com/office/drawing/2014/main" id="{192453FC-8F91-4F69-9E5D-280E615942A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7953" y="1763431"/>
              <a:ext cx="165618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如果函数</a:t>
              </a:r>
            </a:p>
          </p:txBody>
        </p:sp>
        <p:sp>
          <p:nvSpPr>
            <p:cNvPr id="69" name="Rectangle 3">
              <a:extLst>
                <a:ext uri="{FF2B5EF4-FFF2-40B4-BE49-F238E27FC236}">
                  <a16:creationId xmlns:a16="http://schemas.microsoft.com/office/drawing/2014/main" id="{8EA6F675-FF60-47A5-A2C8-937958EEA43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95050" y="1763431"/>
              <a:ext cx="57606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70" name="Rectangle 3">
              <a:extLst>
                <a:ext uri="{FF2B5EF4-FFF2-40B4-BE49-F238E27FC236}">
                  <a16:creationId xmlns:a16="http://schemas.microsoft.com/office/drawing/2014/main" id="{4A655F6E-EAA4-452C-9FE6-365E173EB99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45225" y="1763431"/>
              <a:ext cx="264296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内每一点都可导，</a:t>
              </a:r>
            </a:p>
          </p:txBody>
        </p:sp>
        <p:graphicFrame>
          <p:nvGraphicFramePr>
            <p:cNvPr id="73" name="Object 11">
              <a:extLst>
                <a:ext uri="{FF2B5EF4-FFF2-40B4-BE49-F238E27FC236}">
                  <a16:creationId xmlns:a16="http://schemas.microsoft.com/office/drawing/2014/main" id="{A84691D3-F917-442B-8EF8-31312FD69A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5908408"/>
                </p:ext>
              </p:extLst>
            </p:nvPr>
          </p:nvGraphicFramePr>
          <p:xfrm>
            <a:off x="2291489" y="184645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14" name="Equation" r:id="rId4" imgW="622080" imgH="342720" progId="Equation.DSMT4">
                    <p:embed/>
                  </p:oleObj>
                </mc:Choice>
                <mc:Fallback>
                  <p:oleObj name="Equation" r:id="rId4" imgW="622080" imgH="342720" progId="Equation.DSMT4">
                    <p:embed/>
                    <p:pic>
                      <p:nvPicPr>
                        <p:cNvPr id="0" name="Picture 36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1489" y="184645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>
              <a:extLst>
                <a:ext uri="{FF2B5EF4-FFF2-40B4-BE49-F238E27FC236}">
                  <a16:creationId xmlns:a16="http://schemas.microsoft.com/office/drawing/2014/main" id="{34704A66-2E93-4B26-9C75-8831C82030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2460219"/>
                </p:ext>
              </p:extLst>
            </p:nvPr>
          </p:nvGraphicFramePr>
          <p:xfrm>
            <a:off x="3399923" y="1846450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15" name="Equation" r:id="rId6" imgW="660240" imgH="342720" progId="Equation.DSMT4">
                    <p:embed/>
                  </p:oleObj>
                </mc:Choice>
                <mc:Fallback>
                  <p:oleObj name="Equation" r:id="rId6" imgW="660240" imgH="342720" progId="Equation.DSMT4">
                    <p:embed/>
                    <p:pic>
                      <p:nvPicPr>
                        <p:cNvPr id="0" name="Picture 36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9923" y="1846450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CB0EAE9-4D3A-4736-976D-E2936AEE9EF0}"/>
              </a:ext>
            </a:extLst>
          </p:cNvPr>
          <p:cNvGrpSpPr/>
          <p:nvPr/>
        </p:nvGrpSpPr>
        <p:grpSpPr>
          <a:xfrm>
            <a:off x="164303" y="1450412"/>
            <a:ext cx="3513393" cy="488481"/>
            <a:chOff x="957953" y="1732150"/>
            <a:chExt cx="3513393" cy="488481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50A1E81C-D7B5-4173-8C06-4AA1D9E34A8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7953" y="1763431"/>
              <a:ext cx="84740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函数</a:t>
              </a:r>
            </a:p>
          </p:txBody>
        </p:sp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566E9ADB-431A-43F3-9145-AF9B435C643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53146" y="1758363"/>
              <a:ext cx="57606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5811189C-5A38-4C4A-8D2E-DA9C16CFC33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304391" y="1732150"/>
              <a:ext cx="116695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内可导</a:t>
              </a:r>
              <a:r>
                <a:rPr lang="en-US" altLang="zh-CN" sz="2400" b="1" dirty="0">
                  <a:latin typeface="+mn-ea"/>
                  <a:ea typeface="+mn-ea"/>
                </a:rPr>
                <a:t>;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31" name="Object 11">
              <a:extLst>
                <a:ext uri="{FF2B5EF4-FFF2-40B4-BE49-F238E27FC236}">
                  <a16:creationId xmlns:a16="http://schemas.microsoft.com/office/drawing/2014/main" id="{8959FAB2-B2CF-420A-A9C2-9D5235D99A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6599099"/>
                </p:ext>
              </p:extLst>
            </p:nvPr>
          </p:nvGraphicFramePr>
          <p:xfrm>
            <a:off x="1716060" y="184645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16" name="Equation" r:id="rId8" imgW="622080" imgH="342720" progId="Equation.DSMT4">
                    <p:embed/>
                  </p:oleObj>
                </mc:Choice>
                <mc:Fallback>
                  <p:oleObj name="Equation" r:id="rId8" imgW="622080" imgH="342720" progId="Equation.DSMT4">
                    <p:embed/>
                    <p:pic>
                      <p:nvPicPr>
                        <p:cNvPr id="0" name="Picture 36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6060" y="184645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1">
              <a:extLst>
                <a:ext uri="{FF2B5EF4-FFF2-40B4-BE49-F238E27FC236}">
                  <a16:creationId xmlns:a16="http://schemas.microsoft.com/office/drawing/2014/main" id="{FACB1B96-B701-4C99-B698-2F963A237B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0066962"/>
                </p:ext>
              </p:extLst>
            </p:nvPr>
          </p:nvGraphicFramePr>
          <p:xfrm>
            <a:off x="2691170" y="1856289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17" name="Equation" r:id="rId10" imgW="660240" imgH="342720" progId="Equation.DSMT4">
                    <p:embed/>
                  </p:oleObj>
                </mc:Choice>
                <mc:Fallback>
                  <p:oleObj name="Equation" r:id="rId10" imgW="660240" imgH="342720" progId="Equation.DSMT4">
                    <p:embed/>
                    <p:pic>
                      <p:nvPicPr>
                        <p:cNvPr id="0" name="Picture 36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1170" y="1856289"/>
                          <a:ext cx="660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11">
            <a:extLst>
              <a:ext uri="{FF2B5EF4-FFF2-40B4-BE49-F238E27FC236}">
                <a16:creationId xmlns:a16="http://schemas.microsoft.com/office/drawing/2014/main" id="{E079A282-F008-4870-ADB5-A24AE22A57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954507"/>
              </p:ext>
            </p:extLst>
          </p:nvPr>
        </p:nvGraphicFramePr>
        <p:xfrm>
          <a:off x="4992381" y="1400053"/>
          <a:ext cx="1587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18" name="Equation" r:id="rId12" imgW="1587240" imgH="482400" progId="Equation.DSMT4">
                  <p:embed/>
                </p:oleObj>
              </mc:Choice>
              <mc:Fallback>
                <p:oleObj name="Equation" r:id="rId12" imgW="1587240" imgH="482400" progId="Equation.DSMT4">
                  <p:embed/>
                  <p:pic>
                    <p:nvPicPr>
                      <p:cNvPr id="0" name="Picture 36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381" y="1400053"/>
                        <a:ext cx="1587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3">
            <a:extLst>
              <a:ext uri="{FF2B5EF4-FFF2-40B4-BE49-F238E27FC236}">
                <a16:creationId xmlns:a16="http://schemas.microsoft.com/office/drawing/2014/main" id="{49669DFB-2151-4087-BD37-2AA7CD670F7C}"/>
              </a:ext>
            </a:extLst>
          </p:cNvPr>
          <p:cNvSpPr txBox="1">
            <a:spLocks noChangeArrowheads="1"/>
          </p:cNvSpPr>
          <p:nvPr/>
        </p:nvSpPr>
        <p:spPr>
          <a:xfrm>
            <a:off x="3649088" y="1471313"/>
            <a:ext cx="155865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进一步若</a:t>
            </a:r>
            <a:endParaRPr lang="zh-CN" altLang="en-US" dirty="0"/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42746B87-4ED4-4EBA-96AD-6A169263958B}"/>
              </a:ext>
            </a:extLst>
          </p:cNvPr>
          <p:cNvSpPr txBox="1">
            <a:spLocks noChangeArrowheads="1"/>
          </p:cNvSpPr>
          <p:nvPr/>
        </p:nvSpPr>
        <p:spPr>
          <a:xfrm>
            <a:off x="6516215" y="1412751"/>
            <a:ext cx="2463481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存在，则称函数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78777D7-624E-4823-A8DF-439D513B76C2}"/>
              </a:ext>
            </a:extLst>
          </p:cNvPr>
          <p:cNvGrpSpPr/>
          <p:nvPr/>
        </p:nvGrpSpPr>
        <p:grpSpPr>
          <a:xfrm>
            <a:off x="350776" y="2031095"/>
            <a:ext cx="2832088" cy="483413"/>
            <a:chOff x="1682094" y="1732150"/>
            <a:chExt cx="2832088" cy="483413"/>
          </a:xfrm>
        </p:grpSpPr>
        <p:sp>
          <p:nvSpPr>
            <p:cNvPr id="42" name="Rectangle 3">
              <a:extLst>
                <a:ext uri="{FF2B5EF4-FFF2-40B4-BE49-F238E27FC236}">
                  <a16:creationId xmlns:a16="http://schemas.microsoft.com/office/drawing/2014/main" id="{7112EA2C-3659-486A-B36B-65BE80DB71A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53146" y="1758363"/>
              <a:ext cx="57606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900DD59C-47C4-451F-938D-226EF80BA7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347227" y="1732150"/>
              <a:ext cx="116695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上可导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44" name="Object 11">
              <a:extLst>
                <a:ext uri="{FF2B5EF4-FFF2-40B4-BE49-F238E27FC236}">
                  <a16:creationId xmlns:a16="http://schemas.microsoft.com/office/drawing/2014/main" id="{EB1B0186-94DB-4F8D-8BD2-4FC034BD61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0817232"/>
                </p:ext>
              </p:extLst>
            </p:nvPr>
          </p:nvGraphicFramePr>
          <p:xfrm>
            <a:off x="1682094" y="184645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19" name="Equation" r:id="rId14" imgW="622080" imgH="342720" progId="Equation.DSMT4">
                    <p:embed/>
                  </p:oleObj>
                </mc:Choice>
                <mc:Fallback>
                  <p:oleObj name="Equation" r:id="rId14" imgW="622080" imgH="342720" progId="Equation.DSMT4">
                    <p:embed/>
                    <p:pic>
                      <p:nvPicPr>
                        <p:cNvPr id="0" name="Picture 36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2094" y="1846450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11">
              <a:extLst>
                <a:ext uri="{FF2B5EF4-FFF2-40B4-BE49-F238E27FC236}">
                  <a16:creationId xmlns:a16="http://schemas.microsoft.com/office/drawing/2014/main" id="{5CD61386-D8EB-49D7-AE49-165777DD9A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0848045"/>
                </p:ext>
              </p:extLst>
            </p:nvPr>
          </p:nvGraphicFramePr>
          <p:xfrm>
            <a:off x="2704407" y="186330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20" name="Equation" r:id="rId15" imgW="634680" imgH="330120" progId="Equation.DSMT4">
                    <p:embed/>
                  </p:oleObj>
                </mc:Choice>
                <mc:Fallback>
                  <p:oleObj name="Equation" r:id="rId15" imgW="634680" imgH="330120" progId="Equation.DSMT4">
                    <p:embed/>
                    <p:pic>
                      <p:nvPicPr>
                        <p:cNvPr id="0" name="Picture 36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4407" y="1863300"/>
                          <a:ext cx="6350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Rectangle 3">
            <a:extLst>
              <a:ext uri="{FF2B5EF4-FFF2-40B4-BE49-F238E27FC236}">
                <a16:creationId xmlns:a16="http://schemas.microsoft.com/office/drawing/2014/main" id="{DB61DCDC-69AA-456F-99D2-8E405074D672}"/>
              </a:ext>
            </a:extLst>
          </p:cNvPr>
          <p:cNvSpPr txBox="1">
            <a:spLocks noChangeArrowheads="1"/>
          </p:cNvSpPr>
          <p:nvPr/>
        </p:nvSpPr>
        <p:spPr>
          <a:xfrm>
            <a:off x="1006881" y="2514508"/>
            <a:ext cx="2101439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类似可以定义，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DAFDFD9-A3FC-45F9-9D5D-3E7A0E9117FF}"/>
              </a:ext>
            </a:extLst>
          </p:cNvPr>
          <p:cNvGrpSpPr/>
          <p:nvPr/>
        </p:nvGrpSpPr>
        <p:grpSpPr>
          <a:xfrm>
            <a:off x="3112771" y="2484931"/>
            <a:ext cx="3628471" cy="482676"/>
            <a:chOff x="3031761" y="2744961"/>
            <a:chExt cx="3628471" cy="482676"/>
          </a:xfrm>
        </p:grpSpPr>
        <p:sp>
          <p:nvSpPr>
            <p:cNvPr id="48" name="Rectangle 3">
              <a:extLst>
                <a:ext uri="{FF2B5EF4-FFF2-40B4-BE49-F238E27FC236}">
                  <a16:creationId xmlns:a16="http://schemas.microsoft.com/office/drawing/2014/main" id="{9850BB64-C798-4FA5-8709-681B5C0E79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637043" y="2770437"/>
              <a:ext cx="177123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在一般区间</a:t>
              </a:r>
            </a:p>
          </p:txBody>
        </p:sp>
        <p:sp>
          <p:nvSpPr>
            <p:cNvPr id="49" name="Rectangle 3">
              <a:extLst>
                <a:ext uri="{FF2B5EF4-FFF2-40B4-BE49-F238E27FC236}">
                  <a16:creationId xmlns:a16="http://schemas.microsoft.com/office/drawing/2014/main" id="{77D07BCB-3B4F-4202-A60F-EA09D2BCE4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493277" y="2744961"/>
              <a:ext cx="116695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50" name="Object 11">
              <a:extLst>
                <a:ext uri="{FF2B5EF4-FFF2-40B4-BE49-F238E27FC236}">
                  <a16:creationId xmlns:a16="http://schemas.microsoft.com/office/drawing/2014/main" id="{954FAC5E-5BD2-4F53-BF99-B21843C5EB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3828463"/>
                </p:ext>
              </p:extLst>
            </p:nvPr>
          </p:nvGraphicFramePr>
          <p:xfrm>
            <a:off x="3031761" y="285926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21" name="Equation" r:id="rId17" imgW="622080" imgH="342720" progId="Equation.DSMT4">
                    <p:embed/>
                  </p:oleObj>
                </mc:Choice>
                <mc:Fallback>
                  <p:oleObj name="Equation" r:id="rId17" imgW="622080" imgH="342720" progId="Equation.DSMT4">
                    <p:embed/>
                    <p:pic>
                      <p:nvPicPr>
                        <p:cNvPr id="0" name="Picture 36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1761" y="2859261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11">
              <a:extLst>
                <a:ext uri="{FF2B5EF4-FFF2-40B4-BE49-F238E27FC236}">
                  <a16:creationId xmlns:a16="http://schemas.microsoft.com/office/drawing/2014/main" id="{2C3D7593-A111-48E7-8371-3B96FC9A4D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3527932"/>
                </p:ext>
              </p:extLst>
            </p:nvPr>
          </p:nvGraphicFramePr>
          <p:xfrm>
            <a:off x="5313031" y="2864201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22" name="Equation" r:id="rId18" imgW="190440" imgH="266400" progId="Equation.DSMT4">
                    <p:embed/>
                  </p:oleObj>
                </mc:Choice>
                <mc:Fallback>
                  <p:oleObj name="Equation" r:id="rId18" imgW="190440" imgH="266400" progId="Equation.DSMT4">
                    <p:embed/>
                    <p:pic>
                      <p:nvPicPr>
                        <p:cNvPr id="0" name="Picture 36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3031" y="2864201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Rectangle 3">
            <a:extLst>
              <a:ext uri="{FF2B5EF4-FFF2-40B4-BE49-F238E27FC236}">
                <a16:creationId xmlns:a16="http://schemas.microsoft.com/office/drawing/2014/main" id="{A037617F-578E-47D9-927D-A9225F6DA61C}"/>
              </a:ext>
            </a:extLst>
          </p:cNvPr>
          <p:cNvSpPr txBox="1">
            <a:spLocks noChangeArrowheads="1"/>
          </p:cNvSpPr>
          <p:nvPr/>
        </p:nvSpPr>
        <p:spPr>
          <a:xfrm>
            <a:off x="895717" y="3010766"/>
            <a:ext cx="165866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定义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2.1.4 </a:t>
            </a:r>
            <a:endParaRPr lang="zh-CN" altLang="en-US" sz="2400" b="1" dirty="0">
              <a:solidFill>
                <a:srgbClr val="0066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34FC70E-88C4-4FF8-8B68-731AB1C28916}"/>
              </a:ext>
            </a:extLst>
          </p:cNvPr>
          <p:cNvGrpSpPr/>
          <p:nvPr/>
        </p:nvGrpSpPr>
        <p:grpSpPr>
          <a:xfrm>
            <a:off x="6214799" y="2951097"/>
            <a:ext cx="2307446" cy="477403"/>
            <a:chOff x="5746710" y="3363838"/>
            <a:chExt cx="2307446" cy="477403"/>
          </a:xfrm>
        </p:grpSpPr>
        <p:sp>
          <p:nvSpPr>
            <p:cNvPr id="58" name="Rectangle 3">
              <a:extLst>
                <a:ext uri="{FF2B5EF4-FFF2-40B4-BE49-F238E27FC236}">
                  <a16:creationId xmlns:a16="http://schemas.microsoft.com/office/drawing/2014/main" id="{B40A72B6-0C7D-4A4C-9DFF-7886C67C401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46710" y="3384041"/>
              <a:ext cx="94162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称</a:t>
              </a:r>
            </a:p>
          </p:txBody>
        </p:sp>
        <p:graphicFrame>
          <p:nvGraphicFramePr>
            <p:cNvPr id="59" name="Object 11">
              <a:extLst>
                <a:ext uri="{FF2B5EF4-FFF2-40B4-BE49-F238E27FC236}">
                  <a16:creationId xmlns:a16="http://schemas.microsoft.com/office/drawing/2014/main" id="{5F9009A8-63B9-45A3-B637-052A0B3EE9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2345498"/>
                </p:ext>
              </p:extLst>
            </p:nvPr>
          </p:nvGraphicFramePr>
          <p:xfrm>
            <a:off x="6223000" y="3454400"/>
            <a:ext cx="1397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23" name="Equation" r:id="rId20" imgW="1396800" imgH="355320" progId="Equation.DSMT4">
                    <p:embed/>
                  </p:oleObj>
                </mc:Choice>
                <mc:Fallback>
                  <p:oleObj name="Equation" r:id="rId20" imgW="1396800" imgH="355320" progId="Equation.DSMT4">
                    <p:embed/>
                    <p:pic>
                      <p:nvPicPr>
                        <p:cNvPr id="0" name="Picture 36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3000" y="3454400"/>
                          <a:ext cx="13970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Rectangle 3">
              <a:extLst>
                <a:ext uri="{FF2B5EF4-FFF2-40B4-BE49-F238E27FC236}">
                  <a16:creationId xmlns:a16="http://schemas.microsoft.com/office/drawing/2014/main" id="{95FF117B-2B27-441A-92C3-CA8C04C25CE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74633" y="3363838"/>
              <a:ext cx="479523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为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2FA73DE0-2CAF-42DF-BDB0-CC3F607FB057}"/>
              </a:ext>
            </a:extLst>
          </p:cNvPr>
          <p:cNvGrpSpPr/>
          <p:nvPr/>
        </p:nvGrpSpPr>
        <p:grpSpPr>
          <a:xfrm>
            <a:off x="323528" y="3581610"/>
            <a:ext cx="3600400" cy="457200"/>
            <a:chOff x="323528" y="3869642"/>
            <a:chExt cx="3600400" cy="457200"/>
          </a:xfrm>
        </p:grpSpPr>
        <p:graphicFrame>
          <p:nvGraphicFramePr>
            <p:cNvPr id="61" name="Object 11">
              <a:extLst>
                <a:ext uri="{FF2B5EF4-FFF2-40B4-BE49-F238E27FC236}">
                  <a16:creationId xmlns:a16="http://schemas.microsoft.com/office/drawing/2014/main" id="{B96BE526-B814-4ADC-A06F-E1C3F52FAC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1469914"/>
                </p:ext>
              </p:extLst>
            </p:nvPr>
          </p:nvGraphicFramePr>
          <p:xfrm>
            <a:off x="323528" y="396383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24" name="Equation" r:id="rId22" imgW="622080" imgH="342720" progId="Equation.DSMT4">
                    <p:embed/>
                  </p:oleObj>
                </mc:Choice>
                <mc:Fallback>
                  <p:oleObj name="Equation" r:id="rId22" imgW="622080" imgH="342720" progId="Equation.DSMT4">
                    <p:embed/>
                    <p:pic>
                      <p:nvPicPr>
                        <p:cNvPr id="0" name="Picture 36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28" y="3963836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13D0E546-6BA8-4661-A2C2-13B234AB1DA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47052" y="3869642"/>
              <a:ext cx="307687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的</a:t>
              </a:r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导函数</a:t>
              </a:r>
              <a:r>
                <a:rPr lang="zh-CN" altLang="en-US" sz="2400" b="1" dirty="0">
                  <a:latin typeface="+mn-ea"/>
                  <a:ea typeface="+mn-ea"/>
                </a:rPr>
                <a:t>，简称</a:t>
              </a:r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导数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</p:grpSp>
      <p:sp>
        <p:nvSpPr>
          <p:cNvPr id="63" name="Rectangle 3">
            <a:extLst>
              <a:ext uri="{FF2B5EF4-FFF2-40B4-BE49-F238E27FC236}">
                <a16:creationId xmlns:a16="http://schemas.microsoft.com/office/drawing/2014/main" id="{E1F06653-D8B5-4CA8-8F38-B770F3BA8D5C}"/>
              </a:ext>
            </a:extLst>
          </p:cNvPr>
          <p:cNvSpPr txBox="1">
            <a:spLocks noChangeArrowheads="1"/>
          </p:cNvSpPr>
          <p:nvPr/>
        </p:nvSpPr>
        <p:spPr>
          <a:xfrm>
            <a:off x="5843508" y="4318915"/>
            <a:ext cx="95940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特别</a:t>
            </a:r>
          </a:p>
        </p:txBody>
      </p:sp>
      <p:graphicFrame>
        <p:nvGraphicFramePr>
          <p:cNvPr id="64" name="Object 11">
            <a:extLst>
              <a:ext uri="{FF2B5EF4-FFF2-40B4-BE49-F238E27FC236}">
                <a16:creationId xmlns:a16="http://schemas.microsoft.com/office/drawing/2014/main" id="{76210462-083B-45B9-922B-5F0097EF7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6192562"/>
              </p:ext>
            </p:extLst>
          </p:nvPr>
        </p:nvGraphicFramePr>
        <p:xfrm>
          <a:off x="6587302" y="4357015"/>
          <a:ext cx="223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25" name="Equation" r:id="rId24" imgW="2234880" imgH="419040" progId="Equation.DSMT4">
                  <p:embed/>
                </p:oleObj>
              </mc:Choice>
              <mc:Fallback>
                <p:oleObj name="Equation" r:id="rId24" imgW="2234880" imgH="419040" progId="Equation.DSMT4">
                  <p:embed/>
                  <p:pic>
                    <p:nvPicPr>
                      <p:cNvPr id="0" name="Picture 36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7302" y="4357015"/>
                        <a:ext cx="2235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495F0D7A-1D8A-4F03-BE00-36F9A2189F04}"/>
              </a:ext>
            </a:extLst>
          </p:cNvPr>
          <p:cNvGrpSpPr/>
          <p:nvPr/>
        </p:nvGrpSpPr>
        <p:grpSpPr>
          <a:xfrm>
            <a:off x="2477149" y="2967561"/>
            <a:ext cx="3774206" cy="482676"/>
            <a:chOff x="2009060" y="3380302"/>
            <a:chExt cx="3774206" cy="482676"/>
          </a:xfrm>
        </p:grpSpPr>
        <p:sp>
          <p:nvSpPr>
            <p:cNvPr id="56" name="Rectangle 3">
              <a:extLst>
                <a:ext uri="{FF2B5EF4-FFF2-40B4-BE49-F238E27FC236}">
                  <a16:creationId xmlns:a16="http://schemas.microsoft.com/office/drawing/2014/main" id="{6E46BB79-AFD5-4305-AC0C-728C61B3856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09060" y="3403318"/>
              <a:ext cx="94162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如果</a:t>
              </a:r>
            </a:p>
          </p:txBody>
        </p:sp>
        <p:sp>
          <p:nvSpPr>
            <p:cNvPr id="65" name="Rectangle 3">
              <a:extLst>
                <a:ext uri="{FF2B5EF4-FFF2-40B4-BE49-F238E27FC236}">
                  <a16:creationId xmlns:a16="http://schemas.microsoft.com/office/drawing/2014/main" id="{3D4AC8FD-5590-4917-9856-E2DFDD0C1CF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374747" y="3405778"/>
              <a:ext cx="116672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在区间</a:t>
              </a:r>
            </a:p>
          </p:txBody>
        </p:sp>
        <p:sp>
          <p:nvSpPr>
            <p:cNvPr id="66" name="Rectangle 3">
              <a:extLst>
                <a:ext uri="{FF2B5EF4-FFF2-40B4-BE49-F238E27FC236}">
                  <a16:creationId xmlns:a16="http://schemas.microsoft.com/office/drawing/2014/main" id="{229F0307-BD74-4B28-B464-BD5BBBEE00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16311" y="3380302"/>
              <a:ext cx="116695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内可导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72" name="Object 11">
              <a:extLst>
                <a:ext uri="{FF2B5EF4-FFF2-40B4-BE49-F238E27FC236}">
                  <a16:creationId xmlns:a16="http://schemas.microsoft.com/office/drawing/2014/main" id="{86FB74FB-895C-42F6-966E-AE5CB24B24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4200516"/>
                </p:ext>
              </p:extLst>
            </p:nvPr>
          </p:nvGraphicFramePr>
          <p:xfrm>
            <a:off x="2769465" y="349460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26" name="Equation" r:id="rId26" imgW="622080" imgH="342720" progId="Equation.DSMT4">
                    <p:embed/>
                  </p:oleObj>
                </mc:Choice>
                <mc:Fallback>
                  <p:oleObj name="Equation" r:id="rId26" imgW="622080" imgH="342720" progId="Equation.DSMT4">
                    <p:embed/>
                    <p:pic>
                      <p:nvPicPr>
                        <p:cNvPr id="0" name="Picture 36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9465" y="3494602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11">
              <a:extLst>
                <a:ext uri="{FF2B5EF4-FFF2-40B4-BE49-F238E27FC236}">
                  <a16:creationId xmlns:a16="http://schemas.microsoft.com/office/drawing/2014/main" id="{7657B867-66E3-47CB-A5B5-F61D43C272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0020850"/>
                </p:ext>
              </p:extLst>
            </p:nvPr>
          </p:nvGraphicFramePr>
          <p:xfrm>
            <a:off x="4436065" y="3499542"/>
            <a:ext cx="1905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27" name="Equation" r:id="rId27" imgW="190440" imgH="266400" progId="Equation.DSMT4">
                    <p:embed/>
                  </p:oleObj>
                </mc:Choice>
                <mc:Fallback>
                  <p:oleObj name="Equation" r:id="rId27" imgW="190440" imgH="266400" progId="Equation.DSMT4">
                    <p:embed/>
                    <p:pic>
                      <p:nvPicPr>
                        <p:cNvPr id="0" name="Picture 36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065" y="3499542"/>
                          <a:ext cx="1905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Object 11">
            <a:extLst>
              <a:ext uri="{FF2B5EF4-FFF2-40B4-BE49-F238E27FC236}">
                <a16:creationId xmlns:a16="http://schemas.microsoft.com/office/drawing/2014/main" id="{A3641335-3DA8-4D98-A506-33021A62C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387856"/>
              </p:ext>
            </p:extLst>
          </p:nvPr>
        </p:nvGraphicFramePr>
        <p:xfrm>
          <a:off x="1747528" y="4162304"/>
          <a:ext cx="3581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28" name="Equation" r:id="rId29" imgW="3581280" imgH="736560" progId="Equation.DSMT4">
                  <p:embed/>
                </p:oleObj>
              </mc:Choice>
              <mc:Fallback>
                <p:oleObj name="Equation" r:id="rId29" imgW="3581280" imgH="736560" progId="Equation.DSMT4">
                  <p:embed/>
                  <p:pic>
                    <p:nvPicPr>
                      <p:cNvPr id="0" name="Picture 36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528" y="4162304"/>
                        <a:ext cx="3581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1">
            <a:extLst>
              <a:ext uri="{FF2B5EF4-FFF2-40B4-BE49-F238E27FC236}">
                <a16:creationId xmlns:a16="http://schemas.microsoft.com/office/drawing/2014/main" id="{3C21EAA3-FBF1-4047-A925-F44FFD391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989119"/>
              </p:ext>
            </p:extLst>
          </p:nvPr>
        </p:nvGraphicFramePr>
        <p:xfrm>
          <a:off x="493948" y="4357015"/>
          <a:ext cx="901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29" name="Equation" r:id="rId31" imgW="901440" imgH="330120" progId="Equation.DSMT4">
                  <p:embed/>
                </p:oleObj>
              </mc:Choice>
              <mc:Fallback>
                <p:oleObj name="Equation" r:id="rId31" imgW="901440" imgH="330120" progId="Equation.DSMT4">
                  <p:embed/>
                  <p:pic>
                    <p:nvPicPr>
                      <p:cNvPr id="0" name="Picture 36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48" y="4357015"/>
                        <a:ext cx="901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组合 53">
            <a:extLst>
              <a:ext uri="{FF2B5EF4-FFF2-40B4-BE49-F238E27FC236}">
                <a16:creationId xmlns:a16="http://schemas.microsoft.com/office/drawing/2014/main" id="{1E861530-3E50-4079-AD10-28469064FD5F}"/>
              </a:ext>
            </a:extLst>
          </p:cNvPr>
          <p:cNvGrpSpPr/>
          <p:nvPr/>
        </p:nvGrpSpPr>
        <p:grpSpPr>
          <a:xfrm>
            <a:off x="3930506" y="3415350"/>
            <a:ext cx="3952075" cy="800100"/>
            <a:chOff x="1307979" y="1204477"/>
            <a:chExt cx="3952075" cy="800100"/>
          </a:xfrm>
        </p:grpSpPr>
        <p:sp>
          <p:nvSpPr>
            <p:cNvPr id="57" name="Text Box 18">
              <a:extLst>
                <a:ext uri="{FF2B5EF4-FFF2-40B4-BE49-F238E27FC236}">
                  <a16:creationId xmlns:a16="http://schemas.microsoft.com/office/drawing/2014/main" id="{3538589B-00D1-49C3-81CF-6A58F46F8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7979" y="1347614"/>
              <a:ext cx="10080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记作</a:t>
              </a:r>
              <a:r>
                <a:rPr lang="en-US" altLang="zh-CN" sz="2400" b="1" dirty="0">
                  <a:latin typeface="+mn-ea"/>
                </a:rPr>
                <a:t>:</a:t>
              </a:r>
            </a:p>
          </p:txBody>
        </p:sp>
        <p:graphicFrame>
          <p:nvGraphicFramePr>
            <p:cNvPr id="75" name="Object 19">
              <a:extLst>
                <a:ext uri="{FF2B5EF4-FFF2-40B4-BE49-F238E27FC236}">
                  <a16:creationId xmlns:a16="http://schemas.microsoft.com/office/drawing/2014/main" id="{8255D81A-8B3A-4DC2-8CA8-DA2427D4E4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8647791"/>
                </p:ext>
              </p:extLst>
            </p:nvPr>
          </p:nvGraphicFramePr>
          <p:xfrm>
            <a:off x="2321485" y="1400646"/>
            <a:ext cx="342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30" name="Equation" r:id="rId33" imgW="342720" imgH="355320" progId="Equation.DSMT4">
                    <p:embed/>
                  </p:oleObj>
                </mc:Choice>
                <mc:Fallback>
                  <p:oleObj name="Equation" r:id="rId33" imgW="342720" imgH="355320" progId="Equation.DSMT4">
                    <p:embed/>
                    <p:pic>
                      <p:nvPicPr>
                        <p:cNvPr id="0" name="Picture 36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1485" y="1400646"/>
                          <a:ext cx="3429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20">
              <a:extLst>
                <a:ext uri="{FF2B5EF4-FFF2-40B4-BE49-F238E27FC236}">
                  <a16:creationId xmlns:a16="http://schemas.microsoft.com/office/drawing/2014/main" id="{AEB106C3-B807-4306-94D6-E025C346D3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2418516"/>
                </p:ext>
              </p:extLst>
            </p:nvPr>
          </p:nvGraphicFramePr>
          <p:xfrm>
            <a:off x="2843808" y="1426727"/>
            <a:ext cx="762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31" name="Equation" r:id="rId35" imgW="761760" imgH="355320" progId="Equation.DSMT4">
                    <p:embed/>
                  </p:oleObj>
                </mc:Choice>
                <mc:Fallback>
                  <p:oleObj name="Equation" r:id="rId35" imgW="761760" imgH="355320" progId="Equation.DSMT4">
                    <p:embed/>
                    <p:pic>
                      <p:nvPicPr>
                        <p:cNvPr id="0" name="Picture 36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1426727"/>
                          <a:ext cx="7620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22">
              <a:extLst>
                <a:ext uri="{FF2B5EF4-FFF2-40B4-BE49-F238E27FC236}">
                  <a16:creationId xmlns:a16="http://schemas.microsoft.com/office/drawing/2014/main" id="{429F8476-94DE-44DD-AE3C-0888B16327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2546333"/>
                </p:ext>
              </p:extLst>
            </p:nvPr>
          </p:nvGraphicFramePr>
          <p:xfrm>
            <a:off x="4447254" y="1204477"/>
            <a:ext cx="8128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32" name="Equation" r:id="rId37" imgW="812520" imgH="799920" progId="Equation.DSMT4">
                    <p:embed/>
                  </p:oleObj>
                </mc:Choice>
                <mc:Fallback>
                  <p:oleObj name="Equation" r:id="rId37" imgW="812520" imgH="799920" progId="Equation.DSMT4">
                    <p:embed/>
                    <p:pic>
                      <p:nvPicPr>
                        <p:cNvPr id="0" name="Picture 36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7254" y="1204477"/>
                          <a:ext cx="812800" cy="800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19">
              <a:extLst>
                <a:ext uri="{FF2B5EF4-FFF2-40B4-BE49-F238E27FC236}">
                  <a16:creationId xmlns:a16="http://schemas.microsoft.com/office/drawing/2014/main" id="{6252A75D-E07C-4E04-A030-F6746C6F65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8498804"/>
                </p:ext>
              </p:extLst>
            </p:nvPr>
          </p:nvGraphicFramePr>
          <p:xfrm>
            <a:off x="3785231" y="1236227"/>
            <a:ext cx="482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33" name="Equation" r:id="rId39" imgW="482400" imgH="736560" progId="Equation.DSMT4">
                    <p:embed/>
                  </p:oleObj>
                </mc:Choice>
                <mc:Fallback>
                  <p:oleObj name="Equation" r:id="rId39" imgW="482400" imgH="736560" progId="Equation.DSMT4">
                    <p:embed/>
                    <p:pic>
                      <p:nvPicPr>
                        <p:cNvPr id="0" name="Picture 36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5231" y="1236227"/>
                          <a:ext cx="4826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3450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1" grpId="0"/>
      <p:bldP spid="37" grpId="0"/>
      <p:bldP spid="39" grpId="0"/>
      <p:bldP spid="47" grpId="0"/>
      <p:bldP spid="55" grpId="0"/>
      <p:bldP spid="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52118C9C-AE7F-42EF-BEA9-9BD9D4E72D5C}"/>
              </a:ext>
            </a:extLst>
          </p:cNvPr>
          <p:cNvSpPr/>
          <p:nvPr/>
        </p:nvSpPr>
        <p:spPr>
          <a:xfrm>
            <a:off x="2411760" y="3883124"/>
            <a:ext cx="1440160" cy="525208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D48B5D8-9532-473A-AE0D-26A90415262D}"/>
              </a:ext>
            </a:extLst>
          </p:cNvPr>
          <p:cNvSpPr txBox="1">
            <a:spLocks noChangeArrowheads="1"/>
          </p:cNvSpPr>
          <p:nvPr/>
        </p:nvSpPr>
        <p:spPr>
          <a:xfrm>
            <a:off x="985962" y="638051"/>
            <a:ext cx="1353789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74" name="Object 4">
            <a:extLst>
              <a:ext uri="{FF2B5EF4-FFF2-40B4-BE49-F238E27FC236}">
                <a16:creationId xmlns:a16="http://schemas.microsoft.com/office/drawing/2014/main" id="{25552C3B-A72D-4C84-B126-525F6617E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97133"/>
              </p:ext>
            </p:extLst>
          </p:nvPr>
        </p:nvGraphicFramePr>
        <p:xfrm>
          <a:off x="2224385" y="735168"/>
          <a:ext cx="11445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293" name="Equation" r:id="rId4" imgW="1143000" imgH="342720" progId="Equation.DSMT4">
                  <p:embed/>
                </p:oleObj>
              </mc:Choice>
              <mc:Fallback>
                <p:oleObj name="Equation" r:id="rId4" imgW="1143000" imgH="342720" progId="Equation.DSMT4">
                  <p:embed/>
                  <p:pic>
                    <p:nvPicPr>
                      <p:cNvPr id="0" name="Picture 19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4385" y="735168"/>
                        <a:ext cx="1144588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91BAF01-853D-4F96-A27F-E3F880940CC0}"/>
              </a:ext>
            </a:extLst>
          </p:cNvPr>
          <p:cNvSpPr/>
          <p:nvPr/>
        </p:nvSpPr>
        <p:spPr>
          <a:xfrm>
            <a:off x="3439815" y="635512"/>
            <a:ext cx="17540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400" b="1" dirty="0">
                <a:latin typeface="+mn-ea"/>
              </a:rPr>
              <a:t>为常数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endParaRPr lang="zh-CN" altLang="en-US" sz="2400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315E177-16C6-4B31-8572-FDDA8AB49EF9}"/>
              </a:ext>
            </a:extLst>
          </p:cNvPr>
          <p:cNvGrpSpPr/>
          <p:nvPr/>
        </p:nvGrpSpPr>
        <p:grpSpPr>
          <a:xfrm>
            <a:off x="4998276" y="635512"/>
            <a:ext cx="1150278" cy="457200"/>
            <a:chOff x="1080956" y="3551546"/>
            <a:chExt cx="1150278" cy="457200"/>
          </a:xfrm>
        </p:grpSpPr>
        <p:sp>
          <p:nvSpPr>
            <p:cNvPr id="76" name="Rectangle 3">
              <a:extLst>
                <a:ext uri="{FF2B5EF4-FFF2-40B4-BE49-F238E27FC236}">
                  <a16:creationId xmlns:a16="http://schemas.microsoft.com/office/drawing/2014/main" id="{0700E421-033C-43AD-832C-B03C9B4A1F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77" name="Object 11">
              <a:extLst>
                <a:ext uri="{FF2B5EF4-FFF2-40B4-BE49-F238E27FC236}">
                  <a16:creationId xmlns:a16="http://schemas.microsoft.com/office/drawing/2014/main" id="{7460B3B7-B2BB-4366-B1D4-9E9809B346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4574777"/>
                </p:ext>
              </p:extLst>
            </p:nvPr>
          </p:nvGraphicFramePr>
          <p:xfrm>
            <a:off x="1481934" y="3637303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294" name="Equation" r:id="rId6" imgW="749160" imgH="355320" progId="Equation.DSMT4">
                    <p:embed/>
                  </p:oleObj>
                </mc:Choice>
                <mc:Fallback>
                  <p:oleObj name="Equation" r:id="rId6" imgW="749160" imgH="355320" progId="Equation.DSMT4">
                    <p:embed/>
                    <p:pic>
                      <p:nvPicPr>
                        <p:cNvPr id="0" name="Picture 19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1934" y="3637303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" name="Text Box 6">
            <a:extLst>
              <a:ext uri="{FF2B5EF4-FFF2-40B4-BE49-F238E27FC236}">
                <a16:creationId xmlns:a16="http://schemas.microsoft.com/office/drawing/2014/main" id="{EFF48956-B47F-4D38-84BE-0C6B318D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46" y="1557976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80" name="Object 7">
            <a:extLst>
              <a:ext uri="{FF2B5EF4-FFF2-40B4-BE49-F238E27FC236}">
                <a16:creationId xmlns:a16="http://schemas.microsoft.com/office/drawing/2014/main" id="{4E99B624-EB72-4E0B-A299-3750BFF3D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429382"/>
              </p:ext>
            </p:extLst>
          </p:nvPr>
        </p:nvGraphicFramePr>
        <p:xfrm>
          <a:off x="1667570" y="1649413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295" name="Equation" r:id="rId8" imgW="685800" imgH="355320" progId="Equation.DSMT4">
                  <p:embed/>
                </p:oleObj>
              </mc:Choice>
              <mc:Fallback>
                <p:oleObj name="Equation" r:id="rId8" imgW="685800" imgH="355320" progId="Equation.DSMT4">
                  <p:embed/>
                  <p:pic>
                    <p:nvPicPr>
                      <p:cNvPr id="0" name="Picture 19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570" y="1649413"/>
                        <a:ext cx="685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">
            <a:extLst>
              <a:ext uri="{FF2B5EF4-FFF2-40B4-BE49-F238E27FC236}">
                <a16:creationId xmlns:a16="http://schemas.microsoft.com/office/drawing/2014/main" id="{3D94EE49-B7A8-4517-A5CB-5A663D5B92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241789"/>
              </p:ext>
            </p:extLst>
          </p:nvPr>
        </p:nvGraphicFramePr>
        <p:xfrm>
          <a:off x="2427288" y="2671763"/>
          <a:ext cx="151130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296" name="Equation" r:id="rId10" imgW="1511280" imgH="799920" progId="Equation.DSMT4">
                  <p:embed/>
                </p:oleObj>
              </mc:Choice>
              <mc:Fallback>
                <p:oleObj name="Equation" r:id="rId10" imgW="1511280" imgH="799920" progId="Equation.DSMT4">
                  <p:embed/>
                  <p:pic>
                    <p:nvPicPr>
                      <p:cNvPr id="0" name="Picture 19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2671763"/>
                        <a:ext cx="1511300" cy="80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9">
            <a:extLst>
              <a:ext uri="{FF2B5EF4-FFF2-40B4-BE49-F238E27FC236}">
                <a16:creationId xmlns:a16="http://schemas.microsoft.com/office/drawing/2014/main" id="{F7F4A3EE-0EEC-44C4-85B0-F30DBA14F0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466282"/>
              </p:ext>
            </p:extLst>
          </p:nvPr>
        </p:nvGraphicFramePr>
        <p:xfrm>
          <a:off x="4058645" y="2863877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297" name="Equation" r:id="rId12" imgW="412920" imgH="264960" progId="Equation.DSMT4">
                  <p:embed/>
                </p:oleObj>
              </mc:Choice>
              <mc:Fallback>
                <p:oleObj name="Equation" r:id="rId12" imgW="412920" imgH="264960" progId="Equation.DSMT4">
                  <p:embed/>
                  <p:pic>
                    <p:nvPicPr>
                      <p:cNvPr id="0" name="Picture 19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8645" y="2863877"/>
                        <a:ext cx="4953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 Box 10">
            <a:extLst>
              <a:ext uri="{FF2B5EF4-FFF2-40B4-BE49-F238E27FC236}">
                <a16:creationId xmlns:a16="http://schemas.microsoft.com/office/drawing/2014/main" id="{9D82F057-A09F-45C5-B76B-EA5687186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8114" y="3946666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+mn-ea"/>
              </a:rPr>
              <a:t>即</a:t>
            </a:r>
          </a:p>
        </p:txBody>
      </p:sp>
      <p:graphicFrame>
        <p:nvGraphicFramePr>
          <p:cNvPr id="84" name="Object 11">
            <a:extLst>
              <a:ext uri="{FF2B5EF4-FFF2-40B4-BE49-F238E27FC236}">
                <a16:creationId xmlns:a16="http://schemas.microsoft.com/office/drawing/2014/main" id="{69EC3555-8E9C-4AA7-95B3-EB11E2AE3D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070785"/>
              </p:ext>
            </p:extLst>
          </p:nvPr>
        </p:nvGraphicFramePr>
        <p:xfrm>
          <a:off x="2596314" y="4009034"/>
          <a:ext cx="1041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298" name="Equation" r:id="rId14" imgW="1041120" imgH="355320" progId="Equation.DSMT4">
                  <p:embed/>
                </p:oleObj>
              </mc:Choice>
              <mc:Fallback>
                <p:oleObj name="Equation" r:id="rId14" imgW="1041120" imgH="355320" progId="Equation.DSMT4">
                  <p:embed/>
                  <p:pic>
                    <p:nvPicPr>
                      <p:cNvPr id="0" name="Picture 19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314" y="4009034"/>
                        <a:ext cx="1041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Object 27">
            <a:extLst>
              <a:ext uri="{FF2B5EF4-FFF2-40B4-BE49-F238E27FC236}">
                <a16:creationId xmlns:a16="http://schemas.microsoft.com/office/drawing/2014/main" id="{DC1440BB-0196-42BA-9DD9-E9BA747FFC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546039"/>
              </p:ext>
            </p:extLst>
          </p:nvPr>
        </p:nvGraphicFramePr>
        <p:xfrm>
          <a:off x="3439815" y="1506851"/>
          <a:ext cx="2133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299" name="Equation" r:id="rId16" imgW="2133360" imgH="799920" progId="Equation.DSMT4">
                  <p:embed/>
                </p:oleObj>
              </mc:Choice>
              <mc:Fallback>
                <p:oleObj name="Equation" r:id="rId16" imgW="2133360" imgH="799920" progId="Equation.DSMT4">
                  <p:embed/>
                  <p:pic>
                    <p:nvPicPr>
                      <p:cNvPr id="0" name="Picture 19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815" y="1506851"/>
                        <a:ext cx="21336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28">
            <a:extLst>
              <a:ext uri="{FF2B5EF4-FFF2-40B4-BE49-F238E27FC236}">
                <a16:creationId xmlns:a16="http://schemas.microsoft.com/office/drawing/2014/main" id="{D8E9E416-BEC9-4F31-8477-0147831BE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622696"/>
              </p:ext>
            </p:extLst>
          </p:nvPr>
        </p:nvGraphicFramePr>
        <p:xfrm>
          <a:off x="2423815" y="1599409"/>
          <a:ext cx="10160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300" name="Equation" r:id="rId18" imgW="851400" imgH="556200" progId="Equation.DSMT4">
                  <p:embed/>
                </p:oleObj>
              </mc:Choice>
              <mc:Fallback>
                <p:oleObj name="Equation" r:id="rId18" imgW="851400" imgH="556200" progId="Equation.DSMT4">
                  <p:embed/>
                  <p:pic>
                    <p:nvPicPr>
                      <p:cNvPr id="0" name="Picture 19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815" y="1599409"/>
                        <a:ext cx="1016000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312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79" grpId="0" autoUpdateAnimBg="0"/>
      <p:bldP spid="8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5E365D3-7F59-41B5-B877-9F7DDD714531}"/>
              </a:ext>
            </a:extLst>
          </p:cNvPr>
          <p:cNvSpPr/>
          <p:nvPr/>
        </p:nvSpPr>
        <p:spPr>
          <a:xfrm>
            <a:off x="1931145" y="4041637"/>
            <a:ext cx="1841922" cy="54445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8FC29CCD-B834-43A5-AE9D-AC2B656B8DB3}"/>
              </a:ext>
            </a:extLst>
          </p:cNvPr>
          <p:cNvSpPr txBox="1">
            <a:spLocks noChangeArrowheads="1"/>
          </p:cNvSpPr>
          <p:nvPr/>
        </p:nvSpPr>
        <p:spPr>
          <a:xfrm>
            <a:off x="941010" y="142298"/>
            <a:ext cx="12683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89" name="Object 11">
            <a:extLst>
              <a:ext uri="{FF2B5EF4-FFF2-40B4-BE49-F238E27FC236}">
                <a16:creationId xmlns:a16="http://schemas.microsoft.com/office/drawing/2014/main" id="{FD9FC3D4-BD2B-4B6E-B17D-CFA702E4E0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949265"/>
              </p:ext>
            </p:extLst>
          </p:nvPr>
        </p:nvGraphicFramePr>
        <p:xfrm>
          <a:off x="2185220" y="157602"/>
          <a:ext cx="2324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86" name="Equation" r:id="rId4" imgW="2323800" imgH="406080" progId="Equation.DSMT4">
                  <p:embed/>
                </p:oleObj>
              </mc:Choice>
              <mc:Fallback>
                <p:oleObj name="Equation" r:id="rId4" imgW="2323800" imgH="406080" progId="Equation.DSMT4">
                  <p:embed/>
                  <p:pic>
                    <p:nvPicPr>
                      <p:cNvPr id="0" name="Picture 28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220" y="157602"/>
                        <a:ext cx="23241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" name="组合 89">
            <a:extLst>
              <a:ext uri="{FF2B5EF4-FFF2-40B4-BE49-F238E27FC236}">
                <a16:creationId xmlns:a16="http://schemas.microsoft.com/office/drawing/2014/main" id="{D5FBD1F9-F247-4950-8183-C2F4A4A08591}"/>
              </a:ext>
            </a:extLst>
          </p:cNvPr>
          <p:cNvGrpSpPr/>
          <p:nvPr/>
        </p:nvGrpSpPr>
        <p:grpSpPr>
          <a:xfrm>
            <a:off x="4733105" y="133120"/>
            <a:ext cx="1211315" cy="457200"/>
            <a:chOff x="1080956" y="3551546"/>
            <a:chExt cx="1211315" cy="457200"/>
          </a:xfrm>
        </p:grpSpPr>
        <p:sp>
          <p:nvSpPr>
            <p:cNvPr id="91" name="Rectangle 3">
              <a:extLst>
                <a:ext uri="{FF2B5EF4-FFF2-40B4-BE49-F238E27FC236}">
                  <a16:creationId xmlns:a16="http://schemas.microsoft.com/office/drawing/2014/main" id="{0F40D03E-FD1F-41D3-8538-ABDCE81A013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92" name="Object 11">
              <a:extLst>
                <a:ext uri="{FF2B5EF4-FFF2-40B4-BE49-F238E27FC236}">
                  <a16:creationId xmlns:a16="http://schemas.microsoft.com/office/drawing/2014/main" id="{34A22518-69AB-44AA-8DFC-91A462F2D6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6755891"/>
                </p:ext>
              </p:extLst>
            </p:nvPr>
          </p:nvGraphicFramePr>
          <p:xfrm>
            <a:off x="1542971" y="3637941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87" name="Equation" r:id="rId6" imgW="749160" imgH="355320" progId="Equation.DSMT4">
                    <p:embed/>
                  </p:oleObj>
                </mc:Choice>
                <mc:Fallback>
                  <p:oleObj name="Equation" r:id="rId6" imgW="749160" imgH="355320" progId="Equation.DSMT4">
                    <p:embed/>
                    <p:pic>
                      <p:nvPicPr>
                        <p:cNvPr id="0" name="Picture 28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971" y="3637941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" name="Text Box 6">
            <a:extLst>
              <a:ext uri="{FF2B5EF4-FFF2-40B4-BE49-F238E27FC236}">
                <a16:creationId xmlns:a16="http://schemas.microsoft.com/office/drawing/2014/main" id="{D92E1F72-4982-4488-8A70-AEE0438CD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290" y="625366"/>
            <a:ext cx="5559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0B2926-C54C-40A3-8808-F7BF5FF21BBD}"/>
              </a:ext>
            </a:extLst>
          </p:cNvPr>
          <p:cNvGrpSpPr/>
          <p:nvPr/>
        </p:nvGrpSpPr>
        <p:grpSpPr>
          <a:xfrm>
            <a:off x="1795463" y="1101863"/>
            <a:ext cx="3556000" cy="736600"/>
            <a:chOff x="1795463" y="1101863"/>
            <a:chExt cx="3556000" cy="736600"/>
          </a:xfrm>
        </p:grpSpPr>
        <p:graphicFrame>
          <p:nvGraphicFramePr>
            <p:cNvPr id="24" name="Object 17">
              <a:extLst>
                <a:ext uri="{FF2B5EF4-FFF2-40B4-BE49-F238E27FC236}">
                  <a16:creationId xmlns:a16="http://schemas.microsoft.com/office/drawing/2014/main" id="{3868C89D-AA59-453D-9AB4-A2F1DA52FF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527794"/>
                </p:ext>
              </p:extLst>
            </p:nvPr>
          </p:nvGraphicFramePr>
          <p:xfrm>
            <a:off x="2481263" y="1101863"/>
            <a:ext cx="2870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88" name="Equation" r:id="rId8" imgW="2869920" imgH="736560" progId="Equation.DSMT4">
                    <p:embed/>
                  </p:oleObj>
                </mc:Choice>
                <mc:Fallback>
                  <p:oleObj name="Equation" r:id="rId8" imgW="2869920" imgH="736560" progId="Equation.DSMT4">
                    <p:embed/>
                    <p:pic>
                      <p:nvPicPr>
                        <p:cNvPr id="0" name="Picture 28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1263" y="1101863"/>
                          <a:ext cx="28702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8">
              <a:extLst>
                <a:ext uri="{FF2B5EF4-FFF2-40B4-BE49-F238E27FC236}">
                  <a16:creationId xmlns:a16="http://schemas.microsoft.com/office/drawing/2014/main" id="{DA240A47-F1A6-4052-88EE-BB8A0047E7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3145339"/>
                </p:ext>
              </p:extLst>
            </p:nvPr>
          </p:nvGraphicFramePr>
          <p:xfrm>
            <a:off x="1795463" y="1312863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89" name="Equation" r:id="rId10" imgW="685800" imgH="355320" progId="Equation.DSMT4">
                    <p:embed/>
                  </p:oleObj>
                </mc:Choice>
                <mc:Fallback>
                  <p:oleObj name="Equation" r:id="rId10" imgW="685800" imgH="355320" progId="Equation.DSMT4">
                    <p:embed/>
                    <p:pic>
                      <p:nvPicPr>
                        <p:cNvPr id="0" name="Picture 28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463" y="1312863"/>
                          <a:ext cx="6858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26">
            <a:extLst>
              <a:ext uri="{FF2B5EF4-FFF2-40B4-BE49-F238E27FC236}">
                <a16:creationId xmlns:a16="http://schemas.microsoft.com/office/drawing/2014/main" id="{4E2302BD-7F51-44E7-AF26-873B195AC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721101"/>
              </p:ext>
            </p:extLst>
          </p:nvPr>
        </p:nvGraphicFramePr>
        <p:xfrm>
          <a:off x="2354263" y="3346450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0" name="Equation" r:id="rId12" imgW="1028520" imgH="393480" progId="Equation.DSMT4">
                  <p:embed/>
                </p:oleObj>
              </mc:Choice>
              <mc:Fallback>
                <p:oleObj name="Equation" r:id="rId12" imgW="1028520" imgH="393480" progId="Equation.DSMT4">
                  <p:embed/>
                  <p:pic>
                    <p:nvPicPr>
                      <p:cNvPr id="0" name="Picture 28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263" y="3346450"/>
                        <a:ext cx="10287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9">
            <a:extLst>
              <a:ext uri="{FF2B5EF4-FFF2-40B4-BE49-F238E27FC236}">
                <a16:creationId xmlns:a16="http://schemas.microsoft.com/office/drawing/2014/main" id="{4B22D161-5A3B-45AE-88F7-6977EC407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758893"/>
              </p:ext>
            </p:extLst>
          </p:nvPr>
        </p:nvGraphicFramePr>
        <p:xfrm>
          <a:off x="2003451" y="4132808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1" name="Equation" r:id="rId14" imgW="1625400" imgH="406080" progId="Equation.DSMT4">
                  <p:embed/>
                </p:oleObj>
              </mc:Choice>
              <mc:Fallback>
                <p:oleObj name="Equation" r:id="rId14" imgW="1625400" imgH="406080" progId="Equation.DSMT4">
                  <p:embed/>
                  <p:pic>
                    <p:nvPicPr>
                      <p:cNvPr id="0" name="Picture 28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51" y="4132808"/>
                        <a:ext cx="1625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3">
            <a:extLst>
              <a:ext uri="{FF2B5EF4-FFF2-40B4-BE49-F238E27FC236}">
                <a16:creationId xmlns:a16="http://schemas.microsoft.com/office/drawing/2014/main" id="{50EF55B8-8A74-47A4-B8F6-9898AED8F797}"/>
              </a:ext>
            </a:extLst>
          </p:cNvPr>
          <p:cNvSpPr txBox="1">
            <a:spLocks noChangeArrowheads="1"/>
          </p:cNvSpPr>
          <p:nvPr/>
        </p:nvSpPr>
        <p:spPr>
          <a:xfrm>
            <a:off x="1142098" y="4116949"/>
            <a:ext cx="959405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注</a:t>
            </a:r>
          </a:p>
        </p:txBody>
      </p:sp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DE85CAC4-5C0C-4EEC-8C8F-5F30F02C3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740462"/>
              </p:ext>
            </p:extLst>
          </p:nvPr>
        </p:nvGraphicFramePr>
        <p:xfrm>
          <a:off x="5436096" y="1081783"/>
          <a:ext cx="2540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2" name="Equation" r:id="rId16" imgW="2539800" imgH="774360" progId="Equation.DSMT4">
                  <p:embed/>
                </p:oleObj>
              </mc:Choice>
              <mc:Fallback>
                <p:oleObj name="Equation" r:id="rId16" imgW="2539800" imgH="774360" progId="Equation.DSMT4">
                  <p:embed/>
                  <p:pic>
                    <p:nvPicPr>
                      <p:cNvPr id="0" name="Picture 28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1081783"/>
                        <a:ext cx="25400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7">
            <a:extLst>
              <a:ext uri="{FF2B5EF4-FFF2-40B4-BE49-F238E27FC236}">
                <a16:creationId xmlns:a16="http://schemas.microsoft.com/office/drawing/2014/main" id="{0A08B67C-482C-43A9-A3D4-156596F1C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180794"/>
              </p:ext>
            </p:extLst>
          </p:nvPr>
        </p:nvGraphicFramePr>
        <p:xfrm>
          <a:off x="2481263" y="1999608"/>
          <a:ext cx="2857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3" name="Equation" r:id="rId18" imgW="2857320" imgH="1079280" progId="Equation.DSMT4">
                  <p:embed/>
                </p:oleObj>
              </mc:Choice>
              <mc:Fallback>
                <p:oleObj name="Equation" r:id="rId18" imgW="2857320" imgH="1079280" progId="Equation.DSMT4">
                  <p:embed/>
                  <p:pic>
                    <p:nvPicPr>
                      <p:cNvPr id="0" name="Picture 28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1999608"/>
                        <a:ext cx="28575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7">
            <a:extLst>
              <a:ext uri="{FF2B5EF4-FFF2-40B4-BE49-F238E27FC236}">
                <a16:creationId xmlns:a16="http://schemas.microsoft.com/office/drawing/2014/main" id="{C9B29AA5-1DD3-42AE-AFED-DECF4F7F5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058737"/>
              </p:ext>
            </p:extLst>
          </p:nvPr>
        </p:nvGraphicFramePr>
        <p:xfrm>
          <a:off x="5436096" y="2032000"/>
          <a:ext cx="1993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4" name="Equation" r:id="rId20" imgW="1993680" imgH="1079280" progId="Equation.DSMT4">
                  <p:embed/>
                </p:oleObj>
              </mc:Choice>
              <mc:Fallback>
                <p:oleObj name="Equation" r:id="rId20" imgW="1993680" imgH="1079280" progId="Equation.DSMT4">
                  <p:embed/>
                  <p:pic>
                    <p:nvPicPr>
                      <p:cNvPr id="0" name="Picture 28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2032000"/>
                        <a:ext cx="19939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10BAA70A-042B-46BD-9702-07D9F6AC95D4}"/>
              </a:ext>
            </a:extLst>
          </p:cNvPr>
          <p:cNvGrpSpPr/>
          <p:nvPr/>
        </p:nvGrpSpPr>
        <p:grpSpPr>
          <a:xfrm>
            <a:off x="4067944" y="3363838"/>
            <a:ext cx="1175985" cy="1707654"/>
            <a:chOff x="4067944" y="3426255"/>
            <a:chExt cx="1175985" cy="1707654"/>
          </a:xfrm>
        </p:grpSpPr>
        <p:sp>
          <p:nvSpPr>
            <p:cNvPr id="2" name="箭头: 右 1">
              <a:extLst>
                <a:ext uri="{FF2B5EF4-FFF2-40B4-BE49-F238E27FC236}">
                  <a16:creationId xmlns:a16="http://schemas.microsoft.com/office/drawing/2014/main" id="{2C4B6A64-0B47-4523-BFBD-EB873C98CFFC}"/>
                </a:ext>
              </a:extLst>
            </p:cNvPr>
            <p:cNvSpPr/>
            <p:nvPr/>
          </p:nvSpPr>
          <p:spPr>
            <a:xfrm>
              <a:off x="4067944" y="4299942"/>
              <a:ext cx="864096" cy="45719"/>
            </a:xfrm>
            <a:prstGeom prst="rightArrow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左大括号 2">
              <a:extLst>
                <a:ext uri="{FF2B5EF4-FFF2-40B4-BE49-F238E27FC236}">
                  <a16:creationId xmlns:a16="http://schemas.microsoft.com/office/drawing/2014/main" id="{97136C34-C79F-4E5E-92C1-6BE80660C323}"/>
                </a:ext>
              </a:extLst>
            </p:cNvPr>
            <p:cNvSpPr/>
            <p:nvPr/>
          </p:nvSpPr>
          <p:spPr>
            <a:xfrm>
              <a:off x="5026689" y="3426255"/>
              <a:ext cx="217240" cy="1707654"/>
            </a:xfrm>
            <a:prstGeom prst="leftBrace">
              <a:avLst>
                <a:gd name="adj1" fmla="val 8333"/>
                <a:gd name="adj2" fmla="val 52975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9" name="Object 9">
            <a:extLst>
              <a:ext uri="{FF2B5EF4-FFF2-40B4-BE49-F238E27FC236}">
                <a16:creationId xmlns:a16="http://schemas.microsoft.com/office/drawing/2014/main" id="{58804963-895C-42ED-9B0C-590D054CF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013638"/>
              </p:ext>
            </p:extLst>
          </p:nvPr>
        </p:nvGraphicFramePr>
        <p:xfrm>
          <a:off x="5625579" y="3164449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5" name="Equation" r:id="rId22" imgW="1244520" imgH="406080" progId="Equation.DSMT4">
                  <p:embed/>
                </p:oleObj>
              </mc:Choice>
              <mc:Fallback>
                <p:oleObj name="Equation" r:id="rId22" imgW="1244520" imgH="406080" progId="Equation.DSMT4">
                  <p:embed/>
                  <p:pic>
                    <p:nvPicPr>
                      <p:cNvPr id="0" name="Picture 28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5579" y="3164449"/>
                        <a:ext cx="1244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9">
            <a:extLst>
              <a:ext uri="{FF2B5EF4-FFF2-40B4-BE49-F238E27FC236}">
                <a16:creationId xmlns:a16="http://schemas.microsoft.com/office/drawing/2014/main" id="{B604A444-8559-4FF4-ACAA-53E4A27BF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93992"/>
              </p:ext>
            </p:extLst>
          </p:nvPr>
        </p:nvGraphicFramePr>
        <p:xfrm>
          <a:off x="5595938" y="3570849"/>
          <a:ext cx="160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6" name="Equation" r:id="rId24" imgW="1600200" imgH="774360" progId="Equation.DSMT4">
                  <p:embed/>
                </p:oleObj>
              </mc:Choice>
              <mc:Fallback>
                <p:oleObj name="Equation" r:id="rId24" imgW="1600200" imgH="774360" progId="Equation.DSMT4">
                  <p:embed/>
                  <p:pic>
                    <p:nvPicPr>
                      <p:cNvPr id="0" name="Picture 28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3570849"/>
                        <a:ext cx="16002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9">
            <a:extLst>
              <a:ext uri="{FF2B5EF4-FFF2-40B4-BE49-F238E27FC236}">
                <a16:creationId xmlns:a16="http://schemas.microsoft.com/office/drawing/2014/main" id="{FB24076D-F5F3-4676-B9AF-23873C9EA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894999"/>
              </p:ext>
            </p:extLst>
          </p:nvPr>
        </p:nvGraphicFramePr>
        <p:xfrm>
          <a:off x="5648101" y="4373098"/>
          <a:ext cx="137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97" name="Equation" r:id="rId26" imgW="1371600" imgH="736560" progId="Equation.DSMT4">
                  <p:embed/>
                </p:oleObj>
              </mc:Choice>
              <mc:Fallback>
                <p:oleObj name="Equation" r:id="rId26" imgW="1371600" imgH="736560" progId="Equation.DSMT4">
                  <p:embed/>
                  <p:pic>
                    <p:nvPicPr>
                      <p:cNvPr id="0" name="Picture 28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101" y="4373098"/>
                        <a:ext cx="1371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7A3EB203-C5AD-442D-9447-BAB7EF60263D}"/>
              </a:ext>
            </a:extLst>
          </p:cNvPr>
          <p:cNvGrpSpPr/>
          <p:nvPr/>
        </p:nvGrpSpPr>
        <p:grpSpPr>
          <a:xfrm>
            <a:off x="1437099" y="655552"/>
            <a:ext cx="7671405" cy="461665"/>
            <a:chOff x="1437099" y="655552"/>
            <a:chExt cx="7671405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548C2FD-5F35-4650-8644-701074D150FB}"/>
                </a:ext>
              </a:extLst>
            </p:cNvPr>
            <p:cNvSpPr/>
            <p:nvPr/>
          </p:nvSpPr>
          <p:spPr>
            <a:xfrm>
              <a:off x="1437099" y="655552"/>
              <a:ext cx="767140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幂函数定义域与    有关，以下设    在幂函数定义域内且</a:t>
              </a:r>
              <a:endParaRPr lang="zh-CN" altLang="en-US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16D590D-CEBA-496F-8655-9C41D76ECE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3357119"/>
                </p:ext>
              </p:extLst>
            </p:nvPr>
          </p:nvGraphicFramePr>
          <p:xfrm>
            <a:off x="3675063" y="779217"/>
            <a:ext cx="2413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98" name="Equation" r:id="rId28" imgW="241200" imgH="253800" progId="Equation.DSMT4">
                    <p:embed/>
                  </p:oleObj>
                </mc:Choice>
                <mc:Fallback>
                  <p:oleObj name="Equation" r:id="rId28" imgW="2412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675063" y="779217"/>
                          <a:ext cx="2413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C29252C-DDC6-4A9D-A0A6-E7F99AB1C7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9733759"/>
                </p:ext>
              </p:extLst>
            </p:nvPr>
          </p:nvGraphicFramePr>
          <p:xfrm>
            <a:off x="5849170" y="78453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99" name="Equation" r:id="rId30" imgW="190440" imgH="203040" progId="Equation.DSMT4">
                    <p:embed/>
                  </p:oleObj>
                </mc:Choice>
                <mc:Fallback>
                  <p:oleObj name="Equation" r:id="rId30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5849170" y="784537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00999AA-720A-44C6-B629-47106F4219F3}"/>
              </a:ext>
            </a:extLst>
          </p:cNvPr>
          <p:cNvGrpSpPr/>
          <p:nvPr/>
        </p:nvGrpSpPr>
        <p:grpSpPr>
          <a:xfrm>
            <a:off x="221654" y="1265614"/>
            <a:ext cx="1400146" cy="461665"/>
            <a:chOff x="221654" y="1265614"/>
            <a:chExt cx="1400146" cy="461665"/>
          </a:xfrm>
        </p:grpSpPr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4BC3278-AF8B-4F96-A0CF-08DF1DC4A2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3994298"/>
                </p:ext>
              </p:extLst>
            </p:nvPr>
          </p:nvGraphicFramePr>
          <p:xfrm>
            <a:off x="221654" y="1365812"/>
            <a:ext cx="723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700" name="Equation" r:id="rId32" imgW="723600" imgH="330120" progId="Equation.DSMT4">
                    <p:embed/>
                  </p:oleObj>
                </mc:Choice>
                <mc:Fallback>
                  <p:oleObj name="Equation" r:id="rId32" imgW="7236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221654" y="1365812"/>
                          <a:ext cx="723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Text Box 6">
              <a:extLst>
                <a:ext uri="{FF2B5EF4-FFF2-40B4-BE49-F238E27FC236}">
                  <a16:creationId xmlns:a16="http://schemas.microsoft.com/office/drawing/2014/main" id="{1E88E33B-2845-488B-A3F6-391FCC080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5854" y="1265614"/>
              <a:ext cx="5559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则</a:t>
              </a:r>
              <a:r>
                <a:rPr lang="en-US" altLang="zh-CN" sz="2400" b="1" dirty="0">
                  <a:latin typeface="+mn-ea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29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93" grpId="0" autoUpdateAnimBg="0"/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D84D9FA-3BF7-4D48-A05B-1264D713A60B}"/>
              </a:ext>
            </a:extLst>
          </p:cNvPr>
          <p:cNvSpPr/>
          <p:nvPr/>
        </p:nvSpPr>
        <p:spPr>
          <a:xfrm>
            <a:off x="6057505" y="3916861"/>
            <a:ext cx="2727994" cy="657379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D305074-480B-4128-BE4B-A07039C96682}"/>
              </a:ext>
            </a:extLst>
          </p:cNvPr>
          <p:cNvSpPr/>
          <p:nvPr/>
        </p:nvSpPr>
        <p:spPr>
          <a:xfrm>
            <a:off x="1267941" y="3940751"/>
            <a:ext cx="2573205" cy="60960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4D48B5D8-9532-473A-AE0D-26A90415262D}"/>
              </a:ext>
            </a:extLst>
          </p:cNvPr>
          <p:cNvSpPr txBox="1">
            <a:spLocks noChangeArrowheads="1"/>
          </p:cNvSpPr>
          <p:nvPr/>
        </p:nvSpPr>
        <p:spPr>
          <a:xfrm>
            <a:off x="963677" y="150755"/>
            <a:ext cx="136815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 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315E177-16C6-4B31-8572-FDDA8AB49EF9}"/>
              </a:ext>
            </a:extLst>
          </p:cNvPr>
          <p:cNvGrpSpPr/>
          <p:nvPr/>
        </p:nvGrpSpPr>
        <p:grpSpPr>
          <a:xfrm>
            <a:off x="3779912" y="150755"/>
            <a:ext cx="1150432" cy="457200"/>
            <a:chOff x="1080956" y="3551546"/>
            <a:chExt cx="1150432" cy="457200"/>
          </a:xfrm>
        </p:grpSpPr>
        <p:sp>
          <p:nvSpPr>
            <p:cNvPr id="76" name="Rectangle 3">
              <a:extLst>
                <a:ext uri="{FF2B5EF4-FFF2-40B4-BE49-F238E27FC236}">
                  <a16:creationId xmlns:a16="http://schemas.microsoft.com/office/drawing/2014/main" id="{0700E421-033C-43AD-832C-B03C9B4A1F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77" name="Object 11">
              <a:extLst>
                <a:ext uri="{FF2B5EF4-FFF2-40B4-BE49-F238E27FC236}">
                  <a16:creationId xmlns:a16="http://schemas.microsoft.com/office/drawing/2014/main" id="{7460B3B7-B2BB-4366-B1D4-9E9809B346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7554142"/>
                </p:ext>
              </p:extLst>
            </p:nvPr>
          </p:nvGraphicFramePr>
          <p:xfrm>
            <a:off x="1482088" y="3637941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796" name="Equation" r:id="rId4" imgW="749160" imgH="355320" progId="Equation.DSMT4">
                    <p:embed/>
                  </p:oleObj>
                </mc:Choice>
                <mc:Fallback>
                  <p:oleObj name="Equation" r:id="rId4" imgW="749160" imgH="355320" progId="Equation.DSMT4">
                    <p:embed/>
                    <p:pic>
                      <p:nvPicPr>
                        <p:cNvPr id="0" name="Picture 27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088" y="3637941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" name="Text Box 6">
            <a:extLst>
              <a:ext uri="{FF2B5EF4-FFF2-40B4-BE49-F238E27FC236}">
                <a16:creationId xmlns:a16="http://schemas.microsoft.com/office/drawing/2014/main" id="{EFF48956-B47F-4D38-84BE-0C6B318D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738" y="866747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85CD91E1-1868-4864-8569-85B2EFC17A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421323"/>
              </p:ext>
            </p:extLst>
          </p:nvPr>
        </p:nvGraphicFramePr>
        <p:xfrm>
          <a:off x="2176128" y="231351"/>
          <a:ext cx="15414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97" name="Equation" r:id="rId6" imgW="1549080" imgH="342720" progId="Equation.DSMT4">
                  <p:embed/>
                </p:oleObj>
              </mc:Choice>
              <mc:Fallback>
                <p:oleObj name="Equation" r:id="rId6" imgW="1549080" imgH="342720" progId="Equation.DSMT4">
                  <p:embed/>
                  <p:pic>
                    <p:nvPicPr>
                      <p:cNvPr id="0" name="Picture 27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128" y="231351"/>
                        <a:ext cx="1541462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>
            <a:extLst>
              <a:ext uri="{FF2B5EF4-FFF2-40B4-BE49-F238E27FC236}">
                <a16:creationId xmlns:a16="http://schemas.microsoft.com/office/drawing/2014/main" id="{24A96949-A681-474E-98B5-C294A37B2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014641"/>
              </p:ext>
            </p:extLst>
          </p:nvPr>
        </p:nvGraphicFramePr>
        <p:xfrm>
          <a:off x="2413868" y="783299"/>
          <a:ext cx="27320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98" name="Equation" r:id="rId8" imgW="2730240" imgH="736560" progId="Equation.DSMT4">
                  <p:embed/>
                </p:oleObj>
              </mc:Choice>
              <mc:Fallback>
                <p:oleObj name="Equation" r:id="rId8" imgW="2730240" imgH="736560" progId="Equation.DSMT4">
                  <p:embed/>
                  <p:pic>
                    <p:nvPicPr>
                      <p:cNvPr id="0" name="Picture 27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868" y="783299"/>
                        <a:ext cx="2732088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1DE79E78-9733-4148-91EA-24EDC3C4D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095293"/>
              </p:ext>
            </p:extLst>
          </p:nvPr>
        </p:nvGraphicFramePr>
        <p:xfrm>
          <a:off x="1684380" y="975257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99" name="Equation" r:id="rId10" imgW="685800" imgH="355320" progId="Equation.DSMT4">
                  <p:embed/>
                </p:oleObj>
              </mc:Choice>
              <mc:Fallback>
                <p:oleObj name="Equation" r:id="rId10" imgW="685800" imgH="355320" progId="Equation.DSMT4">
                  <p:embed/>
                  <p:pic>
                    <p:nvPicPr>
                      <p:cNvPr id="0" name="Picture 27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80" y="975257"/>
                        <a:ext cx="685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4">
            <a:extLst>
              <a:ext uri="{FF2B5EF4-FFF2-40B4-BE49-F238E27FC236}">
                <a16:creationId xmlns:a16="http://schemas.microsoft.com/office/drawing/2014/main" id="{A33EABE4-EA1F-4D77-A12C-71821CAC13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113894"/>
              </p:ext>
            </p:extLst>
          </p:nvPr>
        </p:nvGraphicFramePr>
        <p:xfrm>
          <a:off x="2401888" y="1423988"/>
          <a:ext cx="29464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00" name="Equation" r:id="rId12" imgW="2946240" imgH="1079280" progId="Equation.DSMT4">
                  <p:embed/>
                </p:oleObj>
              </mc:Choice>
              <mc:Fallback>
                <p:oleObj name="Equation" r:id="rId12" imgW="2946240" imgH="1079280" progId="Equation.DSMT4">
                  <p:embed/>
                  <p:pic>
                    <p:nvPicPr>
                      <p:cNvPr id="0" name="Picture 27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1423988"/>
                        <a:ext cx="29464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7">
            <a:extLst>
              <a:ext uri="{FF2B5EF4-FFF2-40B4-BE49-F238E27FC236}">
                <a16:creationId xmlns:a16="http://schemas.microsoft.com/office/drawing/2014/main" id="{F51E0017-F748-4E1D-8655-85DE243106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645363"/>
              </p:ext>
            </p:extLst>
          </p:nvPr>
        </p:nvGraphicFramePr>
        <p:xfrm>
          <a:off x="2404191" y="2488931"/>
          <a:ext cx="37338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01" name="Equation" r:id="rId14" imgW="3733560" imgH="1447560" progId="Equation.DSMT4">
                  <p:embed/>
                </p:oleObj>
              </mc:Choice>
              <mc:Fallback>
                <p:oleObj name="Equation" r:id="rId14" imgW="3733560" imgH="1447560" progId="Equation.DSMT4">
                  <p:embed/>
                  <p:pic>
                    <p:nvPicPr>
                      <p:cNvPr id="0" name="Picture 27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191" y="2488931"/>
                        <a:ext cx="37338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20">
            <a:extLst>
              <a:ext uri="{FF2B5EF4-FFF2-40B4-BE49-F238E27FC236}">
                <a16:creationId xmlns:a16="http://schemas.microsoft.com/office/drawing/2014/main" id="{9DEB4651-FB3A-4717-87DF-556120CD6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0" y="3994289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即</a:t>
            </a:r>
          </a:p>
        </p:txBody>
      </p:sp>
      <p:graphicFrame>
        <p:nvGraphicFramePr>
          <p:cNvPr id="32" name="Object 21">
            <a:extLst>
              <a:ext uri="{FF2B5EF4-FFF2-40B4-BE49-F238E27FC236}">
                <a16:creationId xmlns:a16="http://schemas.microsoft.com/office/drawing/2014/main" id="{C3630893-EE59-414E-A9F9-BEAF85631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262004"/>
              </p:ext>
            </p:extLst>
          </p:nvPr>
        </p:nvGraphicFramePr>
        <p:xfrm>
          <a:off x="1500319" y="4042878"/>
          <a:ext cx="176508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02" name="Equation" r:id="rId16" imgW="1765080" imgH="355320" progId="Equation.DSMT4">
                  <p:embed/>
                </p:oleObj>
              </mc:Choice>
              <mc:Fallback>
                <p:oleObj name="Equation" r:id="rId16" imgW="1765080" imgH="355320" progId="Equation.DSMT4">
                  <p:embed/>
                  <p:pic>
                    <p:nvPicPr>
                      <p:cNvPr id="0" name="Picture 27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319" y="4042878"/>
                        <a:ext cx="176508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22">
            <a:extLst>
              <a:ext uri="{FF2B5EF4-FFF2-40B4-BE49-F238E27FC236}">
                <a16:creationId xmlns:a16="http://schemas.microsoft.com/office/drawing/2014/main" id="{76C9549B-FA6A-48B9-A82F-DEDF50021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092" y="3989706"/>
            <a:ext cx="17488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类似可求</a:t>
            </a:r>
          </a:p>
        </p:txBody>
      </p:sp>
      <p:graphicFrame>
        <p:nvGraphicFramePr>
          <p:cNvPr id="34" name="Object 23">
            <a:extLst>
              <a:ext uri="{FF2B5EF4-FFF2-40B4-BE49-F238E27FC236}">
                <a16:creationId xmlns:a16="http://schemas.microsoft.com/office/drawing/2014/main" id="{BD589BB0-EBCF-402C-B499-755599453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388289"/>
              </p:ext>
            </p:extLst>
          </p:nvPr>
        </p:nvGraphicFramePr>
        <p:xfrm>
          <a:off x="6291618" y="4070950"/>
          <a:ext cx="2005920" cy="34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03" name="Equation" r:id="rId18" imgW="2005920" imgH="349200" progId="Equation.DSMT4">
                  <p:embed/>
                </p:oleObj>
              </mc:Choice>
              <mc:Fallback>
                <p:oleObj name="Equation" r:id="rId18" imgW="2005920" imgH="349200" progId="Equation.DSMT4">
                  <p:embed/>
                  <p:pic>
                    <p:nvPicPr>
                      <p:cNvPr id="0" name="Picture 27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618" y="4070950"/>
                        <a:ext cx="2005920" cy="34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436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2" grpId="0" animBg="1"/>
      <p:bldP spid="79" grpId="0" autoUpdateAnimBg="0"/>
      <p:bldP spid="31" grpId="0" autoUpdateAnimBg="0"/>
      <p:bldP spid="3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3">
            <a:extLst>
              <a:ext uri="{FF2B5EF4-FFF2-40B4-BE49-F238E27FC236}">
                <a16:creationId xmlns:a16="http://schemas.microsoft.com/office/drawing/2014/main" id="{4D48B5D8-9532-473A-AE0D-26A90415262D}"/>
              </a:ext>
            </a:extLst>
          </p:cNvPr>
          <p:cNvSpPr txBox="1">
            <a:spLocks noChangeArrowheads="1"/>
          </p:cNvSpPr>
          <p:nvPr/>
        </p:nvSpPr>
        <p:spPr>
          <a:xfrm>
            <a:off x="973401" y="284961"/>
            <a:ext cx="12961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 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315E177-16C6-4B31-8572-FDDA8AB49EF9}"/>
              </a:ext>
            </a:extLst>
          </p:cNvPr>
          <p:cNvGrpSpPr/>
          <p:nvPr/>
        </p:nvGrpSpPr>
        <p:grpSpPr>
          <a:xfrm>
            <a:off x="5406073" y="252200"/>
            <a:ext cx="1245953" cy="457200"/>
            <a:chOff x="1080956" y="3551546"/>
            <a:chExt cx="1245953" cy="457200"/>
          </a:xfrm>
        </p:grpSpPr>
        <p:sp>
          <p:nvSpPr>
            <p:cNvPr id="76" name="Rectangle 3">
              <a:extLst>
                <a:ext uri="{FF2B5EF4-FFF2-40B4-BE49-F238E27FC236}">
                  <a16:creationId xmlns:a16="http://schemas.microsoft.com/office/drawing/2014/main" id="{0700E421-033C-43AD-832C-B03C9B4A1F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80956" y="3551546"/>
              <a:ext cx="43232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求</a:t>
              </a:r>
            </a:p>
          </p:txBody>
        </p:sp>
        <p:graphicFrame>
          <p:nvGraphicFramePr>
            <p:cNvPr id="77" name="Object 11">
              <a:extLst>
                <a:ext uri="{FF2B5EF4-FFF2-40B4-BE49-F238E27FC236}">
                  <a16:creationId xmlns:a16="http://schemas.microsoft.com/office/drawing/2014/main" id="{7460B3B7-B2BB-4366-B1D4-9E9809B3466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429984"/>
                </p:ext>
              </p:extLst>
            </p:nvPr>
          </p:nvGraphicFramePr>
          <p:xfrm>
            <a:off x="1577609" y="3617118"/>
            <a:ext cx="749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09" name="Equation" r:id="rId4" imgW="749160" imgH="355320" progId="Equation.DSMT4">
                    <p:embed/>
                  </p:oleObj>
                </mc:Choice>
                <mc:Fallback>
                  <p:oleObj name="Equation" r:id="rId4" imgW="749160" imgH="355320" progId="Equation.DSMT4">
                    <p:embed/>
                    <p:pic>
                      <p:nvPicPr>
                        <p:cNvPr id="0" name="Picture 38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7609" y="3617118"/>
                          <a:ext cx="7493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9" name="Text Box 6">
            <a:extLst>
              <a:ext uri="{FF2B5EF4-FFF2-40B4-BE49-F238E27FC236}">
                <a16:creationId xmlns:a16="http://schemas.microsoft.com/office/drawing/2014/main" id="{EFF48956-B47F-4D38-84BE-0C6B318D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01" y="1005796"/>
            <a:ext cx="99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1DE79E78-9733-4148-91EA-24EDC3C4DF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038227"/>
              </p:ext>
            </p:extLst>
          </p:nvPr>
        </p:nvGraphicFramePr>
        <p:xfrm>
          <a:off x="1437928" y="1116234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0" name="Equation" r:id="rId6" imgW="685800" imgH="355320" progId="Equation.DSMT4">
                  <p:embed/>
                </p:oleObj>
              </mc:Choice>
              <mc:Fallback>
                <p:oleObj name="Equation" r:id="rId6" imgW="685800" imgH="355320" progId="Equation.DSMT4">
                  <p:embed/>
                  <p:pic>
                    <p:nvPicPr>
                      <p:cNvPr id="0" name="Picture 38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928" y="1116234"/>
                        <a:ext cx="685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5D20D95-B4D0-45F2-B66A-1655093D17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905971"/>
              </p:ext>
            </p:extLst>
          </p:nvPr>
        </p:nvGraphicFramePr>
        <p:xfrm>
          <a:off x="2123728" y="339502"/>
          <a:ext cx="3314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1" name="Equation" r:id="rId8" imgW="3314520" imgH="380880" progId="Equation.DSMT4">
                  <p:embed/>
                </p:oleObj>
              </mc:Choice>
              <mc:Fallback>
                <p:oleObj name="Equation" r:id="rId8" imgW="3314520" imgH="380880" progId="Equation.DSMT4">
                  <p:embed/>
                  <p:pic>
                    <p:nvPicPr>
                      <p:cNvPr id="0" name="Picture 38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39502"/>
                        <a:ext cx="33147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1">
            <a:extLst>
              <a:ext uri="{FF2B5EF4-FFF2-40B4-BE49-F238E27FC236}">
                <a16:creationId xmlns:a16="http://schemas.microsoft.com/office/drawing/2014/main" id="{E69E14EE-8DC9-4B0C-966D-5601C1CE56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178553"/>
              </p:ext>
            </p:extLst>
          </p:nvPr>
        </p:nvGraphicFramePr>
        <p:xfrm>
          <a:off x="2123728" y="939577"/>
          <a:ext cx="30749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2" name="Equation" r:id="rId10" imgW="3073320" imgH="736560" progId="Equation.DSMT4">
                  <p:embed/>
                </p:oleObj>
              </mc:Choice>
              <mc:Fallback>
                <p:oleObj name="Equation" r:id="rId10" imgW="3073320" imgH="736560" progId="Equation.DSMT4">
                  <p:embed/>
                  <p:pic>
                    <p:nvPicPr>
                      <p:cNvPr id="0" name="Picture 38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939577"/>
                        <a:ext cx="3074987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2">
            <a:extLst>
              <a:ext uri="{FF2B5EF4-FFF2-40B4-BE49-F238E27FC236}">
                <a16:creationId xmlns:a16="http://schemas.microsoft.com/office/drawing/2014/main" id="{69BFCAC7-4739-40E4-88FB-B789D5C75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925669"/>
              </p:ext>
            </p:extLst>
          </p:nvPr>
        </p:nvGraphicFramePr>
        <p:xfrm>
          <a:off x="5287593" y="915228"/>
          <a:ext cx="101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3" name="Equation" r:id="rId12" imgW="1015920" imgH="736560" progId="Equation.DSMT4">
                  <p:embed/>
                </p:oleObj>
              </mc:Choice>
              <mc:Fallback>
                <p:oleObj name="Equation" r:id="rId12" imgW="1015920" imgH="736560" progId="Equation.DSMT4">
                  <p:embed/>
                  <p:pic>
                    <p:nvPicPr>
                      <p:cNvPr id="0" name="Picture 38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593" y="915228"/>
                        <a:ext cx="10160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3">
            <a:extLst>
              <a:ext uri="{FF2B5EF4-FFF2-40B4-BE49-F238E27FC236}">
                <a16:creationId xmlns:a16="http://schemas.microsoft.com/office/drawing/2014/main" id="{09360FD7-94C0-4CB4-B9E0-2878B7E529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139048"/>
              </p:ext>
            </p:extLst>
          </p:nvPr>
        </p:nvGraphicFramePr>
        <p:xfrm>
          <a:off x="6373443" y="887634"/>
          <a:ext cx="1524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4" name="Equation" r:id="rId14" imgW="1523880" imgH="812520" progId="Equation.DSMT4">
                  <p:embed/>
                </p:oleObj>
              </mc:Choice>
              <mc:Fallback>
                <p:oleObj name="Equation" r:id="rId14" imgW="1523880" imgH="812520" progId="Equation.DSMT4">
                  <p:embed/>
                  <p:pic>
                    <p:nvPicPr>
                      <p:cNvPr id="0" name="Picture 38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443" y="887634"/>
                        <a:ext cx="15240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ext Box 14">
            <a:extLst>
              <a:ext uri="{FF2B5EF4-FFF2-40B4-BE49-F238E27FC236}">
                <a16:creationId xmlns:a16="http://schemas.microsoft.com/office/drawing/2014/main" id="{5462E089-C2FF-4878-B1EB-5FE84E3EC2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073" y="4032230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即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8107A7C-A06A-4AF1-81B3-796B625ACCE5}"/>
              </a:ext>
            </a:extLst>
          </p:cNvPr>
          <p:cNvGrpSpPr/>
          <p:nvPr/>
        </p:nvGrpSpPr>
        <p:grpSpPr>
          <a:xfrm>
            <a:off x="5609331" y="3894762"/>
            <a:ext cx="1698431" cy="743194"/>
            <a:chOff x="5627141" y="4172798"/>
            <a:chExt cx="1698431" cy="743194"/>
          </a:xfrm>
        </p:grpSpPr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2C6B3E6A-268A-4E5C-B27C-850870B0EBA3}"/>
                </a:ext>
              </a:extLst>
            </p:cNvPr>
            <p:cNvSpPr/>
            <p:nvPr/>
          </p:nvSpPr>
          <p:spPr>
            <a:xfrm>
              <a:off x="5627141" y="4172798"/>
              <a:ext cx="1698431" cy="736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46" name="Object 15">
              <a:extLst>
                <a:ext uri="{FF2B5EF4-FFF2-40B4-BE49-F238E27FC236}">
                  <a16:creationId xmlns:a16="http://schemas.microsoft.com/office/drawing/2014/main" id="{6179121D-03F9-4239-AA53-04EA1A1D60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535647"/>
                </p:ext>
              </p:extLst>
            </p:nvPr>
          </p:nvGraphicFramePr>
          <p:xfrm>
            <a:off x="5895953" y="4179392"/>
            <a:ext cx="1257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15" name="Equation" r:id="rId16" imgW="1257120" imgH="736560" progId="Equation.DSMT4">
                    <p:embed/>
                  </p:oleObj>
                </mc:Choice>
                <mc:Fallback>
                  <p:oleObj name="Equation" r:id="rId16" imgW="1257120" imgH="736560" progId="Equation.DSMT4">
                    <p:embed/>
                    <p:pic>
                      <p:nvPicPr>
                        <p:cNvPr id="0" name="Picture 38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5953" y="4179392"/>
                          <a:ext cx="1257300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" name="Object 16">
            <a:extLst>
              <a:ext uri="{FF2B5EF4-FFF2-40B4-BE49-F238E27FC236}">
                <a16:creationId xmlns:a16="http://schemas.microsoft.com/office/drawing/2014/main" id="{60CD492C-272C-4129-9A7F-9286510829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245233"/>
              </p:ext>
            </p:extLst>
          </p:nvPr>
        </p:nvGraphicFramePr>
        <p:xfrm>
          <a:off x="2386953" y="2366070"/>
          <a:ext cx="68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6" name="Equation" r:id="rId18" imgW="685800" imgH="482400" progId="Equation.DSMT4">
                  <p:embed/>
                </p:oleObj>
              </mc:Choice>
              <mc:Fallback>
                <p:oleObj name="Equation" r:id="rId18" imgW="685800" imgH="482400" progId="Equation.DSMT4">
                  <p:embed/>
                  <p:pic>
                    <p:nvPicPr>
                      <p:cNvPr id="0" name="Picture 38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953" y="2366070"/>
                        <a:ext cx="685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2">
            <a:extLst>
              <a:ext uri="{FF2B5EF4-FFF2-40B4-BE49-F238E27FC236}">
                <a16:creationId xmlns:a16="http://schemas.microsoft.com/office/drawing/2014/main" id="{BD27287E-668E-414D-A7AE-50AC815459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319434"/>
              </p:ext>
            </p:extLst>
          </p:nvPr>
        </p:nvGraphicFramePr>
        <p:xfrm>
          <a:off x="5278723" y="2186434"/>
          <a:ext cx="48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7" name="Equation" r:id="rId20" imgW="482400" imgH="736560" progId="Equation.DSMT4">
                  <p:embed/>
                </p:oleObj>
              </mc:Choice>
              <mc:Fallback>
                <p:oleObj name="Equation" r:id="rId20" imgW="482400" imgH="736560" progId="Equation.DSMT4">
                  <p:embed/>
                  <p:pic>
                    <p:nvPicPr>
                      <p:cNvPr id="0" name="Picture 38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723" y="2186434"/>
                        <a:ext cx="482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3">
            <a:extLst>
              <a:ext uri="{FF2B5EF4-FFF2-40B4-BE49-F238E27FC236}">
                <a16:creationId xmlns:a16="http://schemas.microsoft.com/office/drawing/2014/main" id="{80ECD794-2B33-4E86-9EE0-88DA61DBAB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5046442"/>
              </p:ext>
            </p:extLst>
          </p:nvPr>
        </p:nvGraphicFramePr>
        <p:xfrm>
          <a:off x="5723174" y="1714277"/>
          <a:ext cx="22352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8" name="Equation" r:id="rId22" imgW="2234880" imgH="1650960" progId="Equation.DSMT4">
                  <p:embed/>
                </p:oleObj>
              </mc:Choice>
              <mc:Fallback>
                <p:oleObj name="Equation" r:id="rId22" imgW="2234880" imgH="1650960" progId="Equation.DSMT4">
                  <p:embed/>
                  <p:pic>
                    <p:nvPicPr>
                      <p:cNvPr id="0" name="Picture 38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3174" y="1714277"/>
                        <a:ext cx="223520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CEB534A-0603-4BC9-9B07-8463003D0E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129630"/>
              </p:ext>
            </p:extLst>
          </p:nvPr>
        </p:nvGraphicFramePr>
        <p:xfrm>
          <a:off x="3081672" y="2122934"/>
          <a:ext cx="2222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19" name="Equation" r:id="rId24" imgW="2222280" imgH="863280" progId="Equation.DSMT4">
                  <p:embed/>
                </p:oleObj>
              </mc:Choice>
              <mc:Fallback>
                <p:oleObj name="Equation" r:id="rId24" imgW="22222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081672" y="2122934"/>
                        <a:ext cx="2222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6E1F6A9-5B29-41A0-927D-8A6FCB07F9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302289"/>
              </p:ext>
            </p:extLst>
          </p:nvPr>
        </p:nvGraphicFramePr>
        <p:xfrm>
          <a:off x="2386953" y="3023118"/>
          <a:ext cx="102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720" name="Equation" r:id="rId26" imgW="1028520" imgH="736560" progId="Equation.DSMT4">
                  <p:embed/>
                </p:oleObj>
              </mc:Choice>
              <mc:Fallback>
                <p:oleObj name="Equation" r:id="rId26" imgW="10285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386953" y="3023118"/>
                        <a:ext cx="1028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FE86C590-33F2-47A9-8FEF-C26CEB337DD1}"/>
              </a:ext>
            </a:extLst>
          </p:cNvPr>
          <p:cNvGrpSpPr/>
          <p:nvPr/>
        </p:nvGrpSpPr>
        <p:grpSpPr>
          <a:xfrm>
            <a:off x="2154873" y="3894761"/>
            <a:ext cx="2471325" cy="812589"/>
            <a:chOff x="2172683" y="4172797"/>
            <a:chExt cx="2471325" cy="812589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7441D6D0-E27F-4534-BD8D-ED80977122A1}"/>
                </a:ext>
              </a:extLst>
            </p:cNvPr>
            <p:cNvSpPr/>
            <p:nvPr/>
          </p:nvSpPr>
          <p:spPr>
            <a:xfrm>
              <a:off x="2172683" y="4172797"/>
              <a:ext cx="2471325" cy="812589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C9C7AB1-BB4F-4D9C-A7ED-584AD72437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9236538"/>
                </p:ext>
              </p:extLst>
            </p:nvPr>
          </p:nvGraphicFramePr>
          <p:xfrm>
            <a:off x="2255233" y="4212203"/>
            <a:ext cx="2057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21" name="Equation" r:id="rId28" imgW="2057400" imgH="736560" progId="Equation.DSMT4">
                    <p:embed/>
                  </p:oleObj>
                </mc:Choice>
                <mc:Fallback>
                  <p:oleObj name="Equation" r:id="rId28" imgW="20574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2255233" y="4212203"/>
                          <a:ext cx="2057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0238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utoUpdateAnimBg="0"/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01ED80E-7831-423D-A234-6485B7F1EFA1}"/>
              </a:ext>
            </a:extLst>
          </p:cNvPr>
          <p:cNvSpPr txBox="1">
            <a:spLocks noChangeArrowheads="1"/>
          </p:cNvSpPr>
          <p:nvPr/>
        </p:nvSpPr>
        <p:spPr>
          <a:xfrm>
            <a:off x="973401" y="284961"/>
            <a:ext cx="12961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 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768234C-83F5-44D6-88CB-D8CFB15183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427021"/>
              </p:ext>
            </p:extLst>
          </p:nvPr>
        </p:nvGraphicFramePr>
        <p:xfrm>
          <a:off x="2019300" y="285750"/>
          <a:ext cx="2794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22" name="Equation" r:id="rId3" imgW="2793960" imgH="406080" progId="Equation.DSMT4">
                  <p:embed/>
                </p:oleObj>
              </mc:Choice>
              <mc:Fallback>
                <p:oleObj name="Equation" r:id="rId3" imgW="2793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19300" y="285750"/>
                        <a:ext cx="2794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A8D9936-0A7F-496C-861C-10E227A68D4D}"/>
              </a:ext>
            </a:extLst>
          </p:cNvPr>
          <p:cNvSpPr/>
          <p:nvPr/>
        </p:nvSpPr>
        <p:spPr>
          <a:xfrm>
            <a:off x="4813300" y="28496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求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8F93ADB-5BDF-4F78-8FE4-CDAAD2573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1034088"/>
              </p:ext>
            </p:extLst>
          </p:nvPr>
        </p:nvGraphicFramePr>
        <p:xfrm>
          <a:off x="5220072" y="336550"/>
          <a:ext cx="74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23" name="Equation" r:id="rId5" imgW="749160" imgH="355320" progId="Equation.DSMT4">
                  <p:embed/>
                </p:oleObj>
              </mc:Choice>
              <mc:Fallback>
                <p:oleObj name="Equation" r:id="rId5" imgW="7491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20072" y="336550"/>
                        <a:ext cx="749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8ED21F2F-5B0C-4AD4-87E4-1CD986400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198" y="1144091"/>
            <a:ext cx="6462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7DEC183-E805-4CA0-86C6-13C8EF5B9F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442059"/>
              </p:ext>
            </p:extLst>
          </p:nvPr>
        </p:nvGraphicFramePr>
        <p:xfrm>
          <a:off x="1621473" y="987574"/>
          <a:ext cx="5588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24" name="Equation" r:id="rId7" imgW="5587920" imgH="774360" progId="Equation.DSMT4">
                  <p:embed/>
                </p:oleObj>
              </mc:Choice>
              <mc:Fallback>
                <p:oleObj name="Equation" r:id="rId7" imgW="55879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21473" y="987574"/>
                        <a:ext cx="5588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EB7AC9C-7ADB-451A-858B-61554FB17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337362"/>
              </p:ext>
            </p:extLst>
          </p:nvPr>
        </p:nvGraphicFramePr>
        <p:xfrm>
          <a:off x="2411760" y="2355726"/>
          <a:ext cx="5232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25" name="Equation" r:id="rId9" imgW="5232240" imgH="774360" progId="Equation.DSMT4">
                  <p:embed/>
                </p:oleObj>
              </mc:Choice>
              <mc:Fallback>
                <p:oleObj name="Equation" r:id="rId9" imgW="52322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11760" y="2355726"/>
                        <a:ext cx="5232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6">
            <a:extLst>
              <a:ext uri="{FF2B5EF4-FFF2-40B4-BE49-F238E27FC236}">
                <a16:creationId xmlns:a16="http://schemas.microsoft.com/office/drawing/2014/main" id="{901E8E39-4ED9-4B6F-A6EB-A155D0AE8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6231" y="3435846"/>
            <a:ext cx="10330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特别</a:t>
            </a:r>
            <a:r>
              <a:rPr lang="en-US" altLang="zh-CN" sz="2400" b="1" dirty="0">
                <a:latin typeface="+mn-ea"/>
              </a:rPr>
              <a:t> 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C42C430-40F9-4921-9C6C-6703F54C3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106779"/>
              </p:ext>
            </p:extLst>
          </p:nvPr>
        </p:nvGraphicFramePr>
        <p:xfrm>
          <a:off x="2389252" y="3349178"/>
          <a:ext cx="1244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926" name="Equation" r:id="rId11" imgW="1244520" imgH="634680" progId="Equation.DSMT4">
                  <p:embed/>
                </p:oleObj>
              </mc:Choice>
              <mc:Fallback>
                <p:oleObj name="Equation" r:id="rId11" imgW="124452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89252" y="3349178"/>
                        <a:ext cx="12446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29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5ABF77B-9604-47A2-B6FC-7EFF2B8FF86B}"/>
              </a:ext>
            </a:extLst>
          </p:cNvPr>
          <p:cNvSpPr txBox="1">
            <a:spLocks noChangeArrowheads="1"/>
          </p:cNvSpPr>
          <p:nvPr/>
        </p:nvSpPr>
        <p:spPr>
          <a:xfrm>
            <a:off x="1039620" y="2499742"/>
            <a:ext cx="12961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小结</a:t>
            </a:r>
          </a:p>
        </p:txBody>
      </p:sp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604A4C8E-9C67-4FC8-8A42-3D1C19160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947588"/>
              </p:ext>
            </p:extLst>
          </p:nvPr>
        </p:nvGraphicFramePr>
        <p:xfrm>
          <a:off x="3018572" y="369094"/>
          <a:ext cx="1041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0" name="Equation" r:id="rId3" imgW="1041120" imgH="355320" progId="Equation.DSMT4">
                  <p:embed/>
                </p:oleObj>
              </mc:Choice>
              <mc:Fallback>
                <p:oleObj name="Equation" r:id="rId3" imgW="1041120" imgH="355320" progId="Equation.DSMT4">
                  <p:embed/>
                  <p:pic>
                    <p:nvPicPr>
                      <p:cNvPr id="0" name="Picture 8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572" y="369094"/>
                        <a:ext cx="10414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02346D9C-E089-45B9-A258-42E05FEAC4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143317"/>
              </p:ext>
            </p:extLst>
          </p:nvPr>
        </p:nvGraphicFramePr>
        <p:xfrm>
          <a:off x="3018572" y="905005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1" name="Equation" r:id="rId5" imgW="1625400" imgH="406080" progId="Equation.DSMT4">
                  <p:embed/>
                </p:oleObj>
              </mc:Choice>
              <mc:Fallback>
                <p:oleObj name="Equation" r:id="rId5" imgW="1625400" imgH="406080" progId="Equation.DSMT4">
                  <p:embed/>
                  <p:pic>
                    <p:nvPicPr>
                      <p:cNvPr id="0" name="Picture 8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572" y="905005"/>
                        <a:ext cx="1625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F1051DCD-ED9D-4869-BD51-94261D6BF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680239"/>
              </p:ext>
            </p:extLst>
          </p:nvPr>
        </p:nvGraphicFramePr>
        <p:xfrm>
          <a:off x="2948722" y="1536786"/>
          <a:ext cx="1765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2" name="Equation" r:id="rId7" imgW="1765080" imgH="355320" progId="Equation.DSMT4">
                  <p:embed/>
                </p:oleObj>
              </mc:Choice>
              <mc:Fallback>
                <p:oleObj name="Equation" r:id="rId7" imgW="1765080" imgH="355320" progId="Equation.DSMT4">
                  <p:embed/>
                  <p:pic>
                    <p:nvPicPr>
                      <p:cNvPr id="0" name="Picture 8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8722" y="1536786"/>
                        <a:ext cx="17653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C936101E-EA71-410D-81C3-7AB34483D7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584840"/>
              </p:ext>
            </p:extLst>
          </p:nvPr>
        </p:nvGraphicFramePr>
        <p:xfrm>
          <a:off x="2933328" y="2208581"/>
          <a:ext cx="196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3" name="Equation" r:id="rId9" imgW="1968480" imgH="355320" progId="Equation.DSMT4">
                  <p:embed/>
                </p:oleObj>
              </mc:Choice>
              <mc:Fallback>
                <p:oleObj name="Equation" r:id="rId9" imgW="1968480" imgH="355320" progId="Equation.DSMT4">
                  <p:embed/>
                  <p:pic>
                    <p:nvPicPr>
                      <p:cNvPr id="0" name="Picture 8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328" y="2208581"/>
                        <a:ext cx="1968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5">
            <a:extLst>
              <a:ext uri="{FF2B5EF4-FFF2-40B4-BE49-F238E27FC236}">
                <a16:creationId xmlns:a16="http://schemas.microsoft.com/office/drawing/2014/main" id="{6EE26075-DB93-48F1-83D0-AA7B7684B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352" y="586591"/>
            <a:ext cx="50405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牢记求导公式！！！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006E798-D54B-4F87-AC6F-3B80263BD5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602983"/>
              </p:ext>
            </p:extLst>
          </p:nvPr>
        </p:nvGraphicFramePr>
        <p:xfrm>
          <a:off x="2916972" y="2657272"/>
          <a:ext cx="359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4" name="Equation" r:id="rId11" imgW="3593880" imgH="736560" progId="Equation.DSMT4">
                  <p:embed/>
                </p:oleObj>
              </mc:Choice>
              <mc:Fallback>
                <p:oleObj name="Equation" r:id="rId11" imgW="359388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C9C7AB1-BB4F-4D9C-A7ED-584AD72437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16972" y="2657272"/>
                        <a:ext cx="3594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624B822-7F18-46C6-8AF0-64EFC4ED04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360829"/>
              </p:ext>
            </p:extLst>
          </p:nvPr>
        </p:nvGraphicFramePr>
        <p:xfrm>
          <a:off x="2948722" y="3279076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5" name="Equation" r:id="rId13" imgW="1257120" imgH="736560" progId="Equation.DSMT4">
                  <p:embed/>
                </p:oleObj>
              </mc:Choice>
              <mc:Fallback>
                <p:oleObj name="Equation" r:id="rId13" imgW="1257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48722" y="3279076"/>
                        <a:ext cx="1257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E4C82F5-41D5-4A63-82B9-BAE361284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327615"/>
              </p:ext>
            </p:extLst>
          </p:nvPr>
        </p:nvGraphicFramePr>
        <p:xfrm>
          <a:off x="2912348" y="3920995"/>
          <a:ext cx="3225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6" name="Equation" r:id="rId15" imgW="3225600" imgH="634680" progId="Equation.DSMT4">
                  <p:embed/>
                </p:oleObj>
              </mc:Choice>
              <mc:Fallback>
                <p:oleObj name="Equation" r:id="rId15" imgW="32256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12348" y="3920995"/>
                        <a:ext cx="32258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EB11E0-1007-45E8-91DC-D512AB278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692130"/>
              </p:ext>
            </p:extLst>
          </p:nvPr>
        </p:nvGraphicFramePr>
        <p:xfrm>
          <a:off x="2954338" y="4471988"/>
          <a:ext cx="1168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37" name="Equation" r:id="rId17" imgW="1168200" imgH="634680" progId="Equation.DSMT4">
                  <p:embed/>
                </p:oleObj>
              </mc:Choice>
              <mc:Fallback>
                <p:oleObj name="Equation" r:id="rId17" imgW="1168200" imgH="6346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C42C430-40F9-4921-9C6C-6703F54C36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54338" y="4471988"/>
                        <a:ext cx="11684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3954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F2BAA27-8BBC-4C65-9418-DB918B6D3AB5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654968"/>
            <a:ext cx="100811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问题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</a:t>
            </a:r>
            <a:endParaRPr lang="zh-CN" altLang="en-US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81E9D-4D57-4458-A484-9C7E87271030}"/>
              </a:ext>
            </a:extLst>
          </p:cNvPr>
          <p:cNvSpPr txBox="1">
            <a:spLocks noChangeArrowheads="1"/>
          </p:cNvSpPr>
          <p:nvPr/>
        </p:nvSpPr>
        <p:spPr>
          <a:xfrm>
            <a:off x="1671464" y="654968"/>
            <a:ext cx="685850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是否存在处处连续但处处不可导的函数 ？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E6CC16E-1DCF-43C9-B69F-FC759F4C6B2B}"/>
              </a:ext>
            </a:extLst>
          </p:cNvPr>
          <p:cNvSpPr txBox="1">
            <a:spLocks noChangeArrowheads="1"/>
          </p:cNvSpPr>
          <p:nvPr/>
        </p:nvSpPr>
        <p:spPr>
          <a:xfrm>
            <a:off x="744216" y="1425327"/>
            <a:ext cx="144016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答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存在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3FDFFE-75C9-4B03-91B1-FD175741E819}"/>
              </a:ext>
            </a:extLst>
          </p:cNvPr>
          <p:cNvSpPr txBox="1">
            <a:spLocks noChangeArrowheads="1"/>
          </p:cNvSpPr>
          <p:nvPr/>
        </p:nvSpPr>
        <p:spPr>
          <a:xfrm>
            <a:off x="2339752" y="1451372"/>
            <a:ext cx="100811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B2143AF-C8F7-460C-B071-3E4F4E5EB9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500059"/>
              </p:ext>
            </p:extLst>
          </p:nvPr>
        </p:nvGraphicFramePr>
        <p:xfrm>
          <a:off x="2123728" y="1987154"/>
          <a:ext cx="266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0" name="Equation" r:id="rId3" imgW="2666880" imgH="787320" progId="Equation.DSMT4">
                  <p:embed/>
                </p:oleObj>
              </mc:Choice>
              <mc:Fallback>
                <p:oleObj name="Equation" r:id="rId3" imgW="26668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1987154"/>
                        <a:ext cx="2667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2DEB903-C4FD-4123-AB79-1B74E997D0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47439"/>
              </p:ext>
            </p:extLst>
          </p:nvPr>
        </p:nvGraphicFramePr>
        <p:xfrm>
          <a:off x="4827588" y="2201863"/>
          <a:ext cx="257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031" name="Equation" r:id="rId5" imgW="2577960" imgH="342720" progId="Equation.DSMT4">
                  <p:embed/>
                </p:oleObj>
              </mc:Choice>
              <mc:Fallback>
                <p:oleObj name="Equation" r:id="rId5" imgW="25779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27588" y="2201863"/>
                        <a:ext cx="2578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18E7E1F7-6693-406C-BD1B-50D8C3F596E6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3110087"/>
            <a:ext cx="777439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由德国数学家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维尔斯特拉斯</a:t>
            </a:r>
            <a:r>
              <a:rPr lang="en-US" altLang="zh-CN" sz="2400" b="1" dirty="0">
                <a:latin typeface="+mn-ea"/>
                <a:ea typeface="+mn-ea"/>
              </a:rPr>
              <a:t>19</a:t>
            </a:r>
            <a:r>
              <a:rPr lang="zh-CN" altLang="en-US" sz="2400" b="1" dirty="0">
                <a:latin typeface="+mn-ea"/>
                <a:ea typeface="+mn-ea"/>
              </a:rPr>
              <a:t>世纪给出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941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EC66C86-D32E-494A-90A5-EB1CAE36AA18}"/>
              </a:ext>
            </a:extLst>
          </p:cNvPr>
          <p:cNvGrpSpPr/>
          <p:nvPr/>
        </p:nvGrpSpPr>
        <p:grpSpPr>
          <a:xfrm>
            <a:off x="683568" y="483518"/>
            <a:ext cx="8208912" cy="457200"/>
            <a:chOff x="755576" y="654968"/>
            <a:chExt cx="8208912" cy="457200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58062572-6EDC-4F4B-BEE8-1C6721F5C82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5576" y="654968"/>
              <a:ext cx="100811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问题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</a:t>
              </a:r>
              <a:endPara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576FA8D-6620-4EF9-A030-82E39EEE200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71464" y="654968"/>
              <a:ext cx="729302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如果函数    在点  可导，是否存在点  的一个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邻域</a:t>
              </a:r>
              <a:r>
                <a:rPr lang="zh-CN" altLang="en-US" sz="2400" b="1" dirty="0">
                  <a:latin typeface="+mn-ea"/>
                  <a:ea typeface="+mn-ea"/>
                </a:rPr>
                <a:t>，   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FE63A3AB-3568-413E-9716-F2F7EF459D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4178201"/>
                </p:ext>
              </p:extLst>
            </p:nvPr>
          </p:nvGraphicFramePr>
          <p:xfrm>
            <a:off x="2987824" y="76926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80" name="Equation" r:id="rId4" imgW="622080" imgH="342720" progId="Equation.DSMT4">
                    <p:embed/>
                  </p:oleObj>
                </mc:Choice>
                <mc:Fallback>
                  <p:oleObj name="Equation" r:id="rId4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987824" y="76926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F588BB4-76AA-4740-87CD-1ED7FEA042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4282359"/>
                </p:ext>
              </p:extLst>
            </p:nvPr>
          </p:nvGraphicFramePr>
          <p:xfrm>
            <a:off x="4246612" y="695722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81" name="Equation" r:id="rId6" imgW="279360" imgH="380880" progId="Equation.DSMT4">
                    <p:embed/>
                  </p:oleObj>
                </mc:Choice>
                <mc:Fallback>
                  <p:oleObj name="Equation" r:id="rId6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246612" y="695722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30B9023-1F6E-446B-9B8B-299393A337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5391278"/>
                </p:ext>
              </p:extLst>
            </p:nvPr>
          </p:nvGraphicFramePr>
          <p:xfrm>
            <a:off x="7008936" y="695722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82" name="Equation" r:id="rId8" imgW="279360" imgH="380880" progId="Equation.DSMT4">
                    <p:embed/>
                  </p:oleObj>
                </mc:Choice>
                <mc:Fallback>
                  <p:oleObj name="Equation" r:id="rId8" imgW="2793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4F588BB4-76AA-4740-87CD-1ED7FEA042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008936" y="695722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A0092A6-3758-4E95-B906-9C16FAEDD2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276551"/>
              </p:ext>
            </p:extLst>
          </p:nvPr>
        </p:nvGraphicFramePr>
        <p:xfrm>
          <a:off x="6096000" y="33020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83" name="Equation" r:id="rId10" imgW="914400" imgH="306720" progId="Equation.DSMT4">
                  <p:embed/>
                </p:oleObj>
              </mc:Choice>
              <mc:Fallback>
                <p:oleObj name="Equation" r:id="rId10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96000" y="33020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AAF7BD29-A9C5-49CD-A116-BCEDDA220C9C}"/>
              </a:ext>
            </a:extLst>
          </p:cNvPr>
          <p:cNvGrpSpPr/>
          <p:nvPr/>
        </p:nvGrpSpPr>
        <p:grpSpPr>
          <a:xfrm>
            <a:off x="107504" y="1131590"/>
            <a:ext cx="7293024" cy="457200"/>
            <a:chOff x="107504" y="1419622"/>
            <a:chExt cx="7293024" cy="4572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638A0C21-6FAF-4F9A-BEB1-05AC079F162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7504" y="1419622"/>
              <a:ext cx="7293024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使得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在这个邻域内</a:t>
              </a:r>
              <a:r>
                <a:rPr lang="zh-CN" altLang="en-US" sz="2400" b="1" dirty="0">
                  <a:latin typeface="+mn-ea"/>
                  <a:ea typeface="+mn-ea"/>
                </a:rPr>
                <a:t>函数     也一定可导？   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BF7519B-F254-4FF1-8BDA-568D7B48F5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4722210"/>
                </p:ext>
              </p:extLst>
            </p:nvPr>
          </p:nvGraphicFramePr>
          <p:xfrm>
            <a:off x="3318798" y="147677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84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FE63A3AB-3568-413E-9716-F2F7EF459D3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318798" y="147677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40B3C4F-8BB4-43AE-973A-86F5DC1C1CE8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779662"/>
            <a:ext cx="208823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答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不一定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7A8509A-7B7B-4F85-A0BF-79F7DFED6EF4}"/>
              </a:ext>
            </a:extLst>
          </p:cNvPr>
          <p:cNvSpPr txBox="1">
            <a:spLocks noChangeArrowheads="1"/>
          </p:cNvSpPr>
          <p:nvPr/>
        </p:nvSpPr>
        <p:spPr>
          <a:xfrm>
            <a:off x="2530004" y="1763172"/>
            <a:ext cx="100811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例如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F14A985-BC68-4FA3-A621-30D51EB0B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801537"/>
              </p:ext>
            </p:extLst>
          </p:nvPr>
        </p:nvGraphicFramePr>
        <p:xfrm>
          <a:off x="1862138" y="2376488"/>
          <a:ext cx="335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85" name="Equation" r:id="rId14" imgW="3352680" imgH="939600" progId="Equation.DSMT4">
                  <p:embed/>
                </p:oleObj>
              </mc:Choice>
              <mc:Fallback>
                <p:oleObj name="Equation" r:id="rId14" imgW="33526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62138" y="2376488"/>
                        <a:ext cx="3352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BA0C3F66-60B8-415F-976A-BBCF888D91C0}"/>
              </a:ext>
            </a:extLst>
          </p:cNvPr>
          <p:cNvGrpSpPr/>
          <p:nvPr/>
        </p:nvGrpSpPr>
        <p:grpSpPr>
          <a:xfrm>
            <a:off x="251520" y="3554710"/>
            <a:ext cx="8352928" cy="457200"/>
            <a:chOff x="251520" y="3554710"/>
            <a:chExt cx="8352928" cy="457200"/>
          </a:xfrm>
        </p:grpSpPr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9B2142E6-47E5-464E-9DAA-8F603EBE71F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51520" y="3554710"/>
              <a:ext cx="835292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在点     可导，但在     的任何邻域内都不可导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20E9862A-216E-4B91-B9BE-569E57F2C4B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7509627"/>
                </p:ext>
              </p:extLst>
            </p:nvPr>
          </p:nvGraphicFramePr>
          <p:xfrm>
            <a:off x="1043980" y="364361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86" name="Equation" r:id="rId16" imgW="647640" imgH="279360" progId="Equation.DSMT4">
                    <p:embed/>
                  </p:oleObj>
                </mc:Choice>
                <mc:Fallback>
                  <p:oleObj name="Equation" r:id="rId16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043980" y="364361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D476F97-0748-4E2E-8D6E-2CF5A1224A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1052343"/>
                </p:ext>
              </p:extLst>
            </p:nvPr>
          </p:nvGraphicFramePr>
          <p:xfrm>
            <a:off x="3254822" y="364361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87" name="Equation" r:id="rId18" imgW="647640" imgH="279360" progId="Equation.DSMT4">
                    <p:embed/>
                  </p:oleObj>
                </mc:Choice>
                <mc:Fallback>
                  <p:oleObj name="Equation" r:id="rId18" imgW="647640" imgH="27936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20E9862A-216E-4B91-B9BE-569E57F2C4B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254822" y="364361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1046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AEFD22E-C3DF-48D3-AD12-5C805BF7CB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209794"/>
              </p:ext>
            </p:extLst>
          </p:nvPr>
        </p:nvGraphicFramePr>
        <p:xfrm>
          <a:off x="1835696" y="411510"/>
          <a:ext cx="335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621" name="Equation" r:id="rId3" imgW="3352680" imgH="939600" progId="Equation.DSMT4">
                  <p:embed/>
                </p:oleObj>
              </mc:Choice>
              <mc:Fallback>
                <p:oleObj name="Equation" r:id="rId3" imgW="3352680" imgH="939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F14A985-BC68-4FA3-A621-30D51EB0B5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411510"/>
                        <a:ext cx="3352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7417B3A-0B17-44A1-A28C-823CDD44D3C2}"/>
              </a:ext>
            </a:extLst>
          </p:cNvPr>
          <p:cNvCxnSpPr/>
          <p:nvPr/>
        </p:nvCxnSpPr>
        <p:spPr>
          <a:xfrm>
            <a:off x="0" y="1351310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>
            <a:extLst>
              <a:ext uri="{FF2B5EF4-FFF2-40B4-BE49-F238E27FC236}">
                <a16:creationId xmlns:a16="http://schemas.microsoft.com/office/drawing/2014/main" id="{FF0D9B0E-EC08-4C9B-A81D-81DA369817CD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1491630"/>
            <a:ext cx="57606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6824E05-8E1D-4232-99D0-809F9443F60A}"/>
              </a:ext>
            </a:extLst>
          </p:cNvPr>
          <p:cNvGrpSpPr/>
          <p:nvPr/>
        </p:nvGrpSpPr>
        <p:grpSpPr>
          <a:xfrm>
            <a:off x="1012032" y="1482120"/>
            <a:ext cx="3055907" cy="457200"/>
            <a:chOff x="1012032" y="1482120"/>
            <a:chExt cx="3055907" cy="4572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73BC5E4-2B5B-49A2-9C75-AF70D57DF15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12032" y="1482120"/>
              <a:ext cx="3055907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先证在点     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3ACEA0D8-A8DC-461C-8902-FF27B1AA13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3166169"/>
                </p:ext>
              </p:extLst>
            </p:nvPr>
          </p:nvGraphicFramePr>
          <p:xfrm>
            <a:off x="2339752" y="1601851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22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39752" y="1601851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418D991-22D0-4963-8852-88DDED28DE42}"/>
              </a:ext>
            </a:extLst>
          </p:cNvPr>
          <p:cNvGrpSpPr/>
          <p:nvPr/>
        </p:nvGrpSpPr>
        <p:grpSpPr>
          <a:xfrm>
            <a:off x="539552" y="2059051"/>
            <a:ext cx="2767208" cy="457200"/>
            <a:chOff x="539552" y="2059051"/>
            <a:chExt cx="2767208" cy="457200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855A4EB5-03FC-4F30-AAEA-A68D01D2F67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552" y="2059051"/>
              <a:ext cx="276720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当   为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有理数</a:t>
              </a:r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1716F08-18C2-4327-9874-7A30176C9D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980905"/>
                </p:ext>
              </p:extLst>
            </p:nvPr>
          </p:nvGraphicFramePr>
          <p:xfrm>
            <a:off x="1012032" y="2178049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23" name="Equation" r:id="rId7" imgW="368280" imgH="279360" progId="Equation.DSMT4">
                    <p:embed/>
                  </p:oleObj>
                </mc:Choice>
                <mc:Fallback>
                  <p:oleObj name="Equation" r:id="rId7" imgW="368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12032" y="2178049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9D8680A-84BA-4BC3-8DF0-D44987723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716510"/>
              </p:ext>
            </p:extLst>
          </p:nvPr>
        </p:nvGraphicFramePr>
        <p:xfrm>
          <a:off x="703263" y="2708275"/>
          <a:ext cx="2603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624" name="Equation" r:id="rId9" imgW="2603160" imgH="736560" progId="Equation.DSMT4">
                  <p:embed/>
                </p:oleObj>
              </mc:Choice>
              <mc:Fallback>
                <p:oleObj name="Equation" r:id="rId9" imgW="2603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3263" y="2708275"/>
                        <a:ext cx="2603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031F009-9D29-44DC-A7D4-58BF53A261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650978"/>
              </p:ext>
            </p:extLst>
          </p:nvPr>
        </p:nvGraphicFramePr>
        <p:xfrm>
          <a:off x="644302" y="3651870"/>
          <a:ext cx="2019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625" name="Equation" r:id="rId11" imgW="2019240" imgH="774360" progId="Equation.DSMT4">
                  <p:embed/>
                </p:oleObj>
              </mc:Choice>
              <mc:Fallback>
                <p:oleObj name="Equation" r:id="rId11" imgW="20192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4302" y="3651870"/>
                        <a:ext cx="2019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AA97F86-883D-4741-90C2-0B78E5FB0741}"/>
              </a:ext>
            </a:extLst>
          </p:cNvPr>
          <p:cNvCxnSpPr>
            <a:cxnSpLocks/>
          </p:cNvCxnSpPr>
          <p:nvPr/>
        </p:nvCxnSpPr>
        <p:spPr>
          <a:xfrm>
            <a:off x="4572000" y="1351310"/>
            <a:ext cx="0" cy="37921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A618A59-56E5-42C9-9F2D-CAE5A1729440}"/>
              </a:ext>
            </a:extLst>
          </p:cNvPr>
          <p:cNvGrpSpPr/>
          <p:nvPr/>
        </p:nvGrpSpPr>
        <p:grpSpPr>
          <a:xfrm>
            <a:off x="4865782" y="1425702"/>
            <a:ext cx="2767208" cy="457200"/>
            <a:chOff x="4865782" y="1425702"/>
            <a:chExt cx="2767208" cy="457200"/>
          </a:xfrm>
        </p:grpSpPr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BE50F81E-F6D3-412C-B10E-85E3F02AC9F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65782" y="1425702"/>
              <a:ext cx="276720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当   为</a:t>
              </a:r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无理数</a:t>
              </a:r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8D3C97A2-C327-473F-B5EA-859110E868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029228"/>
                </p:ext>
              </p:extLst>
            </p:nvPr>
          </p:nvGraphicFramePr>
          <p:xfrm>
            <a:off x="5355456" y="1514602"/>
            <a:ext cx="3683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26" name="Equation" r:id="rId13" imgW="368280" imgH="279360" progId="Equation.DSMT4">
                    <p:embed/>
                  </p:oleObj>
                </mc:Choice>
                <mc:Fallback>
                  <p:oleObj name="Equation" r:id="rId13" imgW="368280" imgH="27936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21716F08-18C2-4327-9874-7A30176C9D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355456" y="1514602"/>
                          <a:ext cx="3683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F5DAEA1D-444D-46A6-80D3-284F86132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430643"/>
              </p:ext>
            </p:extLst>
          </p:nvPr>
        </p:nvGraphicFramePr>
        <p:xfrm>
          <a:off x="4877242" y="2043161"/>
          <a:ext cx="2603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627" name="Equation" r:id="rId14" imgW="2603160" imgH="736560" progId="Equation.DSMT4">
                  <p:embed/>
                </p:oleObj>
              </mc:Choice>
              <mc:Fallback>
                <p:oleObj name="Equation" r:id="rId14" imgW="260316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9D8680A-84BA-4BC3-8DF0-D449877234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77242" y="2043161"/>
                        <a:ext cx="2603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7CC07D2-B0A0-4BEA-8E9E-06CD782CBB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944667"/>
              </p:ext>
            </p:extLst>
          </p:nvPr>
        </p:nvGraphicFramePr>
        <p:xfrm>
          <a:off x="4673600" y="2860055"/>
          <a:ext cx="2184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628" name="Equation" r:id="rId16" imgW="2184120" imgH="774360" progId="Equation.DSMT4">
                  <p:embed/>
                </p:oleObj>
              </mc:Choice>
              <mc:Fallback>
                <p:oleObj name="Equation" r:id="rId16" imgW="2184120" imgH="7743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031F009-9D29-44DC-A7D4-58BF53A261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673600" y="2860055"/>
                        <a:ext cx="2184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5C106BB9-6C56-4B0F-A84E-48B59C9C7E86}"/>
              </a:ext>
            </a:extLst>
          </p:cNvPr>
          <p:cNvGrpSpPr/>
          <p:nvPr/>
        </p:nvGrpSpPr>
        <p:grpSpPr>
          <a:xfrm>
            <a:off x="4572000" y="3810620"/>
            <a:ext cx="4536503" cy="457200"/>
            <a:chOff x="4572000" y="3810620"/>
            <a:chExt cx="4536503" cy="457200"/>
          </a:xfrm>
        </p:grpSpPr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AE6091C0-EFAD-4057-9F06-A38B37ABC93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0" y="3810620"/>
              <a:ext cx="4536503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故函数     在点     可导，且    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E312314B-6338-49A2-9DC2-D124AF9963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5011330"/>
                </p:ext>
              </p:extLst>
            </p:nvPr>
          </p:nvGraphicFramePr>
          <p:xfrm>
            <a:off x="5627086" y="386777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29" name="Equation" r:id="rId18" imgW="622080" imgH="342720" progId="Equation.DSMT4">
                    <p:embed/>
                  </p:oleObj>
                </mc:Choice>
                <mc:Fallback>
                  <p:oleObj name="Equation" r:id="rId18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627086" y="386777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7E6BF30F-FF25-4A37-9DA5-354D5293AB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8086565"/>
                </p:ext>
              </p:extLst>
            </p:nvPr>
          </p:nvGraphicFramePr>
          <p:xfrm>
            <a:off x="6985290" y="389952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4630" name="Equation" r:id="rId20" imgW="647640" imgH="279360" progId="Equation.DSMT4">
                    <p:embed/>
                  </p:oleObj>
                </mc:Choice>
                <mc:Fallback>
                  <p:oleObj name="Equation" r:id="rId20" imgW="647640" imgH="2793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3ACEA0D8-A8DC-461C-8902-FF27B1AA13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985290" y="389952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B10ECE21-B656-45DE-BACB-B12220637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421915"/>
              </p:ext>
            </p:extLst>
          </p:nvPr>
        </p:nvGraphicFramePr>
        <p:xfrm>
          <a:off x="5883499" y="4527860"/>
          <a:ext cx="119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631" name="Equation" r:id="rId21" imgW="1193760" imgH="355320" progId="Equation.DSMT4">
                  <p:embed/>
                </p:oleObj>
              </mc:Choice>
              <mc:Fallback>
                <p:oleObj name="Equation" r:id="rId21" imgW="1193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83499" y="4527860"/>
                        <a:ext cx="1193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029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CDF2BC5-DC56-45F1-8ECD-9849DD3873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781934"/>
              </p:ext>
            </p:extLst>
          </p:nvPr>
        </p:nvGraphicFramePr>
        <p:xfrm>
          <a:off x="1835696" y="411510"/>
          <a:ext cx="3352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379" name="Equation" r:id="rId3" imgW="3352680" imgH="939600" progId="Equation.DSMT4">
                  <p:embed/>
                </p:oleObj>
              </mc:Choice>
              <mc:Fallback>
                <p:oleObj name="Equation" r:id="rId3" imgW="3352680" imgH="939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AEFD22E-C3DF-48D3-AD12-5C805BF7CB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411510"/>
                        <a:ext cx="3352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AA37F83-F587-4591-9EE3-A0AEF03AF996}"/>
              </a:ext>
            </a:extLst>
          </p:cNvPr>
          <p:cNvCxnSpPr/>
          <p:nvPr/>
        </p:nvCxnSpPr>
        <p:spPr>
          <a:xfrm>
            <a:off x="0" y="1351310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>
            <a:extLst>
              <a:ext uri="{FF2B5EF4-FFF2-40B4-BE49-F238E27FC236}">
                <a16:creationId xmlns:a16="http://schemas.microsoft.com/office/drawing/2014/main" id="{CE2AD3E9-7DB9-4BDA-8A61-99B9CB056B70}"/>
              </a:ext>
            </a:extLst>
          </p:cNvPr>
          <p:cNvSpPr txBox="1">
            <a:spLocks noChangeArrowheads="1"/>
          </p:cNvSpPr>
          <p:nvPr/>
        </p:nvSpPr>
        <p:spPr>
          <a:xfrm>
            <a:off x="525381" y="1687964"/>
            <a:ext cx="987629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续证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08C8B50-0A8D-4D0A-A832-6F106CF6A038}"/>
              </a:ext>
            </a:extLst>
          </p:cNvPr>
          <p:cNvGrpSpPr/>
          <p:nvPr/>
        </p:nvGrpSpPr>
        <p:grpSpPr>
          <a:xfrm>
            <a:off x="1259632" y="1707654"/>
            <a:ext cx="7330647" cy="457200"/>
            <a:chOff x="1489825" y="1443100"/>
            <a:chExt cx="7330647" cy="457200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E01097C0-C668-42C9-8005-E79D77DAE4B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89825" y="1443100"/>
              <a:ext cx="7330647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再证     在点     任何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去心邻域内</a:t>
              </a:r>
              <a:r>
                <a:rPr lang="zh-CN" altLang="en-US" sz="2400" b="1" dirty="0">
                  <a:latin typeface="+mn-ea"/>
                  <a:ea typeface="+mn-ea"/>
                </a:rPr>
                <a:t>都不可导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0809273-B891-4B3F-BA7D-A0C77BEDED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6569248"/>
                </p:ext>
              </p:extLst>
            </p:nvPr>
          </p:nvGraphicFramePr>
          <p:xfrm>
            <a:off x="3577608" y="154878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380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3ACEA0D8-A8DC-461C-8902-FF27B1AA13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77608" y="154878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1D5EECE-CD67-4937-9DCA-77C62ADB34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4513141"/>
                </p:ext>
              </p:extLst>
            </p:nvPr>
          </p:nvGraphicFramePr>
          <p:xfrm>
            <a:off x="2237620" y="154878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381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37620" y="154878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E218BE5-B665-46EC-84DC-B9856B4732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797368"/>
              </p:ext>
            </p:extLst>
          </p:nvPr>
        </p:nvGraphicFramePr>
        <p:xfrm>
          <a:off x="813414" y="2285483"/>
          <a:ext cx="1701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382" name="Equation" r:id="rId9" imgW="1701720" imgH="558720" progId="Equation.DSMT4">
                  <p:embed/>
                </p:oleObj>
              </mc:Choice>
              <mc:Fallback>
                <p:oleObj name="Equation" r:id="rId9" imgW="170172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3414" y="2285483"/>
                        <a:ext cx="17018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DA07251-213B-47C1-826D-CF3166C0B2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04902"/>
              </p:ext>
            </p:extLst>
          </p:nvPr>
        </p:nvGraphicFramePr>
        <p:xfrm>
          <a:off x="2801315" y="2443079"/>
          <a:ext cx="1092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383" name="Equation" r:id="rId11" imgW="1091880" imgH="520560" progId="Equation.DSMT4">
                  <p:embed/>
                </p:oleObj>
              </mc:Choice>
              <mc:Fallback>
                <p:oleObj name="Equation" r:id="rId11" imgW="10918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01315" y="2443079"/>
                        <a:ext cx="1092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CEA6FAB7-4937-4AAB-9CEA-212E74D4F0DA}"/>
              </a:ext>
            </a:extLst>
          </p:cNvPr>
          <p:cNvSpPr txBox="1">
            <a:spLocks noChangeArrowheads="1"/>
          </p:cNvSpPr>
          <p:nvPr/>
        </p:nvSpPr>
        <p:spPr>
          <a:xfrm>
            <a:off x="3893515" y="2387083"/>
            <a:ext cx="5142981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都不存在，从而不连续，所以不可导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619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D47A18B-6DEE-4D14-A483-F8BF37993776}"/>
              </a:ext>
            </a:extLst>
          </p:cNvPr>
          <p:cNvSpPr txBox="1">
            <a:spLocks noChangeArrowheads="1"/>
          </p:cNvSpPr>
          <p:nvPr/>
        </p:nvSpPr>
        <p:spPr>
          <a:xfrm>
            <a:off x="520125" y="307705"/>
            <a:ext cx="84969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 知识延展     分段函数在分界点处可导性的判定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779BD4E-4D28-42C0-9962-07BB39983230}"/>
              </a:ext>
            </a:extLst>
          </p:cNvPr>
          <p:cNvCxnSpPr/>
          <p:nvPr/>
        </p:nvCxnSpPr>
        <p:spPr>
          <a:xfrm>
            <a:off x="2915816" y="712118"/>
            <a:ext cx="4320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0D19D6A-ABDE-459A-B5CA-C5C6127C7A21}"/>
              </a:ext>
            </a:extLst>
          </p:cNvPr>
          <p:cNvGrpSpPr/>
          <p:nvPr/>
        </p:nvGrpSpPr>
        <p:grpSpPr>
          <a:xfrm>
            <a:off x="611560" y="974998"/>
            <a:ext cx="8208912" cy="914400"/>
            <a:chOff x="611560" y="974998"/>
            <a:chExt cx="8208912" cy="9144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145478E1-834A-4BED-A725-640DDF07AC5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1561" y="1203598"/>
              <a:ext cx="79208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+mn-ea"/>
                  <a:ea typeface="+mn-ea"/>
                </a:rPr>
                <a:t>1</a:t>
              </a:r>
              <a:endParaRPr lang="zh-CN" altLang="en-US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DC6F0558-B5EC-4E8C-8F2F-8EECC11A81F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1560" y="1203598"/>
              <a:ext cx="98762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+mn-ea"/>
                  <a:ea typeface="+mn-ea"/>
                </a:rPr>
                <a:t>1</a:t>
              </a:r>
              <a:endParaRPr lang="zh-CN" altLang="en-US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46C260AA-E3F2-4544-A892-FB537FEC6CF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31640" y="1203598"/>
              <a:ext cx="748883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讨论函数                   在点     处的可导性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0F293F3-FB9F-422A-88DC-0711206790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7414811"/>
                </p:ext>
              </p:extLst>
            </p:nvPr>
          </p:nvGraphicFramePr>
          <p:xfrm>
            <a:off x="2699792" y="974998"/>
            <a:ext cx="30480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52" name="Equation" r:id="rId4" imgW="3047760" imgH="914400" progId="Equation.DSMT4">
                    <p:embed/>
                  </p:oleObj>
                </mc:Choice>
                <mc:Fallback>
                  <p:oleObj name="Equation" r:id="rId4" imgW="30477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99792" y="974998"/>
                          <a:ext cx="3048000" cy="914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62B8EDB-DB37-4868-B72C-64033A1E7F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3814419"/>
                </p:ext>
              </p:extLst>
            </p:nvPr>
          </p:nvGraphicFramePr>
          <p:xfrm>
            <a:off x="6200695" y="129249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53" name="Equation" r:id="rId6" imgW="647640" imgH="279360" progId="Equation.DSMT4">
                    <p:embed/>
                  </p:oleObj>
                </mc:Choice>
                <mc:Fallback>
                  <p:oleObj name="Equation" r:id="rId6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200695" y="129249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3">
            <a:extLst>
              <a:ext uri="{FF2B5EF4-FFF2-40B4-BE49-F238E27FC236}">
                <a16:creationId xmlns:a16="http://schemas.microsoft.com/office/drawing/2014/main" id="{EB9699D4-C6A1-4431-AC21-28A30B4AFEF3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1873434"/>
            <a:ext cx="54668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775C4629-29A7-4F89-9BD4-4F9176E665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890490"/>
              </p:ext>
            </p:extLst>
          </p:nvPr>
        </p:nvGraphicFramePr>
        <p:xfrm>
          <a:off x="1163216" y="1919516"/>
          <a:ext cx="3505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54" name="Equation" r:id="rId8" imgW="3504960" imgH="533160" progId="Equation.DSMT4">
                  <p:embed/>
                </p:oleObj>
              </mc:Choice>
              <mc:Fallback>
                <p:oleObj name="Equation" r:id="rId8" imgW="350496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63216" y="1919516"/>
                        <a:ext cx="35052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0BD56F9-B9F7-4B02-B482-870B89429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766265"/>
              </p:ext>
            </p:extLst>
          </p:nvPr>
        </p:nvGraphicFramePr>
        <p:xfrm>
          <a:off x="4860032" y="1889398"/>
          <a:ext cx="3746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55" name="Equation" r:id="rId10" imgW="3746160" imgH="533160" progId="Equation.DSMT4">
                  <p:embed/>
                </p:oleObj>
              </mc:Choice>
              <mc:Fallback>
                <p:oleObj name="Equation" r:id="rId10" imgW="3746160" imgH="5331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75C4629-29A7-4F89-9BD4-4F9176E66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60032" y="1889398"/>
                        <a:ext cx="37465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EB1AE9C1-C4A9-4014-BC6B-FDED11E52DA2}"/>
              </a:ext>
            </a:extLst>
          </p:cNvPr>
          <p:cNvGrpSpPr/>
          <p:nvPr/>
        </p:nvGrpSpPr>
        <p:grpSpPr>
          <a:xfrm>
            <a:off x="574514" y="2538185"/>
            <a:ext cx="4645558" cy="457200"/>
            <a:chOff x="574514" y="2538185"/>
            <a:chExt cx="4645558" cy="457200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E4EF5F60-F155-476C-8D24-2779EB17052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4514" y="2538185"/>
              <a:ext cx="464555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从而函数     在点     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连续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40C45C9-5980-45C4-9C93-7101A71D9F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6674931"/>
                </p:ext>
              </p:extLst>
            </p:nvPr>
          </p:nvGraphicFramePr>
          <p:xfrm>
            <a:off x="1907704" y="262465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56" name="Equation" r:id="rId12" imgW="622080" imgH="342720" progId="Equation.DSMT4">
                    <p:embed/>
                  </p:oleObj>
                </mc:Choice>
                <mc:Fallback>
                  <p:oleObj name="Equation" r:id="rId12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907704" y="2624659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EF4B4CD-FA83-4877-BF0C-67874C050D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2732106"/>
                </p:ext>
              </p:extLst>
            </p:nvPr>
          </p:nvGraphicFramePr>
          <p:xfrm>
            <a:off x="3347864" y="265640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57" name="Equation" r:id="rId14" imgW="647640" imgH="279360" progId="Equation.DSMT4">
                    <p:embed/>
                  </p:oleObj>
                </mc:Choice>
                <mc:Fallback>
                  <p:oleObj name="Equation" r:id="rId14" imgW="64764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E62B8EDB-DB37-4868-B72C-64033A1E7F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347864" y="265640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DA805D9-24E2-42F6-B3A8-86DDCBC21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376760"/>
              </p:ext>
            </p:extLst>
          </p:nvPr>
        </p:nvGraphicFramePr>
        <p:xfrm>
          <a:off x="177800" y="3025503"/>
          <a:ext cx="43942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58" name="Equation" r:id="rId15" imgW="4394160" imgH="1117440" progId="Equation.DSMT4">
                  <p:embed/>
                </p:oleObj>
              </mc:Choice>
              <mc:Fallback>
                <p:oleObj name="Equation" r:id="rId15" imgW="4394160" imgH="111744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75C4629-29A7-4F89-9BD4-4F9176E66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7800" y="3025503"/>
                        <a:ext cx="4394200" cy="111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FAADDE5-19D8-4D65-BB47-A13B7C196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817008"/>
              </p:ext>
            </p:extLst>
          </p:nvPr>
        </p:nvGraphicFramePr>
        <p:xfrm>
          <a:off x="4657645" y="3300185"/>
          <a:ext cx="4381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59" name="Equation" r:id="rId17" imgW="4381200" imgH="774360" progId="Equation.DSMT4">
                  <p:embed/>
                </p:oleObj>
              </mc:Choice>
              <mc:Fallback>
                <p:oleObj name="Equation" r:id="rId17" imgW="4381200" imgH="7743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9DA805D9-24E2-42F6-B3A8-86DDCBC212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57645" y="3300185"/>
                        <a:ext cx="4381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51381908-E872-4E2E-B05D-D046A75381F8}"/>
              </a:ext>
            </a:extLst>
          </p:cNvPr>
          <p:cNvGrpSpPr/>
          <p:nvPr/>
        </p:nvGrpSpPr>
        <p:grpSpPr>
          <a:xfrm>
            <a:off x="574514" y="4232901"/>
            <a:ext cx="4594386" cy="457200"/>
            <a:chOff x="574514" y="4232901"/>
            <a:chExt cx="4594386" cy="457200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CC1B6A03-596B-4381-956A-D40A9439B49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4514" y="4232901"/>
              <a:ext cx="342105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因为               故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A01FB37F-810F-406B-9349-321D63D052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0218099"/>
                </p:ext>
              </p:extLst>
            </p:nvPr>
          </p:nvGraphicFramePr>
          <p:xfrm>
            <a:off x="1331640" y="4288533"/>
            <a:ext cx="217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60" name="Equation" r:id="rId19" imgW="2171520" imgH="380880" progId="Equation.DSMT4">
                    <p:embed/>
                  </p:oleObj>
                </mc:Choice>
                <mc:Fallback>
                  <p:oleObj name="Equation" r:id="rId19" imgW="21715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331640" y="4288533"/>
                          <a:ext cx="217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8717590B-8C8A-425B-B256-5A4B802A69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9045110"/>
                </p:ext>
              </p:extLst>
            </p:nvPr>
          </p:nvGraphicFramePr>
          <p:xfrm>
            <a:off x="3975100" y="4301119"/>
            <a:ext cx="1193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161" name="Equation" r:id="rId21" imgW="1193760" imgH="355320" progId="Equation.DSMT4">
                    <p:embed/>
                  </p:oleObj>
                </mc:Choice>
                <mc:Fallback>
                  <p:oleObj name="Equation" r:id="rId21" imgW="11937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975100" y="4301119"/>
                          <a:ext cx="1193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3470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C2A0386-66FD-4749-B2F1-C5D6CE7B4E87}"/>
              </a:ext>
            </a:extLst>
          </p:cNvPr>
          <p:cNvGrpSpPr/>
          <p:nvPr/>
        </p:nvGrpSpPr>
        <p:grpSpPr>
          <a:xfrm>
            <a:off x="611560" y="286128"/>
            <a:ext cx="8208912" cy="914400"/>
            <a:chOff x="611560" y="974998"/>
            <a:chExt cx="8208912" cy="914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1B44416-7220-4187-A15E-55A47E04F06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1561" y="1203598"/>
              <a:ext cx="79208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+mn-ea"/>
                  <a:ea typeface="+mn-ea"/>
                </a:rPr>
                <a:t>1</a:t>
              </a:r>
              <a:endParaRPr lang="zh-CN" altLang="en-US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186D7222-5181-44EA-9595-473D3806ED6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11560" y="1203598"/>
              <a:ext cx="987629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+mn-ea"/>
                  <a:ea typeface="+mn-ea"/>
                </a:rPr>
                <a:t>1</a:t>
              </a:r>
              <a:endParaRPr lang="zh-CN" altLang="en-US" sz="2400" b="1" dirty="0">
                <a:solidFill>
                  <a:srgbClr val="0066FF"/>
                </a:solidFill>
                <a:latin typeface="+mn-ea"/>
                <a:ea typeface="+mn-ea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6D2F9D42-DE47-4E40-9D46-C76E83250CD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31640" y="1203598"/>
              <a:ext cx="748883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讨论函数                   在点     处的可导性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423CC94C-9725-4801-8620-E2BDB4169C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9845572"/>
                </p:ext>
              </p:extLst>
            </p:nvPr>
          </p:nvGraphicFramePr>
          <p:xfrm>
            <a:off x="2699792" y="974998"/>
            <a:ext cx="30480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88" name="Equation" r:id="rId3" imgW="3047760" imgH="914400" progId="Equation.DSMT4">
                    <p:embed/>
                  </p:oleObj>
                </mc:Choice>
                <mc:Fallback>
                  <p:oleObj name="Equation" r:id="rId3" imgW="3047760" imgH="9144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50F293F3-FB9F-422A-88DC-07112067903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99792" y="974998"/>
                          <a:ext cx="3048000" cy="914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8CD99BB-2D23-471E-AE58-B9E58717B3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6895659"/>
                </p:ext>
              </p:extLst>
            </p:nvPr>
          </p:nvGraphicFramePr>
          <p:xfrm>
            <a:off x="6200695" y="129249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89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E62B8EDB-DB37-4868-B72C-64033A1E7F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00695" y="129249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4CB3E2EA-A360-4215-A83F-D5B2A48E2A27}"/>
              </a:ext>
            </a:extLst>
          </p:cNvPr>
          <p:cNvSpPr txBox="1">
            <a:spLocks noChangeArrowheads="1"/>
          </p:cNvSpPr>
          <p:nvPr/>
        </p:nvSpPr>
        <p:spPr>
          <a:xfrm>
            <a:off x="467543" y="1253902"/>
            <a:ext cx="987629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又解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D225C85-2157-4B89-B4A7-685A62F1CC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05411"/>
              </p:ext>
            </p:extLst>
          </p:nvPr>
        </p:nvGraphicFramePr>
        <p:xfrm>
          <a:off x="2607300" y="1352104"/>
          <a:ext cx="299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90" name="Equation" r:id="rId7" imgW="2997000" imgH="355320" progId="Equation.DSMT4">
                  <p:embed/>
                </p:oleObj>
              </mc:Choice>
              <mc:Fallback>
                <p:oleObj name="Equation" r:id="rId7" imgW="29970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07300" y="1352104"/>
                        <a:ext cx="2997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5451355-0030-4F64-AF48-2B8C2C2D7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330532"/>
              </p:ext>
            </p:extLst>
          </p:nvPr>
        </p:nvGraphicFramePr>
        <p:xfrm>
          <a:off x="2607300" y="1915349"/>
          <a:ext cx="43942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91" name="Equation" r:id="rId9" imgW="4394160" imgH="495000" progId="Equation.DSMT4">
                  <p:embed/>
                </p:oleObj>
              </mc:Choice>
              <mc:Fallback>
                <p:oleObj name="Equation" r:id="rId9" imgW="439416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07300" y="1915349"/>
                        <a:ext cx="4394200" cy="4953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E72107A5-E4F0-4559-952B-4EC736097EF7}"/>
              </a:ext>
            </a:extLst>
          </p:cNvPr>
          <p:cNvGrpSpPr/>
          <p:nvPr/>
        </p:nvGrpSpPr>
        <p:grpSpPr>
          <a:xfrm>
            <a:off x="1347718" y="2504252"/>
            <a:ext cx="1439788" cy="457200"/>
            <a:chOff x="1347718" y="2504252"/>
            <a:chExt cx="1439788" cy="457200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92656CBC-BC14-4AD3-9A72-A3241BAA40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995418" y="2504252"/>
              <a:ext cx="79208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F53DE15-45A7-4009-8755-413A357FF6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4057258"/>
                </p:ext>
              </p:extLst>
            </p:nvPr>
          </p:nvGraphicFramePr>
          <p:xfrm>
            <a:off x="1347718" y="259315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92" name="Equation" r:id="rId11" imgW="647640" imgH="279360" progId="Equation.DSMT4">
                    <p:embed/>
                  </p:oleObj>
                </mc:Choice>
                <mc:Fallback>
                  <p:oleObj name="Equation" r:id="rId11" imgW="647640" imgH="2793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B738C714-D177-41FD-AE54-938E522A08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47718" y="259315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0578FEA-A454-470C-A4B3-C9704311A6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12881"/>
              </p:ext>
            </p:extLst>
          </p:nvPr>
        </p:nvGraphicFramePr>
        <p:xfrm>
          <a:off x="2607300" y="2545921"/>
          <a:ext cx="2781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93" name="Equation" r:id="rId13" imgW="2781000" imgH="406080" progId="Equation.DSMT4">
                  <p:embed/>
                </p:oleObj>
              </mc:Choice>
              <mc:Fallback>
                <p:oleObj name="Equation" r:id="rId13" imgW="2781000" imgH="4060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D225C85-2157-4B89-B4A7-685A62F1C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07300" y="2545921"/>
                        <a:ext cx="2781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A3509EE-4C48-4A3A-B758-E851008E3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5493982"/>
              </p:ext>
            </p:extLst>
          </p:nvPr>
        </p:nvGraphicFramePr>
        <p:xfrm>
          <a:off x="2592388" y="3155950"/>
          <a:ext cx="4127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94" name="Equation" r:id="rId15" imgW="4127400" imgH="495000" progId="Equation.DSMT4">
                  <p:embed/>
                </p:oleObj>
              </mc:Choice>
              <mc:Fallback>
                <p:oleObj name="Equation" r:id="rId15" imgW="4127400" imgH="4950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5451355-0030-4F64-AF48-2B8C2C2D7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92388" y="3155950"/>
                        <a:ext cx="4127500" cy="4953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E9FDD1F8-C850-4B06-A9BE-722E1429121C}"/>
              </a:ext>
            </a:extLst>
          </p:cNvPr>
          <p:cNvGrpSpPr/>
          <p:nvPr/>
        </p:nvGrpSpPr>
        <p:grpSpPr>
          <a:xfrm>
            <a:off x="1009390" y="3921794"/>
            <a:ext cx="4594386" cy="457200"/>
            <a:chOff x="574514" y="4232901"/>
            <a:chExt cx="4594386" cy="457200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A3B0C8CA-D392-4A6F-A8B7-3FF5BF7889B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4514" y="4232901"/>
              <a:ext cx="342105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因为               故</a:t>
              </a: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B45FBD2-7678-4361-8E6B-7262E04FCCB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1777409"/>
                </p:ext>
              </p:extLst>
            </p:nvPr>
          </p:nvGraphicFramePr>
          <p:xfrm>
            <a:off x="1331640" y="4288533"/>
            <a:ext cx="217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95" name="Equation" r:id="rId17" imgW="2171520" imgH="380880" progId="Equation.DSMT4">
                    <p:embed/>
                  </p:oleObj>
                </mc:Choice>
                <mc:Fallback>
                  <p:oleObj name="Equation" r:id="rId17" imgW="217152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A01FB37F-810F-406B-9349-321D63D052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31640" y="4288533"/>
                          <a:ext cx="217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98CF1939-BBA8-4247-A030-D6BFC593E8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0784346"/>
                </p:ext>
              </p:extLst>
            </p:nvPr>
          </p:nvGraphicFramePr>
          <p:xfrm>
            <a:off x="3975100" y="4301119"/>
            <a:ext cx="1193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96" name="Equation" r:id="rId19" imgW="1193760" imgH="355320" progId="Equation.DSMT4">
                    <p:embed/>
                  </p:oleObj>
                </mc:Choice>
                <mc:Fallback>
                  <p:oleObj name="Equation" r:id="rId19" imgW="1193760" imgH="3553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717590B-8C8A-425B-B256-5A4B802A69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975100" y="4301119"/>
                          <a:ext cx="1193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Rectangle 3">
            <a:extLst>
              <a:ext uri="{FF2B5EF4-FFF2-40B4-BE49-F238E27FC236}">
                <a16:creationId xmlns:a16="http://schemas.microsoft.com/office/drawing/2014/main" id="{FC374E8C-91BA-489D-92E6-C34DCE23F430}"/>
              </a:ext>
            </a:extLst>
          </p:cNvPr>
          <p:cNvSpPr txBox="1">
            <a:spLocks noChangeArrowheads="1"/>
          </p:cNvSpPr>
          <p:nvPr/>
        </p:nvSpPr>
        <p:spPr>
          <a:xfrm>
            <a:off x="6918008" y="2559050"/>
            <a:ext cx="175844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此法对吗？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66BDF3F-C8DE-462A-8BD4-CA397A1BEBA7}"/>
              </a:ext>
            </a:extLst>
          </p:cNvPr>
          <p:cNvGrpSpPr/>
          <p:nvPr/>
        </p:nvGrpSpPr>
        <p:grpSpPr>
          <a:xfrm>
            <a:off x="1347718" y="1250504"/>
            <a:ext cx="1475606" cy="457200"/>
            <a:chOff x="1347718" y="1250504"/>
            <a:chExt cx="1475606" cy="457200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A70B9416-EE83-4930-A6B8-3A6CAAAFD12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31236" y="1250504"/>
              <a:ext cx="79208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ADE2152C-ABA5-4E2E-8B0F-C991F2735A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0398159"/>
                </p:ext>
              </p:extLst>
            </p:nvPr>
          </p:nvGraphicFramePr>
          <p:xfrm>
            <a:off x="1347718" y="1382824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5997" name="Equation" r:id="rId21" imgW="647640" imgH="279360" progId="Equation.DSMT4">
                    <p:embed/>
                  </p:oleObj>
                </mc:Choice>
                <mc:Fallback>
                  <p:oleObj name="Equation" r:id="rId21" imgW="647640" imgH="2793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6F53DE15-45A7-4009-8755-413A357FF6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347718" y="1382824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ectangle 3">
            <a:extLst>
              <a:ext uri="{FF2B5EF4-FFF2-40B4-BE49-F238E27FC236}">
                <a16:creationId xmlns:a16="http://schemas.microsoft.com/office/drawing/2014/main" id="{287E4E2A-0C75-4598-B6EF-F9B44BFCF244}"/>
              </a:ext>
            </a:extLst>
          </p:cNvPr>
          <p:cNvSpPr txBox="1">
            <a:spLocks noChangeArrowheads="1"/>
          </p:cNvSpPr>
          <p:nvPr/>
        </p:nvSpPr>
        <p:spPr>
          <a:xfrm>
            <a:off x="6410030" y="3076575"/>
            <a:ext cx="1758448" cy="15939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6000" b="1" dirty="0">
                <a:solidFill>
                  <a:srgbClr val="FF0000"/>
                </a:solidFill>
                <a:latin typeface="+mn-ea"/>
                <a:ea typeface="+mn-ea"/>
              </a:rPr>
              <a:t>√</a:t>
            </a:r>
          </a:p>
        </p:txBody>
      </p:sp>
    </p:spTree>
    <p:extLst>
      <p:ext uri="{BB962C8B-B14F-4D97-AF65-F5344CB8AC3E}">
        <p14:creationId xmlns:p14="http://schemas.microsoft.com/office/powerpoint/2010/main" val="296347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53DC41-EC9D-4417-92DB-08B26D756F7A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625966"/>
            <a:ext cx="79208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2</a:t>
            </a:r>
            <a:endParaRPr lang="zh-CN" altLang="en-US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FFDED95-2833-48C4-B317-8FFA22B0F418}"/>
              </a:ext>
            </a:extLst>
          </p:cNvPr>
          <p:cNvSpPr txBox="1">
            <a:spLocks noChangeArrowheads="1"/>
          </p:cNvSpPr>
          <p:nvPr/>
        </p:nvSpPr>
        <p:spPr>
          <a:xfrm>
            <a:off x="1079103" y="625966"/>
            <a:ext cx="7992889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n-ea"/>
                <a:ea typeface="+mn-ea"/>
              </a:rPr>
              <a:t>讨论函数                      在点     处的可导性</a:t>
            </a:r>
            <a:r>
              <a:rPr lang="en-US" altLang="zh-CN" sz="2400" b="1" dirty="0">
                <a:latin typeface="+mn-ea"/>
                <a:ea typeface="+mn-ea"/>
              </a:rPr>
              <a:t>.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33870E2-4800-4AF2-B45B-80E590D9A4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859064"/>
              </p:ext>
            </p:extLst>
          </p:nvPr>
        </p:nvGraphicFramePr>
        <p:xfrm>
          <a:off x="2411760" y="195486"/>
          <a:ext cx="33909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43" name="Equation" r:id="rId3" imgW="3390840" imgH="1346040" progId="Equation.DSMT4">
                  <p:embed/>
                </p:oleObj>
              </mc:Choice>
              <mc:Fallback>
                <p:oleObj name="Equation" r:id="rId3" imgW="3390840" imgH="1346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23CC94C-9725-4801-8620-E2BDB4169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195486"/>
                        <a:ext cx="33909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2138836-2EE3-4E59-A252-099881CB7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429009"/>
              </p:ext>
            </p:extLst>
          </p:nvPr>
        </p:nvGraphicFramePr>
        <p:xfrm>
          <a:off x="6429772" y="728886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44" name="Equation" r:id="rId5" imgW="647640" imgH="279360" progId="Equation.DSMT4">
                  <p:embed/>
                </p:oleObj>
              </mc:Choice>
              <mc:Fallback>
                <p:oleObj name="Equation" r:id="rId5" imgW="647640" imgH="279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8CD99BB-2D23-471E-AE58-B9E58717B3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29772" y="728886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8A7FBE56-A265-43ED-99C7-3649298961B8}"/>
              </a:ext>
            </a:extLst>
          </p:cNvPr>
          <p:cNvSpPr txBox="1">
            <a:spLocks noChangeArrowheads="1"/>
          </p:cNvSpPr>
          <p:nvPr/>
        </p:nvSpPr>
        <p:spPr>
          <a:xfrm>
            <a:off x="467544" y="1530574"/>
            <a:ext cx="54668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B7049E2-37A9-4BF4-BE81-CB8D189AE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993118"/>
              </p:ext>
            </p:extLst>
          </p:nvPr>
        </p:nvGraphicFramePr>
        <p:xfrm>
          <a:off x="1079103" y="1561584"/>
          <a:ext cx="340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45" name="Equation" r:id="rId7" imgW="3403440" imgH="533160" progId="Equation.DSMT4">
                  <p:embed/>
                </p:oleObj>
              </mc:Choice>
              <mc:Fallback>
                <p:oleObj name="Equation" r:id="rId7" imgW="3403440" imgH="5331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75C4629-29A7-4F89-9BD4-4F9176E66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9103" y="1561584"/>
                        <a:ext cx="3403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89FDB2B-00C8-4CC4-AE0A-DFEB11F929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981445"/>
              </p:ext>
            </p:extLst>
          </p:nvPr>
        </p:nvGraphicFramePr>
        <p:xfrm>
          <a:off x="4785742" y="1571174"/>
          <a:ext cx="3009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46" name="Equation" r:id="rId9" imgW="3009600" imgH="533160" progId="Equation.DSMT4">
                  <p:embed/>
                </p:oleObj>
              </mc:Choice>
              <mc:Fallback>
                <p:oleObj name="Equation" r:id="rId9" imgW="3009600" imgH="5331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4B7049E2-37A9-4BF4-BE81-CB8D189AE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5742" y="1571174"/>
                        <a:ext cx="30099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90E11B6B-5D93-418C-B4AB-4AB763E5AAFA}"/>
              </a:ext>
            </a:extLst>
          </p:cNvPr>
          <p:cNvGrpSpPr/>
          <p:nvPr/>
        </p:nvGrpSpPr>
        <p:grpSpPr>
          <a:xfrm>
            <a:off x="479728" y="2154432"/>
            <a:ext cx="8249950" cy="457200"/>
            <a:chOff x="570522" y="2571750"/>
            <a:chExt cx="8249950" cy="457200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15EB2097-FBC2-49CB-84D1-6E11632DBA3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0522" y="2571750"/>
              <a:ext cx="824995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因为             从而函数在     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不连续</a:t>
              </a:r>
              <a:r>
                <a:rPr lang="zh-CN" altLang="en-US" sz="2400" b="1" dirty="0">
                  <a:latin typeface="+mn-ea"/>
                  <a:ea typeface="+mn-ea"/>
                </a:rPr>
                <a:t>，故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不可导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E5A1820-B0A1-4667-8ECB-9B3E0A5DEC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3055584"/>
                </p:ext>
              </p:extLst>
            </p:nvPr>
          </p:nvGraphicFramePr>
          <p:xfrm>
            <a:off x="1331640" y="2617584"/>
            <a:ext cx="18542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47" name="Equation" r:id="rId11" imgW="1854000" imgH="406080" progId="Equation.DSMT4">
                    <p:embed/>
                  </p:oleObj>
                </mc:Choice>
                <mc:Fallback>
                  <p:oleObj name="Equation" r:id="rId11" imgW="18540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31640" y="2617584"/>
                          <a:ext cx="18542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86C826F1-7529-4648-9296-3855699201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0001673"/>
                </p:ext>
              </p:extLst>
            </p:nvPr>
          </p:nvGraphicFramePr>
          <p:xfrm>
            <a:off x="4823705" y="266065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48" name="Equation" r:id="rId13" imgW="647640" imgH="279360" progId="Equation.DSMT4">
                    <p:embed/>
                  </p:oleObj>
                </mc:Choice>
                <mc:Fallback>
                  <p:oleObj name="Equation" r:id="rId13" imgW="647640" imgH="27936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32138836-2EE3-4E59-A252-099881CB7F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23705" y="2660650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Rectangle 3">
            <a:extLst>
              <a:ext uri="{FF2B5EF4-FFF2-40B4-BE49-F238E27FC236}">
                <a16:creationId xmlns:a16="http://schemas.microsoft.com/office/drawing/2014/main" id="{16C34968-0AEE-42D4-8D8E-6D2E8563B73F}"/>
              </a:ext>
            </a:extLst>
          </p:cNvPr>
          <p:cNvSpPr txBox="1">
            <a:spLocks noChangeArrowheads="1"/>
          </p:cNvSpPr>
          <p:nvPr/>
        </p:nvSpPr>
        <p:spPr>
          <a:xfrm>
            <a:off x="439301" y="2767833"/>
            <a:ext cx="987629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又解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96FF1EB2-05CA-4EA6-B286-E43A4DA3CF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022138"/>
              </p:ext>
            </p:extLst>
          </p:nvPr>
        </p:nvGraphicFramePr>
        <p:xfrm>
          <a:off x="2549120" y="2780414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49" name="Equation" r:id="rId14" imgW="1218960" imgH="355320" progId="Equation.DSMT4">
                  <p:embed/>
                </p:oleObj>
              </mc:Choice>
              <mc:Fallback>
                <p:oleObj name="Equation" r:id="rId14" imgW="1218960" imgH="355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DD225C85-2157-4B89-B4A7-685A62F1C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49120" y="2780414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826531F-11B7-4018-A01E-88EFEE78F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873845"/>
              </p:ext>
            </p:extLst>
          </p:nvPr>
        </p:nvGraphicFramePr>
        <p:xfrm>
          <a:off x="4107210" y="2726361"/>
          <a:ext cx="2667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50" name="Equation" r:id="rId16" imgW="2666880" imgH="495000" progId="Equation.DSMT4">
                  <p:embed/>
                </p:oleObj>
              </mc:Choice>
              <mc:Fallback>
                <p:oleObj name="Equation" r:id="rId16" imgW="2666880" imgH="4950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5451355-0030-4F64-AF48-2B8C2C2D7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107210" y="2726361"/>
                        <a:ext cx="2667000" cy="4953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27FAA274-3016-4BBF-86C3-ACBA01217B70}"/>
              </a:ext>
            </a:extLst>
          </p:cNvPr>
          <p:cNvGrpSpPr/>
          <p:nvPr/>
        </p:nvGrpSpPr>
        <p:grpSpPr>
          <a:xfrm>
            <a:off x="1199812" y="3356358"/>
            <a:ext cx="1439788" cy="457200"/>
            <a:chOff x="1347718" y="2504252"/>
            <a:chExt cx="1439788" cy="457200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AE4F6A1D-F288-40D6-B162-E034978C35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995418" y="2504252"/>
              <a:ext cx="79208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33956205-17C4-4290-B2EB-5F3D6F2F10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1105680"/>
                </p:ext>
              </p:extLst>
            </p:nvPr>
          </p:nvGraphicFramePr>
          <p:xfrm>
            <a:off x="1347718" y="259315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51" name="Equation" r:id="rId18" imgW="647640" imgH="279360" progId="Equation.DSMT4">
                    <p:embed/>
                  </p:oleObj>
                </mc:Choice>
                <mc:Fallback>
                  <p:oleObj name="Equation" r:id="rId18" imgW="647640" imgH="27936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6F53DE15-45A7-4009-8755-413A357FF6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347718" y="259315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A7B0B57-15EC-4152-8539-099440A22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583987"/>
              </p:ext>
            </p:extLst>
          </p:nvPr>
        </p:nvGraphicFramePr>
        <p:xfrm>
          <a:off x="2579228" y="3394324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52" name="Equation" r:id="rId20" imgW="1218960" imgH="355320" progId="Equation.DSMT4">
                  <p:embed/>
                </p:oleObj>
              </mc:Choice>
              <mc:Fallback>
                <p:oleObj name="Equation" r:id="rId20" imgW="1218960" imgH="3553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0578FEA-A454-470C-A4B3-C9704311A6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579228" y="3394324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B0FCBD73-A6D6-4412-9E8B-C421BB5297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54983"/>
              </p:ext>
            </p:extLst>
          </p:nvPr>
        </p:nvGraphicFramePr>
        <p:xfrm>
          <a:off x="4086622" y="3394324"/>
          <a:ext cx="2667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53" name="Equation" r:id="rId22" imgW="2666880" imgH="495000" progId="Equation.DSMT4">
                  <p:embed/>
                </p:oleObj>
              </mc:Choice>
              <mc:Fallback>
                <p:oleObj name="Equation" r:id="rId22" imgW="2666880" imgH="4950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A3509EE-4C48-4A3A-B758-E851008E3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86622" y="3394324"/>
                        <a:ext cx="2667000" cy="4953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6533A5D9-682E-4DFE-8363-F8C50B0F78E5}"/>
              </a:ext>
            </a:extLst>
          </p:cNvPr>
          <p:cNvGrpSpPr/>
          <p:nvPr/>
        </p:nvGrpSpPr>
        <p:grpSpPr>
          <a:xfrm>
            <a:off x="1272006" y="2695770"/>
            <a:ext cx="1475606" cy="457200"/>
            <a:chOff x="1347718" y="1250504"/>
            <a:chExt cx="1475606" cy="457200"/>
          </a:xfrm>
        </p:grpSpPr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2DFBEF88-47C6-4312-B316-35CCEF83782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031236" y="1250504"/>
              <a:ext cx="79208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时，</a:t>
              </a: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52A97652-C688-4A93-B7B3-7D95832F7E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1948299"/>
                </p:ext>
              </p:extLst>
            </p:nvPr>
          </p:nvGraphicFramePr>
          <p:xfrm>
            <a:off x="1347718" y="1382824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54" name="Equation" r:id="rId24" imgW="647640" imgH="279360" progId="Equation.DSMT4">
                    <p:embed/>
                  </p:oleObj>
                </mc:Choice>
                <mc:Fallback>
                  <p:oleObj name="Equation" r:id="rId24" imgW="647640" imgH="2793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ADE2152C-ABA5-4E2E-8B0F-C991F2735A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347718" y="1382824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BB5C768-CD6C-40F1-A5DC-0159D229AE73}"/>
              </a:ext>
            </a:extLst>
          </p:cNvPr>
          <p:cNvGrpSpPr/>
          <p:nvPr/>
        </p:nvGrpSpPr>
        <p:grpSpPr>
          <a:xfrm>
            <a:off x="863588" y="4054912"/>
            <a:ext cx="4594386" cy="457200"/>
            <a:chOff x="574514" y="4232901"/>
            <a:chExt cx="4594386" cy="457200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5C7B9A10-4755-4713-BB3E-F543A2C1419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74514" y="4232901"/>
              <a:ext cx="342105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因为               故</a:t>
              </a: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3AE9C846-74EE-4D23-8A56-EAE1C8B1B8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647693"/>
                </p:ext>
              </p:extLst>
            </p:nvPr>
          </p:nvGraphicFramePr>
          <p:xfrm>
            <a:off x="1331640" y="4288533"/>
            <a:ext cx="21717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55" name="Equation" r:id="rId26" imgW="2171520" imgH="380880" progId="Equation.DSMT4">
                    <p:embed/>
                  </p:oleObj>
                </mc:Choice>
                <mc:Fallback>
                  <p:oleObj name="Equation" r:id="rId26" imgW="2171520" imgH="38088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A01FB37F-810F-406B-9349-321D63D0525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331640" y="4288533"/>
                          <a:ext cx="21717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998DD290-3F2F-4DCB-98BD-5BE8389446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8350763"/>
                </p:ext>
              </p:extLst>
            </p:nvPr>
          </p:nvGraphicFramePr>
          <p:xfrm>
            <a:off x="3975100" y="4301119"/>
            <a:ext cx="1193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156" name="Equation" r:id="rId28" imgW="1193760" imgH="355320" progId="Equation.DSMT4">
                    <p:embed/>
                  </p:oleObj>
                </mc:Choice>
                <mc:Fallback>
                  <p:oleObj name="Equation" r:id="rId28" imgW="1193760" imgH="3553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717590B-8C8A-425B-B256-5A4B802A69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3975100" y="4301119"/>
                          <a:ext cx="1193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3F6DB1D3-78D6-4B54-B6E7-DFFCF04DEA11}"/>
              </a:ext>
            </a:extLst>
          </p:cNvPr>
          <p:cNvSpPr txBox="1">
            <a:spLocks noChangeArrowheads="1"/>
          </p:cNvSpPr>
          <p:nvPr/>
        </p:nvSpPr>
        <p:spPr>
          <a:xfrm>
            <a:off x="6523697" y="2606666"/>
            <a:ext cx="568815" cy="15377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4000" b="1" dirty="0">
                <a:solidFill>
                  <a:srgbClr val="FF0000"/>
                </a:solidFill>
                <a:latin typeface="+mn-ea"/>
                <a:ea typeface="+mn-ea"/>
              </a:rPr>
              <a:t>×</a:t>
            </a:r>
            <a:endParaRPr lang="zh-CN" altLang="en-US" sz="140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20E8FFB-7DE7-4098-80FE-BE40C08C9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859352"/>
              </p:ext>
            </p:extLst>
          </p:nvPr>
        </p:nvGraphicFramePr>
        <p:xfrm>
          <a:off x="6074792" y="3068186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57" name="Equation" r:id="rId30" imgW="914400" imgH="306720" progId="Equation.DSMT4">
                  <p:embed/>
                </p:oleObj>
              </mc:Choice>
              <mc:Fallback>
                <p:oleObj name="Equation" r:id="rId30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6074792" y="3068186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466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28540D56-9487-4C84-A07E-1D518B79F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11509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2.1.3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在                   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                    内             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9E6928D-6FF3-4259-BCDF-4C7DCDB52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137295"/>
              </p:ext>
            </p:extLst>
          </p:nvPr>
        </p:nvGraphicFramePr>
        <p:xfrm>
          <a:off x="2915816" y="48722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816" y="487225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477993D-DD21-4E57-B237-15BED4204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493149"/>
              </p:ext>
            </p:extLst>
          </p:nvPr>
        </p:nvGraphicFramePr>
        <p:xfrm>
          <a:off x="4060825" y="452438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3" name="Equation" r:id="rId5" imgW="1320480" imgH="380880" progId="Equation.DSMT4">
                  <p:embed/>
                </p:oleObj>
              </mc:Choice>
              <mc:Fallback>
                <p:oleObj name="Equation" r:id="rId5" imgW="13204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0825" y="452438"/>
                        <a:ext cx="132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BBD6ECA-6617-41F3-9CD0-8D6F66EF05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862061"/>
              </p:ext>
            </p:extLst>
          </p:nvPr>
        </p:nvGraphicFramePr>
        <p:xfrm>
          <a:off x="6948264" y="470892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4" name="Equation" r:id="rId7" imgW="1346040" imgH="380880" progId="Equation.DSMT4">
                  <p:embed/>
                </p:oleObj>
              </mc:Choice>
              <mc:Fallback>
                <p:oleObj name="Equation" r:id="rId7" imgW="13460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48264" y="470892"/>
                        <a:ext cx="13462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>
            <a:extLst>
              <a:ext uri="{FF2B5EF4-FFF2-40B4-BE49-F238E27FC236}">
                <a16:creationId xmlns:a16="http://schemas.microsoft.com/office/drawing/2014/main" id="{4529AD6A-BDAB-4138-9EED-5C13A5DA8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32557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可导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                        存在，则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存在，且有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AEDEC6F-8DDF-4050-B737-A68B411E59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585329"/>
              </p:ext>
            </p:extLst>
          </p:nvPr>
        </p:nvGraphicFramePr>
        <p:xfrm>
          <a:off x="1619672" y="987574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5" name="Equation" r:id="rId9" imgW="1752480" imgH="533160" progId="Equation.DSMT4">
                  <p:embed/>
                </p:oleObj>
              </mc:Choice>
              <mc:Fallback>
                <p:oleObj name="Equation" r:id="rId9" imgW="17524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987574"/>
                        <a:ext cx="1752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035FC0E-4D8F-40F6-98AD-070662C33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553287"/>
              </p:ext>
            </p:extLst>
          </p:nvPr>
        </p:nvGraphicFramePr>
        <p:xfrm>
          <a:off x="4644008" y="972889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6" name="Equation" r:id="rId11" imgW="812520" imgH="380880" progId="Equation.DSMT4">
                  <p:embed/>
                </p:oleObj>
              </mc:Choice>
              <mc:Fallback>
                <p:oleObj name="Equation" r:id="rId11" imgW="812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44008" y="972889"/>
                        <a:ext cx="812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5B02BB1-A06B-4BD6-9578-8DED77B316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415434"/>
              </p:ext>
            </p:extLst>
          </p:nvPr>
        </p:nvGraphicFramePr>
        <p:xfrm>
          <a:off x="2843808" y="1575991"/>
          <a:ext cx="2882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7" name="Equation" r:id="rId13" imgW="2882880" imgH="533160" progId="Equation.DSMT4">
                  <p:embed/>
                </p:oleObj>
              </mc:Choice>
              <mc:Fallback>
                <p:oleObj name="Equation" r:id="rId13" imgW="28828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3808" y="1575991"/>
                        <a:ext cx="2882900" cy="5334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>
            <a:extLst>
              <a:ext uri="{FF2B5EF4-FFF2-40B4-BE49-F238E27FC236}">
                <a16:creationId xmlns:a16="http://schemas.microsoft.com/office/drawing/2014/main" id="{E9D9BA21-1EDC-4708-862E-686B3A93D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2223057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         在                   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，在                    内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可导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，且             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CB93697-B1D2-4760-8181-E7E3820ED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2475591"/>
              </p:ext>
            </p:extLst>
          </p:nvPr>
        </p:nvGraphicFramePr>
        <p:xfrm>
          <a:off x="1403648" y="232719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9E6928D-6FF3-4259-BCDF-4C7DCDB52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232719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6D72CB4-33B0-4A7C-84A6-F9F68C769A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804545"/>
              </p:ext>
            </p:extLst>
          </p:nvPr>
        </p:nvGraphicFramePr>
        <p:xfrm>
          <a:off x="2507020" y="2267483"/>
          <a:ext cx="132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09" name="Equation" r:id="rId15" imgW="1320480" imgH="380880" progId="Equation.DSMT4">
                  <p:embed/>
                </p:oleObj>
              </mc:Choice>
              <mc:Fallback>
                <p:oleObj name="Equation" r:id="rId15" imgW="132048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477993D-DD21-4E57-B237-15BED42040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07020" y="2267483"/>
                        <a:ext cx="132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30CA474-4F11-47E9-945A-E955F04432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425807"/>
              </p:ext>
            </p:extLst>
          </p:nvPr>
        </p:nvGraphicFramePr>
        <p:xfrm>
          <a:off x="5432400" y="2273146"/>
          <a:ext cx="133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10" name="Equation" r:id="rId17" imgW="1333440" imgH="380880" progId="Equation.DSMT4">
                  <p:embed/>
                </p:oleObj>
              </mc:Choice>
              <mc:Fallback>
                <p:oleObj name="Equation" r:id="rId17" imgW="1333440" imgH="380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BBD6ECA-6617-41F3-9CD0-8D6F66EF0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432400" y="2273146"/>
                        <a:ext cx="1333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">
            <a:extLst>
              <a:ext uri="{FF2B5EF4-FFF2-40B4-BE49-F238E27FC236}">
                <a16:creationId xmlns:a16="http://schemas.microsoft.com/office/drawing/2014/main" id="{86B1F035-A6AC-47E2-A50C-A51256DF6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08" y="2811474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存在，则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存在，且有      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143D427-254E-4C67-B8FD-2CB669B4CA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746775"/>
              </p:ext>
            </p:extLst>
          </p:nvPr>
        </p:nvGraphicFramePr>
        <p:xfrm>
          <a:off x="539552" y="2885563"/>
          <a:ext cx="1752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11" name="Equation" r:id="rId19" imgW="1752480" imgH="533160" progId="Equation.DSMT4">
                  <p:embed/>
                </p:oleObj>
              </mc:Choice>
              <mc:Fallback>
                <p:oleObj name="Equation" r:id="rId19" imgW="1752480" imgH="533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AEDEC6F-8DDF-4050-B737-A68B411E59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9552" y="2885563"/>
                        <a:ext cx="17526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0BF2BA0-7D7C-4D6B-ADE7-62C3FF0DD2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402741"/>
              </p:ext>
            </p:extLst>
          </p:nvPr>
        </p:nvGraphicFramePr>
        <p:xfrm>
          <a:off x="3610124" y="2841726"/>
          <a:ext cx="812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12" name="Equation" r:id="rId21" imgW="812520" imgH="380880" progId="Equation.DSMT4">
                  <p:embed/>
                </p:oleObj>
              </mc:Choice>
              <mc:Fallback>
                <p:oleObj name="Equation" r:id="rId21" imgW="812520" imgH="380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35FC0E-4D8F-40F6-98AD-070662C333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10124" y="2841726"/>
                        <a:ext cx="812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F97E2B0-7BFE-4376-BDB8-9D2072FE16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031512"/>
              </p:ext>
            </p:extLst>
          </p:nvPr>
        </p:nvGraphicFramePr>
        <p:xfrm>
          <a:off x="2778125" y="3602038"/>
          <a:ext cx="28702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13" name="Equation" r:id="rId23" imgW="2869920" imgH="533160" progId="Equation.DSMT4">
                  <p:embed/>
                </p:oleObj>
              </mc:Choice>
              <mc:Fallback>
                <p:oleObj name="Equation" r:id="rId23" imgW="2869920" imgH="533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5B02BB1-A06B-4BD6-9578-8DED77B316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778125" y="3602038"/>
                        <a:ext cx="2870200" cy="53340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7350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F357701-C9E4-4BF2-B0EE-F43AA703EDD1}"/>
              </a:ext>
            </a:extLst>
          </p:cNvPr>
          <p:cNvSpPr txBox="1">
            <a:spLocks noChangeArrowheads="1"/>
          </p:cNvSpPr>
          <p:nvPr/>
        </p:nvSpPr>
        <p:spPr>
          <a:xfrm>
            <a:off x="516052" y="444361"/>
            <a:ext cx="86409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说明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2461120-5D6C-4349-A596-7B250A539B37}"/>
              </a:ext>
            </a:extLst>
          </p:cNvPr>
          <p:cNvSpPr txBox="1">
            <a:spLocks noChangeArrowheads="1"/>
          </p:cNvSpPr>
          <p:nvPr/>
        </p:nvSpPr>
        <p:spPr>
          <a:xfrm>
            <a:off x="1115616" y="448876"/>
            <a:ext cx="7848872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如果分段函数在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分界点连续的一侧导函数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的极限存在，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5876B5-B5B7-4A3F-A2B7-F40ACF1E5E1E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962874"/>
            <a:ext cx="8784976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既可以用导数的定义求单侧导数，也可以用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2.1.3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求单侧导数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8E6B688-872B-4C9C-B0C1-D82CCC639F7E}"/>
              </a:ext>
            </a:extLst>
          </p:cNvPr>
          <p:cNvGrpSpPr/>
          <p:nvPr/>
        </p:nvGrpSpPr>
        <p:grpSpPr>
          <a:xfrm>
            <a:off x="626252" y="1563688"/>
            <a:ext cx="3178986" cy="914400"/>
            <a:chOff x="626252" y="1563688"/>
            <a:chExt cx="3178986" cy="9144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0BB5475F-84AB-49D3-8D7B-DD197D5787E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26252" y="1744794"/>
              <a:ext cx="54668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ea typeface="+mn-ea"/>
                </a:rPr>
                <a:t>例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1DF195B-1ACA-4748-AD90-91BDB5096F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7835737"/>
                </p:ext>
              </p:extLst>
            </p:nvPr>
          </p:nvGraphicFramePr>
          <p:xfrm>
            <a:off x="1214438" y="1563688"/>
            <a:ext cx="25908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12" name="Equation" r:id="rId3" imgW="2590560" imgH="914400" progId="Equation.DSMT4">
                    <p:embed/>
                  </p:oleObj>
                </mc:Choice>
                <mc:Fallback>
                  <p:oleObj name="Equation" r:id="rId3" imgW="259056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14438" y="1563688"/>
                          <a:ext cx="2590800" cy="914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6F70701-70E4-4DCC-AB1C-50D332FED2D4}"/>
              </a:ext>
            </a:extLst>
          </p:cNvPr>
          <p:cNvGrpSpPr/>
          <p:nvPr/>
        </p:nvGrpSpPr>
        <p:grpSpPr>
          <a:xfrm>
            <a:off x="3846744" y="1744794"/>
            <a:ext cx="3101520" cy="457200"/>
            <a:chOff x="3846744" y="1744794"/>
            <a:chExt cx="3101520" cy="457200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AFC4BD32-E2B9-4F6B-B421-E01E7E628B2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846744" y="1744794"/>
              <a:ext cx="3101520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在    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右连续</a:t>
              </a:r>
              <a:r>
                <a:rPr lang="zh-CN" altLang="en-US" sz="2400" b="1" dirty="0">
                  <a:latin typeface="+mn-ea"/>
                  <a:ea typeface="+mn-ea"/>
                </a:rPr>
                <a:t>，且     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89A43939-DF16-480F-8958-EE75D40D6B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6957890"/>
                </p:ext>
              </p:extLst>
            </p:nvPr>
          </p:nvGraphicFramePr>
          <p:xfrm>
            <a:off x="4273550" y="1833694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13" name="Equation" r:id="rId5" imgW="596880" imgH="279360" progId="Equation.DSMT4">
                    <p:embed/>
                  </p:oleObj>
                </mc:Choice>
                <mc:Fallback>
                  <p:oleObj name="Equation" r:id="rId5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73550" y="1833694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3B20E70-9B89-4AF6-8C7B-9C06301FC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85030"/>
              </p:ext>
            </p:extLst>
          </p:nvPr>
        </p:nvGraphicFramePr>
        <p:xfrm>
          <a:off x="627036" y="2535303"/>
          <a:ext cx="4978401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14" name="Equation" r:id="rId7" imgW="4978080" imgH="495000" progId="Equation.DSMT4">
                  <p:embed/>
                </p:oleObj>
              </mc:Choice>
              <mc:Fallback>
                <p:oleObj name="Equation" r:id="rId7" imgW="49780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7036" y="2535303"/>
                        <a:ext cx="4978401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5D3DEE71-658A-4FC5-B4AE-BBD47521B19D}"/>
              </a:ext>
            </a:extLst>
          </p:cNvPr>
          <p:cNvGrpSpPr/>
          <p:nvPr/>
        </p:nvGrpSpPr>
        <p:grpSpPr>
          <a:xfrm>
            <a:off x="5634035" y="2459655"/>
            <a:ext cx="2375904" cy="457200"/>
            <a:chOff x="5634035" y="2459655"/>
            <a:chExt cx="2375904" cy="457200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80BF0D4E-B5AB-409F-A461-3DB9D90ACE9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34035" y="2459655"/>
              <a:ext cx="162760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从而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7631F292-4A2A-4BEB-AA3B-D473C84DF9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2859568"/>
                </p:ext>
              </p:extLst>
            </p:nvPr>
          </p:nvGraphicFramePr>
          <p:xfrm>
            <a:off x="6447839" y="2535303"/>
            <a:ext cx="1562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15" name="Equation" r:id="rId9" imgW="1562040" imgH="380880" progId="Equation.DSMT4">
                    <p:embed/>
                  </p:oleObj>
                </mc:Choice>
                <mc:Fallback>
                  <p:oleObj name="Equation" r:id="rId9" imgW="15620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447839" y="2535303"/>
                          <a:ext cx="1562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0EE212D-EEEA-4C11-BED7-35EE0C156AFB}"/>
              </a:ext>
            </a:extLst>
          </p:cNvPr>
          <p:cNvGrpSpPr/>
          <p:nvPr/>
        </p:nvGrpSpPr>
        <p:grpSpPr>
          <a:xfrm>
            <a:off x="546898" y="3201529"/>
            <a:ext cx="3726652" cy="457200"/>
            <a:chOff x="546898" y="3201529"/>
            <a:chExt cx="3726652" cy="457200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37BB011D-6922-4E81-ADF5-97FB1C0C687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46898" y="3201529"/>
              <a:ext cx="3726652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但    在     处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非左连续</a:t>
              </a:r>
              <a:r>
                <a:rPr lang="zh-CN" altLang="en-US" sz="2400" b="1" dirty="0">
                  <a:latin typeface="+mn-ea"/>
                  <a:ea typeface="+mn-ea"/>
                </a:rPr>
                <a:t>，     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F9689A2B-551C-4DEF-93A6-D1E586618F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3065013"/>
                </p:ext>
              </p:extLst>
            </p:nvPr>
          </p:nvGraphicFramePr>
          <p:xfrm>
            <a:off x="948100" y="329265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16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48100" y="329265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69B6383B-33E6-4AA1-9BA3-69AE0324CC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8492489"/>
                </p:ext>
              </p:extLst>
            </p:nvPr>
          </p:nvGraphicFramePr>
          <p:xfrm>
            <a:off x="2002708" y="3324407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17" name="Equation" r:id="rId13" imgW="596880" imgH="279360" progId="Equation.DSMT4">
                    <p:embed/>
                  </p:oleObj>
                </mc:Choice>
                <mc:Fallback>
                  <p:oleObj name="Equation" r:id="rId13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002708" y="3324407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ABCCF702-A7A0-49C5-B93B-15D21285B44D}"/>
              </a:ext>
            </a:extLst>
          </p:cNvPr>
          <p:cNvGrpSpPr/>
          <p:nvPr/>
        </p:nvGrpSpPr>
        <p:grpSpPr>
          <a:xfrm>
            <a:off x="4273550" y="3178357"/>
            <a:ext cx="2767676" cy="457200"/>
            <a:chOff x="580188" y="4358300"/>
            <a:chExt cx="2767676" cy="457200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ADE92085-1224-4751-BB05-BE7BCB0FA67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80188" y="4358300"/>
              <a:ext cx="2767676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从而     不存在</a:t>
              </a:r>
              <a:r>
                <a:rPr lang="en-US" altLang="zh-CN" sz="2400" b="1" dirty="0">
                  <a:latin typeface="+mn-ea"/>
                  <a:ea typeface="+mn-ea"/>
                </a:rPr>
                <a:t>.</a:t>
              </a:r>
              <a:endParaRPr lang="zh-CN" altLang="en-US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52CBC61-FE0C-4BDB-A287-FF8C496D9F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0004403"/>
                </p:ext>
              </p:extLst>
            </p:nvPr>
          </p:nvGraphicFramePr>
          <p:xfrm>
            <a:off x="1351494" y="4409378"/>
            <a:ext cx="635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9918" name="Equation" r:id="rId15" imgW="634680" imgH="380880" progId="Equation.DSMT4">
                    <p:embed/>
                  </p:oleObj>
                </mc:Choice>
                <mc:Fallback>
                  <p:oleObj name="Equation" r:id="rId15" imgW="6346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51494" y="4409378"/>
                          <a:ext cx="635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7798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B578CF3-4BBE-40EF-965B-F8775380347E}"/>
              </a:ext>
            </a:extLst>
          </p:cNvPr>
          <p:cNvSpPr txBox="1">
            <a:spLocks noChangeArrowheads="1"/>
          </p:cNvSpPr>
          <p:nvPr/>
        </p:nvSpPr>
        <p:spPr>
          <a:xfrm>
            <a:off x="539551" y="255707"/>
            <a:ext cx="525658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讨论分段函数在分界点的可导性方法：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2CA798B-9537-41F1-B26A-048D605F6E7C}"/>
              </a:ext>
            </a:extLst>
          </p:cNvPr>
          <p:cNvGrpSpPr/>
          <p:nvPr/>
        </p:nvGrpSpPr>
        <p:grpSpPr>
          <a:xfrm>
            <a:off x="539551" y="987574"/>
            <a:ext cx="8064895" cy="457200"/>
            <a:chOff x="539552" y="1203598"/>
            <a:chExt cx="8064895" cy="45720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8BB3335D-BC5C-4CC6-AE91-A889FFE1162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552" y="1203598"/>
              <a:ext cx="8064895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(1)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如果分段函数         在分界点     不连续，则一定不可导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0697CFE-55B5-42D0-A27B-5336F5444E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4107639"/>
                </p:ext>
              </p:extLst>
            </p:nvPr>
          </p:nvGraphicFramePr>
          <p:xfrm>
            <a:off x="2915816" y="126074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58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15816" y="126074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C32D81F-19F8-4FCC-9F80-D314955B96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4748964"/>
                </p:ext>
              </p:extLst>
            </p:nvPr>
          </p:nvGraphicFramePr>
          <p:xfrm>
            <a:off x="4860032" y="126074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59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60032" y="1260748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0A597C8-EBC6-49F5-8AC1-49A810DD8DF0}"/>
              </a:ext>
            </a:extLst>
          </p:cNvPr>
          <p:cNvGrpSpPr/>
          <p:nvPr/>
        </p:nvGrpSpPr>
        <p:grpSpPr>
          <a:xfrm>
            <a:off x="539550" y="1545377"/>
            <a:ext cx="8280921" cy="457200"/>
            <a:chOff x="539551" y="1761401"/>
            <a:chExt cx="8280921" cy="4572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8DE8539E-9229-4F2F-BDA7-D1F6F46365B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39551" y="1761401"/>
              <a:ext cx="8280921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(2)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如果分段函数         在分界点     连续，在               内可导，</a:t>
              </a: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1B2CCEC0-D19C-4643-B3B6-A0E0C793FB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1417510"/>
                </p:ext>
              </p:extLst>
            </p:nvPr>
          </p:nvGraphicFramePr>
          <p:xfrm>
            <a:off x="2915816" y="181855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60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0697CFE-55B5-42D0-A27B-5336F5444E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15816" y="181855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009AC24-31FF-477D-8BC8-218F00D481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9852878"/>
                </p:ext>
              </p:extLst>
            </p:nvPr>
          </p:nvGraphicFramePr>
          <p:xfrm>
            <a:off x="4860032" y="178008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61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CC32D81F-19F8-4FCC-9F80-D314955B96B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60032" y="1780089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40B824A-40A8-45CD-AF77-6C77197238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0040303"/>
                </p:ext>
              </p:extLst>
            </p:nvPr>
          </p:nvGraphicFramePr>
          <p:xfrm>
            <a:off x="6461348" y="1818551"/>
            <a:ext cx="1041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62" name="Equation" r:id="rId11" imgW="1041120" imgH="380880" progId="Equation.DSMT4">
                    <p:embed/>
                  </p:oleObj>
                </mc:Choice>
                <mc:Fallback>
                  <p:oleObj name="Equation" r:id="rId11" imgW="1041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461348" y="1818551"/>
                          <a:ext cx="1041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189D7D2-4BF3-4AF2-B66F-6470E8CD02EC}"/>
              </a:ext>
            </a:extLst>
          </p:cNvPr>
          <p:cNvGrpSpPr/>
          <p:nvPr/>
        </p:nvGrpSpPr>
        <p:grpSpPr>
          <a:xfrm>
            <a:off x="107504" y="2136299"/>
            <a:ext cx="5112568" cy="582216"/>
            <a:chOff x="107505" y="2352323"/>
            <a:chExt cx="5112568" cy="582216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E2D71D77-146B-41C0-8775-44C8D11C565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07505" y="2352323"/>
              <a:ext cx="5112568" cy="45720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0033CC"/>
                  </a:soli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且                 和                  都存在，则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79AEA16-A243-444B-8947-9011A6BDC1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6070492"/>
                </p:ext>
              </p:extLst>
            </p:nvPr>
          </p:nvGraphicFramePr>
          <p:xfrm>
            <a:off x="539551" y="2401139"/>
            <a:ext cx="12446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63" name="Equation" r:id="rId13" imgW="1244520" imgH="533160" progId="Equation.DSMT4">
                    <p:embed/>
                  </p:oleObj>
                </mc:Choice>
                <mc:Fallback>
                  <p:oleObj name="Equation" r:id="rId13" imgW="1244520" imgH="5331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9551" y="2401139"/>
                          <a:ext cx="12446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E71AF09E-1A2F-4654-9E17-E89EAC321B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4146839"/>
                </p:ext>
              </p:extLst>
            </p:nvPr>
          </p:nvGraphicFramePr>
          <p:xfrm>
            <a:off x="2194122" y="2401139"/>
            <a:ext cx="12446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64" name="Equation" r:id="rId15" imgW="1244520" imgH="533160" progId="Equation.DSMT4">
                    <p:embed/>
                  </p:oleObj>
                </mc:Choice>
                <mc:Fallback>
                  <p:oleObj name="Equation" r:id="rId15" imgW="1244520" imgH="5331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379AEA16-A243-444B-8947-9011A6BDC1E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194122" y="2401139"/>
                          <a:ext cx="12446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B7885AB-2F7B-4AB0-8CCA-E4E8FB2886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024826"/>
              </p:ext>
            </p:extLst>
          </p:nvPr>
        </p:nvGraphicFramePr>
        <p:xfrm>
          <a:off x="1259631" y="2931790"/>
          <a:ext cx="2387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65" name="Equation" r:id="rId17" imgW="2387520" imgH="533160" progId="Equation.DSMT4">
                  <p:embed/>
                </p:oleObj>
              </mc:Choice>
              <mc:Fallback>
                <p:oleObj name="Equation" r:id="rId17" imgW="2387520" imgH="5331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8F97E2B0-7BFE-4376-BDB8-9D2072FE16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59631" y="2931790"/>
                        <a:ext cx="2387600" cy="5334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9201372-CF6A-4B33-8A80-FAC8B784B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820024"/>
              </p:ext>
            </p:extLst>
          </p:nvPr>
        </p:nvGraphicFramePr>
        <p:xfrm>
          <a:off x="3923927" y="2931790"/>
          <a:ext cx="23749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966" name="Equation" r:id="rId19" imgW="2374560" imgH="533160" progId="Equation.DSMT4">
                  <p:embed/>
                </p:oleObj>
              </mc:Choice>
              <mc:Fallback>
                <p:oleObj name="Equation" r:id="rId19" imgW="2374560" imgH="533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55B02BB1-A06B-4BD6-9578-8DED77B316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923927" y="2931790"/>
                        <a:ext cx="2374900" cy="5334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3">
            <a:extLst>
              <a:ext uri="{FF2B5EF4-FFF2-40B4-BE49-F238E27FC236}">
                <a16:creationId xmlns:a16="http://schemas.microsoft.com/office/drawing/2014/main" id="{C39472F4-A179-446D-BDEE-4F6EB77328DE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3574881"/>
            <a:ext cx="669674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(3)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也可以用导数定义去判断左右导数的存在性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39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3196EB2B-F916-48A3-A7DB-8E4249C00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52" y="411510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400" b="1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2.1.4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在区间    上可导，则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导函数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的间断点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B811FC3-DA00-4127-AAE8-ACED418A7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541987"/>
              </p:ext>
            </p:extLst>
          </p:nvPr>
        </p:nvGraphicFramePr>
        <p:xfrm>
          <a:off x="2331428" y="47089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1428" y="47089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7BCFB19-3CA9-4A2A-97F6-CE56C188CA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685502"/>
              </p:ext>
            </p:extLst>
          </p:nvPr>
        </p:nvGraphicFramePr>
        <p:xfrm>
          <a:off x="4059620" y="508992"/>
          <a:ext cx="190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79" name="Equation" r:id="rId5" imgW="190440" imgH="266400" progId="Equation.DSMT4">
                  <p:embed/>
                </p:oleObj>
              </mc:Choice>
              <mc:Fallback>
                <p:oleObj name="Equation" r:id="rId5" imgW="1904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59620" y="508992"/>
                        <a:ext cx="190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8A409D7-9F24-453C-A587-0C2493E796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075655"/>
              </p:ext>
            </p:extLst>
          </p:nvPr>
        </p:nvGraphicFramePr>
        <p:xfrm>
          <a:off x="6723916" y="45322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80" name="Equation" r:id="rId7" imgW="685800" imgH="355320" progId="Equation.DSMT4">
                  <p:embed/>
                </p:oleObj>
              </mc:Choice>
              <mc:Fallback>
                <p:oleObj name="Equation" r:id="rId7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23916" y="453226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C70E4E05-7D2F-4FE3-8C98-7EB72519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970657"/>
            <a:ext cx="84249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都属于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第二类间断点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5260A6-39B6-4D0F-98B3-DEC074E6B479}"/>
              </a:ext>
            </a:extLst>
          </p:cNvPr>
          <p:cNvSpPr/>
          <p:nvPr/>
        </p:nvSpPr>
        <p:spPr>
          <a:xfrm>
            <a:off x="719278" y="177966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1974AF5-3949-48DE-9861-BF7B726D4AA6}"/>
              </a:ext>
            </a:extLst>
          </p:cNvPr>
          <p:cNvGrpSpPr/>
          <p:nvPr/>
        </p:nvGrpSpPr>
        <p:grpSpPr>
          <a:xfrm>
            <a:off x="1213324" y="1779662"/>
            <a:ext cx="5482618" cy="461665"/>
            <a:chOff x="1241298" y="1529804"/>
            <a:chExt cx="5482618" cy="46166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0A70F32-D1AD-49D9-A0A3-0FA938FA3BA0}"/>
                </a:ext>
              </a:extLst>
            </p:cNvPr>
            <p:cNvSpPr/>
            <p:nvPr/>
          </p:nvSpPr>
          <p:spPr>
            <a:xfrm>
              <a:off x="1241298" y="1529804"/>
              <a:ext cx="54826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反设     为导函数          的第一类间断点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12EDBC24-C9EF-400A-A2AA-8D3606329C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108969"/>
                </p:ext>
              </p:extLst>
            </p:nvPr>
          </p:nvGraphicFramePr>
          <p:xfrm>
            <a:off x="1979712" y="1557545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981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79712" y="1557545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0F3A39E0-2DF2-44D4-BAE9-FE326EDD5D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4675758"/>
                </p:ext>
              </p:extLst>
            </p:nvPr>
          </p:nvGraphicFramePr>
          <p:xfrm>
            <a:off x="3594428" y="1570245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982" name="Equation" r:id="rId11" imgW="685800" imgH="355320" progId="Equation.DSMT4">
                    <p:embed/>
                  </p:oleObj>
                </mc:Choice>
                <mc:Fallback>
                  <p:oleObj name="Equation" r:id="rId11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594428" y="1570245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B6EFD65-B1A8-42BF-843F-08AF09404216}"/>
              </a:ext>
            </a:extLst>
          </p:cNvPr>
          <p:cNvGrpSpPr/>
          <p:nvPr/>
        </p:nvGrpSpPr>
        <p:grpSpPr>
          <a:xfrm>
            <a:off x="6571267" y="1779662"/>
            <a:ext cx="2293239" cy="461665"/>
            <a:chOff x="6599241" y="1529804"/>
            <a:chExt cx="2293239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F222A30-E1DA-444F-9F2C-C01960979090}"/>
                </a:ext>
              </a:extLst>
            </p:cNvPr>
            <p:cNvSpPr/>
            <p:nvPr/>
          </p:nvSpPr>
          <p:spPr>
            <a:xfrm>
              <a:off x="6599241" y="1529804"/>
              <a:ext cx="229323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由于          存在，</a:t>
              </a:r>
              <a:endParaRPr lang="zh-CN" altLang="en-US" sz="2400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1787191-B6A1-4AA0-8B6B-47D50B3A62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0596764"/>
                </p:ext>
              </p:extLst>
            </p:nvPr>
          </p:nvGraphicFramePr>
          <p:xfrm>
            <a:off x="7262120" y="1570136"/>
            <a:ext cx="80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983" name="Equation" r:id="rId13" imgW="799920" imgH="380880" progId="Equation.DSMT4">
                    <p:embed/>
                  </p:oleObj>
                </mc:Choice>
                <mc:Fallback>
                  <p:oleObj name="Equation" r:id="rId13" imgW="7999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262120" y="1570136"/>
                          <a:ext cx="800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0BA6A61-4D2F-4CE8-BB1C-522A4C505AAF}"/>
              </a:ext>
            </a:extLst>
          </p:cNvPr>
          <p:cNvSpPr/>
          <p:nvPr/>
        </p:nvSpPr>
        <p:spPr>
          <a:xfrm>
            <a:off x="225232" y="2380987"/>
            <a:ext cx="9880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A748EA6-A80C-4CBE-BF2F-67152887AD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443229"/>
              </p:ext>
            </p:extLst>
          </p:nvPr>
        </p:nvGraphicFramePr>
        <p:xfrm>
          <a:off x="1087642" y="2417008"/>
          <a:ext cx="3568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84" name="Equation" r:id="rId15" imgW="3568680" imgH="533160" progId="Equation.DSMT4">
                  <p:embed/>
                </p:oleObj>
              </mc:Choice>
              <mc:Fallback>
                <p:oleObj name="Equation" r:id="rId15" imgW="356868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87642" y="2417008"/>
                        <a:ext cx="3568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B03F07E-0B0E-4D01-A6D4-E569EB5C71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992483"/>
              </p:ext>
            </p:extLst>
          </p:nvPr>
        </p:nvGraphicFramePr>
        <p:xfrm>
          <a:off x="4911592" y="2406734"/>
          <a:ext cx="3568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985" name="Equation" r:id="rId17" imgW="3568680" imgH="533160" progId="Equation.DSMT4">
                  <p:embed/>
                </p:oleObj>
              </mc:Choice>
              <mc:Fallback>
                <p:oleObj name="Equation" r:id="rId17" imgW="3568680" imgH="5331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A748EA6-A80C-4CBE-BF2F-67152887A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911592" y="2406734"/>
                        <a:ext cx="35687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B8C037FD-F9CE-49DD-9172-CE30DF8413FD}"/>
              </a:ext>
            </a:extLst>
          </p:cNvPr>
          <p:cNvGrpSpPr/>
          <p:nvPr/>
        </p:nvGrpSpPr>
        <p:grpSpPr>
          <a:xfrm>
            <a:off x="717438" y="3253656"/>
            <a:ext cx="4834700" cy="461665"/>
            <a:chOff x="745412" y="3003798"/>
            <a:chExt cx="4834700" cy="46166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801DA75-709C-42C9-ADE6-8D17E726D180}"/>
                </a:ext>
              </a:extLst>
            </p:cNvPr>
            <p:cNvSpPr/>
            <p:nvPr/>
          </p:nvSpPr>
          <p:spPr>
            <a:xfrm>
              <a:off x="745412" y="3003798"/>
              <a:ext cx="48347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从而函数         在点    连续，矛盾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D39DF49-A60F-444E-93C0-B53A04F57E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1393533"/>
                </p:ext>
              </p:extLst>
            </p:nvPr>
          </p:nvGraphicFramePr>
          <p:xfrm>
            <a:off x="2014294" y="3056830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986" name="Equation" r:id="rId19" imgW="685800" imgH="355320" progId="Equation.DSMT4">
                    <p:embed/>
                  </p:oleObj>
                </mc:Choice>
                <mc:Fallback>
                  <p:oleObj name="Equation" r:id="rId19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014294" y="3056830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CD954BF6-452D-49C5-9F4C-6216DD69F4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5742839"/>
                </p:ext>
              </p:extLst>
            </p:nvPr>
          </p:nvGraphicFramePr>
          <p:xfrm>
            <a:off x="3356355" y="303143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987" name="Equation" r:id="rId21" imgW="279360" imgH="380880" progId="Equation.DSMT4">
                    <p:embed/>
                  </p:oleObj>
                </mc:Choice>
                <mc:Fallback>
                  <p:oleObj name="Equation" r:id="rId21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356355" y="3031430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0494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3CE4CB-1626-4186-94F7-C0632F83B8E7}"/>
              </a:ext>
            </a:extLst>
          </p:cNvPr>
          <p:cNvSpPr/>
          <p:nvPr/>
        </p:nvSpPr>
        <p:spPr>
          <a:xfrm>
            <a:off x="827584" y="77155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05222BA1-8BFB-453F-9727-F7A0CCE92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850628"/>
              </p:ext>
            </p:extLst>
          </p:nvPr>
        </p:nvGraphicFramePr>
        <p:xfrm>
          <a:off x="1447800" y="379413"/>
          <a:ext cx="3009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75" name="Equation" r:id="rId3" imgW="3009600" imgH="1244520" progId="Equation.DSMT4">
                  <p:embed/>
                </p:oleObj>
              </mc:Choice>
              <mc:Fallback>
                <p:oleObj name="Equation" r:id="rId3" imgW="3009600" imgH="1244520" progId="Equation.DSMT4">
                  <p:embed/>
                  <p:pic>
                    <p:nvPicPr>
                      <p:cNvPr id="19471" name="Object 15">
                        <a:extLst>
                          <a:ext uri="{FF2B5EF4-FFF2-40B4-BE49-F238E27FC236}">
                            <a16:creationId xmlns:a16="http://schemas.microsoft.com/office/drawing/2014/main" id="{9056DD51-F23B-4FD7-B466-047A79F54E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79413"/>
                        <a:ext cx="3009900" cy="124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DCA4EB9-27C6-4E22-B0BA-322D17C69A38}"/>
              </a:ext>
            </a:extLst>
          </p:cNvPr>
          <p:cNvSpPr/>
          <p:nvPr/>
        </p:nvSpPr>
        <p:spPr>
          <a:xfrm>
            <a:off x="4629590" y="780336"/>
            <a:ext cx="39028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                内点点可导，</a:t>
            </a:r>
            <a:endParaRPr lang="zh-CN" altLang="en-US" sz="2400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CEEA226-BCEC-4F94-A85A-E3E95F031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937672"/>
              </p:ext>
            </p:extLst>
          </p:nvPr>
        </p:nvGraphicFramePr>
        <p:xfrm>
          <a:off x="5076056" y="830263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76" name="Equation" r:id="rId5" imgW="1130040" imgH="342720" progId="Equation.DSMT4">
                  <p:embed/>
                </p:oleObj>
              </mc:Choice>
              <mc:Fallback>
                <p:oleObj name="Equation" r:id="rId5" imgW="11300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6056" y="830263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02A59CE-4F3A-4F6B-B446-2E298014ADFE}"/>
              </a:ext>
            </a:extLst>
          </p:cNvPr>
          <p:cNvSpPr/>
          <p:nvPr/>
        </p:nvSpPr>
        <p:spPr>
          <a:xfrm>
            <a:off x="752414" y="2243136"/>
            <a:ext cx="12819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导函数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CF213D4-E0E1-4391-965C-CC8BCA92D8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454616"/>
              </p:ext>
            </p:extLst>
          </p:nvPr>
        </p:nvGraphicFramePr>
        <p:xfrm>
          <a:off x="2019546" y="1822323"/>
          <a:ext cx="39751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77" name="Equation" r:id="rId7" imgW="3974760" imgH="1244520" progId="Equation.DSMT4">
                  <p:embed/>
                </p:oleObj>
              </mc:Choice>
              <mc:Fallback>
                <p:oleObj name="Equation" r:id="rId7" imgW="3974760" imgH="12445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FA3D33EB-1160-4725-A47E-8AB5A2905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19546" y="1822323"/>
                        <a:ext cx="3975100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352302F-4013-4E70-9A43-28CB9C1E6DBF}"/>
              </a:ext>
            </a:extLst>
          </p:cNvPr>
          <p:cNvSpPr/>
          <p:nvPr/>
        </p:nvSpPr>
        <p:spPr>
          <a:xfrm>
            <a:off x="775314" y="3404566"/>
            <a:ext cx="73970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          为          的振荡间断点，属于第二类间断点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4A6A9EF-17A0-4144-98B0-B0CCE96642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6092488"/>
              </p:ext>
            </p:extLst>
          </p:nvPr>
        </p:nvGraphicFramePr>
        <p:xfrm>
          <a:off x="1547664" y="3495698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78" name="Equation" r:id="rId9" imgW="647640" imgH="279360" progId="Equation.DSMT4">
                  <p:embed/>
                </p:oleObj>
              </mc:Choice>
              <mc:Fallback>
                <p:oleObj name="Equation" r:id="rId9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47664" y="3495698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F212B96-26AD-4CA7-89A5-F41365AAB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679448"/>
              </p:ext>
            </p:extLst>
          </p:nvPr>
        </p:nvGraphicFramePr>
        <p:xfrm>
          <a:off x="2624138" y="3476625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79" name="Equation" r:id="rId11" imgW="685800" imgH="355320" progId="Equation.DSMT4">
                  <p:embed/>
                </p:oleObj>
              </mc:Choice>
              <mc:Fallback>
                <p:oleObj name="Equation" r:id="rId11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24138" y="3476625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46667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AFEED5-7C17-41AE-8091-82908E25F4EE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195486"/>
            <a:ext cx="2092325" cy="644525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内容小结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831A07D-AE60-4044-B2D4-4F9977791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061" y="930499"/>
            <a:ext cx="297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导数的实质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03B5254-8079-4AE4-BE6E-4A1A5A077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249" y="2025874"/>
            <a:ext cx="37576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导数的几何意义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34201BCB-607B-4677-BAA7-768C5A1F2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61" y="2537049"/>
            <a:ext cx="584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</a:t>
            </a: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可导必连续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但连续不一定可导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647694D-1096-4A5C-96FE-47A2D8D9F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61" y="3064099"/>
            <a:ext cx="33337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已学求导公式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8" name="Object 16">
            <a:extLst>
              <a:ext uri="{FF2B5EF4-FFF2-40B4-BE49-F238E27FC236}">
                <a16:creationId xmlns:a16="http://schemas.microsoft.com/office/drawing/2014/main" id="{DB07EEDE-5641-494D-94A7-1B3214C70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157483"/>
              </p:ext>
            </p:extLst>
          </p:nvPr>
        </p:nvGraphicFramePr>
        <p:xfrm>
          <a:off x="1217861" y="1551211"/>
          <a:ext cx="1268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268" name="Equation" r:id="rId3" imgW="1269720" imgH="380880" progId="Equation.DSMT4">
                  <p:embed/>
                </p:oleObj>
              </mc:Choice>
              <mc:Fallback>
                <p:oleObj name="Equation" r:id="rId3" imgW="1269720" imgH="380880" progId="Equation.DSMT4">
                  <p:embed/>
                  <p:pic>
                    <p:nvPicPr>
                      <p:cNvPr id="23568" name="Object 16">
                        <a:extLst>
                          <a:ext uri="{FF2B5EF4-FFF2-40B4-BE49-F238E27FC236}">
                            <a16:creationId xmlns:a16="http://schemas.microsoft.com/office/drawing/2014/main" id="{82AC4C9D-368A-493D-B920-BC6D778B6A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861" y="1551211"/>
                        <a:ext cx="12684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7">
            <a:extLst>
              <a:ext uri="{FF2B5EF4-FFF2-40B4-BE49-F238E27FC236}">
                <a16:creationId xmlns:a16="http://schemas.microsoft.com/office/drawing/2014/main" id="{67AD7836-81D6-455D-A413-7948D15E5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99" y="1457549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</a:p>
        </p:txBody>
      </p:sp>
      <p:graphicFrame>
        <p:nvGraphicFramePr>
          <p:cNvPr id="10" name="Object 18">
            <a:extLst>
              <a:ext uri="{FF2B5EF4-FFF2-40B4-BE49-F238E27FC236}">
                <a16:creationId xmlns:a16="http://schemas.microsoft.com/office/drawing/2014/main" id="{66CD38C9-32E3-4530-B7BC-8001B2965E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117963"/>
              </p:ext>
            </p:extLst>
          </p:nvPr>
        </p:nvGraphicFramePr>
        <p:xfrm>
          <a:off x="3891211" y="1551211"/>
          <a:ext cx="24161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269" name="Equation" r:id="rId5" imgW="2400120" imgH="380880" progId="Equation.DSMT4">
                  <p:embed/>
                </p:oleObj>
              </mc:Choice>
              <mc:Fallback>
                <p:oleObj name="Equation" r:id="rId5" imgW="2400120" imgH="380880" progId="Equation.DSMT4">
                  <p:embed/>
                  <p:pic>
                    <p:nvPicPr>
                      <p:cNvPr id="23570" name="Object 18">
                        <a:extLst>
                          <a:ext uri="{FF2B5EF4-FFF2-40B4-BE49-F238E27FC236}">
                            <a16:creationId xmlns:a16="http://schemas.microsoft.com/office/drawing/2014/main" id="{FF6B5E7B-C6FC-4404-B0B8-2D671EDB6D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1211" y="1551211"/>
                        <a:ext cx="24161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5">
            <a:extLst>
              <a:ext uri="{FF2B5EF4-FFF2-40B4-BE49-F238E27FC236}">
                <a16:creationId xmlns:a16="http://schemas.microsoft.com/office/drawing/2014/main" id="{3DDBC42B-2154-4B74-9613-557105076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261" y="928911"/>
            <a:ext cx="21852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增量比的极限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C9F3723F-0E23-490F-B61A-B3D63719A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4142" y="2016329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切线的斜率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3" name="Line 27">
            <a:extLst>
              <a:ext uri="{FF2B5EF4-FFF2-40B4-BE49-F238E27FC236}">
                <a16:creationId xmlns:a16="http://schemas.microsoft.com/office/drawing/2014/main" id="{6C5BE9B8-C8FB-471B-8234-0F5F6AC4C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2011" y="1679799"/>
            <a:ext cx="9715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6934D3D0-30DC-4807-A21D-6940A82E53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72011" y="1787749"/>
            <a:ext cx="9715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4DE96B4A-D6E6-470E-A5DF-4E2EDADBB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011" y="3826744"/>
            <a:ext cx="304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判断可导性</a:t>
            </a:r>
          </a:p>
        </p:txBody>
      </p:sp>
      <p:sp>
        <p:nvSpPr>
          <p:cNvPr id="16" name="AutoShape 8">
            <a:extLst>
              <a:ext uri="{FF2B5EF4-FFF2-40B4-BE49-F238E27FC236}">
                <a16:creationId xmlns:a16="http://schemas.microsoft.com/office/drawing/2014/main" id="{A027FAFC-1C04-452A-996B-0D2ADF799724}"/>
              </a:ext>
            </a:extLst>
          </p:cNvPr>
          <p:cNvSpPr>
            <a:spLocks/>
          </p:cNvSpPr>
          <p:nvPr/>
        </p:nvSpPr>
        <p:spPr bwMode="auto">
          <a:xfrm>
            <a:off x="2816473" y="3517182"/>
            <a:ext cx="179388" cy="1223962"/>
          </a:xfrm>
          <a:prstGeom prst="leftBrace">
            <a:avLst>
              <a:gd name="adj1" fmla="val 56858"/>
              <a:gd name="adj2" fmla="val 45833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42DD5850-F974-4C15-AD79-53BB8C66E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261" y="3369544"/>
            <a:ext cx="35290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不连续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一定不可导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41F00C08-B9CD-4E58-A564-2A9C4CF1D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873" y="3826744"/>
            <a:ext cx="2936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直接用导数定义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679215B0-F4D9-4BCD-968E-A7375E9C8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873" y="4298232"/>
            <a:ext cx="4689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看左右导数是否存在且相等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6633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748D8A-8E67-4AA6-8211-63F543BE5F8C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412868"/>
            <a:ext cx="2092325" cy="644525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思考与练习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F953E44-8F6A-4940-83EC-7C940FBC5B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855102"/>
              </p:ext>
            </p:extLst>
          </p:nvPr>
        </p:nvGraphicFramePr>
        <p:xfrm>
          <a:off x="4834131" y="1113451"/>
          <a:ext cx="7999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89" name="Equation" r:id="rId3" imgW="799920" imgH="380880" progId="Equation.DSMT4">
                  <p:embed/>
                </p:oleObj>
              </mc:Choice>
              <mc:Fallback>
                <p:oleObj name="Equation" r:id="rId3" imgW="799920" imgH="380880" progId="Equation.DSMT4">
                  <p:embed/>
                  <p:pic>
                    <p:nvPicPr>
                      <p:cNvPr id="24583" name="Object 7">
                        <a:extLst>
                          <a:ext uri="{FF2B5EF4-FFF2-40B4-BE49-F238E27FC236}">
                            <a16:creationId xmlns:a16="http://schemas.microsoft.com/office/drawing/2014/main" id="{04BDFAF7-F506-485C-9D56-823767D6CB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4131" y="1113451"/>
                        <a:ext cx="79992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>
            <a:extLst>
              <a:ext uri="{FF2B5EF4-FFF2-40B4-BE49-F238E27FC236}">
                <a16:creationId xmlns:a16="http://schemas.microsoft.com/office/drawing/2014/main" id="{809E5754-F597-4F69-98F9-BA248FDBC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60" y="2379659"/>
            <a:ext cx="16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区别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4F1D92C-D6E5-426C-86A9-12540B446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381530"/>
              </p:ext>
            </p:extLst>
          </p:nvPr>
        </p:nvGraphicFramePr>
        <p:xfrm>
          <a:off x="1735029" y="2461143"/>
          <a:ext cx="6858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90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24586" name="Object 10">
                        <a:extLst>
                          <a:ext uri="{FF2B5EF4-FFF2-40B4-BE49-F238E27FC236}">
                            <a16:creationId xmlns:a16="http://schemas.microsoft.com/office/drawing/2014/main" id="{C281698C-9999-4C45-A946-B4A84C573B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029" y="2461143"/>
                        <a:ext cx="68580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>
            <a:extLst>
              <a:ext uri="{FF2B5EF4-FFF2-40B4-BE49-F238E27FC236}">
                <a16:creationId xmlns:a16="http://schemas.microsoft.com/office/drawing/2014/main" id="{9BCFDCA6-46FF-4E4A-B624-3634F96E2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2260" y="2386000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是函数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E0B542C-06B4-49F6-A421-FD7A9478F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882316"/>
              </p:ext>
            </p:extLst>
          </p:nvPr>
        </p:nvGraphicFramePr>
        <p:xfrm>
          <a:off x="3621460" y="2464553"/>
          <a:ext cx="79992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91" name="Equation" r:id="rId7" imgW="799920" imgH="380880" progId="Equation.DSMT4">
                  <p:embed/>
                </p:oleObj>
              </mc:Choice>
              <mc:Fallback>
                <p:oleObj name="Equation" r:id="rId7" imgW="799920" imgH="380880" progId="Equation.DSMT4">
                  <p:embed/>
                  <p:pic>
                    <p:nvPicPr>
                      <p:cNvPr id="24588" name="Object 12">
                        <a:extLst>
                          <a:ext uri="{FF2B5EF4-FFF2-40B4-BE49-F238E27FC236}">
                            <a16:creationId xmlns:a16="http://schemas.microsoft.com/office/drawing/2014/main" id="{3CC5EEC4-5F66-48DF-A066-383D936904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460" y="2464553"/>
                        <a:ext cx="79992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>
            <a:extLst>
              <a:ext uri="{FF2B5EF4-FFF2-40B4-BE49-F238E27FC236}">
                <a16:creationId xmlns:a16="http://schemas.microsoft.com/office/drawing/2014/main" id="{4EBEEDE8-0893-4610-B6E6-72F20FAAB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590" y="2402179"/>
            <a:ext cx="16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是数值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AE6004AF-C33D-4EF3-811D-A96C9E151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696" y="3261366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联系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8CFB4C6-A8D2-4B4E-B258-82F99C5F1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440824"/>
              </p:ext>
            </p:extLst>
          </p:nvPr>
        </p:nvGraphicFramePr>
        <p:xfrm>
          <a:off x="1680476" y="3198024"/>
          <a:ext cx="14475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92" name="Equation" r:id="rId9" imgW="1447560" imgH="507960" progId="Equation.DSMT4">
                  <p:embed/>
                </p:oleObj>
              </mc:Choice>
              <mc:Fallback>
                <p:oleObj name="Equation" r:id="rId9" imgW="1447560" imgH="507960" progId="Equation.DSMT4">
                  <p:embed/>
                  <p:pic>
                    <p:nvPicPr>
                      <p:cNvPr id="24591" name="Object 15">
                        <a:extLst>
                          <a:ext uri="{FF2B5EF4-FFF2-40B4-BE49-F238E27FC236}">
                            <a16:creationId xmlns:a16="http://schemas.microsoft.com/office/drawing/2014/main" id="{23B20524-5CA4-448F-852B-98025B5503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0476" y="3198024"/>
                        <a:ext cx="144756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EF2D0633-C704-4BF6-BCA2-4CA0005285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215418"/>
              </p:ext>
            </p:extLst>
          </p:nvPr>
        </p:nvGraphicFramePr>
        <p:xfrm>
          <a:off x="3294116" y="3214670"/>
          <a:ext cx="86328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93" name="Equation" r:id="rId11" imgW="863280" imgH="380880" progId="Equation.DSMT4">
                  <p:embed/>
                </p:oleObj>
              </mc:Choice>
              <mc:Fallback>
                <p:oleObj name="Equation" r:id="rId11" imgW="863280" imgH="380880" progId="Equation.DSMT4">
                  <p:embed/>
                  <p:pic>
                    <p:nvPicPr>
                      <p:cNvPr id="24592" name="Object 16">
                        <a:extLst>
                          <a:ext uri="{FF2B5EF4-FFF2-40B4-BE49-F238E27FC236}">
                            <a16:creationId xmlns:a16="http://schemas.microsoft.com/office/drawing/2014/main" id="{ACCD9478-8D1D-4F6B-AC11-20462C23CB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4116" y="3214670"/>
                        <a:ext cx="86328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7">
            <a:extLst>
              <a:ext uri="{FF2B5EF4-FFF2-40B4-BE49-F238E27FC236}">
                <a16:creationId xmlns:a16="http://schemas.microsoft.com/office/drawing/2014/main" id="{2976100D-2A09-4EB4-9E8F-957F7723F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70" y="4087545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注意</a:t>
            </a:r>
            <a:endParaRPr kumimoji="0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971AE8-4F4F-4345-8687-4A016FD3BF6C}"/>
              </a:ext>
            </a:extLst>
          </p:cNvPr>
          <p:cNvGrpSpPr>
            <a:grpSpLocks/>
          </p:cNvGrpSpPr>
          <p:nvPr/>
        </p:nvGrpSpPr>
        <p:grpSpPr bwMode="auto">
          <a:xfrm>
            <a:off x="2077929" y="4119948"/>
            <a:ext cx="3105149" cy="461963"/>
            <a:chOff x="518" y="3053"/>
            <a:chExt cx="1956" cy="291"/>
          </a:xfrm>
        </p:grpSpPr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EE778CCD-8499-407C-8586-F9FF018498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7328932"/>
                </p:ext>
              </p:extLst>
            </p:nvPr>
          </p:nvGraphicFramePr>
          <p:xfrm>
            <a:off x="518" y="3069"/>
            <a:ext cx="13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94" name="Equation" r:id="rId13" imgW="2108160" imgH="380880" progId="Equation.DSMT4">
                    <p:embed/>
                  </p:oleObj>
                </mc:Choice>
                <mc:Fallback>
                  <p:oleObj name="Equation" r:id="rId13" imgW="2108160" imgH="380880" progId="Equation.DSMT4">
                    <p:embed/>
                    <p:pic>
                      <p:nvPicPr>
                        <p:cNvPr id="24596" name="Object 20">
                          <a:extLst>
                            <a:ext uri="{FF2B5EF4-FFF2-40B4-BE49-F238E27FC236}">
                              <a16:creationId xmlns:a16="http://schemas.microsoft.com/office/drawing/2014/main" id="{75E70B0A-1C10-4425-AC07-33F0A56FA0C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" y="3069"/>
                          <a:ext cx="132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03B9604D-8122-430C-BF54-46805D5BB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2" y="3053"/>
              <a:ext cx="58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？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D8212C-5059-40AC-8CBC-39CFFC109602}"/>
              </a:ext>
            </a:extLst>
          </p:cNvPr>
          <p:cNvGrpSpPr>
            <a:grpSpLocks/>
          </p:cNvGrpSpPr>
          <p:nvPr/>
        </p:nvGrpSpPr>
        <p:grpSpPr bwMode="auto">
          <a:xfrm>
            <a:off x="2899436" y="4036579"/>
            <a:ext cx="228600" cy="762000"/>
            <a:chOff x="2160" y="3072"/>
            <a:chExt cx="144" cy="480"/>
          </a:xfrm>
        </p:grpSpPr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ED6387C2-501E-4A89-9D16-D7408C2DE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3072"/>
              <a:ext cx="144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highlight>
                  <a:srgbClr val="FF0000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492825A4-3F33-4EB0-AA45-2800078CC5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400000" flipH="1">
              <a:off x="2160" y="3072"/>
              <a:ext cx="144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 b="1">
                <a:highlight>
                  <a:srgbClr val="FF0000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6022A8A-1971-466F-8487-84AA9AF72AF3}"/>
              </a:ext>
            </a:extLst>
          </p:cNvPr>
          <p:cNvGrpSpPr/>
          <p:nvPr/>
        </p:nvGrpSpPr>
        <p:grpSpPr>
          <a:xfrm>
            <a:off x="631417" y="1058095"/>
            <a:ext cx="8608878" cy="499112"/>
            <a:chOff x="571634" y="1036499"/>
            <a:chExt cx="8608878" cy="49911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4815D8B-A48D-48D9-A866-8DEABB8D0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634" y="1036499"/>
              <a:ext cx="5257800" cy="461963"/>
              <a:chOff x="324" y="700"/>
              <a:chExt cx="3312" cy="291"/>
            </a:xfrm>
          </p:grpSpPr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C2EB94B5-7FDD-4CE0-954E-E44858777F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" y="700"/>
                <a:ext cx="331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函数         在某点     处的导数</a:t>
                </a:r>
              </a:p>
            </p:txBody>
          </p:sp>
          <p:graphicFrame>
            <p:nvGraphicFramePr>
              <p:cNvPr id="6" name="Object 5">
                <a:extLst>
                  <a:ext uri="{FF2B5EF4-FFF2-40B4-BE49-F238E27FC236}">
                    <a16:creationId xmlns:a16="http://schemas.microsoft.com/office/drawing/2014/main" id="{6A30595A-9A71-4565-88E9-052BC40C732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66405622"/>
                  </p:ext>
                </p:extLst>
              </p:nvPr>
            </p:nvGraphicFramePr>
            <p:xfrm>
              <a:off x="956" y="758"/>
              <a:ext cx="39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595" name="Equation" r:id="rId15" imgW="622080" imgH="342720" progId="Equation.DSMT4">
                      <p:embed/>
                    </p:oleObj>
                  </mc:Choice>
                  <mc:Fallback>
                    <p:oleObj name="Equation" r:id="rId15" imgW="622080" imgH="342720" progId="Equation.DSMT4">
                      <p:embed/>
                      <p:pic>
                        <p:nvPicPr>
                          <p:cNvPr id="24581" name="Object 5">
                            <a:extLst>
                              <a:ext uri="{FF2B5EF4-FFF2-40B4-BE49-F238E27FC236}">
                                <a16:creationId xmlns:a16="http://schemas.microsoft.com/office/drawing/2014/main" id="{CB8E2D98-368E-4FC0-BB02-06ACA78B67A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6" y="758"/>
                            <a:ext cx="392" cy="2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6">
                <a:extLst>
                  <a:ext uri="{FF2B5EF4-FFF2-40B4-BE49-F238E27FC236}">
                    <a16:creationId xmlns:a16="http://schemas.microsoft.com/office/drawing/2014/main" id="{B6A64F6C-5973-4F0C-B8EA-4163CA8E89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97047351"/>
                  </p:ext>
                </p:extLst>
              </p:nvPr>
            </p:nvGraphicFramePr>
            <p:xfrm>
              <a:off x="2039" y="734"/>
              <a:ext cx="17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596" name="Equation" r:id="rId17" imgW="279360" imgH="380880" progId="Equation.DSMT4">
                      <p:embed/>
                    </p:oleObj>
                  </mc:Choice>
                  <mc:Fallback>
                    <p:oleObj name="Equation" r:id="rId17" imgW="279360" imgH="380880" progId="Equation.DSMT4">
                      <p:embed/>
                      <p:pic>
                        <p:nvPicPr>
                          <p:cNvPr id="24582" name="Object 6">
                            <a:extLst>
                              <a:ext uri="{FF2B5EF4-FFF2-40B4-BE49-F238E27FC236}">
                                <a16:creationId xmlns:a16="http://schemas.microsoft.com/office/drawing/2014/main" id="{B9F5A42E-D552-43E3-8587-6858CCEDAC6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9" y="734"/>
                            <a:ext cx="176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168EF3C8-8A86-428E-97EF-18731B6A5E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7563222"/>
                </p:ext>
              </p:extLst>
            </p:nvPr>
          </p:nvGraphicFramePr>
          <p:xfrm>
            <a:off x="6834510" y="1127118"/>
            <a:ext cx="685800" cy="355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97" name="Equation" r:id="rId19" imgW="685800" imgH="355320" progId="Equation.DSMT4">
                    <p:embed/>
                  </p:oleObj>
                </mc:Choice>
                <mc:Fallback>
                  <p:oleObj name="Equation" r:id="rId19" imgW="685800" imgH="355320" progId="Equation.DSMT4">
                    <p:embed/>
                    <p:pic>
                      <p:nvPicPr>
                        <p:cNvPr id="24584" name="Object 8">
                          <a:extLst>
                            <a:ext uri="{FF2B5EF4-FFF2-40B4-BE49-F238E27FC236}">
                              <a16:creationId xmlns:a16="http://schemas.microsoft.com/office/drawing/2014/main" id="{1C3075A6-52ED-4100-960D-24AD3448F1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4510" y="1127118"/>
                          <a:ext cx="685800" cy="355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2AF96357-3FAE-4AC8-B018-C80957FD4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6618" y="1051463"/>
              <a:ext cx="175389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有什么</a:t>
              </a:r>
              <a:endPara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25">
              <a:extLst>
                <a:ext uri="{FF2B5EF4-FFF2-40B4-BE49-F238E27FC236}">
                  <a16:creationId xmlns:a16="http://schemas.microsoft.com/office/drawing/2014/main" id="{CCF7E336-09C4-4229-A0A6-8D3F7455FF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8360" y="1073946"/>
              <a:ext cx="141577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与导函数</a:t>
              </a: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2B72CEFA-CC7A-45FC-B9D5-C260F0374930}"/>
              </a:ext>
            </a:extLst>
          </p:cNvPr>
          <p:cNvSpPr/>
          <p:nvPr/>
        </p:nvSpPr>
        <p:spPr>
          <a:xfrm>
            <a:off x="93013" y="1636441"/>
            <a:ext cx="2042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区别与联系 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?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63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 autoUpdateAnimBg="0"/>
      <p:bldP spid="14" grpId="0" autoUpdateAnimBg="0"/>
      <p:bldP spid="15" grpId="0" autoUpdateAnimBg="0"/>
      <p:bldP spid="1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0EDBC-5258-4FEA-AD16-0DE81904F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660" y="521891"/>
            <a:ext cx="1544637" cy="609600"/>
          </a:xfrm>
        </p:spPr>
        <p:txBody>
          <a:bodyPr>
            <a:normAutofit/>
          </a:bodyPr>
          <a:lstStyle/>
          <a:p>
            <a:pPr algn="l"/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1A32783-5709-4E96-A400-F479F8E62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136033"/>
              </p:ext>
            </p:extLst>
          </p:nvPr>
        </p:nvGraphicFramePr>
        <p:xfrm>
          <a:off x="1536502" y="636191"/>
          <a:ext cx="80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88" name="Equation" r:id="rId3" imgW="799920" imgH="380880" progId="Equation.DSMT4">
                  <p:embed/>
                </p:oleObj>
              </mc:Choice>
              <mc:Fallback>
                <p:oleObj name="Equation" r:id="rId3" imgW="799920" imgH="380880" progId="Equation.DSMT4">
                  <p:embed/>
                  <p:pic>
                    <p:nvPicPr>
                      <p:cNvPr id="25603" name="Object 3">
                        <a:extLst>
                          <a:ext uri="{FF2B5EF4-FFF2-40B4-BE49-F238E27FC236}">
                            <a16:creationId xmlns:a16="http://schemas.microsoft.com/office/drawing/2014/main" id="{B8FF6C63-2B4D-4809-AA38-9C6843CE8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502" y="636191"/>
                        <a:ext cx="800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30B0146D-5A77-43FD-8CB4-5EA559824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555526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存在 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0BCA212-E57B-4BB9-8CEB-F626D35361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708808"/>
              </p:ext>
            </p:extLst>
          </p:nvPr>
        </p:nvGraphicFramePr>
        <p:xfrm>
          <a:off x="2336602" y="1084672"/>
          <a:ext cx="42608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89" name="Equation" r:id="rId5" imgW="4267080" imgH="736560" progId="Equation.DSMT4">
                  <p:embed/>
                </p:oleObj>
              </mc:Choice>
              <mc:Fallback>
                <p:oleObj name="Equation" r:id="rId5" imgW="4267080" imgH="736560" progId="Equation.DSMT4">
                  <p:embed/>
                  <p:pic>
                    <p:nvPicPr>
                      <p:cNvPr id="25605" name="Object 5">
                        <a:extLst>
                          <a:ext uri="{FF2B5EF4-FFF2-40B4-BE49-F238E27FC236}">
                            <a16:creationId xmlns:a16="http://schemas.microsoft.com/office/drawing/2014/main" id="{32938B15-BF8D-4D9C-B992-A33BB958D0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602" y="1084672"/>
                        <a:ext cx="42608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1DCF69CA-385C-46EB-8AEC-78FEA1C67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546014"/>
              </p:ext>
            </p:extLst>
          </p:nvPr>
        </p:nvGraphicFramePr>
        <p:xfrm>
          <a:off x="5372274" y="1131491"/>
          <a:ext cx="977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90" name="Equation" r:id="rId7" imgW="977760" imgH="380880" progId="Equation.DSMT4">
                  <p:embed/>
                </p:oleObj>
              </mc:Choice>
              <mc:Fallback>
                <p:oleObj name="Equation" r:id="rId7" imgW="977760" imgH="380880" progId="Equation.DSMT4">
                  <p:embed/>
                  <p:pic>
                    <p:nvPicPr>
                      <p:cNvPr id="25610" name="Object 10">
                        <a:extLst>
                          <a:ext uri="{FF2B5EF4-FFF2-40B4-BE49-F238E27FC236}">
                            <a16:creationId xmlns:a16="http://schemas.microsoft.com/office/drawing/2014/main" id="{FCD2D5AF-8471-4BA4-9E86-2185AABEC3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274" y="1131491"/>
                        <a:ext cx="977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26BAC437-D8D5-465C-BAD5-392C5F248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014" y="2379657"/>
            <a:ext cx="10759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8B4E140F-BFE0-49B5-9440-10E318FC54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609325"/>
              </p:ext>
            </p:extLst>
          </p:nvPr>
        </p:nvGraphicFramePr>
        <p:xfrm>
          <a:off x="1547664" y="2242984"/>
          <a:ext cx="259873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91" name="Equation" r:id="rId9" imgW="2603160" imgH="736560" progId="Equation.DSMT4">
                  <p:embed/>
                </p:oleObj>
              </mc:Choice>
              <mc:Fallback>
                <p:oleObj name="Equation" r:id="rId9" imgW="2603160" imgH="7365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0BCA212-E57B-4BB9-8CEB-F626D35361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242984"/>
                        <a:ext cx="2598738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>
            <a:extLst>
              <a:ext uri="{FF2B5EF4-FFF2-40B4-BE49-F238E27FC236}">
                <a16:creationId xmlns:a16="http://schemas.microsoft.com/office/drawing/2014/main" id="{554D70C7-687B-4EA6-B387-D515D78CE0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880489"/>
              </p:ext>
            </p:extLst>
          </p:nvPr>
        </p:nvGraphicFramePr>
        <p:xfrm>
          <a:off x="1235282" y="3114672"/>
          <a:ext cx="30416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92" name="Equation" r:id="rId11" imgW="3047760" imgH="736560" progId="Equation.DSMT4">
                  <p:embed/>
                </p:oleObj>
              </mc:Choice>
              <mc:Fallback>
                <p:oleObj name="Equation" r:id="rId11" imgW="3047760" imgH="736560" progId="Equation.DSMT4">
                  <p:embed/>
                  <p:pic>
                    <p:nvPicPr>
                      <p:cNvPr id="9" name="Object 5">
                        <a:extLst>
                          <a:ext uri="{FF2B5EF4-FFF2-40B4-BE49-F238E27FC236}">
                            <a16:creationId xmlns:a16="http://schemas.microsoft.com/office/drawing/2014/main" id="{8B4E140F-BFE0-49B5-9440-10E318FC54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282" y="3114672"/>
                        <a:ext cx="30416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5FFFC49-5E1A-405D-869A-1FBF6C461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16575"/>
              </p:ext>
            </p:extLst>
          </p:nvPr>
        </p:nvGraphicFramePr>
        <p:xfrm>
          <a:off x="1235282" y="4171905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93" name="Equation" r:id="rId13" imgW="1269720" imgH="380880" progId="Equation.DSMT4">
                  <p:embed/>
                </p:oleObj>
              </mc:Choice>
              <mc:Fallback>
                <p:oleObj name="Equation" r:id="rId13" imgW="1269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35282" y="4171905"/>
                        <a:ext cx="1270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971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id="{7C71B616-25B1-4477-A15D-61661EA19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96" y="676151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已知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6CA490F4-95BE-467A-B5BA-1E84D2477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1895" y="693232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F3126DB3-2C55-4F69-940A-71C46C886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355649"/>
              </p:ext>
            </p:extLst>
          </p:nvPr>
        </p:nvGraphicFramePr>
        <p:xfrm>
          <a:off x="4860032" y="538683"/>
          <a:ext cx="215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65" name="Equation" r:id="rId3" imgW="2158920" imgH="736560" progId="Equation.DSMT4">
                  <p:embed/>
                </p:oleObj>
              </mc:Choice>
              <mc:Fallback>
                <p:oleObj name="Equation" r:id="rId3" imgW="2158920" imgH="736560" progId="Equation.DSMT4">
                  <p:embed/>
                  <p:pic>
                    <p:nvPicPr>
                      <p:cNvPr id="25609" name="Object 9">
                        <a:extLst>
                          <a:ext uri="{FF2B5EF4-FFF2-40B4-BE49-F238E27FC236}">
                            <a16:creationId xmlns:a16="http://schemas.microsoft.com/office/drawing/2014/main" id="{14B2AA45-B51A-4DB3-8515-E40C97E518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538683"/>
                        <a:ext cx="2159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E71451FE-759B-439E-A5ED-86FD3FB73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024285"/>
              </p:ext>
            </p:extLst>
          </p:nvPr>
        </p:nvGraphicFramePr>
        <p:xfrm>
          <a:off x="6372200" y="660549"/>
          <a:ext cx="266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66" name="Equation" r:id="rId5" imgW="266400" imgH="380880" progId="Equation.DSMT4">
                  <p:embed/>
                </p:oleObj>
              </mc:Choice>
              <mc:Fallback>
                <p:oleObj name="Equation" r:id="rId5" imgW="266400" imgH="380880" progId="Equation.DSMT4">
                  <p:embed/>
                  <p:pic>
                    <p:nvPicPr>
                      <p:cNvPr id="25611" name="Object 11">
                        <a:extLst>
                          <a:ext uri="{FF2B5EF4-FFF2-40B4-BE49-F238E27FC236}">
                            <a16:creationId xmlns:a16="http://schemas.microsoft.com/office/drawing/2014/main" id="{C04EECF5-E8C7-41D1-8B94-4C8992107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660549"/>
                        <a:ext cx="266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>
            <a:extLst>
              <a:ext uri="{FF2B5EF4-FFF2-40B4-BE49-F238E27FC236}">
                <a16:creationId xmlns:a16="http://schemas.microsoft.com/office/drawing/2014/main" id="{52637818-CCFF-4B3C-AB85-3857DD8FB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83" y="1779662"/>
            <a:ext cx="10759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15C1363A-5824-4E18-BFB3-9CE75A3821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361904"/>
              </p:ext>
            </p:extLst>
          </p:nvPr>
        </p:nvGraphicFramePr>
        <p:xfrm>
          <a:off x="1632496" y="1642194"/>
          <a:ext cx="111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67" name="Equation" r:id="rId7" imgW="1117440" imgH="736560" progId="Equation.DSMT4">
                  <p:embed/>
                </p:oleObj>
              </mc:Choice>
              <mc:Fallback>
                <p:oleObj name="Equation" r:id="rId7" imgW="1117440" imgH="73656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F3126DB3-2C55-4F69-940A-71C46C886B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2496" y="1642194"/>
                        <a:ext cx="11176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AF5F8DA-0AB0-437B-A4C7-F8B646E187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80465"/>
              </p:ext>
            </p:extLst>
          </p:nvPr>
        </p:nvGraphicFramePr>
        <p:xfrm>
          <a:off x="1708477" y="749771"/>
          <a:ext cx="2578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68" name="Equation" r:id="rId9" imgW="2577960" imgH="380880" progId="Equation.DSMT4">
                  <p:embed/>
                </p:oleObj>
              </mc:Choice>
              <mc:Fallback>
                <p:oleObj name="Equation" r:id="rId9" imgW="2577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08477" y="749771"/>
                        <a:ext cx="2578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DD9A467-FE57-43C9-B115-38F77AAF3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960217"/>
              </p:ext>
            </p:extLst>
          </p:nvPr>
        </p:nvGraphicFramePr>
        <p:xfrm>
          <a:off x="1346746" y="2769599"/>
          <a:ext cx="2806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69" name="Equation" r:id="rId11" imgW="2806560" imgH="736560" progId="Equation.DSMT4">
                  <p:embed/>
                </p:oleObj>
              </mc:Choice>
              <mc:Fallback>
                <p:oleObj name="Equation" r:id="rId11" imgW="2806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46746" y="2769599"/>
                        <a:ext cx="2806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78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E09CECFE-840E-4DA7-B1EB-24AC276F967B}"/>
              </a:ext>
            </a:extLst>
          </p:cNvPr>
          <p:cNvGrpSpPr/>
          <p:nvPr/>
        </p:nvGrpSpPr>
        <p:grpSpPr>
          <a:xfrm>
            <a:off x="819572" y="2351435"/>
            <a:ext cx="3465513" cy="490537"/>
            <a:chOff x="819572" y="2351435"/>
            <a:chExt cx="3465513" cy="490537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A556AE5-486F-402C-BEF3-B6CEA751BA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9572" y="2351435"/>
              <a:ext cx="3465513" cy="490537"/>
              <a:chOff x="376" y="1674"/>
              <a:chExt cx="2183" cy="309"/>
            </a:xfrm>
          </p:grpSpPr>
          <p:sp>
            <p:nvSpPr>
              <p:cNvPr id="19" name="Text Box 19">
                <a:extLst>
                  <a:ext uri="{FF2B5EF4-FFF2-40B4-BE49-F238E27FC236}">
                    <a16:creationId xmlns:a16="http://schemas.microsoft.com/office/drawing/2014/main" id="{CFC59689-EF70-4B60-AA6F-C63915C8F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" y="1692"/>
                <a:ext cx="43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又</a:t>
                </a:r>
              </a:p>
            </p:txBody>
          </p:sp>
          <p:grpSp>
            <p:nvGrpSpPr>
              <p:cNvPr id="21" name="Group 21">
                <a:extLst>
                  <a:ext uri="{FF2B5EF4-FFF2-40B4-BE49-F238E27FC236}">
                    <a16:creationId xmlns:a16="http://schemas.microsoft.com/office/drawing/2014/main" id="{FDDBBD33-229D-4078-A7C8-647D2965AD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4" y="1674"/>
                <a:ext cx="1535" cy="300"/>
                <a:chOff x="1020" y="1781"/>
                <a:chExt cx="1535" cy="300"/>
              </a:xfrm>
            </p:grpSpPr>
            <p:sp>
              <p:nvSpPr>
                <p:cNvPr id="22" name="Text Box 22">
                  <a:extLst>
                    <a:ext uri="{FF2B5EF4-FFF2-40B4-BE49-F238E27FC236}">
                      <a16:creationId xmlns:a16="http://schemas.microsoft.com/office/drawing/2014/main" id="{74F19680-3F45-42FB-BE95-D865418B46D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20" y="1790"/>
                  <a:ext cx="28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+mj-ea"/>
                      <a:cs typeface="Times New Roman" panose="02020603050405020304" pitchFamily="18" charset="0"/>
                    </a:rPr>
                    <a:t>在</a:t>
                  </a:r>
                </a:p>
              </p:txBody>
            </p:sp>
            <p:sp>
              <p:nvSpPr>
                <p:cNvPr id="24" name="Text Box 24">
                  <a:extLst>
                    <a:ext uri="{FF2B5EF4-FFF2-40B4-BE49-F238E27FC236}">
                      <a16:creationId xmlns:a16="http://schemas.microsoft.com/office/drawing/2014/main" id="{3E8B0E08-7948-4115-8A01-0414293234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43" y="1781"/>
                  <a:ext cx="91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+mj-ea"/>
                      <a:cs typeface="Times New Roman" panose="02020603050405020304" pitchFamily="18" charset="0"/>
                    </a:rPr>
                    <a:t>处连续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+mj-ea"/>
                      <a:cs typeface="Times New Roman" panose="02020603050405020304" pitchFamily="18" charset="0"/>
                    </a:rPr>
                    <a:t>,</a:t>
                  </a:r>
                </a:p>
              </p:txBody>
            </p:sp>
          </p:grpSp>
        </p:grp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B3359320-3596-4499-981C-6E061C36F7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2870" y="2465663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85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B3359320-3596-4499-981C-6E061C36F7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62870" y="2465663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26638F83-8546-4511-9646-D006259A8F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35067" y="2457005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86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26638F83-8546-4511-9646-D006259A8F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35067" y="2457005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 Box 3">
            <a:extLst>
              <a:ext uri="{FF2B5EF4-FFF2-40B4-BE49-F238E27FC236}">
                <a16:creationId xmlns:a16="http://schemas.microsoft.com/office/drawing/2014/main" id="{BE0C5A6F-5B8F-454C-8BE3-A672B33A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8636" y="418803"/>
            <a:ext cx="609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DA3BBBF4-D1E9-42CB-8D3E-A21E0C797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472" y="391319"/>
            <a:ext cx="2286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处连续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730C13F-D93B-49D3-BD3E-D9EE4F193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2532" y="414422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存在，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1F33A734-930F-4CD2-9574-F5D345C4A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308" y="414421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证明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20A6A27D-D8CB-4898-967C-A60588811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3904" y="391319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739F710B-9819-40A2-96F1-4167B9B1C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854" y="1038573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处可导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8C6B6E3B-E928-46B7-A702-714019D0E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571" y="1684180"/>
            <a:ext cx="17303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</a:t>
            </a:r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因为</a:t>
            </a: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AAB6EC61-14B3-4EB8-BDE5-5AF84F51D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422" y="3186207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</a:t>
            </a:r>
          </a:p>
        </p:txBody>
      </p:sp>
      <p:sp>
        <p:nvSpPr>
          <p:cNvPr id="33" name="Rectangle 33">
            <a:extLst>
              <a:ext uri="{FF2B5EF4-FFF2-40B4-BE49-F238E27FC236}">
                <a16:creationId xmlns:a16="http://schemas.microsoft.com/office/drawing/2014/main" id="{2430E81C-DC80-482B-B2BF-BF7B5BA9549A}"/>
              </a:ext>
            </a:extLst>
          </p:cNvPr>
          <p:cNvSpPr txBox="1">
            <a:spLocks noChangeArrowheads="1"/>
          </p:cNvSpPr>
          <p:nvPr/>
        </p:nvSpPr>
        <p:spPr>
          <a:xfrm>
            <a:off x="857672" y="411510"/>
            <a:ext cx="1219200" cy="5969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DFDA91D7-6B58-465A-B942-EC82329916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4368" y="511225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87" name="Equation" r:id="rId7" imgW="622080" imgH="342720" progId="Equation.DSMT4">
                  <p:embed/>
                </p:oleObj>
              </mc:Choice>
              <mc:Fallback>
                <p:oleObj name="Equation" r:id="rId7" imgW="622080" imgH="34272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DFDA91D7-6B58-465A-B942-EC82329916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24368" y="511225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3583155B-B196-47E5-BB54-0F6202984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2172" y="484625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88" name="Equation" r:id="rId9" imgW="647640" imgH="279360" progId="Equation.DSMT4">
                  <p:embed/>
                </p:oleObj>
              </mc:Choice>
              <mc:Fallback>
                <p:oleObj name="Equation" r:id="rId9" imgW="647640" imgH="27936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3583155B-B196-47E5-BB54-0F6202984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72172" y="484625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8C8B7DE4-8D6B-4CAB-9478-5CE0C87AA2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6872" y="289330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89" name="Equation" r:id="rId11" imgW="1193760" imgH="736560" progId="Equation.DSMT4">
                  <p:embed/>
                </p:oleObj>
              </mc:Choice>
              <mc:Fallback>
                <p:oleObj name="Equation" r:id="rId11" imgW="1193760" imgH="73656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8C8B7DE4-8D6B-4CAB-9478-5CE0C87AA2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16872" y="289330"/>
                        <a:ext cx="119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3149F7F4-ADB0-407C-A07C-3DF615476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0018" y="486180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90" name="Equation" r:id="rId13" imgW="622080" imgH="342720" progId="Equation.DSMT4">
                  <p:embed/>
                </p:oleObj>
              </mc:Choice>
              <mc:Fallback>
                <p:oleObj name="Equation" r:id="rId13" imgW="622080" imgH="34272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3149F7F4-ADB0-407C-A07C-3DF615476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10018" y="486180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74567F82-80BF-45D6-BFFC-BD78E9B78D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528" y="1124645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91" name="Equation" r:id="rId15" imgW="647640" imgH="279360" progId="Equation.DSMT4">
                  <p:embed/>
                </p:oleObj>
              </mc:Choice>
              <mc:Fallback>
                <p:oleObj name="Equation" r:id="rId15" imgW="647640" imgH="27936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74567F82-80BF-45D6-BFFC-BD78E9B78D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3528" y="1124645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F6BCE68D-78E4-4C71-9E2A-9911F35F96BE}"/>
              </a:ext>
            </a:extLst>
          </p:cNvPr>
          <p:cNvGrpSpPr/>
          <p:nvPr/>
        </p:nvGrpSpPr>
        <p:grpSpPr>
          <a:xfrm>
            <a:off x="2000672" y="1523628"/>
            <a:ext cx="2402983" cy="736600"/>
            <a:chOff x="2000672" y="1523628"/>
            <a:chExt cx="2402983" cy="736600"/>
          </a:xfrm>
        </p:grpSpPr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5CBCB644-4E96-49F4-AA16-8BEF92D2E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4455" y="1661096"/>
              <a:ext cx="1219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存在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，</a:t>
              </a:r>
            </a:p>
          </p:txBody>
        </p: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AED30A5A-4339-46D3-A7A4-489C2AD13E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00672" y="1523628"/>
            <a:ext cx="1193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92" name="Equation" r:id="rId17" imgW="1193760" imgH="736560" progId="Equation.DSMT4">
                    <p:embed/>
                  </p:oleObj>
                </mc:Choice>
                <mc:Fallback>
                  <p:oleObj name="Equation" r:id="rId17" imgW="1193760" imgH="73656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AED30A5A-4339-46D3-A7A4-489C2AD13E1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00672" y="1523628"/>
                          <a:ext cx="1193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CCCE00D-302B-43E8-8547-7F38EA146444}"/>
              </a:ext>
            </a:extLst>
          </p:cNvPr>
          <p:cNvGrpSpPr/>
          <p:nvPr/>
        </p:nvGrpSpPr>
        <p:grpSpPr>
          <a:xfrm>
            <a:off x="4000922" y="1658214"/>
            <a:ext cx="2364953" cy="515074"/>
            <a:chOff x="4000922" y="1658214"/>
            <a:chExt cx="2364953" cy="515074"/>
          </a:xfrm>
        </p:grpSpPr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6779E6C7-3191-43EB-9A39-3F3EFC50B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922" y="1658214"/>
              <a:ext cx="1143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则有</a:t>
              </a:r>
            </a:p>
          </p:txBody>
        </p:sp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26E5B5D2-B468-4799-AA17-36DEC6FD9B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9475" y="1690688"/>
            <a:ext cx="1676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93" name="Equation" r:id="rId19" imgW="1676160" imgH="482400" progId="Equation.DSMT4">
                    <p:embed/>
                  </p:oleObj>
                </mc:Choice>
                <mc:Fallback>
                  <p:oleObj name="Equation" r:id="rId19" imgW="1676160" imgH="48240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26E5B5D2-B468-4799-AA17-36DEC6FD9B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89475" y="1690688"/>
                          <a:ext cx="16764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F157ECE-B7AC-4BC4-9F76-05DF18DC844F}"/>
              </a:ext>
            </a:extLst>
          </p:cNvPr>
          <p:cNvGrpSpPr/>
          <p:nvPr/>
        </p:nvGrpSpPr>
        <p:grpSpPr>
          <a:xfrm>
            <a:off x="3911212" y="2346898"/>
            <a:ext cx="1554162" cy="461665"/>
            <a:chOff x="3911212" y="2346898"/>
            <a:chExt cx="1554162" cy="461665"/>
          </a:xfrm>
        </p:grpSpPr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B341BE70-4FEE-42D3-8CBE-5356DABD5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212" y="2346898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69364CBA-3319-4CA7-B7D4-017D8D4E3C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2374" y="2442390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994" name="Equation" r:id="rId21" imgW="1143000" imgH="342720" progId="Equation.DSMT4">
                    <p:embed/>
                  </p:oleObj>
                </mc:Choice>
                <mc:Fallback>
                  <p:oleObj name="Equation" r:id="rId21" imgW="1143000" imgH="34272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69364CBA-3319-4CA7-B7D4-017D8D4E3CA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22374" y="2442390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461F194F-39E7-4761-B5AD-745E82AD5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6322" y="3048739"/>
          <a:ext cx="1435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95" name="Equation" r:id="rId23" imgW="1434960" imgH="736560" progId="Equation.DSMT4">
                  <p:embed/>
                </p:oleObj>
              </mc:Choice>
              <mc:Fallback>
                <p:oleObj name="Equation" r:id="rId23" imgW="1434960" imgH="73656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461F194F-39E7-4761-B5AD-745E82AD50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86322" y="3048739"/>
                        <a:ext cx="1435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EE989730-BC87-44F3-8729-A3DA3F7502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3022" y="3082500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96" name="Equation" r:id="rId25" imgW="1955520" imgH="736560" progId="Equation.DSMT4">
                  <p:embed/>
                </p:oleObj>
              </mc:Choice>
              <mc:Fallback>
                <p:oleObj name="Equation" r:id="rId25" imgW="1955520" imgH="73656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EE989730-BC87-44F3-8729-A3DA3F750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023022" y="3082500"/>
                        <a:ext cx="1955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729C74E4-75F2-4189-AEB9-B4350631A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375" y="3273000"/>
          <a:ext cx="990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97" name="Equation" r:id="rId27" imgW="990360" imgH="355320" progId="Equation.DSMT4">
                  <p:embed/>
                </p:oleObj>
              </mc:Choice>
              <mc:Fallback>
                <p:oleObj name="Equation" r:id="rId27" imgW="990360" imgH="35532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729C74E4-75F2-4189-AEB9-B4350631A3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32375" y="3273000"/>
                        <a:ext cx="990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组合 56">
            <a:extLst>
              <a:ext uri="{FF2B5EF4-FFF2-40B4-BE49-F238E27FC236}">
                <a16:creationId xmlns:a16="http://schemas.microsoft.com/office/drawing/2014/main" id="{83FD3B8C-52EE-43FC-94A6-A664C1582181}"/>
              </a:ext>
            </a:extLst>
          </p:cNvPr>
          <p:cNvGrpSpPr/>
          <p:nvPr/>
        </p:nvGrpSpPr>
        <p:grpSpPr>
          <a:xfrm>
            <a:off x="773731" y="4132705"/>
            <a:ext cx="3915744" cy="492931"/>
            <a:chOff x="773731" y="4132705"/>
            <a:chExt cx="3915744" cy="492931"/>
          </a:xfrm>
        </p:grpSpPr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E4D8A8D1-FBB3-414C-B066-5D3AD6F31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731" y="4132705"/>
              <a:ext cx="6746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即</a:t>
              </a:r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00287CE0-5989-4FB7-806F-18BE02F08F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4758" y="4148183"/>
              <a:ext cx="4572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5D13303A-D792-4610-B597-F966EC5F1A80}"/>
                </a:ext>
              </a:extLst>
            </p:cNvPr>
            <p:cNvGrpSpPr/>
            <p:nvPr/>
          </p:nvGrpSpPr>
          <p:grpSpPr>
            <a:xfrm>
              <a:off x="1162472" y="4163971"/>
              <a:ext cx="3527003" cy="461665"/>
              <a:chOff x="1162472" y="4163971"/>
              <a:chExt cx="3527003" cy="461665"/>
            </a:xfrm>
          </p:grpSpPr>
          <p:sp>
            <p:nvSpPr>
              <p:cNvPr id="32" name="Text Box 32">
                <a:extLst>
                  <a:ext uri="{FF2B5EF4-FFF2-40B4-BE49-F238E27FC236}">
                    <a16:creationId xmlns:a16="http://schemas.microsoft.com/office/drawing/2014/main" id="{5D63F3A1-151A-4CDA-B413-7D7C3C90DF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8275" y="4163971"/>
                <a:ext cx="19812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处可导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.</a:t>
                </a:r>
              </a:p>
            </p:txBody>
          </p:sp>
          <p:graphicFrame>
            <p:nvGraphicFramePr>
              <p:cNvPr id="50" name="对象 49">
                <a:extLst>
                  <a:ext uri="{FF2B5EF4-FFF2-40B4-BE49-F238E27FC236}">
                    <a16:creationId xmlns:a16="http://schemas.microsoft.com/office/drawing/2014/main" id="{9369312A-C3A8-4A74-B2DD-3646F2F0F1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62472" y="4231118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998" name="Equation" r:id="rId29" imgW="622080" imgH="342720" progId="Equation.DSMT4">
                      <p:embed/>
                    </p:oleObj>
                  </mc:Choice>
                  <mc:Fallback>
                    <p:oleObj name="Equation" r:id="rId29" imgW="622080" imgH="342720" progId="Equation.DSMT4">
                      <p:embed/>
                      <p:pic>
                        <p:nvPicPr>
                          <p:cNvPr id="50" name="对象 49">
                            <a:extLst>
                              <a:ext uri="{FF2B5EF4-FFF2-40B4-BE49-F238E27FC236}">
                                <a16:creationId xmlns:a16="http://schemas.microsoft.com/office/drawing/2014/main" id="{9369312A-C3A8-4A74-B2DD-3646F2F0F14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1162472" y="4231118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对象 50">
                <a:extLst>
                  <a:ext uri="{FF2B5EF4-FFF2-40B4-BE49-F238E27FC236}">
                    <a16:creationId xmlns:a16="http://schemas.microsoft.com/office/drawing/2014/main" id="{D3AF59B0-F947-4295-B925-5CD96750379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76872" y="4239315"/>
              <a:ext cx="647700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999" name="Equation" r:id="rId31" imgW="647640" imgH="279360" progId="Equation.DSMT4">
                      <p:embed/>
                    </p:oleObj>
                  </mc:Choice>
                  <mc:Fallback>
                    <p:oleObj name="Equation" r:id="rId31" imgW="647640" imgH="279360" progId="Equation.DSMT4">
                      <p:embed/>
                      <p:pic>
                        <p:nvPicPr>
                          <p:cNvPr id="51" name="对象 50">
                            <a:extLst>
                              <a:ext uri="{FF2B5EF4-FFF2-40B4-BE49-F238E27FC236}">
                                <a16:creationId xmlns:a16="http://schemas.microsoft.com/office/drawing/2014/main" id="{D3AF59B0-F947-4295-B925-5CD96750379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2076872" y="4239315"/>
                            <a:ext cx="647700" cy="279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15881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977728B4-551A-404E-AC25-F18180B2D06E}"/>
              </a:ext>
            </a:extLst>
          </p:cNvPr>
          <p:cNvGrpSpPr/>
          <p:nvPr/>
        </p:nvGrpSpPr>
        <p:grpSpPr>
          <a:xfrm>
            <a:off x="895808" y="409010"/>
            <a:ext cx="7743874" cy="570156"/>
            <a:chOff x="787822" y="481241"/>
            <a:chExt cx="7743874" cy="570156"/>
          </a:xfrm>
        </p:grpSpPr>
        <p:sp>
          <p:nvSpPr>
            <p:cNvPr id="2" name="Text Box 12">
              <a:extLst>
                <a:ext uri="{FF2B5EF4-FFF2-40B4-BE49-F238E27FC236}">
                  <a16:creationId xmlns:a16="http://schemas.microsoft.com/office/drawing/2014/main" id="{07354A57-6A4D-41AE-85B6-22B3E683A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822" y="532284"/>
              <a:ext cx="12954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5. </a:t>
              </a:r>
              <a:r>
                <a:rPr lang="zh-CN" altLang="en-US" sz="28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若</a:t>
              </a:r>
            </a:p>
          </p:txBody>
        </p:sp>
        <p:graphicFrame>
          <p:nvGraphicFramePr>
            <p:cNvPr id="3" name="Object 13">
              <a:extLst>
                <a:ext uri="{FF2B5EF4-FFF2-40B4-BE49-F238E27FC236}">
                  <a16:creationId xmlns:a16="http://schemas.microsoft.com/office/drawing/2014/main" id="{ED91D13D-7A1C-4564-988E-15C63E2906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6470333"/>
                </p:ext>
              </p:extLst>
            </p:nvPr>
          </p:nvGraphicFramePr>
          <p:xfrm>
            <a:off x="1771650" y="658813"/>
            <a:ext cx="1397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46" name="Equation" r:id="rId3" imgW="1396800" imgH="342720" progId="Equation.DSMT4">
                    <p:embed/>
                  </p:oleObj>
                </mc:Choice>
                <mc:Fallback>
                  <p:oleObj name="Equation" r:id="rId3" imgW="1396800" imgH="342720" progId="Equation.DSMT4">
                    <p:embed/>
                    <p:pic>
                      <p:nvPicPr>
                        <p:cNvPr id="25613" name="Object 13">
                          <a:extLst>
                            <a:ext uri="{FF2B5EF4-FFF2-40B4-BE49-F238E27FC236}">
                              <a16:creationId xmlns:a16="http://schemas.microsoft.com/office/drawing/2014/main" id="{F48F65AA-C410-4537-BA4C-CD0993A38C0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1650" y="658813"/>
                          <a:ext cx="13970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14">
              <a:extLst>
                <a:ext uri="{FF2B5EF4-FFF2-40B4-BE49-F238E27FC236}">
                  <a16:creationId xmlns:a16="http://schemas.microsoft.com/office/drawing/2014/main" id="{8E950B57-718B-45E6-AB58-6E56EE548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6072" y="532284"/>
              <a:ext cx="16764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时</a:t>
              </a:r>
              <a:r>
                <a:rPr lang="en-US" altLang="zh-CN" sz="28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 </a:t>
              </a:r>
              <a:r>
                <a:rPr lang="zh-CN" altLang="en-US" sz="28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恒有</a:t>
              </a:r>
            </a:p>
          </p:txBody>
        </p:sp>
        <p:graphicFrame>
          <p:nvGraphicFramePr>
            <p:cNvPr id="5" name="Object 15">
              <a:extLst>
                <a:ext uri="{FF2B5EF4-FFF2-40B4-BE49-F238E27FC236}">
                  <a16:creationId xmlns:a16="http://schemas.microsoft.com/office/drawing/2014/main" id="{D9A3BD67-7BA8-4851-AB4F-EA6550D867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6305257"/>
                </p:ext>
              </p:extLst>
            </p:nvPr>
          </p:nvGraphicFramePr>
          <p:xfrm>
            <a:off x="4806950" y="571500"/>
            <a:ext cx="14351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47" name="Equation" r:id="rId5" imgW="1434960" imgH="444240" progId="Equation.DSMT4">
                    <p:embed/>
                  </p:oleObj>
                </mc:Choice>
                <mc:Fallback>
                  <p:oleObj name="Equation" r:id="rId5" imgW="1434960" imgH="444240" progId="Equation.DSMT4">
                    <p:embed/>
                    <p:pic>
                      <p:nvPicPr>
                        <p:cNvPr id="25615" name="Object 15">
                          <a:extLst>
                            <a:ext uri="{FF2B5EF4-FFF2-40B4-BE49-F238E27FC236}">
                              <a16:creationId xmlns:a16="http://schemas.microsoft.com/office/drawing/2014/main" id="{9665F9B5-066B-4FF2-8C60-9A92BBE9E6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6950" y="571500"/>
                          <a:ext cx="143510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16">
              <a:extLst>
                <a:ext uri="{FF2B5EF4-FFF2-40B4-BE49-F238E27FC236}">
                  <a16:creationId xmlns:a16="http://schemas.microsoft.com/office/drawing/2014/main" id="{18D5B6DB-6BBA-4FCC-9E02-79CACCAEE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7031" y="538688"/>
              <a:ext cx="8048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问</a:t>
              </a:r>
            </a:p>
          </p:txBody>
        </p:sp>
        <p:graphicFrame>
          <p:nvGraphicFramePr>
            <p:cNvPr id="7" name="Object 17">
              <a:extLst>
                <a:ext uri="{FF2B5EF4-FFF2-40B4-BE49-F238E27FC236}">
                  <a16:creationId xmlns:a16="http://schemas.microsoft.com/office/drawing/2014/main" id="{61672160-B3D8-4CB9-96E5-37460810E2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1646328"/>
                </p:ext>
              </p:extLst>
            </p:nvPr>
          </p:nvGraphicFramePr>
          <p:xfrm>
            <a:off x="6679462" y="598070"/>
            <a:ext cx="617537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48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25617" name="Object 17">
                          <a:extLst>
                            <a:ext uri="{FF2B5EF4-FFF2-40B4-BE49-F238E27FC236}">
                              <a16:creationId xmlns:a16="http://schemas.microsoft.com/office/drawing/2014/main" id="{8F168496-0DC4-4A25-9C08-E04CF056DC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9462" y="598070"/>
                          <a:ext cx="617537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id="{B608849F-3D23-4A30-B224-8E899C615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6296" y="481241"/>
              <a:ext cx="12954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是否在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C72E7F5-F12D-49F8-8F99-66E748E7C0EF}"/>
              </a:ext>
            </a:extLst>
          </p:cNvPr>
          <p:cNvGrpSpPr/>
          <p:nvPr/>
        </p:nvGrpSpPr>
        <p:grpSpPr>
          <a:xfrm>
            <a:off x="251520" y="1105695"/>
            <a:ext cx="1866900" cy="519112"/>
            <a:chOff x="251520" y="1099022"/>
            <a:chExt cx="1866900" cy="519112"/>
          </a:xfrm>
        </p:grpSpPr>
        <p:graphicFrame>
          <p:nvGraphicFramePr>
            <p:cNvPr id="9" name="Object 19">
              <a:extLst>
                <a:ext uri="{FF2B5EF4-FFF2-40B4-BE49-F238E27FC236}">
                  <a16:creationId xmlns:a16="http://schemas.microsoft.com/office/drawing/2014/main" id="{D7825C7C-F1CD-4918-8191-DD7CF46A44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3125782"/>
                </p:ext>
              </p:extLst>
            </p:nvPr>
          </p:nvGraphicFramePr>
          <p:xfrm>
            <a:off x="251520" y="121887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49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25619" name="Object 19">
                          <a:extLst>
                            <a:ext uri="{FF2B5EF4-FFF2-40B4-BE49-F238E27FC236}">
                              <a16:creationId xmlns:a16="http://schemas.microsoft.com/office/drawing/2014/main" id="{8E99604F-489E-4B04-8300-FDE56FE056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520" y="1218878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20">
              <a:extLst>
                <a:ext uri="{FF2B5EF4-FFF2-40B4-BE49-F238E27FC236}">
                  <a16:creationId xmlns:a16="http://schemas.microsoft.com/office/drawing/2014/main" id="{2FD042CF-3540-415C-A9F4-B5F20DC192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220" y="1099022"/>
              <a:ext cx="12192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可导</a:t>
              </a:r>
              <a:r>
                <a:rPr lang="en-US" altLang="zh-CN" sz="28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?</a:t>
              </a:r>
            </a:p>
          </p:txBody>
        </p:sp>
      </p:grpSp>
      <p:sp>
        <p:nvSpPr>
          <p:cNvPr id="13" name="Text Box 21">
            <a:extLst>
              <a:ext uri="{FF2B5EF4-FFF2-40B4-BE49-F238E27FC236}">
                <a16:creationId xmlns:a16="http://schemas.microsoft.com/office/drawing/2014/main" id="{7D33035F-53DD-4726-9CBC-4C72559E1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41" y="1699871"/>
            <a:ext cx="6477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8C00014-A30D-4E0F-B11B-319AFCDC4C35}"/>
              </a:ext>
            </a:extLst>
          </p:cNvPr>
          <p:cNvGrpSpPr/>
          <p:nvPr/>
        </p:nvGrpSpPr>
        <p:grpSpPr>
          <a:xfrm>
            <a:off x="1571625" y="2346325"/>
            <a:ext cx="3246438" cy="812800"/>
            <a:chOff x="1571625" y="2346325"/>
            <a:chExt cx="3246438" cy="812800"/>
          </a:xfrm>
        </p:grpSpPr>
        <p:graphicFrame>
          <p:nvGraphicFramePr>
            <p:cNvPr id="15" name="Object 25">
              <a:extLst>
                <a:ext uri="{FF2B5EF4-FFF2-40B4-BE49-F238E27FC236}">
                  <a16:creationId xmlns:a16="http://schemas.microsoft.com/office/drawing/2014/main" id="{9EEC6052-C3C1-425A-8018-85CB5E8AA3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9111774"/>
                </p:ext>
              </p:extLst>
            </p:nvPr>
          </p:nvGraphicFramePr>
          <p:xfrm>
            <a:off x="2266950" y="2346325"/>
            <a:ext cx="17145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50" name="Equation" r:id="rId11" imgW="1714320" imgH="812520" progId="Equation.DSMT4">
                    <p:embed/>
                  </p:oleObj>
                </mc:Choice>
                <mc:Fallback>
                  <p:oleObj name="Equation" r:id="rId11" imgW="1714320" imgH="812520" progId="Equation.DSMT4">
                    <p:embed/>
                    <p:pic>
                      <p:nvPicPr>
                        <p:cNvPr id="25625" name="Object 25">
                          <a:extLst>
                            <a:ext uri="{FF2B5EF4-FFF2-40B4-BE49-F238E27FC236}">
                              <a16:creationId xmlns:a16="http://schemas.microsoft.com/office/drawing/2014/main" id="{568C40D2-7E5B-48EE-9307-20AB0463E81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6950" y="2346325"/>
                          <a:ext cx="17145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6">
              <a:extLst>
                <a:ext uri="{FF2B5EF4-FFF2-40B4-BE49-F238E27FC236}">
                  <a16:creationId xmlns:a16="http://schemas.microsoft.com/office/drawing/2014/main" id="{6BF583CF-44CD-431C-9D9C-A4711B6AC1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9763319"/>
                </p:ext>
              </p:extLst>
            </p:nvPr>
          </p:nvGraphicFramePr>
          <p:xfrm>
            <a:off x="4081463" y="2466975"/>
            <a:ext cx="7366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51" name="Equation" r:id="rId13" imgW="736560" imgH="431640" progId="Equation.DSMT4">
                    <p:embed/>
                  </p:oleObj>
                </mc:Choice>
                <mc:Fallback>
                  <p:oleObj name="Equation" r:id="rId13" imgW="736560" imgH="431640" progId="Equation.DSMT4">
                    <p:embed/>
                    <p:pic>
                      <p:nvPicPr>
                        <p:cNvPr id="25626" name="Object 26">
                          <a:extLst>
                            <a:ext uri="{FF2B5EF4-FFF2-40B4-BE49-F238E27FC236}">
                              <a16:creationId xmlns:a16="http://schemas.microsoft.com/office/drawing/2014/main" id="{553001D4-A64F-4351-94F9-6945D637A0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1463" y="2466975"/>
                          <a:ext cx="7366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7">
              <a:extLst>
                <a:ext uri="{FF2B5EF4-FFF2-40B4-BE49-F238E27FC236}">
                  <a16:creationId xmlns:a16="http://schemas.microsoft.com/office/drawing/2014/main" id="{AAC8A9B0-3242-4A15-8C65-CBEA54B834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6976895"/>
                </p:ext>
              </p:extLst>
            </p:nvPr>
          </p:nvGraphicFramePr>
          <p:xfrm>
            <a:off x="1571625" y="2543175"/>
            <a:ext cx="419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52" name="Equation" r:id="rId15" imgW="419040" imgH="279360" progId="Equation.DSMT4">
                    <p:embed/>
                  </p:oleObj>
                </mc:Choice>
                <mc:Fallback>
                  <p:oleObj name="Equation" r:id="rId15" imgW="419040" imgH="279360" progId="Equation.DSMT4">
                    <p:embed/>
                    <p:pic>
                      <p:nvPicPr>
                        <p:cNvPr id="25627" name="Object 27">
                          <a:extLst>
                            <a:ext uri="{FF2B5EF4-FFF2-40B4-BE49-F238E27FC236}">
                              <a16:creationId xmlns:a16="http://schemas.microsoft.com/office/drawing/2014/main" id="{DB51DE4D-B1F8-466E-8656-C94B3F1FF6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1625" y="2543175"/>
                          <a:ext cx="4191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Text Box 28">
            <a:extLst>
              <a:ext uri="{FF2B5EF4-FFF2-40B4-BE49-F238E27FC236}">
                <a16:creationId xmlns:a16="http://schemas.microsoft.com/office/drawing/2014/main" id="{33F99106-75C0-4645-83CF-7C465E4C6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219450"/>
            <a:ext cx="2362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由夹逼准则</a:t>
            </a:r>
          </a:p>
        </p:txBody>
      </p:sp>
      <p:graphicFrame>
        <p:nvGraphicFramePr>
          <p:cNvPr id="19" name="Object 29">
            <a:extLst>
              <a:ext uri="{FF2B5EF4-FFF2-40B4-BE49-F238E27FC236}">
                <a16:creationId xmlns:a16="http://schemas.microsoft.com/office/drawing/2014/main" id="{EA4A91EC-54A1-4A90-94A0-E65399BC36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216055"/>
              </p:ext>
            </p:extLst>
          </p:nvPr>
        </p:nvGraphicFramePr>
        <p:xfrm>
          <a:off x="1643932" y="3774692"/>
          <a:ext cx="1955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53" name="Equation" r:id="rId17" imgW="1955520" imgH="736560" progId="Equation.DSMT4">
                  <p:embed/>
                </p:oleObj>
              </mc:Choice>
              <mc:Fallback>
                <p:oleObj name="Equation" r:id="rId17" imgW="1955520" imgH="736560" progId="Equation.DSMT4">
                  <p:embed/>
                  <p:pic>
                    <p:nvPicPr>
                      <p:cNvPr id="25629" name="Object 29">
                        <a:extLst>
                          <a:ext uri="{FF2B5EF4-FFF2-40B4-BE49-F238E27FC236}">
                            <a16:creationId xmlns:a16="http://schemas.microsoft.com/office/drawing/2014/main" id="{36CD24C6-6415-4DEC-9952-8854C04C7F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932" y="3774692"/>
                        <a:ext cx="1955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0">
            <a:extLst>
              <a:ext uri="{FF2B5EF4-FFF2-40B4-BE49-F238E27FC236}">
                <a16:creationId xmlns:a16="http://schemas.microsoft.com/office/drawing/2014/main" id="{F16BCB38-FE12-4A6F-840F-9C77F9FC6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878935"/>
              </p:ext>
            </p:extLst>
          </p:nvPr>
        </p:nvGraphicFramePr>
        <p:xfrm>
          <a:off x="3668713" y="3978275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54" name="Equation" r:id="rId19" imgW="495000" imgH="330120" progId="Equation.DSMT4">
                  <p:embed/>
                </p:oleObj>
              </mc:Choice>
              <mc:Fallback>
                <p:oleObj name="Equation" r:id="rId19" imgW="495000" imgH="330120" progId="Equation.DSMT4">
                  <p:embed/>
                  <p:pic>
                    <p:nvPicPr>
                      <p:cNvPr id="25630" name="Object 30">
                        <a:extLst>
                          <a:ext uri="{FF2B5EF4-FFF2-40B4-BE49-F238E27FC236}">
                            <a16:creationId xmlns:a16="http://schemas.microsoft.com/office/drawing/2014/main" id="{7E10F911-62D5-4B4F-A555-B92208E1F6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3978275"/>
                        <a:ext cx="495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Line 37">
            <a:extLst>
              <a:ext uri="{FF2B5EF4-FFF2-40B4-BE49-F238E27FC236}">
                <a16:creationId xmlns:a16="http://schemas.microsoft.com/office/drawing/2014/main" id="{5AD078AF-6B9F-445A-A978-3931667095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815" y="1851670"/>
            <a:ext cx="37103" cy="3096344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5F7194A-7D88-40CF-8545-E24C6AFA5570}"/>
              </a:ext>
            </a:extLst>
          </p:cNvPr>
          <p:cNvGrpSpPr/>
          <p:nvPr/>
        </p:nvGrpSpPr>
        <p:grpSpPr>
          <a:xfrm>
            <a:off x="5216513" y="1830569"/>
            <a:ext cx="3706727" cy="482766"/>
            <a:chOff x="5216513" y="1830569"/>
            <a:chExt cx="3706727" cy="482766"/>
          </a:xfrm>
        </p:grpSpPr>
        <p:sp>
          <p:nvSpPr>
            <p:cNvPr id="21" name="Text Box 31">
              <a:extLst>
                <a:ext uri="{FF2B5EF4-FFF2-40B4-BE49-F238E27FC236}">
                  <a16:creationId xmlns:a16="http://schemas.microsoft.com/office/drawing/2014/main" id="{9BEEA8B6-1236-4F50-BB47-21DD60B1A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6513" y="1851670"/>
              <a:ext cx="8048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故</a:t>
              </a:r>
            </a:p>
          </p:txBody>
        </p:sp>
        <p:graphicFrame>
          <p:nvGraphicFramePr>
            <p:cNvPr id="23" name="Object 32">
              <a:extLst>
                <a:ext uri="{FF2B5EF4-FFF2-40B4-BE49-F238E27FC236}">
                  <a16:creationId xmlns:a16="http://schemas.microsoft.com/office/drawing/2014/main" id="{40D18D46-A58B-45B5-B1B8-FEAF1602E9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6920165"/>
                </p:ext>
              </p:extLst>
            </p:nvPr>
          </p:nvGraphicFramePr>
          <p:xfrm>
            <a:off x="5653088" y="1908175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55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25632" name="Object 32">
                          <a:extLst>
                            <a:ext uri="{FF2B5EF4-FFF2-40B4-BE49-F238E27FC236}">
                              <a16:creationId xmlns:a16="http://schemas.microsoft.com/office/drawing/2014/main" id="{E2D219B8-97B2-49F3-842E-0BBB4C670E8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3088" y="1908175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33">
              <a:extLst>
                <a:ext uri="{FF2B5EF4-FFF2-40B4-BE49-F238E27FC236}">
                  <a16:creationId xmlns:a16="http://schemas.microsoft.com/office/drawing/2014/main" id="{F4C62761-CCC0-4D97-9B41-477050021C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7971" y="1832620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</a:t>
              </a:r>
            </a:p>
          </p:txBody>
        </p:sp>
        <p:graphicFrame>
          <p:nvGraphicFramePr>
            <p:cNvPr id="25" name="Object 34">
              <a:extLst>
                <a:ext uri="{FF2B5EF4-FFF2-40B4-BE49-F238E27FC236}">
                  <a16:creationId xmlns:a16="http://schemas.microsoft.com/office/drawing/2014/main" id="{F63F5507-484E-4C7D-802A-0AD923CB18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66938"/>
                </p:ext>
              </p:extLst>
            </p:nvPr>
          </p:nvGraphicFramePr>
          <p:xfrm>
            <a:off x="6681637" y="1927050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56" name="Equation" r:id="rId23" imgW="647640" imgH="279360" progId="Equation.DSMT4">
                    <p:embed/>
                  </p:oleObj>
                </mc:Choice>
                <mc:Fallback>
                  <p:oleObj name="Equation" r:id="rId23" imgW="647640" imgH="279360" progId="Equation.DSMT4">
                    <p:embed/>
                    <p:pic>
                      <p:nvPicPr>
                        <p:cNvPr id="25634" name="Object 34">
                          <a:extLst>
                            <a:ext uri="{FF2B5EF4-FFF2-40B4-BE49-F238E27FC236}">
                              <a16:creationId xmlns:a16="http://schemas.microsoft.com/office/drawing/2014/main" id="{29C5AD80-21B6-462F-861A-73639B9181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1637" y="1927050"/>
                          <a:ext cx="6477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35">
              <a:extLst>
                <a:ext uri="{FF2B5EF4-FFF2-40B4-BE49-F238E27FC236}">
                  <a16:creationId xmlns:a16="http://schemas.microsoft.com/office/drawing/2014/main" id="{BE38870C-CEE3-498C-B694-5091B884D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0015" y="1830569"/>
              <a:ext cx="16732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可导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且</a:t>
              </a:r>
            </a:p>
          </p:txBody>
        </p:sp>
      </p:grpSp>
      <p:graphicFrame>
        <p:nvGraphicFramePr>
          <p:cNvPr id="27" name="Object 36">
            <a:extLst>
              <a:ext uri="{FF2B5EF4-FFF2-40B4-BE49-F238E27FC236}">
                <a16:creationId xmlns:a16="http://schemas.microsoft.com/office/drawing/2014/main" id="{B427890A-02C7-4300-8E8A-9FCA2BEF1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503092"/>
              </p:ext>
            </p:extLst>
          </p:nvPr>
        </p:nvGraphicFramePr>
        <p:xfrm>
          <a:off x="6174048" y="2892426"/>
          <a:ext cx="119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57" name="Equation" r:id="rId25" imgW="1193760" imgH="355320" progId="Equation.DSMT4">
                  <p:embed/>
                </p:oleObj>
              </mc:Choice>
              <mc:Fallback>
                <p:oleObj name="Equation" r:id="rId25" imgW="1193760" imgH="355320" progId="Equation.DSMT4">
                  <p:embed/>
                  <p:pic>
                    <p:nvPicPr>
                      <p:cNvPr id="25636" name="Object 36">
                        <a:extLst>
                          <a:ext uri="{FF2B5EF4-FFF2-40B4-BE49-F238E27FC236}">
                            <a16:creationId xmlns:a16="http://schemas.microsoft.com/office/drawing/2014/main" id="{55E2B889-1C1A-4A06-98FA-AB6AB2135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048" y="2892426"/>
                        <a:ext cx="1193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D46C9C84-FF85-40CE-96D7-6E4B2DECFB14}"/>
              </a:ext>
            </a:extLst>
          </p:cNvPr>
          <p:cNvGrpSpPr/>
          <p:nvPr/>
        </p:nvGrpSpPr>
        <p:grpSpPr>
          <a:xfrm>
            <a:off x="1309587" y="1705430"/>
            <a:ext cx="2784191" cy="473361"/>
            <a:chOff x="1309587" y="1705430"/>
            <a:chExt cx="2784191" cy="473361"/>
          </a:xfrm>
        </p:grpSpPr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BBA46C9B-9DF4-42EA-AAA4-C5BE8C78D0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8526089"/>
                </p:ext>
              </p:extLst>
            </p:nvPr>
          </p:nvGraphicFramePr>
          <p:xfrm>
            <a:off x="2465211" y="1785187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58" name="Equation" r:id="rId27" imgW="1143000" imgH="342720" progId="Equation.DSMT4">
                    <p:embed/>
                  </p:oleObj>
                </mc:Choice>
                <mc:Fallback>
                  <p:oleObj name="Equation" r:id="rId27" imgW="1143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465211" y="1785187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E0CAD20-8CCD-4698-BFCC-808465A65CE0}"/>
                </a:ext>
              </a:extLst>
            </p:cNvPr>
            <p:cNvSpPr/>
            <p:nvPr/>
          </p:nvSpPr>
          <p:spPr>
            <a:xfrm>
              <a:off x="1309587" y="1717126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由题设</a:t>
              </a:r>
              <a:endParaRPr lang="zh-CN" altLang="en-US" sz="2400" dirty="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DD87CBE-278F-4FA5-99AC-A563E3425DB0}"/>
                </a:ext>
              </a:extLst>
            </p:cNvPr>
            <p:cNvSpPr/>
            <p:nvPr/>
          </p:nvSpPr>
          <p:spPr>
            <a:xfrm>
              <a:off x="3599732" y="1705430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而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229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45CDAA1-D60B-4D91-BD4B-46D3D85AF7D6}"/>
              </a:ext>
            </a:extLst>
          </p:cNvPr>
          <p:cNvSpPr txBox="1">
            <a:spLocks noChangeArrowheads="1"/>
          </p:cNvSpPr>
          <p:nvPr/>
        </p:nvSpPr>
        <p:spPr>
          <a:xfrm>
            <a:off x="966077" y="484874"/>
            <a:ext cx="1295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9595C9A-D2BA-4628-8FFE-CE51792C3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087238"/>
              </p:ext>
            </p:extLst>
          </p:nvPr>
        </p:nvGraphicFramePr>
        <p:xfrm>
          <a:off x="1688305" y="269890"/>
          <a:ext cx="251460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76" name="Equation" r:id="rId3" imgW="2514600" imgH="863280" progId="Equation.DSMT4">
                  <p:embed/>
                </p:oleObj>
              </mc:Choice>
              <mc:Fallback>
                <p:oleObj name="Equation" r:id="rId3" imgW="2514600" imgH="863280" progId="Equation.DSMT4">
                  <p:embed/>
                  <p:pic>
                    <p:nvPicPr>
                      <p:cNvPr id="26627" name="Object 3">
                        <a:extLst>
                          <a:ext uri="{FF2B5EF4-FFF2-40B4-BE49-F238E27FC236}">
                            <a16:creationId xmlns:a16="http://schemas.microsoft.com/office/drawing/2014/main" id="{15309ECE-866C-4999-8E9D-F1F7CF35DA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8305" y="269890"/>
                        <a:ext cx="2514600" cy="863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80F49352-C319-4DC6-A3B8-27625FB65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2905" y="452115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问 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取何值时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901E064-9786-4711-9FC6-4FAC2B5C08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488279"/>
              </p:ext>
            </p:extLst>
          </p:nvPr>
        </p:nvGraphicFramePr>
        <p:xfrm>
          <a:off x="6444208" y="508000"/>
          <a:ext cx="6858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77" name="Equation" r:id="rId5" imgW="685800" imgH="355320" progId="Equation.DSMT4">
                  <p:embed/>
                </p:oleObj>
              </mc:Choice>
              <mc:Fallback>
                <p:oleObj name="Equation" r:id="rId5" imgW="685800" imgH="355320" progId="Equation.DSMT4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97AA0438-5184-49B1-94B4-9AA8438245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508000"/>
                        <a:ext cx="685800" cy="355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CAF8C0AF-B29B-4845-833F-0CDDBF131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645" y="401655"/>
            <a:ext cx="6937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在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B22C2376-2BA8-470C-A539-B1FBB64D31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281668"/>
              </p:ext>
            </p:extLst>
          </p:nvPr>
        </p:nvGraphicFramePr>
        <p:xfrm>
          <a:off x="7455695" y="511587"/>
          <a:ext cx="12445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78" name="Equation" r:id="rId7" imgW="1244520" imgH="342720" progId="Equation.DSMT4">
                  <p:embed/>
                </p:oleObj>
              </mc:Choice>
              <mc:Fallback>
                <p:oleObj name="Equation" r:id="rId7" imgW="1244520" imgH="342720" progId="Equation.DSMT4">
                  <p:embed/>
                  <p:pic>
                    <p:nvPicPr>
                      <p:cNvPr id="26631" name="Object 7">
                        <a:extLst>
                          <a:ext uri="{FF2B5EF4-FFF2-40B4-BE49-F238E27FC236}">
                            <a16:creationId xmlns:a16="http://schemas.microsoft.com/office/drawing/2014/main" id="{B765C19A-AC13-4FC9-9CD6-DD8933CB44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5695" y="511587"/>
                        <a:ext cx="124452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>
            <a:extLst>
              <a:ext uri="{FF2B5EF4-FFF2-40B4-BE49-F238E27FC236}">
                <a16:creationId xmlns:a16="http://schemas.microsoft.com/office/drawing/2014/main" id="{F66C9F0F-A6AF-44B4-8500-C235D17B9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1243940"/>
            <a:ext cx="274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都存在 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并求出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4BD8BEE-144C-468F-9867-2C3C0DFBE9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975235"/>
              </p:ext>
            </p:extLst>
          </p:nvPr>
        </p:nvGraphicFramePr>
        <p:xfrm>
          <a:off x="2699792" y="1340936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79" name="Equation" r:id="rId9" imgW="799920" imgH="355320" progId="Equation.DSMT4">
                  <p:embed/>
                </p:oleObj>
              </mc:Choice>
              <mc:Fallback>
                <p:oleObj name="Equation" r:id="rId9" imgW="7999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99792" y="1340936"/>
                        <a:ext cx="800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>
            <a:extLst>
              <a:ext uri="{FF2B5EF4-FFF2-40B4-BE49-F238E27FC236}">
                <a16:creationId xmlns:a16="http://schemas.microsoft.com/office/drawing/2014/main" id="{0D904F59-1948-4F58-B9AB-C729A8A8E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935" y="1852168"/>
            <a:ext cx="4870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显然该函数在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0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连续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BDBEBB7-1044-415D-97BE-1ADA6697C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605597"/>
              </p:ext>
            </p:extLst>
          </p:nvPr>
        </p:nvGraphicFramePr>
        <p:xfrm>
          <a:off x="966077" y="2649863"/>
          <a:ext cx="9270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80" name="Equation" r:id="rId11" imgW="927000" imgH="380880" progId="Equation.DSMT4">
                  <p:embed/>
                </p:oleObj>
              </mc:Choice>
              <mc:Fallback>
                <p:oleObj name="Equation" r:id="rId11" imgW="927000" imgH="380880" progId="Equation.DSMT4">
                  <p:embed/>
                  <p:pic>
                    <p:nvPicPr>
                      <p:cNvPr id="26635" name="Object 11">
                        <a:extLst>
                          <a:ext uri="{FF2B5EF4-FFF2-40B4-BE49-F238E27FC236}">
                            <a16:creationId xmlns:a16="http://schemas.microsoft.com/office/drawing/2014/main" id="{82DDF23C-0CF1-4702-98F4-7D05611D85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077" y="2649863"/>
                        <a:ext cx="92700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C8DFB630-A8B7-4BE6-B5F5-FC18D0442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506847"/>
              </p:ext>
            </p:extLst>
          </p:nvPr>
        </p:nvGraphicFramePr>
        <p:xfrm>
          <a:off x="1927823" y="2458308"/>
          <a:ext cx="203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81" name="Equation" r:id="rId13" imgW="2031840" imgH="736560" progId="Equation.DSMT4">
                  <p:embed/>
                </p:oleObj>
              </mc:Choice>
              <mc:Fallback>
                <p:oleObj name="Equation" r:id="rId13" imgW="2031840" imgH="736560" progId="Equation.DSMT4">
                  <p:embed/>
                  <p:pic>
                    <p:nvPicPr>
                      <p:cNvPr id="26636" name="Object 12">
                        <a:extLst>
                          <a:ext uri="{FF2B5EF4-FFF2-40B4-BE49-F238E27FC236}">
                            <a16:creationId xmlns:a16="http://schemas.microsoft.com/office/drawing/2014/main" id="{4C47BBA9-CD51-4C5B-9E9A-BBD99BD51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823" y="2458308"/>
                        <a:ext cx="2032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FDF528CA-CD89-4468-B48C-3E289DE98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950902"/>
              </p:ext>
            </p:extLst>
          </p:nvPr>
        </p:nvGraphicFramePr>
        <p:xfrm>
          <a:off x="4499992" y="2667711"/>
          <a:ext cx="9270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82" name="Equation" r:id="rId15" imgW="927000" imgH="380880" progId="Equation.DSMT4">
                  <p:embed/>
                </p:oleObj>
              </mc:Choice>
              <mc:Fallback>
                <p:oleObj name="Equation" r:id="rId15" imgW="927000" imgH="380880" progId="Equation.DSMT4">
                  <p:embed/>
                  <p:pic>
                    <p:nvPicPr>
                      <p:cNvPr id="26638" name="Object 14">
                        <a:extLst>
                          <a:ext uri="{FF2B5EF4-FFF2-40B4-BE49-F238E27FC236}">
                            <a16:creationId xmlns:a16="http://schemas.microsoft.com/office/drawing/2014/main" id="{D9D03D80-EC5A-4C56-9239-B8795492BE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667711"/>
                        <a:ext cx="92700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42881C50-63C1-486A-A64D-52D704CB2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228986"/>
              </p:ext>
            </p:extLst>
          </p:nvPr>
        </p:nvGraphicFramePr>
        <p:xfrm>
          <a:off x="5486400" y="2476500"/>
          <a:ext cx="185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83" name="Equation" r:id="rId17" imgW="1854000" imgH="736560" progId="Equation.DSMT4">
                  <p:embed/>
                </p:oleObj>
              </mc:Choice>
              <mc:Fallback>
                <p:oleObj name="Equation" r:id="rId17" imgW="1854000" imgH="736560" progId="Equation.DSMT4">
                  <p:embed/>
                  <p:pic>
                    <p:nvPicPr>
                      <p:cNvPr id="26639" name="Object 15">
                        <a:extLst>
                          <a:ext uri="{FF2B5EF4-FFF2-40B4-BE49-F238E27FC236}">
                            <a16:creationId xmlns:a16="http://schemas.microsoft.com/office/drawing/2014/main" id="{FF37D27B-F492-4789-802B-B5DF9397D0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476500"/>
                        <a:ext cx="1854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AB1CE27A-A868-42C5-8B25-CF1AAB8DEFA7}"/>
              </a:ext>
            </a:extLst>
          </p:cNvPr>
          <p:cNvGrpSpPr/>
          <p:nvPr/>
        </p:nvGrpSpPr>
        <p:grpSpPr>
          <a:xfrm>
            <a:off x="910951" y="3465397"/>
            <a:ext cx="2822823" cy="530225"/>
            <a:chOff x="486569" y="3445344"/>
            <a:chExt cx="2822823" cy="530225"/>
          </a:xfrm>
        </p:grpSpPr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8B7A9EC1-C908-464E-BE89-19A6DC90E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569" y="3445344"/>
              <a:ext cx="7620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D82281B8-1FF1-4201-982E-179C9327E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3062" y="3456456"/>
              <a:ext cx="609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</a:t>
              </a: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039C49B0-CEA1-4D41-9B6F-53A41928AC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8468976"/>
                </p:ext>
              </p:extLst>
            </p:nvPr>
          </p:nvGraphicFramePr>
          <p:xfrm>
            <a:off x="984250" y="3557323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84" name="Equation" r:id="rId19" imgW="596880" imgH="279360" progId="Equation.DSMT4">
                    <p:embed/>
                  </p:oleObj>
                </mc:Choice>
                <mc:Fallback>
                  <p:oleObj name="Equation" r:id="rId19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84250" y="3557323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57518ACA-E65B-4849-BFBB-83DAF64138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82217"/>
                </p:ext>
              </p:extLst>
            </p:nvPr>
          </p:nvGraphicFramePr>
          <p:xfrm>
            <a:off x="2090192" y="3543960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85" name="Equation" r:id="rId21" imgW="1218960" imgH="355320" progId="Equation.DSMT4">
                    <p:embed/>
                  </p:oleObj>
                </mc:Choice>
                <mc:Fallback>
                  <p:oleObj name="Equation" r:id="rId21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090192" y="3543960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E423E9A-0D01-46E7-9E96-BC84EF426BED}"/>
              </a:ext>
            </a:extLst>
          </p:cNvPr>
          <p:cNvGrpSpPr/>
          <p:nvPr/>
        </p:nvGrpSpPr>
        <p:grpSpPr>
          <a:xfrm>
            <a:off x="3788542" y="3373677"/>
            <a:ext cx="4731725" cy="602955"/>
            <a:chOff x="3364160" y="3353624"/>
            <a:chExt cx="4731725" cy="602955"/>
          </a:xfrm>
        </p:grpSpPr>
        <p:sp>
          <p:nvSpPr>
            <p:cNvPr id="25" name="Text Box 21">
              <a:extLst>
                <a:ext uri="{FF2B5EF4-FFF2-40B4-BE49-F238E27FC236}">
                  <a16:creationId xmlns:a16="http://schemas.microsoft.com/office/drawing/2014/main" id="{15884DC1-2F92-40A2-B813-8E2603298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160" y="3437466"/>
              <a:ext cx="1066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此时</a:t>
              </a:r>
            </a:p>
          </p:txBody>
        </p:sp>
        <p:sp>
          <p:nvSpPr>
            <p:cNvPr id="27" name="Text Box 23">
              <a:extLst>
                <a:ext uri="{FF2B5EF4-FFF2-40B4-BE49-F238E27FC236}">
                  <a16:creationId xmlns:a16="http://schemas.microsoft.com/office/drawing/2014/main" id="{F7C7338B-BDC9-4802-A4F7-51E875F5E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6140" y="3392306"/>
              <a:ext cx="804863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</a:t>
              </a:r>
            </a:p>
          </p:txBody>
        </p:sp>
        <p:sp>
          <p:nvSpPr>
            <p:cNvPr id="29" name="Text Box 25">
              <a:extLst>
                <a:ext uri="{FF2B5EF4-FFF2-40B4-BE49-F238E27FC236}">
                  <a16:creationId xmlns:a16="http://schemas.microsoft.com/office/drawing/2014/main" id="{DD6FF382-F823-472C-BE2A-38AF8DDAB9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1885" y="3353624"/>
              <a:ext cx="15240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都存在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D8A64084-F6B4-4657-A205-E083595FBA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285486"/>
                </p:ext>
              </p:extLst>
            </p:nvPr>
          </p:nvGraphicFramePr>
          <p:xfrm>
            <a:off x="4101553" y="3519222"/>
            <a:ext cx="685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86" name="Equation" r:id="rId23" imgW="685800" imgH="355320" progId="Equation.DSMT4">
                    <p:embed/>
                  </p:oleObj>
                </mc:Choice>
                <mc:Fallback>
                  <p:oleObj name="Equation" r:id="rId23" imgW="6858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101553" y="3519222"/>
                          <a:ext cx="685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038B3236-BA4D-4B8C-B309-33F9FD6734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8730290"/>
                </p:ext>
              </p:extLst>
            </p:nvPr>
          </p:nvGraphicFramePr>
          <p:xfrm>
            <a:off x="5301951" y="3504304"/>
            <a:ext cx="1244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87" name="Equation" r:id="rId25" imgW="1244520" imgH="342720" progId="Equation.DSMT4">
                    <p:embed/>
                  </p:oleObj>
                </mc:Choice>
                <mc:Fallback>
                  <p:oleObj name="Equation" r:id="rId25" imgW="1244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301951" y="3504304"/>
                          <a:ext cx="1244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85D7542-886B-4523-B99C-B1641AC2DBFF}"/>
              </a:ext>
            </a:extLst>
          </p:cNvPr>
          <p:cNvGrpSpPr/>
          <p:nvPr/>
        </p:nvGrpSpPr>
        <p:grpSpPr>
          <a:xfrm>
            <a:off x="2581941" y="4074014"/>
            <a:ext cx="2845051" cy="898601"/>
            <a:chOff x="1467641" y="4119563"/>
            <a:chExt cx="2845051" cy="898601"/>
          </a:xfrm>
        </p:grpSpPr>
        <p:sp>
          <p:nvSpPr>
            <p:cNvPr id="31" name="AutoShape 27">
              <a:extLst>
                <a:ext uri="{FF2B5EF4-FFF2-40B4-BE49-F238E27FC236}">
                  <a16:creationId xmlns:a16="http://schemas.microsoft.com/office/drawing/2014/main" id="{89000A4D-BD5D-4085-BC4D-3D5402D10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5821" y="4230764"/>
              <a:ext cx="152400" cy="787400"/>
            </a:xfrm>
            <a:prstGeom prst="leftBrace">
              <a:avLst>
                <a:gd name="adj1" fmla="val 43056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EFB16FF3-4FF8-446E-9709-F34165EB87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1638585"/>
                </p:ext>
              </p:extLst>
            </p:nvPr>
          </p:nvGraphicFramePr>
          <p:xfrm>
            <a:off x="1467641" y="4446664"/>
            <a:ext cx="927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88" name="Equation" r:id="rId27" imgW="927000" imgH="355320" progId="Equation.DSMT4">
                    <p:embed/>
                  </p:oleObj>
                </mc:Choice>
                <mc:Fallback>
                  <p:oleObj name="Equation" r:id="rId27" imgW="9270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67641" y="4446664"/>
                          <a:ext cx="927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3ACC8DBB-B423-43D6-8934-1FCE1F0756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4374445"/>
                </p:ext>
              </p:extLst>
            </p:nvPr>
          </p:nvGraphicFramePr>
          <p:xfrm>
            <a:off x="2744788" y="4119563"/>
            <a:ext cx="151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89" name="Equation" r:id="rId29" imgW="1511280" imgH="342720" progId="Equation.DSMT4">
                    <p:embed/>
                  </p:oleObj>
                </mc:Choice>
                <mc:Fallback>
                  <p:oleObj name="Equation" r:id="rId29" imgW="15112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744788" y="4119563"/>
                          <a:ext cx="151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1733EC23-0C2A-4D04-9349-E86EA248F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45716652"/>
                </p:ext>
              </p:extLst>
            </p:nvPr>
          </p:nvGraphicFramePr>
          <p:xfrm>
            <a:off x="2788692" y="4665223"/>
            <a:ext cx="152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90" name="Equation" r:id="rId31" imgW="1523880" imgH="342720" progId="Equation.DSMT4">
                    <p:embed/>
                  </p:oleObj>
                </mc:Choice>
                <mc:Fallback>
                  <p:oleObj name="Equation" r:id="rId31" imgW="1523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788692" y="4665223"/>
                          <a:ext cx="1524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1737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56FE9D57-5DD5-4DA3-8BE3-5B7DF9778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975" y="1442760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因为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4E3DA59-9F76-4CB9-A37E-01CEF4093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975" y="671235"/>
            <a:ext cx="152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7.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749B55B1-CEFD-43AD-B5EC-4DEF88F2A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459" y="671235"/>
            <a:ext cx="1600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存在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8FD5FA01-F0FE-46E3-9446-9F961102E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472" y="692993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CA027E11-1D20-419A-9FDB-AE485E13B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975" y="3959057"/>
            <a:ext cx="1136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634E045-9616-4B1D-87E5-82A2D82C38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5046521"/>
              </p:ext>
            </p:extLst>
          </p:nvPr>
        </p:nvGraphicFramePr>
        <p:xfrm>
          <a:off x="1636282" y="72316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2" name="Equation" r:id="rId3" imgW="685800" imgH="355320" progId="Equation.DSMT4">
                  <p:embed/>
                </p:oleObj>
              </mc:Choice>
              <mc:Fallback>
                <p:oleObj name="Equation" r:id="rId3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6282" y="723166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4C28262-AC7C-474D-ADA3-96996BBC32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033902"/>
              </p:ext>
            </p:extLst>
          </p:nvPr>
        </p:nvGraphicFramePr>
        <p:xfrm>
          <a:off x="3419872" y="555526"/>
          <a:ext cx="302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3" name="Equation" r:id="rId5" imgW="3022560" imgH="736560" progId="Equation.DSMT4">
                  <p:embed/>
                </p:oleObj>
              </mc:Choice>
              <mc:Fallback>
                <p:oleObj name="Equation" r:id="rId5" imgW="3022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9872" y="555526"/>
                        <a:ext cx="3022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0D04450-2AAB-4461-B96D-817A23E8E5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244968"/>
              </p:ext>
            </p:extLst>
          </p:nvPr>
        </p:nvGraphicFramePr>
        <p:xfrm>
          <a:off x="6920946" y="747916"/>
          <a:ext cx="685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4" name="Equation" r:id="rId7" imgW="685800" imgH="355320" progId="Equation.DSMT4">
                  <p:embed/>
                </p:oleObj>
              </mc:Choice>
              <mc:Fallback>
                <p:oleObj name="Equation" r:id="rId7" imgW="685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20946" y="747916"/>
                        <a:ext cx="685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26673F1-A53E-4E06-9C9F-D16C283278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678146"/>
              </p:ext>
            </p:extLst>
          </p:nvPr>
        </p:nvGraphicFramePr>
        <p:xfrm>
          <a:off x="1692275" y="1901825"/>
          <a:ext cx="287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5" name="Equation" r:id="rId9" imgW="2869920" imgH="736560" progId="Equation.DSMT4">
                  <p:embed/>
                </p:oleObj>
              </mc:Choice>
              <mc:Fallback>
                <p:oleObj name="Equation" r:id="rId9" imgW="2869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92275" y="1901825"/>
                        <a:ext cx="2870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8B24402-C589-4BB1-804E-AAC29DCE6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619573"/>
              </p:ext>
            </p:extLst>
          </p:nvPr>
        </p:nvGraphicFramePr>
        <p:xfrm>
          <a:off x="4506992" y="1902033"/>
          <a:ext cx="2501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6" name="Equation" r:id="rId11" imgW="2501640" imgH="736560" progId="Equation.DSMT4">
                  <p:embed/>
                </p:oleObj>
              </mc:Choice>
              <mc:Fallback>
                <p:oleObj name="Equation" r:id="rId11" imgW="2501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06992" y="1902033"/>
                        <a:ext cx="2501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443A258-75E4-4562-B2FB-C37E02D751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441574"/>
              </p:ext>
            </p:extLst>
          </p:nvPr>
        </p:nvGraphicFramePr>
        <p:xfrm>
          <a:off x="2018075" y="3006448"/>
          <a:ext cx="308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7" name="Equation" r:id="rId13" imgW="3085920" imgH="736560" progId="Equation.DSMT4">
                  <p:embed/>
                </p:oleObj>
              </mc:Choice>
              <mc:Fallback>
                <p:oleObj name="Equation" r:id="rId13" imgW="30859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18075" y="3006448"/>
                        <a:ext cx="308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3B9A660D-2199-4696-B9B4-FD908E7D2C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859015"/>
              </p:ext>
            </p:extLst>
          </p:nvPr>
        </p:nvGraphicFramePr>
        <p:xfrm>
          <a:off x="5256788" y="3006448"/>
          <a:ext cx="177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8" name="Equation" r:id="rId15" imgW="1777680" imgH="723600" progId="Equation.DSMT4">
                  <p:embed/>
                </p:oleObj>
              </mc:Choice>
              <mc:Fallback>
                <p:oleObj name="Equation" r:id="rId15" imgW="17776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56788" y="3006448"/>
                        <a:ext cx="1778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CEBFB05B-1779-4666-95A5-61A91E599B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075536"/>
              </p:ext>
            </p:extLst>
          </p:nvPr>
        </p:nvGraphicFramePr>
        <p:xfrm>
          <a:off x="2024425" y="4065122"/>
          <a:ext cx="1320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29" name="Equation" r:id="rId17" imgW="1320480" imgH="355320" progId="Equation.DSMT4">
                  <p:embed/>
                </p:oleObj>
              </mc:Choice>
              <mc:Fallback>
                <p:oleObj name="Equation" r:id="rId17" imgW="13204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24425" y="4065122"/>
                        <a:ext cx="1320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244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250982A-35DA-4179-9B07-93306111D49E}"/>
              </a:ext>
            </a:extLst>
          </p:cNvPr>
          <p:cNvGrpSpPr/>
          <p:nvPr/>
        </p:nvGrpSpPr>
        <p:grpSpPr>
          <a:xfrm>
            <a:off x="161764" y="339502"/>
            <a:ext cx="8820472" cy="1535334"/>
            <a:chOff x="323528" y="671235"/>
            <a:chExt cx="8820472" cy="1535334"/>
          </a:xfrm>
        </p:grpSpPr>
        <p:sp>
          <p:nvSpPr>
            <p:cNvPr id="2" name="Text Box 4">
              <a:extLst>
                <a:ext uri="{FF2B5EF4-FFF2-40B4-BE49-F238E27FC236}">
                  <a16:creationId xmlns:a16="http://schemas.microsoft.com/office/drawing/2014/main" id="{582BAD9D-E057-41A7-94B3-01FED4126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3974" y="671235"/>
              <a:ext cx="818002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8.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已知        是周期为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连续函数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，它在         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某个邻域内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CBE99D92-FC73-4854-9868-4580951D16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1870713"/>
                </p:ext>
              </p:extLst>
            </p:nvPr>
          </p:nvGraphicFramePr>
          <p:xfrm>
            <a:off x="1979712" y="730617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2" name="Equation" r:id="rId4" imgW="622080" imgH="342720" progId="Equation.DSMT4">
                    <p:embed/>
                  </p:oleObj>
                </mc:Choice>
                <mc:Fallback>
                  <p:oleObj name="Equation" r:id="rId4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979712" y="730617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7A9D19B-CB07-485A-BBA9-9DF01E6734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5574043"/>
                </p:ext>
              </p:extLst>
            </p:nvPr>
          </p:nvGraphicFramePr>
          <p:xfrm>
            <a:off x="6444208" y="76236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3" name="Equation" r:id="rId6" imgW="647640" imgH="279360" progId="Equation.DSMT4">
                    <p:embed/>
                  </p:oleObj>
                </mc:Choice>
                <mc:Fallback>
                  <p:oleObj name="Equation" r:id="rId6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444208" y="762367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 Box 4">
              <a:extLst>
                <a:ext uri="{FF2B5EF4-FFF2-40B4-BE49-F238E27FC236}">
                  <a16:creationId xmlns:a16="http://schemas.microsoft.com/office/drawing/2014/main" id="{D83030E4-6C69-4639-A846-B0AFCB85A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223857"/>
              <a:ext cx="871296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满足关系式                                                              且在        处可导，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31797A2-987B-47B5-ADE7-83FA6A7BCC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4126999"/>
                </p:ext>
              </p:extLst>
            </p:nvPr>
          </p:nvGraphicFramePr>
          <p:xfrm>
            <a:off x="1979712" y="1283239"/>
            <a:ext cx="461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4" name="Equation" r:id="rId8" imgW="4609800" imgH="342720" progId="Equation.DSMT4">
                    <p:embed/>
                  </p:oleObj>
                </mc:Choice>
                <mc:Fallback>
                  <p:oleObj name="Equation" r:id="rId8" imgW="4609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979712" y="1283239"/>
                          <a:ext cx="4610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87901572-E42E-447C-84E5-A0DE946E3D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0915667"/>
                </p:ext>
              </p:extLst>
            </p:nvPr>
          </p:nvGraphicFramePr>
          <p:xfrm>
            <a:off x="7308304" y="1304561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5" name="Equation" r:id="rId10" imgW="596880" imgH="279360" progId="Equation.DSMT4">
                    <p:embed/>
                  </p:oleObj>
                </mc:Choice>
                <mc:Fallback>
                  <p:oleObj name="Equation" r:id="rId10" imgW="596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308304" y="1304561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56445A03-795B-48CF-B75F-EB98D3E43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744904"/>
              <a:ext cx="871296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求曲线                 在点                处的切线方程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C447C46-76AB-4387-8C8E-7118A8711F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6704630"/>
                </p:ext>
              </p:extLst>
            </p:nvPr>
          </p:nvGraphicFramePr>
          <p:xfrm>
            <a:off x="1427262" y="1804286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6" name="Equation" r:id="rId12" imgW="1104840" imgH="342720" progId="Equation.DSMT4">
                    <p:embed/>
                  </p:oleObj>
                </mc:Choice>
                <mc:Fallback>
                  <p:oleObj name="Equation" r:id="rId12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427262" y="1804286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4AC419D-E695-47CC-888B-C6931FDB7DE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2121475"/>
                </p:ext>
              </p:extLst>
            </p:nvPr>
          </p:nvGraphicFramePr>
          <p:xfrm>
            <a:off x="3347864" y="1806960"/>
            <a:ext cx="1079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7" name="Equation" r:id="rId14" imgW="1079280" imgH="342720" progId="Equation.DSMT4">
                    <p:embed/>
                  </p:oleObj>
                </mc:Choice>
                <mc:Fallback>
                  <p:oleObj name="Equation" r:id="rId14" imgW="10792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347864" y="1806960"/>
                          <a:ext cx="1079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3">
            <a:extLst>
              <a:ext uri="{FF2B5EF4-FFF2-40B4-BE49-F238E27FC236}">
                <a16:creationId xmlns:a16="http://schemas.microsoft.com/office/drawing/2014/main" id="{3294CC61-73C9-44B2-9A77-B929E46B1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210" y="1995686"/>
            <a:ext cx="601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AE27F65-C9B2-40B1-869E-A3EED5ED542B}"/>
              </a:ext>
            </a:extLst>
          </p:cNvPr>
          <p:cNvGrpSpPr/>
          <p:nvPr/>
        </p:nvGrpSpPr>
        <p:grpSpPr>
          <a:xfrm>
            <a:off x="1255329" y="1978929"/>
            <a:ext cx="3388679" cy="461665"/>
            <a:chOff x="1255329" y="1978929"/>
            <a:chExt cx="3388679" cy="461665"/>
          </a:xfrm>
        </p:grpSpPr>
        <p:sp>
          <p:nvSpPr>
            <p:cNvPr id="13" name="Text Box 3">
              <a:extLst>
                <a:ext uri="{FF2B5EF4-FFF2-40B4-BE49-F238E27FC236}">
                  <a16:creationId xmlns:a16="http://schemas.microsoft.com/office/drawing/2014/main" id="{B0F835A7-84EA-40F3-A8F0-BA2663C60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5329" y="1978929"/>
              <a:ext cx="338867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由         的连续性可得，</a:t>
              </a: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B80358B2-7D73-4E41-BA8F-3913D3F2DA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0836068"/>
                </p:ext>
              </p:extLst>
            </p:nvPr>
          </p:nvGraphicFramePr>
          <p:xfrm>
            <a:off x="1691680" y="205506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8" name="Equation" r:id="rId16" imgW="622080" imgH="342720" progId="Equation.DSMT4">
                    <p:embed/>
                  </p:oleObj>
                </mc:Choice>
                <mc:Fallback>
                  <p:oleObj name="Equation" r:id="rId16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691680" y="2055068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95ABD84-9609-4161-82AC-C81F2A27EF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7861324"/>
              </p:ext>
            </p:extLst>
          </p:nvPr>
        </p:nvGraphicFramePr>
        <p:xfrm>
          <a:off x="1817948" y="2538380"/>
          <a:ext cx="5778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39" name="Equation" r:id="rId18" imgW="5778360" imgH="482400" progId="Equation.DSMT4">
                  <p:embed/>
                </p:oleObj>
              </mc:Choice>
              <mc:Fallback>
                <p:oleObj name="Equation" r:id="rId18" imgW="57783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17948" y="2538380"/>
                        <a:ext cx="57785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">
            <a:extLst>
              <a:ext uri="{FF2B5EF4-FFF2-40B4-BE49-F238E27FC236}">
                <a16:creationId xmlns:a16="http://schemas.microsoft.com/office/drawing/2014/main" id="{54CA9524-30F1-4319-AC18-C35AE52B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40" y="3076575"/>
            <a:ext cx="601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271626F-38A9-4871-B9FD-80EF4F33F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963858"/>
              </p:ext>
            </p:extLst>
          </p:nvPr>
        </p:nvGraphicFramePr>
        <p:xfrm>
          <a:off x="2002830" y="3104138"/>
          <a:ext cx="201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0" name="Equation" r:id="rId20" imgW="2019240" imgH="342720" progId="Equation.DSMT4">
                  <p:embed/>
                </p:oleObj>
              </mc:Choice>
              <mc:Fallback>
                <p:oleObj name="Equation" r:id="rId20" imgW="2019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002830" y="3104138"/>
                        <a:ext cx="201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A5F1B0C-0665-4A6C-B3AA-CB665EEFA0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065304"/>
              </p:ext>
            </p:extLst>
          </p:nvPr>
        </p:nvGraphicFramePr>
        <p:xfrm>
          <a:off x="4502762" y="3087886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1" name="Equation" r:id="rId22" imgW="1091880" imgH="342720" progId="Equation.DSMT4">
                  <p:embed/>
                </p:oleObj>
              </mc:Choice>
              <mc:Fallback>
                <p:oleObj name="Equation" r:id="rId22" imgW="1091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02762" y="3087886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3">
            <a:extLst>
              <a:ext uri="{FF2B5EF4-FFF2-40B4-BE49-F238E27FC236}">
                <a16:creationId xmlns:a16="http://schemas.microsoft.com/office/drawing/2014/main" id="{FF2A773C-E94D-497F-8232-371125ECB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640" y="3926631"/>
            <a:ext cx="601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又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4841DFE-3F24-4C76-B81A-EFCCAA536F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881171"/>
              </p:ext>
            </p:extLst>
          </p:nvPr>
        </p:nvGraphicFramePr>
        <p:xfrm>
          <a:off x="1403648" y="3802372"/>
          <a:ext cx="588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2" name="Equation" r:id="rId24" imgW="5879880" imgH="736560" progId="Equation.DSMT4">
                  <p:embed/>
                </p:oleObj>
              </mc:Choice>
              <mc:Fallback>
                <p:oleObj name="Equation" r:id="rId24" imgW="5879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03648" y="3802372"/>
                        <a:ext cx="588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311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3B58E45-E86C-4D9F-B3A0-BC027CF460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814804"/>
              </p:ext>
            </p:extLst>
          </p:nvPr>
        </p:nvGraphicFramePr>
        <p:xfrm>
          <a:off x="1259632" y="483518"/>
          <a:ext cx="588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39" name="Equation" r:id="rId3" imgW="5879880" imgH="736560" progId="Equation.DSMT4">
                  <p:embed/>
                </p:oleObj>
              </mc:Choice>
              <mc:Fallback>
                <p:oleObj name="Equation" r:id="rId3" imgW="5879880" imgH="73656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4841DFE-3F24-4C76-B81A-EFCCAA536F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483518"/>
                        <a:ext cx="588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>
            <a:extLst>
              <a:ext uri="{FF2B5EF4-FFF2-40B4-BE49-F238E27FC236}">
                <a16:creationId xmlns:a16="http://schemas.microsoft.com/office/drawing/2014/main" id="{8205E48E-F948-4C35-ACB0-D0E916B05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604094"/>
            <a:ext cx="601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B2C7B28-0704-42CA-BB57-0172C3503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007749"/>
              </p:ext>
            </p:extLst>
          </p:nvPr>
        </p:nvGraphicFramePr>
        <p:xfrm>
          <a:off x="1069132" y="1428527"/>
          <a:ext cx="6070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0" name="Equation" r:id="rId5" imgW="6070320" imgH="812520" progId="Equation.DSMT4">
                  <p:embed/>
                </p:oleObj>
              </mc:Choice>
              <mc:Fallback>
                <p:oleObj name="Equation" r:id="rId5" imgW="6070320" imgH="812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3B58E45-E86C-4D9F-B3A0-BC027CF460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9132" y="1428527"/>
                        <a:ext cx="60706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BD90384-1CDD-4047-9982-53E1EACE21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513469"/>
              </p:ext>
            </p:extLst>
          </p:nvPr>
        </p:nvGraphicFramePr>
        <p:xfrm>
          <a:off x="7283898" y="1205796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1" name="Equation" r:id="rId7" imgW="1015920" imgH="342720" progId="Equation.DSMT4">
                  <p:embed/>
                </p:oleObj>
              </mc:Choice>
              <mc:Fallback>
                <p:oleObj name="Equation" r:id="rId7" imgW="1015920" imgH="3427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A5F1B0C-0665-4A6C-B3AA-CB665EEFA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83898" y="1205796"/>
                        <a:ext cx="1016000" cy="342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>
            <a:extLst>
              <a:ext uri="{FF2B5EF4-FFF2-40B4-BE49-F238E27FC236}">
                <a16:creationId xmlns:a16="http://schemas.microsoft.com/office/drawing/2014/main" id="{4E3836C9-2B03-4529-93F8-562CD2473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616077"/>
            <a:ext cx="601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7553BCC-E897-470B-A7EB-97B4BC9E2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631798"/>
              </p:ext>
            </p:extLst>
          </p:nvPr>
        </p:nvGraphicFramePr>
        <p:xfrm>
          <a:off x="1066116" y="2674552"/>
          <a:ext cx="1295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2" name="Equation" r:id="rId9" imgW="1295280" imgH="355320" progId="Equation.DSMT4">
                  <p:embed/>
                </p:oleObj>
              </mc:Choice>
              <mc:Fallback>
                <p:oleObj name="Equation" r:id="rId9" imgW="12952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6116" y="2674552"/>
                        <a:ext cx="1295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E894216-FFE8-4DA4-A66F-7C59905D44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672322"/>
              </p:ext>
            </p:extLst>
          </p:nvPr>
        </p:nvGraphicFramePr>
        <p:xfrm>
          <a:off x="2536966" y="2679995"/>
          <a:ext cx="1155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3" name="Equation" r:id="rId11" imgW="1155600" imgH="355320" progId="Equation.DSMT4">
                  <p:embed/>
                </p:oleObj>
              </mc:Choice>
              <mc:Fallback>
                <p:oleObj name="Equation" r:id="rId11" imgW="1155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36966" y="2679995"/>
                        <a:ext cx="1155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19C5BE4-2AEE-4B91-A81C-5461C5E4C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727117"/>
              </p:ext>
            </p:extLst>
          </p:nvPr>
        </p:nvGraphicFramePr>
        <p:xfrm>
          <a:off x="4189413" y="3170238"/>
          <a:ext cx="1993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4" name="Equation" r:id="rId13" imgW="1993680" imgH="355320" progId="Equation.DSMT4">
                  <p:embed/>
                </p:oleObj>
              </mc:Choice>
              <mc:Fallback>
                <p:oleObj name="Equation" r:id="rId13" imgW="19936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189413" y="3170238"/>
                        <a:ext cx="1993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E0EDF3AD-10B1-4E87-ADF9-82995C2D8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666" y="2604976"/>
            <a:ext cx="34308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由函数周期为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645FFC5-EBC6-48C7-8EBE-238FC85C78C2}"/>
              </a:ext>
            </a:extLst>
          </p:cNvPr>
          <p:cNvGrpSpPr/>
          <p:nvPr/>
        </p:nvGrpSpPr>
        <p:grpSpPr>
          <a:xfrm>
            <a:off x="323528" y="3706871"/>
            <a:ext cx="8712968" cy="461665"/>
            <a:chOff x="323528" y="3706871"/>
            <a:chExt cx="8712968" cy="46166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BD18F8E-258F-4C2F-8FA9-C91628605D2D}"/>
                </a:ext>
              </a:extLst>
            </p:cNvPr>
            <p:cNvGrpSpPr/>
            <p:nvPr/>
          </p:nvGrpSpPr>
          <p:grpSpPr>
            <a:xfrm>
              <a:off x="323528" y="3706871"/>
              <a:ext cx="8712968" cy="461665"/>
              <a:chOff x="339572" y="3363972"/>
              <a:chExt cx="8712968" cy="461665"/>
            </a:xfrm>
          </p:grpSpPr>
          <p:sp>
            <p:nvSpPr>
              <p:cNvPr id="11" name="Text Box 4">
                <a:extLst>
                  <a:ext uri="{FF2B5EF4-FFF2-40B4-BE49-F238E27FC236}">
                    <a16:creationId xmlns:a16="http://schemas.microsoft.com/office/drawing/2014/main" id="{14E83608-EDC1-4A31-9B0A-82B9868EF2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572" y="3363972"/>
                <a:ext cx="871296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所以曲线               在点                处的</a:t>
                </a:r>
                <a:r>
                  <a:rPr lang="zh-CN" altLang="en-US" sz="2400" b="1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切线方程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为</a:t>
                </a:r>
              </a:p>
            </p:txBody>
          </p:sp>
          <p:graphicFrame>
            <p:nvGraphicFramePr>
              <p:cNvPr id="12" name="对象 11">
                <a:extLst>
                  <a:ext uri="{FF2B5EF4-FFF2-40B4-BE49-F238E27FC236}">
                    <a16:creationId xmlns:a16="http://schemas.microsoft.com/office/drawing/2014/main" id="{2BCAFE26-1D0B-4E78-BC93-5ED599ACB4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9364579"/>
                  </p:ext>
                </p:extLst>
              </p:nvPr>
            </p:nvGraphicFramePr>
            <p:xfrm>
              <a:off x="1678420" y="3423354"/>
              <a:ext cx="11049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845" name="Equation" r:id="rId15" imgW="1104840" imgH="342720" progId="Equation.DSMT4">
                      <p:embed/>
                    </p:oleObj>
                  </mc:Choice>
                  <mc:Fallback>
                    <p:oleObj name="Equation" r:id="rId15" imgW="1104840" imgH="342720" progId="Equation.DSMT4">
                      <p:embed/>
                      <p:pic>
                        <p:nvPicPr>
                          <p:cNvPr id="9" name="对象 8">
                            <a:extLst>
                              <a:ext uri="{FF2B5EF4-FFF2-40B4-BE49-F238E27FC236}">
                                <a16:creationId xmlns:a16="http://schemas.microsoft.com/office/drawing/2014/main" id="{CC447C46-76AB-4387-8C8E-7118A8711F7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678420" y="3423354"/>
                            <a:ext cx="11049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A3EA02F4-0772-4439-803D-19EAE9120F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6696582"/>
                  </p:ext>
                </p:extLst>
              </p:nvPr>
            </p:nvGraphicFramePr>
            <p:xfrm>
              <a:off x="3492500" y="3417004"/>
              <a:ext cx="10795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846" name="Equation" r:id="rId17" imgW="1079280" imgH="342720" progId="Equation.DSMT4">
                      <p:embed/>
                    </p:oleObj>
                  </mc:Choice>
                  <mc:Fallback>
                    <p:oleObj name="Equation" r:id="rId17" imgW="1079280" imgH="34272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A4AC419D-E695-47CC-888B-C6931FDB7DE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492500" y="3417004"/>
                            <a:ext cx="10795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50D8AED6-02B8-4EB7-AE71-0911F92C1A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930282"/>
                </p:ext>
              </p:extLst>
            </p:nvPr>
          </p:nvGraphicFramePr>
          <p:xfrm>
            <a:off x="6835740" y="3802165"/>
            <a:ext cx="195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47" name="Equation" r:id="rId19" imgW="1955520" imgH="342720" progId="Equation.DSMT4">
                    <p:embed/>
                  </p:oleObj>
                </mc:Choice>
                <mc:Fallback>
                  <p:oleObj name="Equation" r:id="rId19" imgW="19555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835740" y="3802165"/>
                          <a:ext cx="195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FC693C4-1867-42E5-9796-289BE7BAFA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396297"/>
              </p:ext>
            </p:extLst>
          </p:nvPr>
        </p:nvGraphicFramePr>
        <p:xfrm>
          <a:off x="2047706" y="3194340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8" name="Equation" r:id="rId21" imgW="1968480" imgH="342720" progId="Equation.DSMT4">
                  <p:embed/>
                </p:oleObj>
              </mc:Choice>
              <mc:Fallback>
                <p:oleObj name="Equation" r:id="rId21" imgW="1968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047706" y="3194340"/>
                        <a:ext cx="1968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3">
            <a:extLst>
              <a:ext uri="{FF2B5EF4-FFF2-40B4-BE49-F238E27FC236}">
                <a16:creationId xmlns:a16="http://schemas.microsoft.com/office/drawing/2014/main" id="{A5716AD3-F952-4BB2-BA95-AE8799961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635" y="4488021"/>
            <a:ext cx="601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86ED67C-F681-461C-9313-9F684BED1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235709"/>
              </p:ext>
            </p:extLst>
          </p:nvPr>
        </p:nvGraphicFramePr>
        <p:xfrm>
          <a:off x="827584" y="4554072"/>
          <a:ext cx="185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49" name="Equation" r:id="rId23" imgW="1854000" imgH="342720" progId="Equation.DSMT4">
                  <p:embed/>
                </p:oleObj>
              </mc:Choice>
              <mc:Fallback>
                <p:oleObj name="Equation" r:id="rId23" imgW="1854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27584" y="4554072"/>
                        <a:ext cx="185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750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0" grpId="0"/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C09DD250-B26D-4AC7-8C67-5AA86E8D8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83518"/>
            <a:ext cx="10801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endParaRPr lang="zh-CN" altLang="en-US" sz="28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0DB3ACA-0B1C-4F69-9660-EA9A907E9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563638"/>
            <a:ext cx="37444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  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习题册 第二章 第一节；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04D09E0-93B3-4999-9C96-B51B5B861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427734"/>
            <a:ext cx="36724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课本习题  习题 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2-1.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3409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7970</TotalTime>
  <Words>1468</Words>
  <Application>Microsoft Office PowerPoint</Application>
  <PresentationFormat>全屏显示(16:9)</PresentationFormat>
  <Paragraphs>384</Paragraphs>
  <Slides>49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等线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Office 主题</vt:lpstr>
      <vt:lpstr>Equation</vt:lpstr>
      <vt:lpstr>Equation.3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二、 函数在一点处的导数的定义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 利用函数在一点的导数的定义求极限</vt:lpstr>
      <vt:lpstr>PowerPoint 演示文稿</vt:lpstr>
      <vt:lpstr>PowerPoint 演示文稿</vt:lpstr>
      <vt:lpstr>小结</vt:lpstr>
      <vt:lpstr>四、 导数的几何意义</vt:lpstr>
      <vt:lpstr>PowerPoint 演示文稿</vt:lpstr>
      <vt:lpstr>例2 讨论曲线</vt:lpstr>
      <vt:lpstr>例3 讨论曲线</vt:lpstr>
      <vt:lpstr>五、 导函数的概念与几个常用导数公式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2.设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854</cp:revision>
  <dcterms:created xsi:type="dcterms:W3CDTF">2018-09-27T06:48:14Z</dcterms:created>
  <dcterms:modified xsi:type="dcterms:W3CDTF">2023-10-10T12:46:32Z</dcterms:modified>
</cp:coreProperties>
</file>