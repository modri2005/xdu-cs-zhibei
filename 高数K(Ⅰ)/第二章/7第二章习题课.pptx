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346" r:id="rId2"/>
    <p:sldId id="347" r:id="rId3"/>
    <p:sldId id="359" r:id="rId4"/>
    <p:sldId id="361" r:id="rId5"/>
    <p:sldId id="369" r:id="rId6"/>
    <p:sldId id="366" r:id="rId7"/>
    <p:sldId id="364" r:id="rId8"/>
    <p:sldId id="365" r:id="rId9"/>
    <p:sldId id="406" r:id="rId10"/>
    <p:sldId id="367" r:id="rId11"/>
    <p:sldId id="368" r:id="rId12"/>
    <p:sldId id="388" r:id="rId13"/>
    <p:sldId id="389" r:id="rId14"/>
    <p:sldId id="383" r:id="rId15"/>
    <p:sldId id="403" r:id="rId16"/>
    <p:sldId id="384" r:id="rId17"/>
    <p:sldId id="386" r:id="rId18"/>
    <p:sldId id="387" r:id="rId19"/>
    <p:sldId id="382" r:id="rId20"/>
    <p:sldId id="371" r:id="rId21"/>
    <p:sldId id="372" r:id="rId22"/>
    <p:sldId id="370" r:id="rId23"/>
    <p:sldId id="375" r:id="rId24"/>
    <p:sldId id="376" r:id="rId25"/>
    <p:sldId id="377" r:id="rId26"/>
    <p:sldId id="378" r:id="rId27"/>
    <p:sldId id="385" r:id="rId28"/>
    <p:sldId id="381" r:id="rId29"/>
    <p:sldId id="392" r:id="rId30"/>
    <p:sldId id="393" r:id="rId31"/>
    <p:sldId id="405" r:id="rId32"/>
    <p:sldId id="407" r:id="rId33"/>
    <p:sldId id="408" r:id="rId34"/>
    <p:sldId id="409" r:id="rId35"/>
    <p:sldId id="410" r:id="rId36"/>
    <p:sldId id="412" r:id="rId37"/>
    <p:sldId id="413" r:id="rId38"/>
    <p:sldId id="414" r:id="rId39"/>
    <p:sldId id="415" r:id="rId40"/>
    <p:sldId id="416" r:id="rId41"/>
    <p:sldId id="417" r:id="rId42"/>
    <p:sldId id="418" r:id="rId43"/>
    <p:sldId id="419" r:id="rId44"/>
    <p:sldId id="420" r:id="rId45"/>
    <p:sldId id="421" r:id="rId46"/>
    <p:sldId id="422" r:id="rId47"/>
    <p:sldId id="423" r:id="rId48"/>
    <p:sldId id="424" r:id="rId49"/>
    <p:sldId id="425" r:id="rId50"/>
    <p:sldId id="426" r:id="rId51"/>
    <p:sldId id="427" r:id="rId52"/>
    <p:sldId id="428" r:id="rId53"/>
    <p:sldId id="429" r:id="rId54"/>
    <p:sldId id="430" r:id="rId55"/>
    <p:sldId id="431" r:id="rId56"/>
    <p:sldId id="432" r:id="rId57"/>
    <p:sldId id="433" r:id="rId58"/>
    <p:sldId id="434" r:id="rId59"/>
    <p:sldId id="411" r:id="rId60"/>
    <p:sldId id="299" r:id="rId6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2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orient="horz" pos="5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00FFFF"/>
    <a:srgbClr val="4234FE"/>
    <a:srgbClr val="2F42FB"/>
    <a:srgbClr val="FFFFCC"/>
    <a:srgbClr val="FF00FF"/>
    <a:srgbClr val="30D6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477" autoAdjust="0"/>
  </p:normalViewPr>
  <p:slideViewPr>
    <p:cSldViewPr>
      <p:cViewPr varScale="1">
        <p:scale>
          <a:sx n="136" d="100"/>
          <a:sy n="136" d="100"/>
        </p:scale>
        <p:origin x="120" y="138"/>
      </p:cViewPr>
      <p:guideLst>
        <p:guide orient="horz" pos="1302"/>
        <p:guide pos="2835"/>
        <p:guide orient="horz" pos="5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12" Type="http://schemas.openxmlformats.org/officeDocument/2006/relationships/image" Target="../media/image27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5" Type="http://schemas.openxmlformats.org/officeDocument/2006/relationships/image" Target="../media/image3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Relationship Id="rId1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4.wmf"/><Relationship Id="rId18" Type="http://schemas.openxmlformats.org/officeDocument/2006/relationships/image" Target="../media/image59.wmf"/><Relationship Id="rId3" Type="http://schemas.openxmlformats.org/officeDocument/2006/relationships/image" Target="../media/image44.wmf"/><Relationship Id="rId21" Type="http://schemas.openxmlformats.org/officeDocument/2006/relationships/image" Target="../media/image62.wmf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17" Type="http://schemas.openxmlformats.org/officeDocument/2006/relationships/image" Target="../media/image58.wmf"/><Relationship Id="rId2" Type="http://schemas.openxmlformats.org/officeDocument/2006/relationships/image" Target="../media/image43.wmf"/><Relationship Id="rId16" Type="http://schemas.openxmlformats.org/officeDocument/2006/relationships/image" Target="../media/image57.wmf"/><Relationship Id="rId20" Type="http://schemas.openxmlformats.org/officeDocument/2006/relationships/image" Target="../media/image61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5" Type="http://schemas.openxmlformats.org/officeDocument/2006/relationships/image" Target="../media/image46.wmf"/><Relationship Id="rId15" Type="http://schemas.openxmlformats.org/officeDocument/2006/relationships/image" Target="../media/image56.wmf"/><Relationship Id="rId10" Type="http://schemas.openxmlformats.org/officeDocument/2006/relationships/image" Target="../media/image51.wmf"/><Relationship Id="rId19" Type="http://schemas.openxmlformats.org/officeDocument/2006/relationships/image" Target="../media/image60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Relationship Id="rId14" Type="http://schemas.openxmlformats.org/officeDocument/2006/relationships/image" Target="../media/image55.wmf"/><Relationship Id="rId22" Type="http://schemas.openxmlformats.org/officeDocument/2006/relationships/image" Target="../media/image6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76.wmf"/><Relationship Id="rId18" Type="http://schemas.openxmlformats.org/officeDocument/2006/relationships/image" Target="../media/image8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12" Type="http://schemas.openxmlformats.org/officeDocument/2006/relationships/image" Target="../media/image75.wmf"/><Relationship Id="rId17" Type="http://schemas.openxmlformats.org/officeDocument/2006/relationships/image" Target="../media/image80.wmf"/><Relationship Id="rId2" Type="http://schemas.openxmlformats.org/officeDocument/2006/relationships/image" Target="../media/image65.wmf"/><Relationship Id="rId16" Type="http://schemas.openxmlformats.org/officeDocument/2006/relationships/image" Target="../media/image79.wmf"/><Relationship Id="rId20" Type="http://schemas.openxmlformats.org/officeDocument/2006/relationships/image" Target="../media/image83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11" Type="http://schemas.openxmlformats.org/officeDocument/2006/relationships/image" Target="../media/image74.wmf"/><Relationship Id="rId5" Type="http://schemas.openxmlformats.org/officeDocument/2006/relationships/image" Target="../media/image68.wmf"/><Relationship Id="rId15" Type="http://schemas.openxmlformats.org/officeDocument/2006/relationships/image" Target="../media/image78.wmf"/><Relationship Id="rId10" Type="http://schemas.openxmlformats.org/officeDocument/2006/relationships/image" Target="../media/image73.wmf"/><Relationship Id="rId19" Type="http://schemas.openxmlformats.org/officeDocument/2006/relationships/image" Target="../media/image82.wmf"/><Relationship Id="rId4" Type="http://schemas.openxmlformats.org/officeDocument/2006/relationships/image" Target="../media/image67.wmf"/><Relationship Id="rId9" Type="http://schemas.openxmlformats.org/officeDocument/2006/relationships/image" Target="../media/image72.wmf"/><Relationship Id="rId14" Type="http://schemas.openxmlformats.org/officeDocument/2006/relationships/image" Target="../media/image7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image" Target="../media/image96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12" Type="http://schemas.openxmlformats.org/officeDocument/2006/relationships/image" Target="../media/image95.wmf"/><Relationship Id="rId2" Type="http://schemas.openxmlformats.org/officeDocument/2006/relationships/image" Target="../media/image85.wmf"/><Relationship Id="rId16" Type="http://schemas.openxmlformats.org/officeDocument/2006/relationships/image" Target="../media/image99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11" Type="http://schemas.openxmlformats.org/officeDocument/2006/relationships/image" Target="../media/image94.wmf"/><Relationship Id="rId5" Type="http://schemas.openxmlformats.org/officeDocument/2006/relationships/image" Target="../media/image88.wmf"/><Relationship Id="rId15" Type="http://schemas.openxmlformats.org/officeDocument/2006/relationships/image" Target="../media/image98.wmf"/><Relationship Id="rId10" Type="http://schemas.openxmlformats.org/officeDocument/2006/relationships/image" Target="../media/image93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Relationship Id="rId14" Type="http://schemas.openxmlformats.org/officeDocument/2006/relationships/image" Target="../media/image9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10" Type="http://schemas.openxmlformats.org/officeDocument/2006/relationships/image" Target="../media/image109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22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12" Type="http://schemas.openxmlformats.org/officeDocument/2006/relationships/image" Target="../media/image121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14.wmf"/><Relationship Id="rId10" Type="http://schemas.openxmlformats.org/officeDocument/2006/relationships/image" Target="../media/image119.wmf"/><Relationship Id="rId4" Type="http://schemas.openxmlformats.org/officeDocument/2006/relationships/image" Target="../media/image113.wmf"/><Relationship Id="rId9" Type="http://schemas.openxmlformats.org/officeDocument/2006/relationships/image" Target="../media/image11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31.wmf"/><Relationship Id="rId6" Type="http://schemas.openxmlformats.org/officeDocument/2006/relationships/image" Target="../media/image127.wmf"/><Relationship Id="rId11" Type="http://schemas.openxmlformats.org/officeDocument/2006/relationships/image" Target="../media/image132.wmf"/><Relationship Id="rId5" Type="http://schemas.openxmlformats.org/officeDocument/2006/relationships/image" Target="../media/image126.wmf"/><Relationship Id="rId10" Type="http://schemas.openxmlformats.org/officeDocument/2006/relationships/image" Target="../media/image131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31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31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39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1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12" Type="http://schemas.openxmlformats.org/officeDocument/2006/relationships/image" Target="../media/image166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11" Type="http://schemas.openxmlformats.org/officeDocument/2006/relationships/image" Target="../media/image165.wmf"/><Relationship Id="rId5" Type="http://schemas.openxmlformats.org/officeDocument/2006/relationships/image" Target="../media/image159.wmf"/><Relationship Id="rId10" Type="http://schemas.openxmlformats.org/officeDocument/2006/relationships/image" Target="../media/image164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9.wmf"/><Relationship Id="rId18" Type="http://schemas.openxmlformats.org/officeDocument/2006/relationships/image" Target="../media/image18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17" Type="http://schemas.openxmlformats.org/officeDocument/2006/relationships/image" Target="../media/image183.wmf"/><Relationship Id="rId2" Type="http://schemas.openxmlformats.org/officeDocument/2006/relationships/image" Target="../media/image168.wmf"/><Relationship Id="rId16" Type="http://schemas.openxmlformats.org/officeDocument/2006/relationships/image" Target="../media/image182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wmf"/><Relationship Id="rId15" Type="http://schemas.openxmlformats.org/officeDocument/2006/relationships/image" Target="../media/image18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Relationship Id="rId14" Type="http://schemas.openxmlformats.org/officeDocument/2006/relationships/image" Target="../media/image18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5" Type="http://schemas.openxmlformats.org/officeDocument/2006/relationships/image" Target="../media/image189.wmf"/><Relationship Id="rId10" Type="http://schemas.openxmlformats.org/officeDocument/2006/relationships/image" Target="../media/image194.w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08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12" Type="http://schemas.openxmlformats.org/officeDocument/2006/relationships/image" Target="../media/image207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200.wmf"/><Relationship Id="rId10" Type="http://schemas.openxmlformats.org/officeDocument/2006/relationships/image" Target="../media/image205.wmf"/><Relationship Id="rId4" Type="http://schemas.openxmlformats.org/officeDocument/2006/relationships/image" Target="../media/image199.wmf"/><Relationship Id="rId9" Type="http://schemas.openxmlformats.org/officeDocument/2006/relationships/image" Target="../media/image204.wmf"/><Relationship Id="rId14" Type="http://schemas.openxmlformats.org/officeDocument/2006/relationships/image" Target="../media/image20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image" Target="../media/image222.wmf"/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12" Type="http://schemas.openxmlformats.org/officeDocument/2006/relationships/image" Target="../media/image221.wmf"/><Relationship Id="rId17" Type="http://schemas.openxmlformats.org/officeDocument/2006/relationships/image" Target="../media/image226.wmf"/><Relationship Id="rId2" Type="http://schemas.openxmlformats.org/officeDocument/2006/relationships/image" Target="../media/image211.wmf"/><Relationship Id="rId16" Type="http://schemas.openxmlformats.org/officeDocument/2006/relationships/image" Target="../media/image225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11" Type="http://schemas.openxmlformats.org/officeDocument/2006/relationships/image" Target="../media/image220.wmf"/><Relationship Id="rId5" Type="http://schemas.openxmlformats.org/officeDocument/2006/relationships/image" Target="../media/image214.wmf"/><Relationship Id="rId15" Type="http://schemas.openxmlformats.org/officeDocument/2006/relationships/image" Target="../media/image224.wmf"/><Relationship Id="rId10" Type="http://schemas.openxmlformats.org/officeDocument/2006/relationships/image" Target="../media/image219.wmf"/><Relationship Id="rId4" Type="http://schemas.openxmlformats.org/officeDocument/2006/relationships/image" Target="../media/image213.wmf"/><Relationship Id="rId9" Type="http://schemas.openxmlformats.org/officeDocument/2006/relationships/image" Target="../media/image218.wmf"/><Relationship Id="rId14" Type="http://schemas.openxmlformats.org/officeDocument/2006/relationships/image" Target="../media/image22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image" Target="../media/image239.wmf"/><Relationship Id="rId18" Type="http://schemas.openxmlformats.org/officeDocument/2006/relationships/image" Target="../media/image244.emf"/><Relationship Id="rId3" Type="http://schemas.openxmlformats.org/officeDocument/2006/relationships/image" Target="../media/image229.wmf"/><Relationship Id="rId7" Type="http://schemas.openxmlformats.org/officeDocument/2006/relationships/image" Target="../media/image233.wmf"/><Relationship Id="rId12" Type="http://schemas.openxmlformats.org/officeDocument/2006/relationships/image" Target="../media/image238.wmf"/><Relationship Id="rId17" Type="http://schemas.openxmlformats.org/officeDocument/2006/relationships/image" Target="../media/image243.wmf"/><Relationship Id="rId2" Type="http://schemas.openxmlformats.org/officeDocument/2006/relationships/image" Target="../media/image228.wmf"/><Relationship Id="rId16" Type="http://schemas.openxmlformats.org/officeDocument/2006/relationships/image" Target="../media/image242.wmf"/><Relationship Id="rId1" Type="http://schemas.openxmlformats.org/officeDocument/2006/relationships/image" Target="../media/image227.wmf"/><Relationship Id="rId6" Type="http://schemas.openxmlformats.org/officeDocument/2006/relationships/image" Target="../media/image232.wmf"/><Relationship Id="rId11" Type="http://schemas.openxmlformats.org/officeDocument/2006/relationships/image" Target="../media/image237.wmf"/><Relationship Id="rId5" Type="http://schemas.openxmlformats.org/officeDocument/2006/relationships/image" Target="../media/image231.wmf"/><Relationship Id="rId15" Type="http://schemas.openxmlformats.org/officeDocument/2006/relationships/image" Target="../media/image241.wmf"/><Relationship Id="rId10" Type="http://schemas.openxmlformats.org/officeDocument/2006/relationships/image" Target="../media/image236.wmf"/><Relationship Id="rId4" Type="http://schemas.openxmlformats.org/officeDocument/2006/relationships/image" Target="../media/image230.emf"/><Relationship Id="rId9" Type="http://schemas.openxmlformats.org/officeDocument/2006/relationships/image" Target="../media/image235.wmf"/><Relationship Id="rId14" Type="http://schemas.openxmlformats.org/officeDocument/2006/relationships/image" Target="../media/image24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13" Type="http://schemas.openxmlformats.org/officeDocument/2006/relationships/image" Target="../media/image257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12" Type="http://schemas.openxmlformats.org/officeDocument/2006/relationships/image" Target="../media/image256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11" Type="http://schemas.openxmlformats.org/officeDocument/2006/relationships/image" Target="../media/image255.wmf"/><Relationship Id="rId5" Type="http://schemas.openxmlformats.org/officeDocument/2006/relationships/image" Target="../media/image249.wmf"/><Relationship Id="rId15" Type="http://schemas.openxmlformats.org/officeDocument/2006/relationships/image" Target="../media/image259.wmf"/><Relationship Id="rId10" Type="http://schemas.openxmlformats.org/officeDocument/2006/relationships/image" Target="../media/image254.wmf"/><Relationship Id="rId4" Type="http://schemas.openxmlformats.org/officeDocument/2006/relationships/image" Target="../media/image248.wmf"/><Relationship Id="rId9" Type="http://schemas.openxmlformats.org/officeDocument/2006/relationships/image" Target="../media/image253.wmf"/><Relationship Id="rId14" Type="http://schemas.openxmlformats.org/officeDocument/2006/relationships/image" Target="../media/image258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image" Target="../media/image272.wmf"/><Relationship Id="rId3" Type="http://schemas.openxmlformats.org/officeDocument/2006/relationships/image" Target="../media/image262.wmf"/><Relationship Id="rId7" Type="http://schemas.openxmlformats.org/officeDocument/2006/relationships/image" Target="../media/image266.wmf"/><Relationship Id="rId12" Type="http://schemas.openxmlformats.org/officeDocument/2006/relationships/image" Target="../media/image271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6" Type="http://schemas.openxmlformats.org/officeDocument/2006/relationships/image" Target="../media/image265.wmf"/><Relationship Id="rId11" Type="http://schemas.openxmlformats.org/officeDocument/2006/relationships/image" Target="../media/image270.wmf"/><Relationship Id="rId5" Type="http://schemas.openxmlformats.org/officeDocument/2006/relationships/image" Target="../media/image264.wmf"/><Relationship Id="rId15" Type="http://schemas.openxmlformats.org/officeDocument/2006/relationships/image" Target="../media/image274.wmf"/><Relationship Id="rId10" Type="http://schemas.openxmlformats.org/officeDocument/2006/relationships/image" Target="../media/image269.wmf"/><Relationship Id="rId4" Type="http://schemas.openxmlformats.org/officeDocument/2006/relationships/image" Target="../media/image263.wmf"/><Relationship Id="rId9" Type="http://schemas.openxmlformats.org/officeDocument/2006/relationships/image" Target="../media/image268.wmf"/><Relationship Id="rId14" Type="http://schemas.openxmlformats.org/officeDocument/2006/relationships/image" Target="../media/image273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3" Type="http://schemas.openxmlformats.org/officeDocument/2006/relationships/image" Target="../media/image277.wmf"/><Relationship Id="rId7" Type="http://schemas.openxmlformats.org/officeDocument/2006/relationships/image" Target="../media/image281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9" Type="http://schemas.openxmlformats.org/officeDocument/2006/relationships/image" Target="../media/image28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wmf"/><Relationship Id="rId7" Type="http://schemas.openxmlformats.org/officeDocument/2006/relationships/image" Target="../media/image290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6" Type="http://schemas.openxmlformats.org/officeDocument/2006/relationships/image" Target="../media/image289.wmf"/><Relationship Id="rId5" Type="http://schemas.openxmlformats.org/officeDocument/2006/relationships/image" Target="../media/image288.wmf"/><Relationship Id="rId4" Type="http://schemas.openxmlformats.org/officeDocument/2006/relationships/image" Target="../media/image28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3" Type="http://schemas.openxmlformats.org/officeDocument/2006/relationships/image" Target="../media/image293.wmf"/><Relationship Id="rId7" Type="http://schemas.openxmlformats.org/officeDocument/2006/relationships/image" Target="../media/image297.wmf"/><Relationship Id="rId2" Type="http://schemas.openxmlformats.org/officeDocument/2006/relationships/image" Target="../media/image292.wmf"/><Relationship Id="rId1" Type="http://schemas.openxmlformats.org/officeDocument/2006/relationships/image" Target="../media/image291.wmf"/><Relationship Id="rId6" Type="http://schemas.openxmlformats.org/officeDocument/2006/relationships/image" Target="../media/image296.wmf"/><Relationship Id="rId5" Type="http://schemas.openxmlformats.org/officeDocument/2006/relationships/image" Target="../media/image295.wmf"/><Relationship Id="rId4" Type="http://schemas.openxmlformats.org/officeDocument/2006/relationships/image" Target="../media/image29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Relationship Id="rId6" Type="http://schemas.openxmlformats.org/officeDocument/2006/relationships/image" Target="../media/image304.wmf"/><Relationship Id="rId5" Type="http://schemas.openxmlformats.org/officeDocument/2006/relationships/image" Target="../media/image303.wmf"/><Relationship Id="rId4" Type="http://schemas.openxmlformats.org/officeDocument/2006/relationships/image" Target="../media/image30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3" Type="http://schemas.openxmlformats.org/officeDocument/2006/relationships/image" Target="../media/image307.wmf"/><Relationship Id="rId7" Type="http://schemas.openxmlformats.org/officeDocument/2006/relationships/image" Target="../media/image311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Relationship Id="rId6" Type="http://schemas.openxmlformats.org/officeDocument/2006/relationships/image" Target="../media/image310.wmf"/><Relationship Id="rId5" Type="http://schemas.openxmlformats.org/officeDocument/2006/relationships/image" Target="../media/image309.wmf"/><Relationship Id="rId4" Type="http://schemas.openxmlformats.org/officeDocument/2006/relationships/image" Target="../media/image308.wmf"/><Relationship Id="rId9" Type="http://schemas.openxmlformats.org/officeDocument/2006/relationships/image" Target="../media/image31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10" Type="http://schemas.openxmlformats.org/officeDocument/2006/relationships/image" Target="../media/image323.wmf"/><Relationship Id="rId4" Type="http://schemas.openxmlformats.org/officeDocument/2006/relationships/image" Target="../media/image317.wmf"/><Relationship Id="rId9" Type="http://schemas.openxmlformats.org/officeDocument/2006/relationships/image" Target="../media/image32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25.wmf"/><Relationship Id="rId7" Type="http://schemas.openxmlformats.org/officeDocument/2006/relationships/image" Target="../media/image328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6" Type="http://schemas.openxmlformats.org/officeDocument/2006/relationships/image" Target="../media/image327.wmf"/><Relationship Id="rId5" Type="http://schemas.openxmlformats.org/officeDocument/2006/relationships/image" Target="../media/image326.wmf"/><Relationship Id="rId4" Type="http://schemas.openxmlformats.org/officeDocument/2006/relationships/image" Target="../media/image316.wmf"/><Relationship Id="rId9" Type="http://schemas.openxmlformats.org/officeDocument/2006/relationships/image" Target="../media/image33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3" Type="http://schemas.openxmlformats.org/officeDocument/2006/relationships/image" Target="../media/image332.wmf"/><Relationship Id="rId7" Type="http://schemas.openxmlformats.org/officeDocument/2006/relationships/image" Target="../media/image336.wmf"/><Relationship Id="rId2" Type="http://schemas.openxmlformats.org/officeDocument/2006/relationships/image" Target="../media/image331.wmf"/><Relationship Id="rId1" Type="http://schemas.openxmlformats.org/officeDocument/2006/relationships/image" Target="../media/image314.wmf"/><Relationship Id="rId6" Type="http://schemas.openxmlformats.org/officeDocument/2006/relationships/image" Target="../media/image335.wmf"/><Relationship Id="rId5" Type="http://schemas.openxmlformats.org/officeDocument/2006/relationships/image" Target="../media/image334.wmf"/><Relationship Id="rId4" Type="http://schemas.openxmlformats.org/officeDocument/2006/relationships/image" Target="../media/image33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wmf"/><Relationship Id="rId7" Type="http://schemas.openxmlformats.org/officeDocument/2006/relationships/image" Target="../media/image343.wmf"/><Relationship Id="rId2" Type="http://schemas.openxmlformats.org/officeDocument/2006/relationships/image" Target="../media/image338.wmf"/><Relationship Id="rId1" Type="http://schemas.openxmlformats.org/officeDocument/2006/relationships/image" Target="../media/image336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image" Target="../media/image356.wmf"/><Relationship Id="rId3" Type="http://schemas.openxmlformats.org/officeDocument/2006/relationships/image" Target="../media/image346.wmf"/><Relationship Id="rId7" Type="http://schemas.openxmlformats.org/officeDocument/2006/relationships/image" Target="../media/image350.wmf"/><Relationship Id="rId12" Type="http://schemas.openxmlformats.org/officeDocument/2006/relationships/image" Target="../media/image355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Relationship Id="rId6" Type="http://schemas.openxmlformats.org/officeDocument/2006/relationships/image" Target="../media/image349.wmf"/><Relationship Id="rId11" Type="http://schemas.openxmlformats.org/officeDocument/2006/relationships/image" Target="../media/image354.wmf"/><Relationship Id="rId5" Type="http://schemas.openxmlformats.org/officeDocument/2006/relationships/image" Target="../media/image348.wmf"/><Relationship Id="rId10" Type="http://schemas.openxmlformats.org/officeDocument/2006/relationships/image" Target="../media/image353.wmf"/><Relationship Id="rId4" Type="http://schemas.openxmlformats.org/officeDocument/2006/relationships/image" Target="../media/image347.wmf"/><Relationship Id="rId9" Type="http://schemas.openxmlformats.org/officeDocument/2006/relationships/image" Target="../media/image35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wmf"/><Relationship Id="rId3" Type="http://schemas.openxmlformats.org/officeDocument/2006/relationships/image" Target="../media/image359.wmf"/><Relationship Id="rId7" Type="http://schemas.openxmlformats.org/officeDocument/2006/relationships/image" Target="../media/image363.wmf"/><Relationship Id="rId2" Type="http://schemas.openxmlformats.org/officeDocument/2006/relationships/image" Target="../media/image358.wmf"/><Relationship Id="rId1" Type="http://schemas.openxmlformats.org/officeDocument/2006/relationships/image" Target="../media/image357.wmf"/><Relationship Id="rId6" Type="http://schemas.openxmlformats.org/officeDocument/2006/relationships/image" Target="../media/image362.wmf"/><Relationship Id="rId5" Type="http://schemas.openxmlformats.org/officeDocument/2006/relationships/image" Target="../media/image361.wmf"/><Relationship Id="rId4" Type="http://schemas.openxmlformats.org/officeDocument/2006/relationships/image" Target="../media/image360.wmf"/><Relationship Id="rId9" Type="http://schemas.openxmlformats.org/officeDocument/2006/relationships/image" Target="../media/image365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3" Type="http://schemas.openxmlformats.org/officeDocument/2006/relationships/image" Target="../media/image368.wmf"/><Relationship Id="rId7" Type="http://schemas.openxmlformats.org/officeDocument/2006/relationships/image" Target="../media/image372.wmf"/><Relationship Id="rId2" Type="http://schemas.openxmlformats.org/officeDocument/2006/relationships/image" Target="../media/image367.wmf"/><Relationship Id="rId1" Type="http://schemas.openxmlformats.org/officeDocument/2006/relationships/image" Target="../media/image366.wmf"/><Relationship Id="rId6" Type="http://schemas.openxmlformats.org/officeDocument/2006/relationships/image" Target="../media/image371.wmf"/><Relationship Id="rId5" Type="http://schemas.openxmlformats.org/officeDocument/2006/relationships/image" Target="../media/image370.wmf"/><Relationship Id="rId10" Type="http://schemas.openxmlformats.org/officeDocument/2006/relationships/image" Target="../media/image375.wmf"/><Relationship Id="rId4" Type="http://schemas.openxmlformats.org/officeDocument/2006/relationships/image" Target="../media/image369.wmf"/><Relationship Id="rId9" Type="http://schemas.openxmlformats.org/officeDocument/2006/relationships/image" Target="../media/image37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wmf"/><Relationship Id="rId7" Type="http://schemas.openxmlformats.org/officeDocument/2006/relationships/image" Target="../media/image382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6" Type="http://schemas.openxmlformats.org/officeDocument/2006/relationships/image" Target="../media/image381.wmf"/><Relationship Id="rId5" Type="http://schemas.openxmlformats.org/officeDocument/2006/relationships/image" Target="../media/image380.wmf"/><Relationship Id="rId4" Type="http://schemas.openxmlformats.org/officeDocument/2006/relationships/image" Target="../media/image37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3" Type="http://schemas.openxmlformats.org/officeDocument/2006/relationships/image" Target="../media/image385.wmf"/><Relationship Id="rId7" Type="http://schemas.openxmlformats.org/officeDocument/2006/relationships/image" Target="../media/image389.wmf"/><Relationship Id="rId2" Type="http://schemas.openxmlformats.org/officeDocument/2006/relationships/image" Target="../media/image384.wmf"/><Relationship Id="rId1" Type="http://schemas.openxmlformats.org/officeDocument/2006/relationships/image" Target="../media/image383.wmf"/><Relationship Id="rId6" Type="http://schemas.openxmlformats.org/officeDocument/2006/relationships/image" Target="../media/image388.wmf"/><Relationship Id="rId5" Type="http://schemas.openxmlformats.org/officeDocument/2006/relationships/image" Target="../media/image387.wmf"/><Relationship Id="rId10" Type="http://schemas.openxmlformats.org/officeDocument/2006/relationships/image" Target="../media/image392.wmf"/><Relationship Id="rId4" Type="http://schemas.openxmlformats.org/officeDocument/2006/relationships/image" Target="../media/image386.wmf"/><Relationship Id="rId9" Type="http://schemas.openxmlformats.org/officeDocument/2006/relationships/image" Target="../media/image391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wmf"/><Relationship Id="rId3" Type="http://schemas.openxmlformats.org/officeDocument/2006/relationships/image" Target="../media/image395.wmf"/><Relationship Id="rId7" Type="http://schemas.openxmlformats.org/officeDocument/2006/relationships/image" Target="../media/image399.wmf"/><Relationship Id="rId2" Type="http://schemas.openxmlformats.org/officeDocument/2006/relationships/image" Target="../media/image394.wmf"/><Relationship Id="rId1" Type="http://schemas.openxmlformats.org/officeDocument/2006/relationships/image" Target="../media/image393.wmf"/><Relationship Id="rId6" Type="http://schemas.openxmlformats.org/officeDocument/2006/relationships/image" Target="../media/image398.wmf"/><Relationship Id="rId11" Type="http://schemas.openxmlformats.org/officeDocument/2006/relationships/image" Target="../media/image403.wmf"/><Relationship Id="rId5" Type="http://schemas.openxmlformats.org/officeDocument/2006/relationships/image" Target="../media/image397.wmf"/><Relationship Id="rId10" Type="http://schemas.openxmlformats.org/officeDocument/2006/relationships/image" Target="../media/image402.wmf"/><Relationship Id="rId4" Type="http://schemas.openxmlformats.org/officeDocument/2006/relationships/image" Target="../media/image396.wmf"/><Relationship Id="rId9" Type="http://schemas.openxmlformats.org/officeDocument/2006/relationships/image" Target="../media/image401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wmf"/><Relationship Id="rId2" Type="http://schemas.openxmlformats.org/officeDocument/2006/relationships/image" Target="../media/image405.wmf"/><Relationship Id="rId1" Type="http://schemas.openxmlformats.org/officeDocument/2006/relationships/image" Target="../media/image404.wmf"/><Relationship Id="rId6" Type="http://schemas.openxmlformats.org/officeDocument/2006/relationships/image" Target="../media/image409.wmf"/><Relationship Id="rId5" Type="http://schemas.openxmlformats.org/officeDocument/2006/relationships/image" Target="../media/image408.wmf"/><Relationship Id="rId4" Type="http://schemas.openxmlformats.org/officeDocument/2006/relationships/image" Target="../media/image407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wmf"/><Relationship Id="rId3" Type="http://schemas.openxmlformats.org/officeDocument/2006/relationships/image" Target="../media/image412.wmf"/><Relationship Id="rId7" Type="http://schemas.openxmlformats.org/officeDocument/2006/relationships/image" Target="../media/image416.wmf"/><Relationship Id="rId2" Type="http://schemas.openxmlformats.org/officeDocument/2006/relationships/image" Target="../media/image411.wmf"/><Relationship Id="rId1" Type="http://schemas.openxmlformats.org/officeDocument/2006/relationships/image" Target="../media/image410.wmf"/><Relationship Id="rId6" Type="http://schemas.openxmlformats.org/officeDocument/2006/relationships/image" Target="../media/image415.wmf"/><Relationship Id="rId5" Type="http://schemas.openxmlformats.org/officeDocument/2006/relationships/image" Target="../media/image414.wmf"/><Relationship Id="rId10" Type="http://schemas.openxmlformats.org/officeDocument/2006/relationships/image" Target="../media/image419.wmf"/><Relationship Id="rId4" Type="http://schemas.openxmlformats.org/officeDocument/2006/relationships/image" Target="../media/image413.wmf"/><Relationship Id="rId9" Type="http://schemas.openxmlformats.org/officeDocument/2006/relationships/image" Target="../media/image418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2.wmf"/><Relationship Id="rId2" Type="http://schemas.openxmlformats.org/officeDocument/2006/relationships/image" Target="../media/image421.wmf"/><Relationship Id="rId1" Type="http://schemas.openxmlformats.org/officeDocument/2006/relationships/image" Target="../media/image420.wmf"/><Relationship Id="rId6" Type="http://schemas.openxmlformats.org/officeDocument/2006/relationships/image" Target="../media/image423.wmf"/><Relationship Id="rId5" Type="http://schemas.openxmlformats.org/officeDocument/2006/relationships/image" Target="../media/image415.wmf"/><Relationship Id="rId4" Type="http://schemas.openxmlformats.org/officeDocument/2006/relationships/image" Target="../media/image414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wmf"/><Relationship Id="rId3" Type="http://schemas.openxmlformats.org/officeDocument/2006/relationships/image" Target="../media/image418.wmf"/><Relationship Id="rId7" Type="http://schemas.openxmlformats.org/officeDocument/2006/relationships/image" Target="../media/image426.wmf"/><Relationship Id="rId2" Type="http://schemas.openxmlformats.org/officeDocument/2006/relationships/image" Target="../media/image417.wmf"/><Relationship Id="rId1" Type="http://schemas.openxmlformats.org/officeDocument/2006/relationships/image" Target="../media/image416.wmf"/><Relationship Id="rId6" Type="http://schemas.openxmlformats.org/officeDocument/2006/relationships/image" Target="../media/image425.wmf"/><Relationship Id="rId5" Type="http://schemas.openxmlformats.org/officeDocument/2006/relationships/image" Target="../media/image424.wmf"/><Relationship Id="rId4" Type="http://schemas.openxmlformats.org/officeDocument/2006/relationships/image" Target="../media/image419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wmf"/><Relationship Id="rId2" Type="http://schemas.openxmlformats.org/officeDocument/2006/relationships/image" Target="../media/image429.wmf"/><Relationship Id="rId1" Type="http://schemas.openxmlformats.org/officeDocument/2006/relationships/image" Target="../media/image428.wmf"/><Relationship Id="rId6" Type="http://schemas.openxmlformats.org/officeDocument/2006/relationships/image" Target="../media/image433.wmf"/><Relationship Id="rId5" Type="http://schemas.openxmlformats.org/officeDocument/2006/relationships/image" Target="../media/image432.wmf"/><Relationship Id="rId4" Type="http://schemas.openxmlformats.org/officeDocument/2006/relationships/image" Target="../media/image431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wmf"/><Relationship Id="rId3" Type="http://schemas.openxmlformats.org/officeDocument/2006/relationships/image" Target="../media/image434.wmf"/><Relationship Id="rId7" Type="http://schemas.openxmlformats.org/officeDocument/2006/relationships/image" Target="../media/image437.wmf"/><Relationship Id="rId2" Type="http://schemas.openxmlformats.org/officeDocument/2006/relationships/image" Target="../media/image429.wmf"/><Relationship Id="rId1" Type="http://schemas.openxmlformats.org/officeDocument/2006/relationships/image" Target="../media/image428.wmf"/><Relationship Id="rId6" Type="http://schemas.openxmlformats.org/officeDocument/2006/relationships/image" Target="../media/image436.wmf"/><Relationship Id="rId5" Type="http://schemas.openxmlformats.org/officeDocument/2006/relationships/image" Target="../media/image433.wmf"/><Relationship Id="rId4" Type="http://schemas.openxmlformats.org/officeDocument/2006/relationships/image" Target="../media/image435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wmf"/><Relationship Id="rId3" Type="http://schemas.openxmlformats.org/officeDocument/2006/relationships/image" Target="../media/image439.wmf"/><Relationship Id="rId7" Type="http://schemas.openxmlformats.org/officeDocument/2006/relationships/image" Target="../media/image443.wmf"/><Relationship Id="rId2" Type="http://schemas.openxmlformats.org/officeDocument/2006/relationships/image" Target="../media/image429.wmf"/><Relationship Id="rId1" Type="http://schemas.openxmlformats.org/officeDocument/2006/relationships/image" Target="../media/image428.wmf"/><Relationship Id="rId6" Type="http://schemas.openxmlformats.org/officeDocument/2006/relationships/image" Target="../media/image442.wmf"/><Relationship Id="rId5" Type="http://schemas.openxmlformats.org/officeDocument/2006/relationships/image" Target="../media/image441.wmf"/><Relationship Id="rId4" Type="http://schemas.openxmlformats.org/officeDocument/2006/relationships/image" Target="../media/image440.wmf"/><Relationship Id="rId9" Type="http://schemas.openxmlformats.org/officeDocument/2006/relationships/image" Target="../media/image445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wmf"/><Relationship Id="rId3" Type="http://schemas.openxmlformats.org/officeDocument/2006/relationships/image" Target="../media/image448.wmf"/><Relationship Id="rId7" Type="http://schemas.openxmlformats.org/officeDocument/2006/relationships/image" Target="../media/image452.wmf"/><Relationship Id="rId2" Type="http://schemas.openxmlformats.org/officeDocument/2006/relationships/image" Target="../media/image447.wmf"/><Relationship Id="rId1" Type="http://schemas.openxmlformats.org/officeDocument/2006/relationships/image" Target="../media/image446.wmf"/><Relationship Id="rId6" Type="http://schemas.openxmlformats.org/officeDocument/2006/relationships/image" Target="../media/image451.wmf"/><Relationship Id="rId5" Type="http://schemas.openxmlformats.org/officeDocument/2006/relationships/image" Target="../media/image450.wmf"/><Relationship Id="rId4" Type="http://schemas.openxmlformats.org/officeDocument/2006/relationships/image" Target="../media/image449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wmf"/><Relationship Id="rId3" Type="http://schemas.openxmlformats.org/officeDocument/2006/relationships/image" Target="../media/image456.wmf"/><Relationship Id="rId7" Type="http://schemas.openxmlformats.org/officeDocument/2006/relationships/image" Target="../media/image460.wmf"/><Relationship Id="rId2" Type="http://schemas.openxmlformats.org/officeDocument/2006/relationships/image" Target="../media/image455.wmf"/><Relationship Id="rId1" Type="http://schemas.openxmlformats.org/officeDocument/2006/relationships/image" Target="../media/image454.wmf"/><Relationship Id="rId6" Type="http://schemas.openxmlformats.org/officeDocument/2006/relationships/image" Target="../media/image459.wmf"/><Relationship Id="rId11" Type="http://schemas.openxmlformats.org/officeDocument/2006/relationships/image" Target="../media/image464.wmf"/><Relationship Id="rId5" Type="http://schemas.openxmlformats.org/officeDocument/2006/relationships/image" Target="../media/image458.wmf"/><Relationship Id="rId10" Type="http://schemas.openxmlformats.org/officeDocument/2006/relationships/image" Target="../media/image463.wmf"/><Relationship Id="rId4" Type="http://schemas.openxmlformats.org/officeDocument/2006/relationships/image" Target="../media/image457.wmf"/><Relationship Id="rId9" Type="http://schemas.openxmlformats.org/officeDocument/2006/relationships/image" Target="../media/image462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wmf"/><Relationship Id="rId3" Type="http://schemas.openxmlformats.org/officeDocument/2006/relationships/image" Target="../media/image467.wmf"/><Relationship Id="rId7" Type="http://schemas.openxmlformats.org/officeDocument/2006/relationships/image" Target="../media/image471.wmf"/><Relationship Id="rId2" Type="http://schemas.openxmlformats.org/officeDocument/2006/relationships/image" Target="../media/image466.wmf"/><Relationship Id="rId1" Type="http://schemas.openxmlformats.org/officeDocument/2006/relationships/image" Target="../media/image465.wmf"/><Relationship Id="rId6" Type="http://schemas.openxmlformats.org/officeDocument/2006/relationships/image" Target="../media/image470.wmf"/><Relationship Id="rId5" Type="http://schemas.openxmlformats.org/officeDocument/2006/relationships/image" Target="../media/image469.wmf"/><Relationship Id="rId4" Type="http://schemas.openxmlformats.org/officeDocument/2006/relationships/image" Target="../media/image468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5.wmf"/><Relationship Id="rId2" Type="http://schemas.openxmlformats.org/officeDocument/2006/relationships/image" Target="../media/image474.wmf"/><Relationship Id="rId1" Type="http://schemas.openxmlformats.org/officeDocument/2006/relationships/image" Target="../media/image473.wmf"/><Relationship Id="rId6" Type="http://schemas.openxmlformats.org/officeDocument/2006/relationships/image" Target="../media/image478.wmf"/><Relationship Id="rId5" Type="http://schemas.openxmlformats.org/officeDocument/2006/relationships/image" Target="../media/image477.wmf"/><Relationship Id="rId4" Type="http://schemas.openxmlformats.org/officeDocument/2006/relationships/image" Target="../media/image476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wmf"/><Relationship Id="rId2" Type="http://schemas.openxmlformats.org/officeDocument/2006/relationships/image" Target="../media/image480.wmf"/><Relationship Id="rId1" Type="http://schemas.openxmlformats.org/officeDocument/2006/relationships/image" Target="../media/image479.wmf"/><Relationship Id="rId4" Type="http://schemas.openxmlformats.org/officeDocument/2006/relationships/image" Target="../media/image482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wmf"/><Relationship Id="rId3" Type="http://schemas.openxmlformats.org/officeDocument/2006/relationships/image" Target="../media/image485.wmf"/><Relationship Id="rId7" Type="http://schemas.openxmlformats.org/officeDocument/2006/relationships/image" Target="../media/image489.wmf"/><Relationship Id="rId2" Type="http://schemas.openxmlformats.org/officeDocument/2006/relationships/image" Target="../media/image484.wmf"/><Relationship Id="rId1" Type="http://schemas.openxmlformats.org/officeDocument/2006/relationships/image" Target="../media/image483.wmf"/><Relationship Id="rId6" Type="http://schemas.openxmlformats.org/officeDocument/2006/relationships/image" Target="../media/image488.wmf"/><Relationship Id="rId5" Type="http://schemas.openxmlformats.org/officeDocument/2006/relationships/image" Target="../media/image487.wmf"/><Relationship Id="rId10" Type="http://schemas.openxmlformats.org/officeDocument/2006/relationships/image" Target="../media/image492.wmf"/><Relationship Id="rId4" Type="http://schemas.openxmlformats.org/officeDocument/2006/relationships/image" Target="../media/image486.wmf"/><Relationship Id="rId9" Type="http://schemas.openxmlformats.org/officeDocument/2006/relationships/image" Target="../media/image491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wmf"/><Relationship Id="rId3" Type="http://schemas.openxmlformats.org/officeDocument/2006/relationships/image" Target="../media/image495.wmf"/><Relationship Id="rId7" Type="http://schemas.openxmlformats.org/officeDocument/2006/relationships/image" Target="../media/image499.wmf"/><Relationship Id="rId2" Type="http://schemas.openxmlformats.org/officeDocument/2006/relationships/image" Target="../media/image494.wmf"/><Relationship Id="rId1" Type="http://schemas.openxmlformats.org/officeDocument/2006/relationships/image" Target="../media/image493.wmf"/><Relationship Id="rId6" Type="http://schemas.openxmlformats.org/officeDocument/2006/relationships/image" Target="../media/image498.wmf"/><Relationship Id="rId5" Type="http://schemas.openxmlformats.org/officeDocument/2006/relationships/image" Target="../media/image497.wmf"/><Relationship Id="rId4" Type="http://schemas.openxmlformats.org/officeDocument/2006/relationships/image" Target="../media/image496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8.wmf"/><Relationship Id="rId3" Type="http://schemas.openxmlformats.org/officeDocument/2006/relationships/image" Target="../media/image503.wmf"/><Relationship Id="rId7" Type="http://schemas.openxmlformats.org/officeDocument/2006/relationships/image" Target="../media/image507.wmf"/><Relationship Id="rId2" Type="http://schemas.openxmlformats.org/officeDocument/2006/relationships/image" Target="../media/image502.wmf"/><Relationship Id="rId1" Type="http://schemas.openxmlformats.org/officeDocument/2006/relationships/image" Target="../media/image501.wmf"/><Relationship Id="rId6" Type="http://schemas.openxmlformats.org/officeDocument/2006/relationships/image" Target="../media/image506.wmf"/><Relationship Id="rId5" Type="http://schemas.openxmlformats.org/officeDocument/2006/relationships/image" Target="../media/image505.wmf"/><Relationship Id="rId4" Type="http://schemas.openxmlformats.org/officeDocument/2006/relationships/image" Target="../media/image504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wmf"/><Relationship Id="rId7" Type="http://schemas.openxmlformats.org/officeDocument/2006/relationships/image" Target="../media/image515.wmf"/><Relationship Id="rId2" Type="http://schemas.openxmlformats.org/officeDocument/2006/relationships/image" Target="../media/image510.wmf"/><Relationship Id="rId1" Type="http://schemas.openxmlformats.org/officeDocument/2006/relationships/image" Target="../media/image509.wmf"/><Relationship Id="rId6" Type="http://schemas.openxmlformats.org/officeDocument/2006/relationships/image" Target="../media/image514.wmf"/><Relationship Id="rId5" Type="http://schemas.openxmlformats.org/officeDocument/2006/relationships/image" Target="../media/image513.wmf"/><Relationship Id="rId4" Type="http://schemas.openxmlformats.org/officeDocument/2006/relationships/image" Target="../media/image512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3.wmf"/><Relationship Id="rId3" Type="http://schemas.openxmlformats.org/officeDocument/2006/relationships/image" Target="../media/image518.wmf"/><Relationship Id="rId7" Type="http://schemas.openxmlformats.org/officeDocument/2006/relationships/image" Target="../media/image522.wmf"/><Relationship Id="rId2" Type="http://schemas.openxmlformats.org/officeDocument/2006/relationships/image" Target="../media/image517.wmf"/><Relationship Id="rId1" Type="http://schemas.openxmlformats.org/officeDocument/2006/relationships/image" Target="../media/image516.wmf"/><Relationship Id="rId6" Type="http://schemas.openxmlformats.org/officeDocument/2006/relationships/image" Target="../media/image521.wmf"/><Relationship Id="rId5" Type="http://schemas.openxmlformats.org/officeDocument/2006/relationships/image" Target="../media/image520.wmf"/><Relationship Id="rId4" Type="http://schemas.openxmlformats.org/officeDocument/2006/relationships/image" Target="../media/image5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44A87-FA52-4697-AFA5-4E735299638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674B3-2808-4482-9472-BB18445774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9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388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1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825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696C80-EB71-4E01-BE28-435270489AC8}"/>
              </a:ext>
            </a:extLst>
          </p:cNvPr>
          <p:cNvSpPr txBox="1"/>
          <p:nvPr userDrawn="1"/>
        </p:nvSpPr>
        <p:spPr>
          <a:xfrm>
            <a:off x="4355976" y="-1981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26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3.wmf"/><Relationship Id="rId26" Type="http://schemas.openxmlformats.org/officeDocument/2006/relationships/image" Target="../media/image27.wmf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3.bin"/><Relationship Id="rId25" Type="http://schemas.openxmlformats.org/officeDocument/2006/relationships/oleObject" Target="../embeddings/oleObject27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29" Type="http://schemas.openxmlformats.org/officeDocument/2006/relationships/oleObject" Target="../embeddings/oleObject29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24" Type="http://schemas.openxmlformats.org/officeDocument/2006/relationships/image" Target="../media/image26.wmf"/><Relationship Id="rId32" Type="http://schemas.openxmlformats.org/officeDocument/2006/relationships/image" Target="../media/image30.wmf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6.bin"/><Relationship Id="rId28" Type="http://schemas.openxmlformats.org/officeDocument/2006/relationships/image" Target="../media/image28.wmf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4.bin"/><Relationship Id="rId31" Type="http://schemas.openxmlformats.org/officeDocument/2006/relationships/oleObject" Target="../embeddings/oleObject30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Relationship Id="rId27" Type="http://schemas.openxmlformats.org/officeDocument/2006/relationships/oleObject" Target="../embeddings/oleObject28.bin"/><Relationship Id="rId30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41.wmf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9" Type="http://schemas.openxmlformats.org/officeDocument/2006/relationships/oleObject" Target="../embeddings/oleObject60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57.wmf"/><Relationship Id="rId42" Type="http://schemas.openxmlformats.org/officeDocument/2006/relationships/image" Target="../media/image61.wmf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8.wmf"/><Relationship Id="rId29" Type="http://schemas.openxmlformats.org/officeDocument/2006/relationships/oleObject" Target="../embeddings/oleObject55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2.wmf"/><Relationship Id="rId32" Type="http://schemas.openxmlformats.org/officeDocument/2006/relationships/image" Target="../media/image56.wmf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60.wmf"/><Relationship Id="rId45" Type="http://schemas.openxmlformats.org/officeDocument/2006/relationships/oleObject" Target="../embeddings/oleObject63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54.wmf"/><Relationship Id="rId36" Type="http://schemas.openxmlformats.org/officeDocument/2006/relationships/image" Target="../media/image58.wmf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4" Type="http://schemas.openxmlformats.org/officeDocument/2006/relationships/image" Target="../media/image62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55.wmf"/><Relationship Id="rId35" Type="http://schemas.openxmlformats.org/officeDocument/2006/relationships/oleObject" Target="../embeddings/oleObject58.bin"/><Relationship Id="rId43" Type="http://schemas.openxmlformats.org/officeDocument/2006/relationships/oleObject" Target="../embeddings/oleObject62.bin"/><Relationship Id="rId8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38" Type="http://schemas.openxmlformats.org/officeDocument/2006/relationships/image" Target="../media/image59.wmf"/><Relationship Id="rId46" Type="http://schemas.openxmlformats.org/officeDocument/2006/relationships/image" Target="../media/image63.wmf"/><Relationship Id="rId20" Type="http://schemas.openxmlformats.org/officeDocument/2006/relationships/image" Target="../media/image50.wmf"/><Relationship Id="rId41" Type="http://schemas.openxmlformats.org/officeDocument/2006/relationships/oleObject" Target="../embeddings/oleObject61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1.wmf"/><Relationship Id="rId26" Type="http://schemas.openxmlformats.org/officeDocument/2006/relationships/image" Target="../media/image75.wmf"/><Relationship Id="rId39" Type="http://schemas.openxmlformats.org/officeDocument/2006/relationships/oleObject" Target="../embeddings/oleObject82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79.wmf"/><Relationship Id="rId42" Type="http://schemas.openxmlformats.org/officeDocument/2006/relationships/image" Target="../media/image83.wmf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29" Type="http://schemas.openxmlformats.org/officeDocument/2006/relationships/oleObject" Target="../embeddings/oleObject77.bin"/><Relationship Id="rId41" Type="http://schemas.openxmlformats.org/officeDocument/2006/relationships/oleObject" Target="../embeddings/oleObject83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74.wmf"/><Relationship Id="rId32" Type="http://schemas.openxmlformats.org/officeDocument/2006/relationships/image" Target="../media/image78.wmf"/><Relationship Id="rId37" Type="http://schemas.openxmlformats.org/officeDocument/2006/relationships/oleObject" Target="../embeddings/oleObject81.bin"/><Relationship Id="rId40" Type="http://schemas.openxmlformats.org/officeDocument/2006/relationships/image" Target="../media/image82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76.wmf"/><Relationship Id="rId36" Type="http://schemas.openxmlformats.org/officeDocument/2006/relationships/image" Target="../media/image80.wmf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77.wmf"/><Relationship Id="rId35" Type="http://schemas.openxmlformats.org/officeDocument/2006/relationships/oleObject" Target="../embeddings/oleObject80.bin"/><Relationship Id="rId8" Type="http://schemas.openxmlformats.org/officeDocument/2006/relationships/image" Target="../media/image66.wmf"/><Relationship Id="rId3" Type="http://schemas.openxmlformats.org/officeDocument/2006/relationships/oleObject" Target="../embeddings/oleObject64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38" Type="http://schemas.openxmlformats.org/officeDocument/2006/relationships/image" Target="../media/image81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9.bin"/><Relationship Id="rId18" Type="http://schemas.openxmlformats.org/officeDocument/2006/relationships/image" Target="../media/image91.wmf"/><Relationship Id="rId26" Type="http://schemas.openxmlformats.org/officeDocument/2006/relationships/image" Target="../media/image95.wmf"/><Relationship Id="rId3" Type="http://schemas.openxmlformats.org/officeDocument/2006/relationships/oleObject" Target="../embeddings/oleObject84.bin"/><Relationship Id="rId21" Type="http://schemas.openxmlformats.org/officeDocument/2006/relationships/oleObject" Target="../embeddings/oleObject93.bin"/><Relationship Id="rId34" Type="http://schemas.openxmlformats.org/officeDocument/2006/relationships/image" Target="../media/image99.wmf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91.bin"/><Relationship Id="rId25" Type="http://schemas.openxmlformats.org/officeDocument/2006/relationships/oleObject" Target="../embeddings/oleObject95.bin"/><Relationship Id="rId33" Type="http://schemas.openxmlformats.org/officeDocument/2006/relationships/oleObject" Target="../embeddings/oleObject99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90.wmf"/><Relationship Id="rId20" Type="http://schemas.openxmlformats.org/officeDocument/2006/relationships/image" Target="../media/image92.wmf"/><Relationship Id="rId29" Type="http://schemas.openxmlformats.org/officeDocument/2006/relationships/oleObject" Target="../embeddings/oleObject97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8.bin"/><Relationship Id="rId24" Type="http://schemas.openxmlformats.org/officeDocument/2006/relationships/image" Target="../media/image94.wmf"/><Relationship Id="rId32" Type="http://schemas.openxmlformats.org/officeDocument/2006/relationships/image" Target="../media/image98.wmf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23" Type="http://schemas.openxmlformats.org/officeDocument/2006/relationships/oleObject" Target="../embeddings/oleObject94.bin"/><Relationship Id="rId28" Type="http://schemas.openxmlformats.org/officeDocument/2006/relationships/image" Target="../media/image96.wmf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92.bin"/><Relationship Id="rId31" Type="http://schemas.openxmlformats.org/officeDocument/2006/relationships/oleObject" Target="../embeddings/oleObject98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9.wmf"/><Relationship Id="rId22" Type="http://schemas.openxmlformats.org/officeDocument/2006/relationships/image" Target="../media/image93.wmf"/><Relationship Id="rId27" Type="http://schemas.openxmlformats.org/officeDocument/2006/relationships/oleObject" Target="../embeddings/oleObject96.bin"/><Relationship Id="rId30" Type="http://schemas.openxmlformats.org/officeDocument/2006/relationships/image" Target="../media/image97.wmf"/><Relationship Id="rId8" Type="http://schemas.openxmlformats.org/officeDocument/2006/relationships/image" Target="../media/image8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7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7.wmf"/><Relationship Id="rId26" Type="http://schemas.openxmlformats.org/officeDocument/2006/relationships/image" Target="../media/image121.wmf"/><Relationship Id="rId3" Type="http://schemas.openxmlformats.org/officeDocument/2006/relationships/oleObject" Target="../embeddings/oleObject110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16.wmf"/><Relationship Id="rId20" Type="http://schemas.openxmlformats.org/officeDocument/2006/relationships/image" Target="../media/image118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120.wmf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28" Type="http://schemas.openxmlformats.org/officeDocument/2006/relationships/image" Target="../media/image122.wmf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5.wmf"/><Relationship Id="rId22" Type="http://schemas.openxmlformats.org/officeDocument/2006/relationships/image" Target="../media/image119.wmf"/><Relationship Id="rId27" Type="http://schemas.openxmlformats.org/officeDocument/2006/relationships/oleObject" Target="../embeddings/oleObject12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131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29.bin"/><Relationship Id="rId25" Type="http://schemas.openxmlformats.org/officeDocument/2006/relationships/image" Target="../media/image133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32.wmf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30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27.wmf"/><Relationship Id="rId22" Type="http://schemas.openxmlformats.org/officeDocument/2006/relationships/image" Target="../media/image13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image" Target="../media/image136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7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35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3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40.wmf"/><Relationship Id="rId3" Type="http://schemas.openxmlformats.org/officeDocument/2006/relationships/oleObject" Target="../embeddings/oleObject31.bin"/><Relationship Id="rId7" Type="http://schemas.openxmlformats.org/officeDocument/2006/relationships/image" Target="../media/image143.png"/><Relationship Id="rId12" Type="http://schemas.openxmlformats.org/officeDocument/2006/relationships/oleObject" Target="../embeddings/oleObject141.bin"/><Relationship Id="rId17" Type="http://schemas.openxmlformats.org/officeDocument/2006/relationships/image" Target="../media/image142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3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7.wmf"/><Relationship Id="rId11" Type="http://schemas.openxmlformats.org/officeDocument/2006/relationships/image" Target="../media/image139.wmf"/><Relationship Id="rId5" Type="http://schemas.openxmlformats.org/officeDocument/2006/relationships/oleObject" Target="../embeddings/oleObject138.bin"/><Relationship Id="rId15" Type="http://schemas.openxmlformats.org/officeDocument/2006/relationships/image" Target="../media/image141.wmf"/><Relationship Id="rId10" Type="http://schemas.openxmlformats.org/officeDocument/2006/relationships/oleObject" Target="../embeddings/oleObject140.bin"/><Relationship Id="rId4" Type="http://schemas.openxmlformats.org/officeDocument/2006/relationships/image" Target="../media/image31.wmf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4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6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40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54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57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5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150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62.wmf"/><Relationship Id="rId26" Type="http://schemas.openxmlformats.org/officeDocument/2006/relationships/image" Target="../media/image166.wmf"/><Relationship Id="rId3" Type="http://schemas.openxmlformats.org/officeDocument/2006/relationships/oleObject" Target="../embeddings/oleObject158.bin"/><Relationship Id="rId21" Type="http://schemas.openxmlformats.org/officeDocument/2006/relationships/oleObject" Target="../embeddings/oleObject167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65.bin"/><Relationship Id="rId25" Type="http://schemas.openxmlformats.org/officeDocument/2006/relationships/oleObject" Target="../embeddings/oleObject169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61.wmf"/><Relationship Id="rId20" Type="http://schemas.openxmlformats.org/officeDocument/2006/relationships/image" Target="../media/image16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62.bin"/><Relationship Id="rId24" Type="http://schemas.openxmlformats.org/officeDocument/2006/relationships/image" Target="../media/image165.wmf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23" Type="http://schemas.openxmlformats.org/officeDocument/2006/relationships/oleObject" Target="../embeddings/oleObject168.bin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66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60.wmf"/><Relationship Id="rId22" Type="http://schemas.openxmlformats.org/officeDocument/2006/relationships/image" Target="../media/image164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74.wmf"/><Relationship Id="rId26" Type="http://schemas.openxmlformats.org/officeDocument/2006/relationships/image" Target="../media/image178.wmf"/><Relationship Id="rId21" Type="http://schemas.openxmlformats.org/officeDocument/2006/relationships/oleObject" Target="../embeddings/oleObject179.bin"/><Relationship Id="rId34" Type="http://schemas.openxmlformats.org/officeDocument/2006/relationships/image" Target="../media/image182.wmf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33" Type="http://schemas.openxmlformats.org/officeDocument/2006/relationships/oleObject" Target="../embeddings/oleObject185.bin"/><Relationship Id="rId38" Type="http://schemas.openxmlformats.org/officeDocument/2006/relationships/image" Target="../media/image184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29" Type="http://schemas.openxmlformats.org/officeDocument/2006/relationships/oleObject" Target="../embeddings/oleObject183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77.wmf"/><Relationship Id="rId32" Type="http://schemas.openxmlformats.org/officeDocument/2006/relationships/image" Target="../media/image181.wmf"/><Relationship Id="rId37" Type="http://schemas.openxmlformats.org/officeDocument/2006/relationships/oleObject" Target="../embeddings/oleObject187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179.wmf"/><Relationship Id="rId36" Type="http://schemas.openxmlformats.org/officeDocument/2006/relationships/image" Target="../media/image183.wmf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178.bin"/><Relationship Id="rId31" Type="http://schemas.openxmlformats.org/officeDocument/2006/relationships/oleObject" Target="../embeddings/oleObject184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182.bin"/><Relationship Id="rId30" Type="http://schemas.openxmlformats.org/officeDocument/2006/relationships/image" Target="../media/image180.wmf"/><Relationship Id="rId35" Type="http://schemas.openxmlformats.org/officeDocument/2006/relationships/oleObject" Target="../embeddings/oleObject186.bin"/><Relationship Id="rId8" Type="http://schemas.openxmlformats.org/officeDocument/2006/relationships/image" Target="../media/image169.wmf"/><Relationship Id="rId3" Type="http://schemas.openxmlformats.org/officeDocument/2006/relationships/oleObject" Target="../embeddings/oleObject17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92.w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95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95.w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196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oleObject" Target="../embeddings/oleObject204.bin"/><Relationship Id="rId18" Type="http://schemas.openxmlformats.org/officeDocument/2006/relationships/image" Target="../media/image203.wmf"/><Relationship Id="rId26" Type="http://schemas.openxmlformats.org/officeDocument/2006/relationships/image" Target="../media/image207.wmf"/><Relationship Id="rId3" Type="http://schemas.openxmlformats.org/officeDocument/2006/relationships/oleObject" Target="../embeddings/oleObject199.bin"/><Relationship Id="rId21" Type="http://schemas.openxmlformats.org/officeDocument/2006/relationships/oleObject" Target="../embeddings/oleObject208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206.bin"/><Relationship Id="rId25" Type="http://schemas.openxmlformats.org/officeDocument/2006/relationships/oleObject" Target="../embeddings/oleObject210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02.wmf"/><Relationship Id="rId20" Type="http://schemas.openxmlformats.org/officeDocument/2006/relationships/image" Target="../media/image204.wmf"/><Relationship Id="rId29" Type="http://schemas.openxmlformats.org/officeDocument/2006/relationships/oleObject" Target="../embeddings/oleObject212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203.bin"/><Relationship Id="rId24" Type="http://schemas.openxmlformats.org/officeDocument/2006/relationships/image" Target="../media/image206.wmf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23" Type="http://schemas.openxmlformats.org/officeDocument/2006/relationships/oleObject" Target="../embeddings/oleObject209.bin"/><Relationship Id="rId28" Type="http://schemas.openxmlformats.org/officeDocument/2006/relationships/image" Target="../media/image208.wmf"/><Relationship Id="rId10" Type="http://schemas.openxmlformats.org/officeDocument/2006/relationships/image" Target="../media/image199.wmf"/><Relationship Id="rId19" Type="http://schemas.openxmlformats.org/officeDocument/2006/relationships/oleObject" Target="../embeddings/oleObject207.bin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201.wmf"/><Relationship Id="rId22" Type="http://schemas.openxmlformats.org/officeDocument/2006/relationships/image" Target="../media/image205.wmf"/><Relationship Id="rId27" Type="http://schemas.openxmlformats.org/officeDocument/2006/relationships/oleObject" Target="../embeddings/oleObject211.bin"/><Relationship Id="rId30" Type="http://schemas.openxmlformats.org/officeDocument/2006/relationships/image" Target="../media/image209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17.wmf"/><Relationship Id="rId26" Type="http://schemas.openxmlformats.org/officeDocument/2006/relationships/image" Target="../media/image221.w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34" Type="http://schemas.openxmlformats.org/officeDocument/2006/relationships/image" Target="../media/image225.wmf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14.wmf"/><Relationship Id="rId17" Type="http://schemas.openxmlformats.org/officeDocument/2006/relationships/oleObject" Target="../embeddings/oleObject220.bin"/><Relationship Id="rId25" Type="http://schemas.openxmlformats.org/officeDocument/2006/relationships/oleObject" Target="../embeddings/oleObject224.bin"/><Relationship Id="rId33" Type="http://schemas.openxmlformats.org/officeDocument/2006/relationships/oleObject" Target="../embeddings/oleObject228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16.wmf"/><Relationship Id="rId20" Type="http://schemas.openxmlformats.org/officeDocument/2006/relationships/image" Target="../media/image218.wmf"/><Relationship Id="rId29" Type="http://schemas.openxmlformats.org/officeDocument/2006/relationships/oleObject" Target="../embeddings/oleObject226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220.wmf"/><Relationship Id="rId32" Type="http://schemas.openxmlformats.org/officeDocument/2006/relationships/image" Target="../media/image224.wmf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28" Type="http://schemas.openxmlformats.org/officeDocument/2006/relationships/image" Target="../media/image222.wmf"/><Relationship Id="rId36" Type="http://schemas.openxmlformats.org/officeDocument/2006/relationships/image" Target="../media/image226.wmf"/><Relationship Id="rId10" Type="http://schemas.openxmlformats.org/officeDocument/2006/relationships/image" Target="../media/image213.wmf"/><Relationship Id="rId19" Type="http://schemas.openxmlformats.org/officeDocument/2006/relationships/oleObject" Target="../embeddings/oleObject221.bin"/><Relationship Id="rId31" Type="http://schemas.openxmlformats.org/officeDocument/2006/relationships/oleObject" Target="../embeddings/oleObject227.bin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15.wmf"/><Relationship Id="rId22" Type="http://schemas.openxmlformats.org/officeDocument/2006/relationships/image" Target="../media/image219.wmf"/><Relationship Id="rId27" Type="http://schemas.openxmlformats.org/officeDocument/2006/relationships/oleObject" Target="../embeddings/oleObject225.bin"/><Relationship Id="rId30" Type="http://schemas.openxmlformats.org/officeDocument/2006/relationships/image" Target="../media/image223.wmf"/><Relationship Id="rId35" Type="http://schemas.openxmlformats.org/officeDocument/2006/relationships/oleObject" Target="../embeddings/oleObject229.bin"/><Relationship Id="rId8" Type="http://schemas.openxmlformats.org/officeDocument/2006/relationships/image" Target="../media/image212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34.wmf"/><Relationship Id="rId26" Type="http://schemas.openxmlformats.org/officeDocument/2006/relationships/image" Target="../media/image238.wmf"/><Relationship Id="rId21" Type="http://schemas.openxmlformats.org/officeDocument/2006/relationships/oleObject" Target="../embeddings/oleObject239.bin"/><Relationship Id="rId34" Type="http://schemas.openxmlformats.org/officeDocument/2006/relationships/image" Target="../media/image242.wmf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31.wmf"/><Relationship Id="rId17" Type="http://schemas.openxmlformats.org/officeDocument/2006/relationships/oleObject" Target="../embeddings/oleObject237.bin"/><Relationship Id="rId25" Type="http://schemas.openxmlformats.org/officeDocument/2006/relationships/oleObject" Target="../embeddings/oleObject241.bin"/><Relationship Id="rId33" Type="http://schemas.openxmlformats.org/officeDocument/2006/relationships/oleObject" Target="../embeddings/oleObject245.bin"/><Relationship Id="rId38" Type="http://schemas.openxmlformats.org/officeDocument/2006/relationships/image" Target="../media/image244.e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33.wmf"/><Relationship Id="rId20" Type="http://schemas.openxmlformats.org/officeDocument/2006/relationships/image" Target="../media/image235.wmf"/><Relationship Id="rId29" Type="http://schemas.openxmlformats.org/officeDocument/2006/relationships/oleObject" Target="../embeddings/oleObject243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28.wmf"/><Relationship Id="rId11" Type="http://schemas.openxmlformats.org/officeDocument/2006/relationships/oleObject" Target="../embeddings/oleObject234.bin"/><Relationship Id="rId24" Type="http://schemas.openxmlformats.org/officeDocument/2006/relationships/image" Target="../media/image237.wmf"/><Relationship Id="rId32" Type="http://schemas.openxmlformats.org/officeDocument/2006/relationships/image" Target="../media/image241.wmf"/><Relationship Id="rId37" Type="http://schemas.openxmlformats.org/officeDocument/2006/relationships/oleObject" Target="../embeddings/oleObject247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28" Type="http://schemas.openxmlformats.org/officeDocument/2006/relationships/image" Target="../media/image239.wmf"/><Relationship Id="rId36" Type="http://schemas.openxmlformats.org/officeDocument/2006/relationships/image" Target="../media/image243.wmf"/><Relationship Id="rId10" Type="http://schemas.openxmlformats.org/officeDocument/2006/relationships/image" Target="../media/image230.emf"/><Relationship Id="rId19" Type="http://schemas.openxmlformats.org/officeDocument/2006/relationships/oleObject" Target="../embeddings/oleObject238.bin"/><Relationship Id="rId31" Type="http://schemas.openxmlformats.org/officeDocument/2006/relationships/oleObject" Target="../embeddings/oleObject244.bin"/><Relationship Id="rId4" Type="http://schemas.openxmlformats.org/officeDocument/2006/relationships/image" Target="../media/image227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32.wmf"/><Relationship Id="rId22" Type="http://schemas.openxmlformats.org/officeDocument/2006/relationships/image" Target="../media/image236.wmf"/><Relationship Id="rId27" Type="http://schemas.openxmlformats.org/officeDocument/2006/relationships/oleObject" Target="../embeddings/oleObject242.bin"/><Relationship Id="rId30" Type="http://schemas.openxmlformats.org/officeDocument/2006/relationships/image" Target="../media/image240.wmf"/><Relationship Id="rId35" Type="http://schemas.openxmlformats.org/officeDocument/2006/relationships/oleObject" Target="../embeddings/oleObject246.bin"/><Relationship Id="rId8" Type="http://schemas.openxmlformats.org/officeDocument/2006/relationships/image" Target="../media/image229.wmf"/><Relationship Id="rId3" Type="http://schemas.openxmlformats.org/officeDocument/2006/relationships/oleObject" Target="../embeddings/oleObject23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52.wmf"/><Relationship Id="rId26" Type="http://schemas.openxmlformats.org/officeDocument/2006/relationships/image" Target="../media/image256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9.wmf"/><Relationship Id="rId17" Type="http://schemas.openxmlformats.org/officeDocument/2006/relationships/oleObject" Target="../embeddings/oleObject255.bin"/><Relationship Id="rId25" Type="http://schemas.openxmlformats.org/officeDocument/2006/relationships/oleObject" Target="../embeddings/oleObject259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51.wmf"/><Relationship Id="rId20" Type="http://schemas.openxmlformats.org/officeDocument/2006/relationships/image" Target="../media/image253.wmf"/><Relationship Id="rId29" Type="http://schemas.openxmlformats.org/officeDocument/2006/relationships/oleObject" Target="../embeddings/oleObject261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55.wmf"/><Relationship Id="rId32" Type="http://schemas.openxmlformats.org/officeDocument/2006/relationships/image" Target="../media/image259.w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28" Type="http://schemas.openxmlformats.org/officeDocument/2006/relationships/image" Target="../media/image257.wmf"/><Relationship Id="rId10" Type="http://schemas.openxmlformats.org/officeDocument/2006/relationships/image" Target="../media/image248.wmf"/><Relationship Id="rId19" Type="http://schemas.openxmlformats.org/officeDocument/2006/relationships/oleObject" Target="../embeddings/oleObject256.bin"/><Relationship Id="rId31" Type="http://schemas.openxmlformats.org/officeDocument/2006/relationships/oleObject" Target="../embeddings/oleObject262.bin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50.wmf"/><Relationship Id="rId22" Type="http://schemas.openxmlformats.org/officeDocument/2006/relationships/image" Target="../media/image254.wmf"/><Relationship Id="rId27" Type="http://schemas.openxmlformats.org/officeDocument/2006/relationships/oleObject" Target="../embeddings/oleObject260.bin"/><Relationship Id="rId30" Type="http://schemas.openxmlformats.org/officeDocument/2006/relationships/image" Target="../media/image258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4.wmf"/><Relationship Id="rId18" Type="http://schemas.openxmlformats.org/officeDocument/2006/relationships/oleObject" Target="../embeddings/oleObject270.bin"/><Relationship Id="rId26" Type="http://schemas.openxmlformats.org/officeDocument/2006/relationships/oleObject" Target="../embeddings/oleObject274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68.wmf"/><Relationship Id="rId7" Type="http://schemas.openxmlformats.org/officeDocument/2006/relationships/image" Target="../media/image261.wmf"/><Relationship Id="rId12" Type="http://schemas.openxmlformats.org/officeDocument/2006/relationships/oleObject" Target="../embeddings/oleObject267.bin"/><Relationship Id="rId17" Type="http://schemas.openxmlformats.org/officeDocument/2006/relationships/image" Target="../media/image266.wmf"/><Relationship Id="rId25" Type="http://schemas.openxmlformats.org/officeDocument/2006/relationships/image" Target="../media/image270.wmf"/><Relationship Id="rId33" Type="http://schemas.openxmlformats.org/officeDocument/2006/relationships/image" Target="../media/image274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269.bin"/><Relationship Id="rId20" Type="http://schemas.openxmlformats.org/officeDocument/2006/relationships/oleObject" Target="../embeddings/oleObject271.bin"/><Relationship Id="rId29" Type="http://schemas.openxmlformats.org/officeDocument/2006/relationships/image" Target="../media/image272.wmf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64.bin"/><Relationship Id="rId11" Type="http://schemas.openxmlformats.org/officeDocument/2006/relationships/image" Target="../media/image263.wmf"/><Relationship Id="rId24" Type="http://schemas.openxmlformats.org/officeDocument/2006/relationships/oleObject" Target="../embeddings/oleObject273.bin"/><Relationship Id="rId32" Type="http://schemas.openxmlformats.org/officeDocument/2006/relationships/oleObject" Target="../embeddings/oleObject277.bin"/><Relationship Id="rId5" Type="http://schemas.openxmlformats.org/officeDocument/2006/relationships/image" Target="../media/image260.wmf"/><Relationship Id="rId15" Type="http://schemas.openxmlformats.org/officeDocument/2006/relationships/image" Target="../media/image265.wmf"/><Relationship Id="rId23" Type="http://schemas.openxmlformats.org/officeDocument/2006/relationships/image" Target="../media/image269.wmf"/><Relationship Id="rId28" Type="http://schemas.openxmlformats.org/officeDocument/2006/relationships/oleObject" Target="../embeddings/oleObject275.bin"/><Relationship Id="rId10" Type="http://schemas.openxmlformats.org/officeDocument/2006/relationships/oleObject" Target="../embeddings/oleObject266.bin"/><Relationship Id="rId19" Type="http://schemas.openxmlformats.org/officeDocument/2006/relationships/image" Target="../media/image267.wmf"/><Relationship Id="rId31" Type="http://schemas.openxmlformats.org/officeDocument/2006/relationships/image" Target="../media/image273.wmf"/><Relationship Id="rId4" Type="http://schemas.openxmlformats.org/officeDocument/2006/relationships/oleObject" Target="../embeddings/oleObject263.bin"/><Relationship Id="rId9" Type="http://schemas.openxmlformats.org/officeDocument/2006/relationships/image" Target="../media/image262.wmf"/><Relationship Id="rId14" Type="http://schemas.openxmlformats.org/officeDocument/2006/relationships/oleObject" Target="../embeddings/oleObject268.bin"/><Relationship Id="rId22" Type="http://schemas.openxmlformats.org/officeDocument/2006/relationships/oleObject" Target="../embeddings/oleObject272.bin"/><Relationship Id="rId27" Type="http://schemas.openxmlformats.org/officeDocument/2006/relationships/image" Target="../media/image271.wmf"/><Relationship Id="rId30" Type="http://schemas.openxmlformats.org/officeDocument/2006/relationships/oleObject" Target="../embeddings/oleObject276.bin"/><Relationship Id="rId8" Type="http://schemas.openxmlformats.org/officeDocument/2006/relationships/oleObject" Target="../embeddings/oleObject26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82.wmf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79.wmf"/><Relationship Id="rId17" Type="http://schemas.openxmlformats.org/officeDocument/2006/relationships/oleObject" Target="../embeddings/oleObject285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81.wmf"/><Relationship Id="rId20" Type="http://schemas.openxmlformats.org/officeDocument/2006/relationships/image" Target="../media/image283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10" Type="http://schemas.openxmlformats.org/officeDocument/2006/relationships/image" Target="../media/image278.wmf"/><Relationship Id="rId19" Type="http://schemas.openxmlformats.org/officeDocument/2006/relationships/oleObject" Target="../embeddings/oleObject286.bin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8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292.bin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88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90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291.bin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10" Type="http://schemas.openxmlformats.org/officeDocument/2006/relationships/image" Target="../media/image287.wmf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28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298.wmf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95.wmf"/><Relationship Id="rId17" Type="http://schemas.openxmlformats.org/officeDocument/2006/relationships/oleObject" Target="../embeddings/oleObject301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97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298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0.bin"/><Relationship Id="rId10" Type="http://schemas.openxmlformats.org/officeDocument/2006/relationships/image" Target="../media/image294.wmf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9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13" Type="http://schemas.openxmlformats.org/officeDocument/2006/relationships/oleObject" Target="../embeddings/oleObject307.bin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303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00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0" Type="http://schemas.openxmlformats.org/officeDocument/2006/relationships/image" Target="../media/image302.wmf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30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oleObject" Target="../embeddings/oleObject313.bin"/><Relationship Id="rId18" Type="http://schemas.openxmlformats.org/officeDocument/2006/relationships/image" Target="../media/image312.wmf"/><Relationship Id="rId3" Type="http://schemas.openxmlformats.org/officeDocument/2006/relationships/oleObject" Target="../embeddings/oleObject308.bin"/><Relationship Id="rId21" Type="http://schemas.openxmlformats.org/officeDocument/2006/relationships/oleObject" Target="../embeddings/oleObject317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309.wmf"/><Relationship Id="rId17" Type="http://schemas.openxmlformats.org/officeDocument/2006/relationships/oleObject" Target="../embeddings/oleObject315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11.wmf"/><Relationship Id="rId20" Type="http://schemas.openxmlformats.org/officeDocument/2006/relationships/image" Target="../media/image313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06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23" Type="http://schemas.openxmlformats.org/officeDocument/2006/relationships/oleObject" Target="../embeddings/oleObject319.bin"/><Relationship Id="rId10" Type="http://schemas.openxmlformats.org/officeDocument/2006/relationships/image" Target="../media/image308.wmf"/><Relationship Id="rId19" Type="http://schemas.openxmlformats.org/officeDocument/2006/relationships/oleObject" Target="../embeddings/oleObject316.bin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310.wmf"/><Relationship Id="rId22" Type="http://schemas.openxmlformats.org/officeDocument/2006/relationships/oleObject" Target="../embeddings/oleObject31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oleObject" Target="../embeddings/oleObject325.bin"/><Relationship Id="rId18" Type="http://schemas.openxmlformats.org/officeDocument/2006/relationships/image" Target="../media/image321.wmf"/><Relationship Id="rId3" Type="http://schemas.openxmlformats.org/officeDocument/2006/relationships/oleObject" Target="../embeddings/oleObject320.bin"/><Relationship Id="rId21" Type="http://schemas.openxmlformats.org/officeDocument/2006/relationships/oleObject" Target="../embeddings/oleObject330.bin"/><Relationship Id="rId7" Type="http://schemas.openxmlformats.org/officeDocument/2006/relationships/oleObject" Target="../embeddings/oleObject322.bin"/><Relationship Id="rId12" Type="http://schemas.openxmlformats.org/officeDocument/2006/relationships/image" Target="../media/image318.wmf"/><Relationship Id="rId17" Type="http://schemas.openxmlformats.org/officeDocument/2006/relationships/oleObject" Target="../embeddings/oleObject327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20.wmf"/><Relationship Id="rId20" Type="http://schemas.openxmlformats.org/officeDocument/2006/relationships/oleObject" Target="../embeddings/oleObject329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15.wmf"/><Relationship Id="rId11" Type="http://schemas.openxmlformats.org/officeDocument/2006/relationships/oleObject" Target="../embeddings/oleObject324.bin"/><Relationship Id="rId24" Type="http://schemas.openxmlformats.org/officeDocument/2006/relationships/image" Target="../media/image323.wmf"/><Relationship Id="rId5" Type="http://schemas.openxmlformats.org/officeDocument/2006/relationships/oleObject" Target="../embeddings/oleObject321.bin"/><Relationship Id="rId15" Type="http://schemas.openxmlformats.org/officeDocument/2006/relationships/oleObject" Target="../embeddings/oleObject326.bin"/><Relationship Id="rId23" Type="http://schemas.openxmlformats.org/officeDocument/2006/relationships/oleObject" Target="../embeddings/oleObject331.bin"/><Relationship Id="rId10" Type="http://schemas.openxmlformats.org/officeDocument/2006/relationships/image" Target="../media/image317.wmf"/><Relationship Id="rId19" Type="http://schemas.openxmlformats.org/officeDocument/2006/relationships/oleObject" Target="../embeddings/oleObject328.bin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23.bin"/><Relationship Id="rId14" Type="http://schemas.openxmlformats.org/officeDocument/2006/relationships/image" Target="../media/image319.wmf"/><Relationship Id="rId22" Type="http://schemas.openxmlformats.org/officeDocument/2006/relationships/image" Target="../media/image32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oleObject" Target="../embeddings/oleObject337.bin"/><Relationship Id="rId18" Type="http://schemas.openxmlformats.org/officeDocument/2006/relationships/image" Target="../media/image329.w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39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24.w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5" Type="http://schemas.openxmlformats.org/officeDocument/2006/relationships/oleObject" Target="../embeddings/oleObject338.bin"/><Relationship Id="rId10" Type="http://schemas.openxmlformats.org/officeDocument/2006/relationships/image" Target="../media/image316.wmf"/><Relationship Id="rId19" Type="http://schemas.openxmlformats.org/officeDocument/2006/relationships/oleObject" Target="../embeddings/oleObject340.bin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335.bin"/><Relationship Id="rId14" Type="http://schemas.openxmlformats.org/officeDocument/2006/relationships/image" Target="../media/image32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oleObject" Target="../embeddings/oleObject346.bin"/><Relationship Id="rId18" Type="http://schemas.openxmlformats.org/officeDocument/2006/relationships/image" Target="../media/image337.wmf"/><Relationship Id="rId3" Type="http://schemas.openxmlformats.org/officeDocument/2006/relationships/oleObject" Target="../embeddings/oleObject341.bin"/><Relationship Id="rId7" Type="http://schemas.openxmlformats.org/officeDocument/2006/relationships/oleObject" Target="../embeddings/oleObject343.bin"/><Relationship Id="rId12" Type="http://schemas.openxmlformats.org/officeDocument/2006/relationships/image" Target="../media/image334.wmf"/><Relationship Id="rId17" Type="http://schemas.openxmlformats.org/officeDocument/2006/relationships/oleObject" Target="../embeddings/oleObject348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36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31.wmf"/><Relationship Id="rId11" Type="http://schemas.openxmlformats.org/officeDocument/2006/relationships/oleObject" Target="../embeddings/oleObject345.bin"/><Relationship Id="rId5" Type="http://schemas.openxmlformats.org/officeDocument/2006/relationships/oleObject" Target="../embeddings/oleObject342.bin"/><Relationship Id="rId15" Type="http://schemas.openxmlformats.org/officeDocument/2006/relationships/oleObject" Target="../embeddings/oleObject347.bin"/><Relationship Id="rId10" Type="http://schemas.openxmlformats.org/officeDocument/2006/relationships/image" Target="../media/image333.wmf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44.bin"/><Relationship Id="rId14" Type="http://schemas.openxmlformats.org/officeDocument/2006/relationships/image" Target="../media/image33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54.bin"/><Relationship Id="rId3" Type="http://schemas.openxmlformats.org/officeDocument/2006/relationships/oleObject" Target="../embeddings/oleObject349.bin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41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43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53.bin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10" Type="http://schemas.openxmlformats.org/officeDocument/2006/relationships/image" Target="../media/image340.wmf"/><Relationship Id="rId4" Type="http://schemas.openxmlformats.org/officeDocument/2006/relationships/image" Target="../media/image336.w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4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13" Type="http://schemas.openxmlformats.org/officeDocument/2006/relationships/oleObject" Target="../embeddings/oleObject361.bin"/><Relationship Id="rId18" Type="http://schemas.openxmlformats.org/officeDocument/2006/relationships/image" Target="../media/image351.wmf"/><Relationship Id="rId26" Type="http://schemas.openxmlformats.org/officeDocument/2006/relationships/image" Target="../media/image355.wmf"/><Relationship Id="rId3" Type="http://schemas.openxmlformats.org/officeDocument/2006/relationships/oleObject" Target="../embeddings/oleObject356.bin"/><Relationship Id="rId21" Type="http://schemas.openxmlformats.org/officeDocument/2006/relationships/oleObject" Target="../embeddings/oleObject365.bin"/><Relationship Id="rId7" Type="http://schemas.openxmlformats.org/officeDocument/2006/relationships/oleObject" Target="../embeddings/oleObject358.bin"/><Relationship Id="rId12" Type="http://schemas.openxmlformats.org/officeDocument/2006/relationships/image" Target="../media/image348.wmf"/><Relationship Id="rId17" Type="http://schemas.openxmlformats.org/officeDocument/2006/relationships/oleObject" Target="../embeddings/oleObject363.bin"/><Relationship Id="rId25" Type="http://schemas.openxmlformats.org/officeDocument/2006/relationships/oleObject" Target="../embeddings/oleObject367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50.wmf"/><Relationship Id="rId20" Type="http://schemas.openxmlformats.org/officeDocument/2006/relationships/image" Target="../media/image352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45.wmf"/><Relationship Id="rId11" Type="http://schemas.openxmlformats.org/officeDocument/2006/relationships/oleObject" Target="../embeddings/oleObject360.bin"/><Relationship Id="rId24" Type="http://schemas.openxmlformats.org/officeDocument/2006/relationships/image" Target="../media/image354.wmf"/><Relationship Id="rId5" Type="http://schemas.openxmlformats.org/officeDocument/2006/relationships/oleObject" Target="../embeddings/oleObject357.bin"/><Relationship Id="rId15" Type="http://schemas.openxmlformats.org/officeDocument/2006/relationships/oleObject" Target="../embeddings/oleObject362.bin"/><Relationship Id="rId23" Type="http://schemas.openxmlformats.org/officeDocument/2006/relationships/oleObject" Target="../embeddings/oleObject366.bin"/><Relationship Id="rId28" Type="http://schemas.openxmlformats.org/officeDocument/2006/relationships/image" Target="../media/image356.wmf"/><Relationship Id="rId10" Type="http://schemas.openxmlformats.org/officeDocument/2006/relationships/image" Target="../media/image347.wmf"/><Relationship Id="rId19" Type="http://schemas.openxmlformats.org/officeDocument/2006/relationships/oleObject" Target="../embeddings/oleObject364.bin"/><Relationship Id="rId4" Type="http://schemas.openxmlformats.org/officeDocument/2006/relationships/image" Target="../media/image344.wmf"/><Relationship Id="rId9" Type="http://schemas.openxmlformats.org/officeDocument/2006/relationships/oleObject" Target="../embeddings/oleObject359.bin"/><Relationship Id="rId14" Type="http://schemas.openxmlformats.org/officeDocument/2006/relationships/image" Target="../media/image349.wmf"/><Relationship Id="rId22" Type="http://schemas.openxmlformats.org/officeDocument/2006/relationships/image" Target="../media/image353.wmf"/><Relationship Id="rId27" Type="http://schemas.openxmlformats.org/officeDocument/2006/relationships/oleObject" Target="../embeddings/oleObject36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13" Type="http://schemas.openxmlformats.org/officeDocument/2006/relationships/oleObject" Target="../embeddings/oleObject374.bin"/><Relationship Id="rId18" Type="http://schemas.openxmlformats.org/officeDocument/2006/relationships/image" Target="../media/image364.w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12" Type="http://schemas.openxmlformats.org/officeDocument/2006/relationships/image" Target="../media/image361.wmf"/><Relationship Id="rId17" Type="http://schemas.openxmlformats.org/officeDocument/2006/relationships/oleObject" Target="../embeddings/oleObject376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63.wmf"/><Relationship Id="rId20" Type="http://schemas.openxmlformats.org/officeDocument/2006/relationships/image" Target="../media/image365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373.bin"/><Relationship Id="rId5" Type="http://schemas.openxmlformats.org/officeDocument/2006/relationships/oleObject" Target="../embeddings/oleObject370.bin"/><Relationship Id="rId15" Type="http://schemas.openxmlformats.org/officeDocument/2006/relationships/oleObject" Target="../embeddings/oleObject375.bin"/><Relationship Id="rId10" Type="http://schemas.openxmlformats.org/officeDocument/2006/relationships/image" Target="../media/image360.wmf"/><Relationship Id="rId19" Type="http://schemas.openxmlformats.org/officeDocument/2006/relationships/oleObject" Target="../embeddings/oleObject377.bin"/><Relationship Id="rId4" Type="http://schemas.openxmlformats.org/officeDocument/2006/relationships/image" Target="../media/image357.wmf"/><Relationship Id="rId9" Type="http://schemas.openxmlformats.org/officeDocument/2006/relationships/oleObject" Target="../embeddings/oleObject372.bin"/><Relationship Id="rId14" Type="http://schemas.openxmlformats.org/officeDocument/2006/relationships/image" Target="../media/image36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0.bin"/><Relationship Id="rId13" Type="http://schemas.openxmlformats.org/officeDocument/2006/relationships/image" Target="../media/image370.wmf"/><Relationship Id="rId18" Type="http://schemas.openxmlformats.org/officeDocument/2006/relationships/oleObject" Target="../embeddings/oleObject385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374.wmf"/><Relationship Id="rId7" Type="http://schemas.openxmlformats.org/officeDocument/2006/relationships/image" Target="../media/image367.wmf"/><Relationship Id="rId12" Type="http://schemas.openxmlformats.org/officeDocument/2006/relationships/oleObject" Target="../embeddings/oleObject382.bin"/><Relationship Id="rId17" Type="http://schemas.openxmlformats.org/officeDocument/2006/relationships/image" Target="../media/image372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384.bin"/><Relationship Id="rId20" Type="http://schemas.openxmlformats.org/officeDocument/2006/relationships/oleObject" Target="../embeddings/oleObject386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79.bin"/><Relationship Id="rId11" Type="http://schemas.openxmlformats.org/officeDocument/2006/relationships/image" Target="../media/image369.wmf"/><Relationship Id="rId5" Type="http://schemas.openxmlformats.org/officeDocument/2006/relationships/image" Target="../media/image366.wmf"/><Relationship Id="rId15" Type="http://schemas.openxmlformats.org/officeDocument/2006/relationships/image" Target="../media/image371.wmf"/><Relationship Id="rId23" Type="http://schemas.openxmlformats.org/officeDocument/2006/relationships/image" Target="../media/image375.wmf"/><Relationship Id="rId10" Type="http://schemas.openxmlformats.org/officeDocument/2006/relationships/oleObject" Target="../embeddings/oleObject381.bin"/><Relationship Id="rId19" Type="http://schemas.openxmlformats.org/officeDocument/2006/relationships/image" Target="../media/image373.wmf"/><Relationship Id="rId4" Type="http://schemas.openxmlformats.org/officeDocument/2006/relationships/oleObject" Target="../embeddings/oleObject378.bin"/><Relationship Id="rId9" Type="http://schemas.openxmlformats.org/officeDocument/2006/relationships/image" Target="../media/image368.wmf"/><Relationship Id="rId14" Type="http://schemas.openxmlformats.org/officeDocument/2006/relationships/oleObject" Target="../embeddings/oleObject383.bin"/><Relationship Id="rId22" Type="http://schemas.openxmlformats.org/officeDocument/2006/relationships/oleObject" Target="../embeddings/oleObject38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13" Type="http://schemas.openxmlformats.org/officeDocument/2006/relationships/oleObject" Target="../embeddings/oleObject393.bin"/><Relationship Id="rId3" Type="http://schemas.openxmlformats.org/officeDocument/2006/relationships/oleObject" Target="../embeddings/oleObject388.bin"/><Relationship Id="rId7" Type="http://schemas.openxmlformats.org/officeDocument/2006/relationships/oleObject" Target="../embeddings/oleObject390.bin"/><Relationship Id="rId12" Type="http://schemas.openxmlformats.org/officeDocument/2006/relationships/image" Target="../media/image380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82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392.bin"/><Relationship Id="rId5" Type="http://schemas.openxmlformats.org/officeDocument/2006/relationships/oleObject" Target="../embeddings/oleObject389.bin"/><Relationship Id="rId15" Type="http://schemas.openxmlformats.org/officeDocument/2006/relationships/oleObject" Target="../embeddings/oleObject394.bin"/><Relationship Id="rId10" Type="http://schemas.openxmlformats.org/officeDocument/2006/relationships/image" Target="../media/image379.wmf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391.bin"/><Relationship Id="rId14" Type="http://schemas.openxmlformats.org/officeDocument/2006/relationships/image" Target="../media/image38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wmf"/><Relationship Id="rId13" Type="http://schemas.openxmlformats.org/officeDocument/2006/relationships/oleObject" Target="../embeddings/oleObject400.bin"/><Relationship Id="rId18" Type="http://schemas.openxmlformats.org/officeDocument/2006/relationships/image" Target="../media/image390.wmf"/><Relationship Id="rId3" Type="http://schemas.openxmlformats.org/officeDocument/2006/relationships/oleObject" Target="../embeddings/oleObject395.bin"/><Relationship Id="rId21" Type="http://schemas.openxmlformats.org/officeDocument/2006/relationships/oleObject" Target="../embeddings/oleObject404.bin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387.wmf"/><Relationship Id="rId17" Type="http://schemas.openxmlformats.org/officeDocument/2006/relationships/oleObject" Target="../embeddings/oleObject402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89.wmf"/><Relationship Id="rId20" Type="http://schemas.openxmlformats.org/officeDocument/2006/relationships/image" Target="../media/image39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84.wmf"/><Relationship Id="rId11" Type="http://schemas.openxmlformats.org/officeDocument/2006/relationships/oleObject" Target="../embeddings/oleObject399.bin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1.bin"/><Relationship Id="rId10" Type="http://schemas.openxmlformats.org/officeDocument/2006/relationships/image" Target="../media/image386.wmf"/><Relationship Id="rId19" Type="http://schemas.openxmlformats.org/officeDocument/2006/relationships/oleObject" Target="../embeddings/oleObject403.bin"/><Relationship Id="rId4" Type="http://schemas.openxmlformats.org/officeDocument/2006/relationships/image" Target="../media/image383.w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388.wmf"/><Relationship Id="rId22" Type="http://schemas.openxmlformats.org/officeDocument/2006/relationships/image" Target="../media/image39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13" Type="http://schemas.openxmlformats.org/officeDocument/2006/relationships/oleObject" Target="../embeddings/oleObject410.bin"/><Relationship Id="rId18" Type="http://schemas.openxmlformats.org/officeDocument/2006/relationships/image" Target="../media/image400.wmf"/><Relationship Id="rId3" Type="http://schemas.openxmlformats.org/officeDocument/2006/relationships/oleObject" Target="../embeddings/oleObject405.bin"/><Relationship Id="rId21" Type="http://schemas.openxmlformats.org/officeDocument/2006/relationships/oleObject" Target="../embeddings/oleObject414.bin"/><Relationship Id="rId7" Type="http://schemas.openxmlformats.org/officeDocument/2006/relationships/oleObject" Target="../embeddings/oleObject407.bin"/><Relationship Id="rId12" Type="http://schemas.openxmlformats.org/officeDocument/2006/relationships/image" Target="../media/image397.wmf"/><Relationship Id="rId17" Type="http://schemas.openxmlformats.org/officeDocument/2006/relationships/oleObject" Target="../embeddings/oleObject412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99.wmf"/><Relationship Id="rId20" Type="http://schemas.openxmlformats.org/officeDocument/2006/relationships/image" Target="../media/image401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409.bin"/><Relationship Id="rId24" Type="http://schemas.openxmlformats.org/officeDocument/2006/relationships/image" Target="../media/image403.wmf"/><Relationship Id="rId5" Type="http://schemas.openxmlformats.org/officeDocument/2006/relationships/oleObject" Target="../embeddings/oleObject406.bin"/><Relationship Id="rId15" Type="http://schemas.openxmlformats.org/officeDocument/2006/relationships/oleObject" Target="../embeddings/oleObject411.bin"/><Relationship Id="rId23" Type="http://schemas.openxmlformats.org/officeDocument/2006/relationships/oleObject" Target="../embeddings/oleObject415.bin"/><Relationship Id="rId10" Type="http://schemas.openxmlformats.org/officeDocument/2006/relationships/image" Target="../media/image396.wmf"/><Relationship Id="rId19" Type="http://schemas.openxmlformats.org/officeDocument/2006/relationships/oleObject" Target="../embeddings/oleObject413.bin"/><Relationship Id="rId4" Type="http://schemas.openxmlformats.org/officeDocument/2006/relationships/image" Target="../media/image393.wmf"/><Relationship Id="rId9" Type="http://schemas.openxmlformats.org/officeDocument/2006/relationships/oleObject" Target="../embeddings/oleObject408.bin"/><Relationship Id="rId14" Type="http://schemas.openxmlformats.org/officeDocument/2006/relationships/image" Target="../media/image398.wmf"/><Relationship Id="rId22" Type="http://schemas.openxmlformats.org/officeDocument/2006/relationships/image" Target="../media/image40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oleObject" Target="../embeddings/oleObject421.bin"/><Relationship Id="rId3" Type="http://schemas.openxmlformats.org/officeDocument/2006/relationships/oleObject" Target="../embeddings/oleObject416.bin"/><Relationship Id="rId7" Type="http://schemas.openxmlformats.org/officeDocument/2006/relationships/oleObject" Target="../embeddings/oleObject418.bin"/><Relationship Id="rId12" Type="http://schemas.openxmlformats.org/officeDocument/2006/relationships/image" Target="../media/image40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405.wmf"/><Relationship Id="rId11" Type="http://schemas.openxmlformats.org/officeDocument/2006/relationships/oleObject" Target="../embeddings/oleObject420.bin"/><Relationship Id="rId5" Type="http://schemas.openxmlformats.org/officeDocument/2006/relationships/oleObject" Target="../embeddings/oleObject417.bin"/><Relationship Id="rId15" Type="http://schemas.openxmlformats.org/officeDocument/2006/relationships/image" Target="../media/image409.wmf"/><Relationship Id="rId10" Type="http://schemas.openxmlformats.org/officeDocument/2006/relationships/image" Target="../media/image407.wmf"/><Relationship Id="rId4" Type="http://schemas.openxmlformats.org/officeDocument/2006/relationships/image" Target="../media/image404.wmf"/><Relationship Id="rId9" Type="http://schemas.openxmlformats.org/officeDocument/2006/relationships/oleObject" Target="../embeddings/oleObject419.bin"/><Relationship Id="rId14" Type="http://schemas.openxmlformats.org/officeDocument/2006/relationships/oleObject" Target="../embeddings/oleObject42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13" Type="http://schemas.openxmlformats.org/officeDocument/2006/relationships/oleObject" Target="../embeddings/oleObject428.bin"/><Relationship Id="rId18" Type="http://schemas.openxmlformats.org/officeDocument/2006/relationships/image" Target="../media/image417.wmf"/><Relationship Id="rId3" Type="http://schemas.openxmlformats.org/officeDocument/2006/relationships/oleObject" Target="../embeddings/oleObject423.bin"/><Relationship Id="rId21" Type="http://schemas.openxmlformats.org/officeDocument/2006/relationships/oleObject" Target="../embeddings/oleObject432.bin"/><Relationship Id="rId7" Type="http://schemas.openxmlformats.org/officeDocument/2006/relationships/oleObject" Target="../embeddings/oleObject425.bin"/><Relationship Id="rId12" Type="http://schemas.openxmlformats.org/officeDocument/2006/relationships/image" Target="../media/image414.wmf"/><Relationship Id="rId17" Type="http://schemas.openxmlformats.org/officeDocument/2006/relationships/oleObject" Target="../embeddings/oleObject430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16.wmf"/><Relationship Id="rId20" Type="http://schemas.openxmlformats.org/officeDocument/2006/relationships/image" Target="../media/image418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411.wmf"/><Relationship Id="rId11" Type="http://schemas.openxmlformats.org/officeDocument/2006/relationships/oleObject" Target="../embeddings/oleObject427.bin"/><Relationship Id="rId5" Type="http://schemas.openxmlformats.org/officeDocument/2006/relationships/oleObject" Target="../embeddings/oleObject424.bin"/><Relationship Id="rId15" Type="http://schemas.openxmlformats.org/officeDocument/2006/relationships/oleObject" Target="../embeddings/oleObject429.bin"/><Relationship Id="rId10" Type="http://schemas.openxmlformats.org/officeDocument/2006/relationships/image" Target="../media/image413.wmf"/><Relationship Id="rId19" Type="http://schemas.openxmlformats.org/officeDocument/2006/relationships/oleObject" Target="../embeddings/oleObject431.bin"/><Relationship Id="rId4" Type="http://schemas.openxmlformats.org/officeDocument/2006/relationships/image" Target="../media/image410.wmf"/><Relationship Id="rId9" Type="http://schemas.openxmlformats.org/officeDocument/2006/relationships/oleObject" Target="../embeddings/oleObject426.bin"/><Relationship Id="rId14" Type="http://schemas.openxmlformats.org/officeDocument/2006/relationships/image" Target="../media/image415.wmf"/><Relationship Id="rId22" Type="http://schemas.openxmlformats.org/officeDocument/2006/relationships/image" Target="../media/image41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13" Type="http://schemas.openxmlformats.org/officeDocument/2006/relationships/oleObject" Target="../embeddings/oleObject438.bin"/><Relationship Id="rId3" Type="http://schemas.openxmlformats.org/officeDocument/2006/relationships/oleObject" Target="../embeddings/oleObject433.bin"/><Relationship Id="rId7" Type="http://schemas.openxmlformats.org/officeDocument/2006/relationships/oleObject" Target="../embeddings/oleObject435.bin"/><Relationship Id="rId12" Type="http://schemas.openxmlformats.org/officeDocument/2006/relationships/image" Target="../media/image415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421.wmf"/><Relationship Id="rId11" Type="http://schemas.openxmlformats.org/officeDocument/2006/relationships/oleObject" Target="../embeddings/oleObject437.bin"/><Relationship Id="rId5" Type="http://schemas.openxmlformats.org/officeDocument/2006/relationships/oleObject" Target="../embeddings/oleObject434.bin"/><Relationship Id="rId15" Type="http://schemas.openxmlformats.org/officeDocument/2006/relationships/oleObject" Target="../embeddings/oleObject439.bin"/><Relationship Id="rId10" Type="http://schemas.openxmlformats.org/officeDocument/2006/relationships/image" Target="../media/image414.wmf"/><Relationship Id="rId4" Type="http://schemas.openxmlformats.org/officeDocument/2006/relationships/image" Target="../media/image420.wmf"/><Relationship Id="rId9" Type="http://schemas.openxmlformats.org/officeDocument/2006/relationships/oleObject" Target="../embeddings/oleObject436.bin"/><Relationship Id="rId14" Type="http://schemas.openxmlformats.org/officeDocument/2006/relationships/image" Target="../media/image42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8.wmf"/><Relationship Id="rId13" Type="http://schemas.openxmlformats.org/officeDocument/2006/relationships/oleObject" Target="../embeddings/oleObject445.bin"/><Relationship Id="rId18" Type="http://schemas.openxmlformats.org/officeDocument/2006/relationships/oleObject" Target="../embeddings/oleObject448.bin"/><Relationship Id="rId3" Type="http://schemas.openxmlformats.org/officeDocument/2006/relationships/oleObject" Target="../embeddings/oleObject440.bin"/><Relationship Id="rId7" Type="http://schemas.openxmlformats.org/officeDocument/2006/relationships/oleObject" Target="../embeddings/oleObject442.bin"/><Relationship Id="rId12" Type="http://schemas.openxmlformats.org/officeDocument/2006/relationships/image" Target="../media/image424.wmf"/><Relationship Id="rId17" Type="http://schemas.openxmlformats.org/officeDocument/2006/relationships/image" Target="../media/image426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447.bin"/><Relationship Id="rId1" Type="http://schemas.openxmlformats.org/officeDocument/2006/relationships/vmlDrawing" Target="../drawings/vmlDrawing42.vml"/><Relationship Id="rId6" Type="http://schemas.openxmlformats.org/officeDocument/2006/relationships/image" Target="../media/image417.wmf"/><Relationship Id="rId11" Type="http://schemas.openxmlformats.org/officeDocument/2006/relationships/oleObject" Target="../embeddings/oleObject444.bin"/><Relationship Id="rId5" Type="http://schemas.openxmlformats.org/officeDocument/2006/relationships/oleObject" Target="../embeddings/oleObject441.bin"/><Relationship Id="rId15" Type="http://schemas.openxmlformats.org/officeDocument/2006/relationships/image" Target="../media/image425.wmf"/><Relationship Id="rId10" Type="http://schemas.openxmlformats.org/officeDocument/2006/relationships/image" Target="../media/image419.wmf"/><Relationship Id="rId19" Type="http://schemas.openxmlformats.org/officeDocument/2006/relationships/image" Target="../media/image427.wmf"/><Relationship Id="rId4" Type="http://schemas.openxmlformats.org/officeDocument/2006/relationships/image" Target="../media/image416.wmf"/><Relationship Id="rId9" Type="http://schemas.openxmlformats.org/officeDocument/2006/relationships/oleObject" Target="../embeddings/oleObject443.bin"/><Relationship Id="rId14" Type="http://schemas.openxmlformats.org/officeDocument/2006/relationships/oleObject" Target="../embeddings/oleObject446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wmf"/><Relationship Id="rId13" Type="http://schemas.openxmlformats.org/officeDocument/2006/relationships/oleObject" Target="../embeddings/oleObject454.bin"/><Relationship Id="rId18" Type="http://schemas.openxmlformats.org/officeDocument/2006/relationships/oleObject" Target="../embeddings/oleObject458.bin"/><Relationship Id="rId3" Type="http://schemas.openxmlformats.org/officeDocument/2006/relationships/oleObject" Target="../embeddings/oleObject449.bin"/><Relationship Id="rId7" Type="http://schemas.openxmlformats.org/officeDocument/2006/relationships/oleObject" Target="../embeddings/oleObject451.bin"/><Relationship Id="rId12" Type="http://schemas.openxmlformats.org/officeDocument/2006/relationships/image" Target="../media/image432.wmf"/><Relationship Id="rId17" Type="http://schemas.openxmlformats.org/officeDocument/2006/relationships/oleObject" Target="../embeddings/oleObject457.bin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456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429.wmf"/><Relationship Id="rId11" Type="http://schemas.openxmlformats.org/officeDocument/2006/relationships/oleObject" Target="../embeddings/oleObject453.bin"/><Relationship Id="rId5" Type="http://schemas.openxmlformats.org/officeDocument/2006/relationships/oleObject" Target="../embeddings/oleObject450.bin"/><Relationship Id="rId15" Type="http://schemas.openxmlformats.org/officeDocument/2006/relationships/oleObject" Target="../embeddings/oleObject455.bin"/><Relationship Id="rId10" Type="http://schemas.openxmlformats.org/officeDocument/2006/relationships/image" Target="../media/image431.wmf"/><Relationship Id="rId4" Type="http://schemas.openxmlformats.org/officeDocument/2006/relationships/image" Target="../media/image428.wmf"/><Relationship Id="rId9" Type="http://schemas.openxmlformats.org/officeDocument/2006/relationships/oleObject" Target="../embeddings/oleObject452.bin"/><Relationship Id="rId14" Type="http://schemas.openxmlformats.org/officeDocument/2006/relationships/image" Target="../media/image433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13" Type="http://schemas.openxmlformats.org/officeDocument/2006/relationships/oleObject" Target="../embeddings/oleObject464.bin"/><Relationship Id="rId18" Type="http://schemas.openxmlformats.org/officeDocument/2006/relationships/image" Target="../media/image438.wmf"/><Relationship Id="rId3" Type="http://schemas.openxmlformats.org/officeDocument/2006/relationships/oleObject" Target="../embeddings/oleObject459.bin"/><Relationship Id="rId7" Type="http://schemas.openxmlformats.org/officeDocument/2006/relationships/oleObject" Target="../embeddings/oleObject461.bin"/><Relationship Id="rId12" Type="http://schemas.openxmlformats.org/officeDocument/2006/relationships/image" Target="../media/image433.wmf"/><Relationship Id="rId17" Type="http://schemas.openxmlformats.org/officeDocument/2006/relationships/oleObject" Target="../embeddings/oleObject466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37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29.wmf"/><Relationship Id="rId11" Type="http://schemas.openxmlformats.org/officeDocument/2006/relationships/oleObject" Target="../embeddings/oleObject463.bin"/><Relationship Id="rId5" Type="http://schemas.openxmlformats.org/officeDocument/2006/relationships/oleObject" Target="../embeddings/oleObject460.bin"/><Relationship Id="rId15" Type="http://schemas.openxmlformats.org/officeDocument/2006/relationships/oleObject" Target="../embeddings/oleObject465.bin"/><Relationship Id="rId10" Type="http://schemas.openxmlformats.org/officeDocument/2006/relationships/image" Target="../media/image435.wmf"/><Relationship Id="rId4" Type="http://schemas.openxmlformats.org/officeDocument/2006/relationships/image" Target="../media/image428.wmf"/><Relationship Id="rId9" Type="http://schemas.openxmlformats.org/officeDocument/2006/relationships/oleObject" Target="../embeddings/oleObject462.bin"/><Relationship Id="rId14" Type="http://schemas.openxmlformats.org/officeDocument/2006/relationships/image" Target="../media/image43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wmf"/><Relationship Id="rId13" Type="http://schemas.openxmlformats.org/officeDocument/2006/relationships/oleObject" Target="../embeddings/oleObject472.bin"/><Relationship Id="rId18" Type="http://schemas.openxmlformats.org/officeDocument/2006/relationships/image" Target="../media/image444.wmf"/><Relationship Id="rId3" Type="http://schemas.openxmlformats.org/officeDocument/2006/relationships/oleObject" Target="../embeddings/oleObject467.bin"/><Relationship Id="rId7" Type="http://schemas.openxmlformats.org/officeDocument/2006/relationships/oleObject" Target="../embeddings/oleObject469.bin"/><Relationship Id="rId12" Type="http://schemas.openxmlformats.org/officeDocument/2006/relationships/image" Target="../media/image441.wmf"/><Relationship Id="rId17" Type="http://schemas.openxmlformats.org/officeDocument/2006/relationships/oleObject" Target="../embeddings/oleObject474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43.wmf"/><Relationship Id="rId20" Type="http://schemas.openxmlformats.org/officeDocument/2006/relationships/image" Target="../media/image445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429.wmf"/><Relationship Id="rId11" Type="http://schemas.openxmlformats.org/officeDocument/2006/relationships/oleObject" Target="../embeddings/oleObject471.bin"/><Relationship Id="rId5" Type="http://schemas.openxmlformats.org/officeDocument/2006/relationships/oleObject" Target="../embeddings/oleObject468.bin"/><Relationship Id="rId15" Type="http://schemas.openxmlformats.org/officeDocument/2006/relationships/oleObject" Target="../embeddings/oleObject473.bin"/><Relationship Id="rId10" Type="http://schemas.openxmlformats.org/officeDocument/2006/relationships/image" Target="../media/image440.wmf"/><Relationship Id="rId19" Type="http://schemas.openxmlformats.org/officeDocument/2006/relationships/oleObject" Target="../embeddings/oleObject475.bin"/><Relationship Id="rId4" Type="http://schemas.openxmlformats.org/officeDocument/2006/relationships/image" Target="../media/image428.wmf"/><Relationship Id="rId9" Type="http://schemas.openxmlformats.org/officeDocument/2006/relationships/oleObject" Target="../embeddings/oleObject470.bin"/><Relationship Id="rId14" Type="http://schemas.openxmlformats.org/officeDocument/2006/relationships/image" Target="../media/image44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wmf"/><Relationship Id="rId13" Type="http://schemas.openxmlformats.org/officeDocument/2006/relationships/oleObject" Target="../embeddings/oleObject481.bin"/><Relationship Id="rId18" Type="http://schemas.openxmlformats.org/officeDocument/2006/relationships/image" Target="../media/image453.wmf"/><Relationship Id="rId3" Type="http://schemas.openxmlformats.org/officeDocument/2006/relationships/oleObject" Target="../embeddings/oleObject476.bin"/><Relationship Id="rId7" Type="http://schemas.openxmlformats.org/officeDocument/2006/relationships/oleObject" Target="../embeddings/oleObject478.bin"/><Relationship Id="rId12" Type="http://schemas.openxmlformats.org/officeDocument/2006/relationships/image" Target="../media/image450.wmf"/><Relationship Id="rId17" Type="http://schemas.openxmlformats.org/officeDocument/2006/relationships/oleObject" Target="../embeddings/oleObject483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52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47.wmf"/><Relationship Id="rId11" Type="http://schemas.openxmlformats.org/officeDocument/2006/relationships/oleObject" Target="../embeddings/oleObject480.bin"/><Relationship Id="rId5" Type="http://schemas.openxmlformats.org/officeDocument/2006/relationships/oleObject" Target="../embeddings/oleObject477.bin"/><Relationship Id="rId15" Type="http://schemas.openxmlformats.org/officeDocument/2006/relationships/oleObject" Target="../embeddings/oleObject482.bin"/><Relationship Id="rId10" Type="http://schemas.openxmlformats.org/officeDocument/2006/relationships/image" Target="../media/image449.wmf"/><Relationship Id="rId4" Type="http://schemas.openxmlformats.org/officeDocument/2006/relationships/image" Target="../media/image446.wmf"/><Relationship Id="rId9" Type="http://schemas.openxmlformats.org/officeDocument/2006/relationships/oleObject" Target="../embeddings/oleObject479.bin"/><Relationship Id="rId14" Type="http://schemas.openxmlformats.org/officeDocument/2006/relationships/image" Target="../media/image451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wmf"/><Relationship Id="rId13" Type="http://schemas.openxmlformats.org/officeDocument/2006/relationships/oleObject" Target="../embeddings/oleObject489.bin"/><Relationship Id="rId18" Type="http://schemas.openxmlformats.org/officeDocument/2006/relationships/image" Target="../media/image460.wmf"/><Relationship Id="rId26" Type="http://schemas.openxmlformats.org/officeDocument/2006/relationships/image" Target="../media/image464.wmf"/><Relationship Id="rId3" Type="http://schemas.openxmlformats.org/officeDocument/2006/relationships/oleObject" Target="../embeddings/oleObject484.bin"/><Relationship Id="rId21" Type="http://schemas.openxmlformats.org/officeDocument/2006/relationships/oleObject" Target="../embeddings/oleObject494.bin"/><Relationship Id="rId7" Type="http://schemas.openxmlformats.org/officeDocument/2006/relationships/oleObject" Target="../embeddings/oleObject486.bin"/><Relationship Id="rId12" Type="http://schemas.openxmlformats.org/officeDocument/2006/relationships/image" Target="../media/image458.wmf"/><Relationship Id="rId17" Type="http://schemas.openxmlformats.org/officeDocument/2006/relationships/oleObject" Target="../embeddings/oleObject492.bin"/><Relationship Id="rId25" Type="http://schemas.openxmlformats.org/officeDocument/2006/relationships/oleObject" Target="../embeddings/oleObject496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59.wmf"/><Relationship Id="rId20" Type="http://schemas.openxmlformats.org/officeDocument/2006/relationships/image" Target="../media/image461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55.wmf"/><Relationship Id="rId11" Type="http://schemas.openxmlformats.org/officeDocument/2006/relationships/oleObject" Target="../embeddings/oleObject488.bin"/><Relationship Id="rId24" Type="http://schemas.openxmlformats.org/officeDocument/2006/relationships/image" Target="../media/image463.wmf"/><Relationship Id="rId5" Type="http://schemas.openxmlformats.org/officeDocument/2006/relationships/oleObject" Target="../embeddings/oleObject485.bin"/><Relationship Id="rId15" Type="http://schemas.openxmlformats.org/officeDocument/2006/relationships/oleObject" Target="../embeddings/oleObject491.bin"/><Relationship Id="rId23" Type="http://schemas.openxmlformats.org/officeDocument/2006/relationships/oleObject" Target="../embeddings/oleObject495.bin"/><Relationship Id="rId10" Type="http://schemas.openxmlformats.org/officeDocument/2006/relationships/image" Target="../media/image457.wmf"/><Relationship Id="rId19" Type="http://schemas.openxmlformats.org/officeDocument/2006/relationships/oleObject" Target="../embeddings/oleObject493.bin"/><Relationship Id="rId4" Type="http://schemas.openxmlformats.org/officeDocument/2006/relationships/image" Target="../media/image454.wmf"/><Relationship Id="rId9" Type="http://schemas.openxmlformats.org/officeDocument/2006/relationships/oleObject" Target="../embeddings/oleObject487.bin"/><Relationship Id="rId14" Type="http://schemas.openxmlformats.org/officeDocument/2006/relationships/oleObject" Target="../embeddings/oleObject490.bin"/><Relationship Id="rId22" Type="http://schemas.openxmlformats.org/officeDocument/2006/relationships/image" Target="../media/image46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wmf"/><Relationship Id="rId13" Type="http://schemas.openxmlformats.org/officeDocument/2006/relationships/oleObject" Target="../embeddings/oleObject502.bin"/><Relationship Id="rId18" Type="http://schemas.openxmlformats.org/officeDocument/2006/relationships/image" Target="../media/image472.wmf"/><Relationship Id="rId3" Type="http://schemas.openxmlformats.org/officeDocument/2006/relationships/oleObject" Target="../embeddings/oleObject497.bin"/><Relationship Id="rId7" Type="http://schemas.openxmlformats.org/officeDocument/2006/relationships/oleObject" Target="../embeddings/oleObject499.bin"/><Relationship Id="rId12" Type="http://schemas.openxmlformats.org/officeDocument/2006/relationships/image" Target="../media/image469.wmf"/><Relationship Id="rId17" Type="http://schemas.openxmlformats.org/officeDocument/2006/relationships/oleObject" Target="../embeddings/oleObject504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71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66.wmf"/><Relationship Id="rId11" Type="http://schemas.openxmlformats.org/officeDocument/2006/relationships/oleObject" Target="../embeddings/oleObject501.bin"/><Relationship Id="rId5" Type="http://schemas.openxmlformats.org/officeDocument/2006/relationships/oleObject" Target="../embeddings/oleObject498.bin"/><Relationship Id="rId15" Type="http://schemas.openxmlformats.org/officeDocument/2006/relationships/oleObject" Target="../embeddings/oleObject503.bin"/><Relationship Id="rId10" Type="http://schemas.openxmlformats.org/officeDocument/2006/relationships/image" Target="../media/image468.wmf"/><Relationship Id="rId4" Type="http://schemas.openxmlformats.org/officeDocument/2006/relationships/image" Target="../media/image465.wmf"/><Relationship Id="rId9" Type="http://schemas.openxmlformats.org/officeDocument/2006/relationships/oleObject" Target="../embeddings/oleObject500.bin"/><Relationship Id="rId14" Type="http://schemas.openxmlformats.org/officeDocument/2006/relationships/image" Target="../media/image47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5.wmf"/><Relationship Id="rId13" Type="http://schemas.openxmlformats.org/officeDocument/2006/relationships/oleObject" Target="../embeddings/oleObject510.bin"/><Relationship Id="rId3" Type="http://schemas.openxmlformats.org/officeDocument/2006/relationships/oleObject" Target="../embeddings/oleObject505.bin"/><Relationship Id="rId7" Type="http://schemas.openxmlformats.org/officeDocument/2006/relationships/oleObject" Target="../embeddings/oleObject507.bin"/><Relationship Id="rId12" Type="http://schemas.openxmlformats.org/officeDocument/2006/relationships/image" Target="../media/image477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74.wmf"/><Relationship Id="rId11" Type="http://schemas.openxmlformats.org/officeDocument/2006/relationships/oleObject" Target="../embeddings/oleObject509.bin"/><Relationship Id="rId5" Type="http://schemas.openxmlformats.org/officeDocument/2006/relationships/oleObject" Target="../embeddings/oleObject506.bin"/><Relationship Id="rId10" Type="http://schemas.openxmlformats.org/officeDocument/2006/relationships/image" Target="../media/image476.wmf"/><Relationship Id="rId4" Type="http://schemas.openxmlformats.org/officeDocument/2006/relationships/image" Target="../media/image473.wmf"/><Relationship Id="rId9" Type="http://schemas.openxmlformats.org/officeDocument/2006/relationships/oleObject" Target="../embeddings/oleObject508.bin"/><Relationship Id="rId14" Type="http://schemas.openxmlformats.org/officeDocument/2006/relationships/image" Target="../media/image478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wmf"/><Relationship Id="rId3" Type="http://schemas.openxmlformats.org/officeDocument/2006/relationships/oleObject" Target="../embeddings/oleObject511.bin"/><Relationship Id="rId7" Type="http://schemas.openxmlformats.org/officeDocument/2006/relationships/oleObject" Target="../embeddings/oleObject51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80.wmf"/><Relationship Id="rId5" Type="http://schemas.openxmlformats.org/officeDocument/2006/relationships/oleObject" Target="../embeddings/oleObject512.bin"/><Relationship Id="rId10" Type="http://schemas.openxmlformats.org/officeDocument/2006/relationships/image" Target="../media/image482.wmf"/><Relationship Id="rId4" Type="http://schemas.openxmlformats.org/officeDocument/2006/relationships/image" Target="../media/image479.wmf"/><Relationship Id="rId9" Type="http://schemas.openxmlformats.org/officeDocument/2006/relationships/oleObject" Target="../embeddings/oleObject514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5.wmf"/><Relationship Id="rId13" Type="http://schemas.openxmlformats.org/officeDocument/2006/relationships/oleObject" Target="../embeddings/oleObject520.bin"/><Relationship Id="rId18" Type="http://schemas.openxmlformats.org/officeDocument/2006/relationships/image" Target="../media/image490.wmf"/><Relationship Id="rId3" Type="http://schemas.openxmlformats.org/officeDocument/2006/relationships/oleObject" Target="../embeddings/oleObject515.bin"/><Relationship Id="rId21" Type="http://schemas.openxmlformats.org/officeDocument/2006/relationships/oleObject" Target="../embeddings/oleObject524.bin"/><Relationship Id="rId7" Type="http://schemas.openxmlformats.org/officeDocument/2006/relationships/oleObject" Target="../embeddings/oleObject517.bin"/><Relationship Id="rId12" Type="http://schemas.openxmlformats.org/officeDocument/2006/relationships/image" Target="../media/image487.wmf"/><Relationship Id="rId17" Type="http://schemas.openxmlformats.org/officeDocument/2006/relationships/oleObject" Target="../embeddings/oleObject522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89.wmf"/><Relationship Id="rId20" Type="http://schemas.openxmlformats.org/officeDocument/2006/relationships/image" Target="../media/image491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84.wmf"/><Relationship Id="rId11" Type="http://schemas.openxmlformats.org/officeDocument/2006/relationships/oleObject" Target="../embeddings/oleObject519.bin"/><Relationship Id="rId5" Type="http://schemas.openxmlformats.org/officeDocument/2006/relationships/oleObject" Target="../embeddings/oleObject516.bin"/><Relationship Id="rId15" Type="http://schemas.openxmlformats.org/officeDocument/2006/relationships/oleObject" Target="../embeddings/oleObject521.bin"/><Relationship Id="rId10" Type="http://schemas.openxmlformats.org/officeDocument/2006/relationships/image" Target="../media/image486.wmf"/><Relationship Id="rId19" Type="http://schemas.openxmlformats.org/officeDocument/2006/relationships/oleObject" Target="../embeddings/oleObject523.bin"/><Relationship Id="rId4" Type="http://schemas.openxmlformats.org/officeDocument/2006/relationships/image" Target="../media/image483.wmf"/><Relationship Id="rId9" Type="http://schemas.openxmlformats.org/officeDocument/2006/relationships/oleObject" Target="../embeddings/oleObject518.bin"/><Relationship Id="rId14" Type="http://schemas.openxmlformats.org/officeDocument/2006/relationships/image" Target="../media/image488.wmf"/><Relationship Id="rId22" Type="http://schemas.openxmlformats.org/officeDocument/2006/relationships/image" Target="../media/image492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wmf"/><Relationship Id="rId13" Type="http://schemas.openxmlformats.org/officeDocument/2006/relationships/oleObject" Target="../embeddings/oleObject530.bin"/><Relationship Id="rId18" Type="http://schemas.openxmlformats.org/officeDocument/2006/relationships/image" Target="../media/image500.wmf"/><Relationship Id="rId3" Type="http://schemas.openxmlformats.org/officeDocument/2006/relationships/oleObject" Target="../embeddings/oleObject525.bin"/><Relationship Id="rId7" Type="http://schemas.openxmlformats.org/officeDocument/2006/relationships/oleObject" Target="../embeddings/oleObject527.bin"/><Relationship Id="rId12" Type="http://schemas.openxmlformats.org/officeDocument/2006/relationships/image" Target="../media/image497.wmf"/><Relationship Id="rId17" Type="http://schemas.openxmlformats.org/officeDocument/2006/relationships/oleObject" Target="../embeddings/oleObject532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99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94.wmf"/><Relationship Id="rId11" Type="http://schemas.openxmlformats.org/officeDocument/2006/relationships/oleObject" Target="../embeddings/oleObject529.bin"/><Relationship Id="rId5" Type="http://schemas.openxmlformats.org/officeDocument/2006/relationships/oleObject" Target="../embeddings/oleObject526.bin"/><Relationship Id="rId15" Type="http://schemas.openxmlformats.org/officeDocument/2006/relationships/oleObject" Target="../embeddings/oleObject531.bin"/><Relationship Id="rId10" Type="http://schemas.openxmlformats.org/officeDocument/2006/relationships/image" Target="../media/image496.wmf"/><Relationship Id="rId4" Type="http://schemas.openxmlformats.org/officeDocument/2006/relationships/image" Target="../media/image493.wmf"/><Relationship Id="rId9" Type="http://schemas.openxmlformats.org/officeDocument/2006/relationships/oleObject" Target="../embeddings/oleObject528.bin"/><Relationship Id="rId14" Type="http://schemas.openxmlformats.org/officeDocument/2006/relationships/image" Target="../media/image498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wmf"/><Relationship Id="rId13" Type="http://schemas.openxmlformats.org/officeDocument/2006/relationships/oleObject" Target="../embeddings/oleObject538.bin"/><Relationship Id="rId18" Type="http://schemas.openxmlformats.org/officeDocument/2006/relationships/image" Target="../media/image508.wmf"/><Relationship Id="rId3" Type="http://schemas.openxmlformats.org/officeDocument/2006/relationships/oleObject" Target="../embeddings/oleObject533.bin"/><Relationship Id="rId7" Type="http://schemas.openxmlformats.org/officeDocument/2006/relationships/oleObject" Target="../embeddings/oleObject535.bin"/><Relationship Id="rId12" Type="http://schemas.openxmlformats.org/officeDocument/2006/relationships/image" Target="../media/image505.wmf"/><Relationship Id="rId17" Type="http://schemas.openxmlformats.org/officeDocument/2006/relationships/oleObject" Target="../embeddings/oleObject540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507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502.wmf"/><Relationship Id="rId11" Type="http://schemas.openxmlformats.org/officeDocument/2006/relationships/oleObject" Target="../embeddings/oleObject537.bin"/><Relationship Id="rId5" Type="http://schemas.openxmlformats.org/officeDocument/2006/relationships/oleObject" Target="../embeddings/oleObject534.bin"/><Relationship Id="rId15" Type="http://schemas.openxmlformats.org/officeDocument/2006/relationships/oleObject" Target="../embeddings/oleObject539.bin"/><Relationship Id="rId10" Type="http://schemas.openxmlformats.org/officeDocument/2006/relationships/image" Target="../media/image504.wmf"/><Relationship Id="rId4" Type="http://schemas.openxmlformats.org/officeDocument/2006/relationships/image" Target="../media/image501.wmf"/><Relationship Id="rId9" Type="http://schemas.openxmlformats.org/officeDocument/2006/relationships/oleObject" Target="../embeddings/oleObject536.bin"/><Relationship Id="rId14" Type="http://schemas.openxmlformats.org/officeDocument/2006/relationships/image" Target="../media/image506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wmf"/><Relationship Id="rId13" Type="http://schemas.openxmlformats.org/officeDocument/2006/relationships/oleObject" Target="../embeddings/oleObject546.bin"/><Relationship Id="rId3" Type="http://schemas.openxmlformats.org/officeDocument/2006/relationships/oleObject" Target="../embeddings/oleObject541.bin"/><Relationship Id="rId7" Type="http://schemas.openxmlformats.org/officeDocument/2006/relationships/oleObject" Target="../embeddings/oleObject543.bin"/><Relationship Id="rId12" Type="http://schemas.openxmlformats.org/officeDocument/2006/relationships/image" Target="../media/image513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515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510.wmf"/><Relationship Id="rId11" Type="http://schemas.openxmlformats.org/officeDocument/2006/relationships/oleObject" Target="../embeddings/oleObject545.bin"/><Relationship Id="rId5" Type="http://schemas.openxmlformats.org/officeDocument/2006/relationships/oleObject" Target="../embeddings/oleObject542.bin"/><Relationship Id="rId15" Type="http://schemas.openxmlformats.org/officeDocument/2006/relationships/oleObject" Target="../embeddings/oleObject547.bin"/><Relationship Id="rId10" Type="http://schemas.openxmlformats.org/officeDocument/2006/relationships/image" Target="../media/image512.wmf"/><Relationship Id="rId4" Type="http://schemas.openxmlformats.org/officeDocument/2006/relationships/image" Target="../media/image509.wmf"/><Relationship Id="rId9" Type="http://schemas.openxmlformats.org/officeDocument/2006/relationships/oleObject" Target="../embeddings/oleObject544.bin"/><Relationship Id="rId14" Type="http://schemas.openxmlformats.org/officeDocument/2006/relationships/image" Target="../media/image514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wmf"/><Relationship Id="rId13" Type="http://schemas.openxmlformats.org/officeDocument/2006/relationships/oleObject" Target="../embeddings/oleObject553.bin"/><Relationship Id="rId18" Type="http://schemas.openxmlformats.org/officeDocument/2006/relationships/image" Target="../media/image523.wmf"/><Relationship Id="rId3" Type="http://schemas.openxmlformats.org/officeDocument/2006/relationships/oleObject" Target="../embeddings/oleObject548.bin"/><Relationship Id="rId7" Type="http://schemas.openxmlformats.org/officeDocument/2006/relationships/oleObject" Target="../embeddings/oleObject550.bin"/><Relationship Id="rId12" Type="http://schemas.openxmlformats.org/officeDocument/2006/relationships/image" Target="../media/image520.wmf"/><Relationship Id="rId17" Type="http://schemas.openxmlformats.org/officeDocument/2006/relationships/oleObject" Target="../embeddings/oleObject555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522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517.wmf"/><Relationship Id="rId11" Type="http://schemas.openxmlformats.org/officeDocument/2006/relationships/oleObject" Target="../embeddings/oleObject552.bin"/><Relationship Id="rId5" Type="http://schemas.openxmlformats.org/officeDocument/2006/relationships/oleObject" Target="../embeddings/oleObject549.bin"/><Relationship Id="rId15" Type="http://schemas.openxmlformats.org/officeDocument/2006/relationships/oleObject" Target="../embeddings/oleObject554.bin"/><Relationship Id="rId10" Type="http://schemas.openxmlformats.org/officeDocument/2006/relationships/image" Target="../media/image519.wmf"/><Relationship Id="rId4" Type="http://schemas.openxmlformats.org/officeDocument/2006/relationships/image" Target="../media/image516.wmf"/><Relationship Id="rId9" Type="http://schemas.openxmlformats.org/officeDocument/2006/relationships/oleObject" Target="../embeddings/oleObject551.bin"/><Relationship Id="rId14" Type="http://schemas.openxmlformats.org/officeDocument/2006/relationships/image" Target="../media/image521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 txBox="1">
            <a:spLocks/>
          </p:cNvSpPr>
          <p:nvPr/>
        </p:nvSpPr>
        <p:spPr>
          <a:xfrm>
            <a:off x="871566" y="1285866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 导数与微分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524000" y="2857502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A46B86FD-AE82-473E-9482-20EA87D41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195486"/>
            <a:ext cx="5099248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19050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 导数和微分的概念及应用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CE38801C-9CBF-4A73-95C2-70B5BCAE7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0" y="1291902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导数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187833BC-FBCB-413E-8D89-1AFAB714B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82588"/>
              </p:ext>
            </p:extLst>
          </p:nvPr>
        </p:nvGraphicFramePr>
        <p:xfrm>
          <a:off x="1815778" y="1104826"/>
          <a:ext cx="3695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Equation" r:id="rId3" imgW="3695400" imgH="799920" progId="Equation.DSMT4">
                  <p:embed/>
                </p:oleObj>
              </mc:Choice>
              <mc:Fallback>
                <p:oleObj name="Equation" r:id="rId3" imgW="3695400" imgH="799920" progId="Equation.DSMT4">
                  <p:embed/>
                  <p:pic>
                    <p:nvPicPr>
                      <p:cNvPr id="37894" name="Object 6">
                        <a:extLst>
                          <a:ext uri="{FF2B5EF4-FFF2-40B4-BE49-F238E27FC236}">
                            <a16:creationId xmlns:a16="http://schemas.microsoft.com/office/drawing/2014/main" id="{CD68DEC8-BB37-42C4-B51F-F36B769A1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778" y="1104826"/>
                        <a:ext cx="36957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>
            <a:extLst>
              <a:ext uri="{FF2B5EF4-FFF2-40B4-BE49-F238E27FC236}">
                <a16:creationId xmlns:a16="http://schemas.microsoft.com/office/drawing/2014/main" id="{4B5E1788-2F95-4D84-97E6-750C0A0D8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9890" y="201567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当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0558251D-D6B1-4A4B-91C3-DC48B4F70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290" y="1996157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为右导数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3EBE520B-AC41-493D-9720-9EE67C18E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26" y="2584822"/>
            <a:ext cx="101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当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AF70AA09-9171-4E33-A471-F3CF8194B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190" y="2564110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为左导数</a:t>
            </a: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637CCB15-7E34-4D57-A134-0EDB8556C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951290"/>
              </p:ext>
            </p:extLst>
          </p:nvPr>
        </p:nvGraphicFramePr>
        <p:xfrm>
          <a:off x="2195190" y="2009726"/>
          <a:ext cx="107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5" imgW="1079280" imgH="406080" progId="Equation.DSMT4">
                  <p:embed/>
                </p:oleObj>
              </mc:Choice>
              <mc:Fallback>
                <p:oleObj name="Equation" r:id="rId5" imgW="1079280" imgH="406080" progId="Equation.DSMT4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2E7DF1AE-321C-4309-A969-4816476D8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190" y="2009726"/>
                        <a:ext cx="1079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8A3FBA4A-2FBF-4FBC-99B7-5EAC67AEA3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743943"/>
              </p:ext>
            </p:extLst>
          </p:nvPr>
        </p:nvGraphicFramePr>
        <p:xfrm>
          <a:off x="5002138" y="2035126"/>
          <a:ext cx="77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7" imgW="774360" imgH="380880" progId="Equation.DSMT4">
                  <p:embed/>
                </p:oleObj>
              </mc:Choice>
              <mc:Fallback>
                <p:oleObj name="Equation" r:id="rId7" imgW="774360" imgH="380880" progId="Equation.DSMT4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819BB170-EA89-499E-957B-503E1852F0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138" y="2035126"/>
                        <a:ext cx="774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>
            <a:extLst>
              <a:ext uri="{FF2B5EF4-FFF2-40B4-BE49-F238E27FC236}">
                <a16:creationId xmlns:a16="http://schemas.microsoft.com/office/drawing/2014/main" id="{6F6D814E-DE35-45BD-86F6-F5FAF70DD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22447"/>
              </p:ext>
            </p:extLst>
          </p:nvPr>
        </p:nvGraphicFramePr>
        <p:xfrm>
          <a:off x="2196345" y="2608380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Equation" r:id="rId9" imgW="1002960" imgH="406080" progId="Equation.DSMT4">
                  <p:embed/>
                </p:oleObj>
              </mc:Choice>
              <mc:Fallback>
                <p:oleObj name="Equation" r:id="rId9" imgW="1002960" imgH="406080" progId="Equation.DSMT4">
                  <p:embed/>
                  <p:pic>
                    <p:nvPicPr>
                      <p:cNvPr id="37901" name="Object 13">
                        <a:extLst>
                          <a:ext uri="{FF2B5EF4-FFF2-40B4-BE49-F238E27FC236}">
                            <a16:creationId xmlns:a16="http://schemas.microsoft.com/office/drawing/2014/main" id="{8B02D46D-F6E1-4579-A64A-E7D3484A08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345" y="2608380"/>
                        <a:ext cx="1003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4">
            <a:extLst>
              <a:ext uri="{FF2B5EF4-FFF2-40B4-BE49-F238E27FC236}">
                <a16:creationId xmlns:a16="http://schemas.microsoft.com/office/drawing/2014/main" id="{4D9179AE-B30F-42C2-AEF8-F05C7A7F0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490530"/>
              </p:ext>
            </p:extLst>
          </p:nvPr>
        </p:nvGraphicFramePr>
        <p:xfrm>
          <a:off x="5014838" y="2621080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Equation" r:id="rId11" imgW="761760" imgH="380880" progId="Equation.DSMT4">
                  <p:embed/>
                </p:oleObj>
              </mc:Choice>
              <mc:Fallback>
                <p:oleObj name="Equation" r:id="rId11" imgW="761760" imgH="380880" progId="Equation.DSMT4">
                  <p:embed/>
                  <p:pic>
                    <p:nvPicPr>
                      <p:cNvPr id="37902" name="Object 14">
                        <a:extLst>
                          <a:ext uri="{FF2B5EF4-FFF2-40B4-BE49-F238E27FC236}">
                            <a16:creationId xmlns:a16="http://schemas.microsoft.com/office/drawing/2014/main" id="{58943C6E-2793-4BA2-9460-48B894ADB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838" y="2621080"/>
                        <a:ext cx="76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5">
            <a:extLst>
              <a:ext uri="{FF2B5EF4-FFF2-40B4-BE49-F238E27FC236}">
                <a16:creationId xmlns:a16="http://schemas.microsoft.com/office/drawing/2014/main" id="{5113FC82-E3B6-40A7-BFE9-D17F3F53A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90" y="3150071"/>
            <a:ext cx="13938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微分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graphicFrame>
        <p:nvGraphicFramePr>
          <p:cNvPr id="27" name="Object 16">
            <a:extLst>
              <a:ext uri="{FF2B5EF4-FFF2-40B4-BE49-F238E27FC236}">
                <a16:creationId xmlns:a16="http://schemas.microsoft.com/office/drawing/2014/main" id="{375832A6-DE74-4AE4-8304-B13239C23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171085"/>
              </p:ext>
            </p:extLst>
          </p:nvPr>
        </p:nvGraphicFramePr>
        <p:xfrm>
          <a:off x="2125340" y="3230488"/>
          <a:ext cx="20637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Equation" r:id="rId13" imgW="2082600" imgH="355320" progId="Equation.DSMT4">
                  <p:embed/>
                </p:oleObj>
              </mc:Choice>
              <mc:Fallback>
                <p:oleObj name="Equation" r:id="rId13" imgW="2082600" imgH="355320" progId="Equation.DSMT4">
                  <p:embed/>
                  <p:pic>
                    <p:nvPicPr>
                      <p:cNvPr id="37904" name="Object 16">
                        <a:extLst>
                          <a:ext uri="{FF2B5EF4-FFF2-40B4-BE49-F238E27FC236}">
                            <a16:creationId xmlns:a16="http://schemas.microsoft.com/office/drawing/2014/main" id="{06721D23-4E05-46A7-8FF2-7D86704DE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340" y="3230488"/>
                        <a:ext cx="206375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5">
            <a:extLst>
              <a:ext uri="{FF2B5EF4-FFF2-40B4-BE49-F238E27FC236}">
                <a16:creationId xmlns:a16="http://schemas.microsoft.com/office/drawing/2014/main" id="{C78598A8-51B8-41EB-93FF-4E91F18EE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90" y="3946152"/>
            <a:ext cx="8723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关系 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A70BB9F7-A13B-41DE-954A-62B5FCDCB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990" y="3964061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可导</a:t>
            </a: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294C34C6-27AE-4750-8A7D-4111CC313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6390" y="4068795"/>
            <a:ext cx="1219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 dirty="0">
              <a:highlight>
                <a:srgbClr val="FF0000"/>
              </a:highlight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947EA160-2461-430D-9433-D0CF80DDC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6390" y="4290391"/>
            <a:ext cx="1219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/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982DC768-DF4D-4CBC-A61D-12784C41C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1790" y="396300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可微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2ADB94A-7E12-43B1-9F9E-5BD923B9A8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97594"/>
              </p:ext>
            </p:extLst>
          </p:nvPr>
        </p:nvGraphicFramePr>
        <p:xfrm>
          <a:off x="5776838" y="3651626"/>
          <a:ext cx="38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Equation" r:id="rId15" imgW="380880" imgH="736560" progId="Equation.DSMT4">
                  <p:embed/>
                </p:oleObj>
              </mc:Choice>
              <mc:Fallback>
                <p:oleObj name="Equation" r:id="rId15" imgW="380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76838" y="3651626"/>
                        <a:ext cx="381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BB3130E8-FC0E-4443-8574-B80B552F7105}"/>
              </a:ext>
            </a:extLst>
          </p:cNvPr>
          <p:cNvSpPr/>
          <p:nvPr/>
        </p:nvSpPr>
        <p:spPr>
          <a:xfrm>
            <a:off x="6393167" y="3828726"/>
            <a:ext cx="1069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微商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3" grpId="0" build="p" autoUpdateAnimBg="0"/>
      <p:bldP spid="14" grpId="0" build="p" autoUpdateAnimBg="0" advAuto="0"/>
      <p:bldP spid="15" grpId="0" build="p" autoUpdateAnimBg="0"/>
      <p:bldP spid="21" grpId="0" build="p" autoUpdateAnimBg="0" advAuto="0"/>
      <p:bldP spid="26" grpId="0" build="p" autoUpdateAnimBg="0"/>
      <p:bldP spid="28" grpId="0" build="p" autoUpdateAnimBg="0"/>
      <p:bldP spid="29" grpId="0" build="p" autoUpdateAnimBg="0" advAuto="0"/>
      <p:bldP spid="32" grpId="0" build="p" autoUpdateAnimBg="0" advAuto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074223CB-E1BE-49A2-A17F-B0856EF9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46" y="845344"/>
            <a:ext cx="716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利用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导数定义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解决的问题  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61EAE2BE-B2F5-493F-99CC-CD7528363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970" y="1379074"/>
            <a:ext cx="6066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推出三个最基本的导数公式及求导法则</a:t>
            </a:r>
          </a:p>
        </p:txBody>
      </p:sp>
      <p:graphicFrame>
        <p:nvGraphicFramePr>
          <p:cNvPr id="7" name="Object 17">
            <a:extLst>
              <a:ext uri="{FF2B5EF4-FFF2-40B4-BE49-F238E27FC236}">
                <a16:creationId xmlns:a16="http://schemas.microsoft.com/office/drawing/2014/main" id="{3F49F469-F793-47C5-B7D8-D010726B5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023990"/>
              </p:ext>
            </p:extLst>
          </p:nvPr>
        </p:nvGraphicFramePr>
        <p:xfrm>
          <a:off x="1665288" y="1868488"/>
          <a:ext cx="4775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3" imgW="4749480" imgH="609480" progId="Equation.DSMT4">
                  <p:embed/>
                </p:oleObj>
              </mc:Choice>
              <mc:Fallback>
                <p:oleObj name="Equation" r:id="rId3" imgW="4749480" imgH="609480" progId="Equation.DSMT4">
                  <p:embed/>
                  <p:pic>
                    <p:nvPicPr>
                      <p:cNvPr id="7" name="Object 17">
                        <a:extLst>
                          <a:ext uri="{FF2B5EF4-FFF2-40B4-BE49-F238E27FC236}">
                            <a16:creationId xmlns:a16="http://schemas.microsoft.com/office/drawing/2014/main" id="{7B0E8705-4B06-4CB2-8DB8-0257D1678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1868488"/>
                        <a:ext cx="47752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8">
            <a:extLst>
              <a:ext uri="{FF2B5EF4-FFF2-40B4-BE49-F238E27FC236}">
                <a16:creationId xmlns:a16="http://schemas.microsoft.com/office/drawing/2014/main" id="{4770A1C4-5274-4795-B633-4D39CF424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96" y="2424733"/>
            <a:ext cx="5908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其他求导公式都可由它们及求导法则推出</a:t>
            </a:r>
            <a:r>
              <a:rPr kumimoji="1" lang="en-US" altLang="zh-CN" sz="2400" b="1" dirty="0">
                <a:latin typeface="+mj-ea"/>
                <a:ea typeface="+mj-ea"/>
              </a:rPr>
              <a:t>;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5BF7F4A5-4AA0-41F8-8211-F9C636599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817" y="2988927"/>
            <a:ext cx="4796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求分段函数在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分界点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处的导数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23495342-D0D3-4137-976A-D6E33F416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2970404"/>
            <a:ext cx="3296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及某些特殊函数在特殊</a:t>
            </a:r>
          </a:p>
        </p:txBody>
      </p:sp>
      <p:sp>
        <p:nvSpPr>
          <p:cNvPr id="11" name="Text Box 21">
            <a:extLst>
              <a:ext uri="{FF2B5EF4-FFF2-40B4-BE49-F238E27FC236}">
                <a16:creationId xmlns:a16="http://schemas.microsoft.com/office/drawing/2014/main" id="{7B7A81D0-B169-40F7-826C-69DF5F511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972" y="3509256"/>
            <a:ext cx="1887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点处的导数</a:t>
            </a:r>
            <a:r>
              <a:rPr kumimoji="1" lang="en-US" altLang="zh-CN" sz="2400" b="1" dirty="0">
                <a:latin typeface="+mj-ea"/>
                <a:ea typeface="+mj-ea"/>
              </a:rPr>
              <a:t>;</a:t>
            </a:r>
          </a:p>
        </p:txBody>
      </p:sp>
      <p:sp>
        <p:nvSpPr>
          <p:cNvPr id="12" name="Text Box 22">
            <a:extLst>
              <a:ext uri="{FF2B5EF4-FFF2-40B4-BE49-F238E27FC236}">
                <a16:creationId xmlns:a16="http://schemas.microsoft.com/office/drawing/2014/main" id="{B2FA47A7-9B62-4B5F-A8EF-8F9CB9914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46" y="4054307"/>
            <a:ext cx="41008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由导数定义证明一些命题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6C6962C-8B8D-4477-8FBE-0779BE290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9852" y="163228"/>
            <a:ext cx="1527175" cy="609600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应用</a:t>
            </a:r>
            <a:endParaRPr lang="en-US" altLang="zh-CN" sz="2400" dirty="0">
              <a:solidFill>
                <a:srgbClr val="0064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8246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6" grpId="0" build="p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 advAuto="0"/>
      <p:bldP spid="1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93DBB94C-6037-47D5-AF2E-56A53CD6B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60" y="1419622"/>
            <a:ext cx="55520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微分在近似计算与误差估计中的应用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0099B283-95CC-40BB-9C42-F11567F55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483518"/>
            <a:ext cx="36798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用导数定义求极限</a:t>
            </a:r>
          </a:p>
        </p:txBody>
      </p:sp>
    </p:spTree>
    <p:extLst>
      <p:ext uri="{BB962C8B-B14F-4D97-AF65-F5344CB8AC3E}">
        <p14:creationId xmlns:p14="http://schemas.microsoft.com/office/powerpoint/2010/main" val="167940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B7D9B41-A3B9-4304-BAD4-8C984F9A1CF9}"/>
              </a:ext>
            </a:extLst>
          </p:cNvPr>
          <p:cNvSpPr txBox="1">
            <a:spLocks noChangeArrowheads="1"/>
          </p:cNvSpPr>
          <p:nvPr/>
        </p:nvSpPr>
        <p:spPr>
          <a:xfrm>
            <a:off x="172761" y="268380"/>
            <a:ext cx="4724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 导数和微分的求法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2904A48-D79B-41C9-BDE9-C7E0FF5FA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61" y="930162"/>
            <a:ext cx="7696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正确使用导数及微分公式和法则 ；</a:t>
            </a:r>
            <a:endParaRPr kumimoji="1"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0A59CD9-3BA7-4B6E-BCA4-5DFD3122C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36" y="1344437"/>
            <a:ext cx="60626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熟练掌握求导方法和技巧；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82984D1-07E9-4F8A-A34D-476F54FE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3" y="1760523"/>
            <a:ext cx="44672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求分段函数的导数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----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B74FB48-8F0E-4677-8E87-5FA5DA8D2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524" y="1764961"/>
            <a:ext cx="53133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注意讨论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分界点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处左右导数是否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存在和相等 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5A9499F1-E05B-4D71-84E2-9985759DE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505" y="2183302"/>
            <a:ext cx="350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隐函数求导法；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DA045434-022E-4ADF-8D9A-7E0AA1E15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24" y="3539089"/>
            <a:ext cx="3810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(5)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复合函数求导法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6F649415-D0E2-4470-8769-928423794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61" y="4009686"/>
            <a:ext cx="3886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(6)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高阶导数的求法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EE1D366-A9C5-4BEE-B54E-8277BFFED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7324" y="4227934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0C2E3C07-B71B-4712-9569-A8E3302B5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724" y="3981356"/>
            <a:ext cx="3352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逐次求导归纳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1AC92166-9AC5-48B7-99F5-B3E736814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504" y="2631528"/>
            <a:ext cx="40975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）参数方程确定的函数求导法：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A25E206C-5F76-437D-894C-4A720D8D6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505" y="3082103"/>
            <a:ext cx="2081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(4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）对数求导法；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E1A3DB59-EA76-44B9-A7A2-08FF85492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2189261"/>
            <a:ext cx="30990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可利用微分形式不变性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64814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 build="p" autoUpdateAnimBg="0"/>
      <p:bldP spid="6" grpId="0" build="p" autoUpdateAnimBg="0"/>
      <p:bldP spid="7" grpId="0"/>
      <p:bldP spid="12" grpId="0"/>
      <p:bldP spid="17" grpId="0"/>
      <p:bldP spid="18" grpId="0" animBg="1"/>
      <p:bldP spid="19" grpId="0"/>
      <p:bldP spid="15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91CC6961-AAA6-4EB0-B049-ABDCA4F84A21}"/>
              </a:ext>
            </a:extLst>
          </p:cNvPr>
          <p:cNvGrpSpPr/>
          <p:nvPr/>
        </p:nvGrpSpPr>
        <p:grpSpPr>
          <a:xfrm>
            <a:off x="660400" y="316196"/>
            <a:ext cx="6854089" cy="889188"/>
            <a:chOff x="660400" y="316196"/>
            <a:chExt cx="6854089" cy="889188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9584BF04-D57E-4907-AE5D-A44A0CBD3BC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0400" y="519584"/>
              <a:ext cx="1600200" cy="6858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82966D02-6D19-430F-8825-881F5C2B69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1679936"/>
                </p:ext>
              </p:extLst>
            </p:nvPr>
          </p:nvGraphicFramePr>
          <p:xfrm>
            <a:off x="1629511" y="544796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Equation" r:id="rId4" imgW="799920" imgH="380880" progId="Equation.DSMT4">
                    <p:embed/>
                  </p:oleObj>
                </mc:Choice>
                <mc:Fallback>
                  <p:oleObj name="Equation" r:id="rId4" imgW="799920" imgH="380880" progId="Equation.DSMT4">
                    <p:embed/>
                    <p:pic>
                      <p:nvPicPr>
                        <p:cNvPr id="3" name="Object 3">
                          <a:extLst>
                            <a:ext uri="{FF2B5EF4-FFF2-40B4-BE49-F238E27FC236}">
                              <a16:creationId xmlns:a16="http://schemas.microsoft.com/office/drawing/2014/main" id="{82966D02-6D19-430F-8825-881F5C2B69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9511" y="544796"/>
                          <a:ext cx="8001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C69099F6-401C-4AF9-86BF-6FA88FE60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300" y="464131"/>
              <a:ext cx="14516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存在</a:t>
              </a:r>
              <a:r>
                <a:rPr kumimoji="1" lang="en-US" altLang="zh-CN" sz="2400" b="1" dirty="0">
                  <a:latin typeface="+mj-ea"/>
                  <a:ea typeface="+mj-ea"/>
                </a:rPr>
                <a:t>,</a:t>
              </a:r>
              <a:r>
                <a:rPr kumimoji="1" lang="zh-CN" altLang="en-US" sz="2400" b="1" dirty="0">
                  <a:latin typeface="+mj-ea"/>
                  <a:ea typeface="+mj-ea"/>
                </a:rPr>
                <a:t>求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F5CC67CB-8DCE-4C9D-80E1-EC22A57B97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8487401"/>
                </p:ext>
              </p:extLst>
            </p:nvPr>
          </p:nvGraphicFramePr>
          <p:xfrm>
            <a:off x="3580664" y="316196"/>
            <a:ext cx="3933825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Equation" r:id="rId6" imgW="3936960" imgH="838080" progId="Equation.DSMT4">
                    <p:embed/>
                  </p:oleObj>
                </mc:Choice>
                <mc:Fallback>
                  <p:oleObj name="Equation" r:id="rId6" imgW="3936960" imgH="838080" progId="Equation.DSMT4">
                    <p:embed/>
                    <p:pic>
                      <p:nvPicPr>
                        <p:cNvPr id="5" name="Object 5">
                          <a:extLst>
                            <a:ext uri="{FF2B5EF4-FFF2-40B4-BE49-F238E27FC236}">
                              <a16:creationId xmlns:a16="http://schemas.microsoft.com/office/drawing/2014/main" id="{F5CC67CB-8DCE-4C9D-80E1-EC22A57B97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0664" y="316196"/>
                          <a:ext cx="3933825" cy="838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6">
            <a:extLst>
              <a:ext uri="{FF2B5EF4-FFF2-40B4-BE49-F238E27FC236}">
                <a16:creationId xmlns:a16="http://schemas.microsoft.com/office/drawing/2014/main" id="{47686D1C-C77E-490B-8BB8-FF0D463F4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08" y="1658696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379CE7C1-820E-464B-B3CC-C142342D3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108" y="1659446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原式</a:t>
            </a:r>
            <a:r>
              <a:rPr kumimoji="1"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654B2DCB-FCEF-4DB4-84FF-3028B4165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306646"/>
              </p:ext>
            </p:extLst>
          </p:nvPr>
        </p:nvGraphicFramePr>
        <p:xfrm>
          <a:off x="2017920" y="1455496"/>
          <a:ext cx="56086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Equation" r:id="rId8" imgW="5613120" imgH="888840" progId="Equation.DSMT4">
                  <p:embed/>
                </p:oleObj>
              </mc:Choice>
              <mc:Fallback>
                <p:oleObj name="Equation" r:id="rId8" imgW="5613120" imgH="88884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654B2DCB-FCEF-4DB4-84FF-3028B4165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920" y="1455496"/>
                        <a:ext cx="5608637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7271ED58-E796-4625-8D28-F67575C53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708715"/>
              </p:ext>
            </p:extLst>
          </p:nvPr>
        </p:nvGraphicFramePr>
        <p:xfrm>
          <a:off x="3890128" y="2069831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Equation" r:id="rId10" imgW="1307880" imgH="406080" progId="Equation.DSMT4">
                  <p:embed/>
                </p:oleObj>
              </mc:Choice>
              <mc:Fallback>
                <p:oleObj name="Equation" r:id="rId10" imgW="1307880" imgH="40608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7271ED58-E796-4625-8D28-F67575C53B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128" y="2069831"/>
                        <a:ext cx="1308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B08E5CBA-4B24-4AEC-A17F-55D7F4C21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594377"/>
              </p:ext>
            </p:extLst>
          </p:nvPr>
        </p:nvGraphicFramePr>
        <p:xfrm>
          <a:off x="6127860" y="1455496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12" imgW="1307880" imgH="406080" progId="Equation.DSMT4">
                  <p:embed/>
                </p:oleObj>
              </mc:Choice>
              <mc:Fallback>
                <p:oleObj name="Equation" r:id="rId12" imgW="1307880" imgH="40608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B08E5CBA-4B24-4AEC-A17F-55D7F4C21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860" y="1455496"/>
                        <a:ext cx="1308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317E0BD7-8707-4806-9883-BCF00584B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090755"/>
              </p:ext>
            </p:extLst>
          </p:nvPr>
        </p:nvGraphicFramePr>
        <p:xfrm>
          <a:off x="1875160" y="3022390"/>
          <a:ext cx="250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Equation" r:id="rId14" imgW="2501640" imgH="380880" progId="Equation.DSMT4">
                  <p:embed/>
                </p:oleObj>
              </mc:Choice>
              <mc:Fallback>
                <p:oleObj name="Equation" r:id="rId14" imgW="2501640" imgH="38088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317E0BD7-8707-4806-9883-BCF00584BA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160" y="3022390"/>
                        <a:ext cx="2501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EE0A0F4-3DB0-4DD5-8F86-9EC9AE3BB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467109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Equation" r:id="rId16" imgW="914400" imgH="306720" progId="Equation.DSMT4">
                  <p:embed/>
                </p:oleObj>
              </mc:Choice>
              <mc:Fallback>
                <p:oleObj name="Equation" r:id="rId16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249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>
            <a:extLst>
              <a:ext uri="{FF2B5EF4-FFF2-40B4-BE49-F238E27FC236}">
                <a16:creationId xmlns:a16="http://schemas.microsoft.com/office/drawing/2014/main" id="{59AF98A5-2B6B-417E-A272-4FB84963F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7679" y="2002891"/>
            <a:ext cx="4267992" cy="994847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14ACD3-C593-48D2-B56C-4FCEECF41CA8}"/>
              </a:ext>
            </a:extLst>
          </p:cNvPr>
          <p:cNvSpPr txBox="1">
            <a:spLocks noChangeArrowheads="1"/>
          </p:cNvSpPr>
          <p:nvPr/>
        </p:nvSpPr>
        <p:spPr>
          <a:xfrm>
            <a:off x="653842" y="332385"/>
            <a:ext cx="9144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5FCF626-84A4-4DC2-9577-7DF5A013A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9" y="343796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A3EED69-4B4A-42E6-A3C3-6253BC8952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801599"/>
              </p:ext>
            </p:extLst>
          </p:nvPr>
        </p:nvGraphicFramePr>
        <p:xfrm>
          <a:off x="1723817" y="435574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8" name="Equation" r:id="rId3" imgW="1015920" imgH="342720" progId="Equation.DSMT4">
                  <p:embed/>
                </p:oleObj>
              </mc:Choice>
              <mc:Fallback>
                <p:oleObj name="Equation" r:id="rId3" imgW="1015920" imgH="342720" progId="Equation.DSMT4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0D4FD98F-FB00-4DEA-AF9E-BBC44FB54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817" y="435574"/>
                        <a:ext cx="1016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FACC5780-32A1-4CF0-9BA3-2A925D8BE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31" y="325256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>
                <a:latin typeface="+mj-ea"/>
                <a:ea typeface="+mj-ea"/>
              </a:rPr>
              <a:t>且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9D9AA4BC-E6DB-4C61-A5D8-AC74600E00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887416"/>
              </p:ext>
            </p:extLst>
          </p:nvPr>
        </p:nvGraphicFramePr>
        <p:xfrm>
          <a:off x="3149392" y="397474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9" name="Equation" r:id="rId5" imgW="634680" imgH="355320" progId="Equation.DSMT4">
                  <p:embed/>
                </p:oleObj>
              </mc:Choice>
              <mc:Fallback>
                <p:oleObj name="Equation" r:id="rId5" imgW="634680" imgH="355320" progId="Equation.DSMT4">
                  <p:embed/>
                  <p:pic>
                    <p:nvPicPr>
                      <p:cNvPr id="35846" name="Object 6">
                        <a:extLst>
                          <a:ext uri="{FF2B5EF4-FFF2-40B4-BE49-F238E27FC236}">
                            <a16:creationId xmlns:a16="http://schemas.microsoft.com/office/drawing/2014/main" id="{840792A6-F006-459A-A926-4B8455619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392" y="397474"/>
                        <a:ext cx="635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66BBC9D4-D4C4-4D5B-A294-0591DAC17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2955" y="305151"/>
            <a:ext cx="1817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存在 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B4C7F033-5717-45FE-A91D-5EE8E53BB4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413801"/>
              </p:ext>
            </p:extLst>
          </p:nvPr>
        </p:nvGraphicFramePr>
        <p:xfrm>
          <a:off x="5218318" y="161878"/>
          <a:ext cx="2578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" name="Equation" r:id="rId7" imgW="2577960" imgH="825480" progId="Equation.DSMT4">
                  <p:embed/>
                </p:oleObj>
              </mc:Choice>
              <mc:Fallback>
                <p:oleObj name="Equation" r:id="rId7" imgW="2577960" imgH="825480" progId="Equation.DSMT4">
                  <p:embed/>
                  <p:pic>
                    <p:nvPicPr>
                      <p:cNvPr id="35848" name="Object 8">
                        <a:extLst>
                          <a:ext uri="{FF2B5EF4-FFF2-40B4-BE49-F238E27FC236}">
                            <a16:creationId xmlns:a16="http://schemas.microsoft.com/office/drawing/2014/main" id="{FB58147C-0195-4180-8021-C903B3064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318" y="161878"/>
                        <a:ext cx="25781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1BF46B8B-2AAD-41C1-830A-EE278EB2A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45" y="1302047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7C4C2442-DDDF-4110-B186-CF132AEC2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406169"/>
              </p:ext>
            </p:extLst>
          </p:nvPr>
        </p:nvGraphicFramePr>
        <p:xfrm>
          <a:off x="2568575" y="2057065"/>
          <a:ext cx="2603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1" name="Equation" r:id="rId9" imgW="2603160" imgH="520560" progId="Equation.DSMT4">
                  <p:embed/>
                </p:oleObj>
              </mc:Choice>
              <mc:Fallback>
                <p:oleObj name="Equation" r:id="rId9" imgW="2603160" imgH="520560" progId="Equation.DSMT4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C95F37C7-791F-4035-8BDE-B6C35D5D8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2057065"/>
                        <a:ext cx="2603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7460E057-BD80-422D-B57F-33FB8CC63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1359841"/>
            <a:ext cx="178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原式 </a:t>
            </a:r>
            <a:r>
              <a:rPr kumimoji="1"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A09756C0-B923-4F02-882F-6B84E9C69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638028"/>
              </p:ext>
            </p:extLst>
          </p:nvPr>
        </p:nvGraphicFramePr>
        <p:xfrm>
          <a:off x="2333625" y="1203323"/>
          <a:ext cx="2501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2" name="Equation" r:id="rId11" imgW="2501640" imgH="774360" progId="Equation.DSMT4">
                  <p:embed/>
                </p:oleObj>
              </mc:Choice>
              <mc:Fallback>
                <p:oleObj name="Equation" r:id="rId11" imgW="2501640" imgH="774360" progId="Equation.DSMT4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15C4576C-09F9-4065-A962-6608E3DF8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1203323"/>
                        <a:ext cx="25019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B207D5A2-723D-4E42-B79B-64731FE6A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725" y="2026903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且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8CCDFED8-2F73-48B2-A4B4-393DC7199A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406166"/>
              </p:ext>
            </p:extLst>
          </p:nvPr>
        </p:nvGraphicFramePr>
        <p:xfrm>
          <a:off x="5469487" y="2118441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3" name="Equation" r:id="rId13" imgW="1015920" imgH="342720" progId="Equation.DSMT4">
                  <p:embed/>
                </p:oleObj>
              </mc:Choice>
              <mc:Fallback>
                <p:oleObj name="Equation" r:id="rId13" imgW="1015920" imgH="342720" progId="Equation.DSMT4">
                  <p:embed/>
                  <p:pic>
                    <p:nvPicPr>
                      <p:cNvPr id="35854" name="Object 14">
                        <a:extLst>
                          <a:ext uri="{FF2B5EF4-FFF2-40B4-BE49-F238E27FC236}">
                            <a16:creationId xmlns:a16="http://schemas.microsoft.com/office/drawing/2014/main" id="{7393B94A-288E-4D51-9A8A-EC726B5201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9487" y="2118441"/>
                        <a:ext cx="1016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ADF7DBFB-4CF6-41C1-ADA6-A6742C179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9369" y="2491503"/>
            <a:ext cx="4102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联想到凑导数的定义式</a:t>
            </a:r>
          </a:p>
        </p:txBody>
      </p:sp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7715BF8D-6220-4DA3-99F5-393969C0A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442431"/>
              </p:ext>
            </p:extLst>
          </p:nvPr>
        </p:nvGraphicFramePr>
        <p:xfrm>
          <a:off x="1363663" y="3268663"/>
          <a:ext cx="65119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4" name="Equation" r:id="rId15" imgW="6514920" imgH="774360" progId="Equation.DSMT4">
                  <p:embed/>
                </p:oleObj>
              </mc:Choice>
              <mc:Fallback>
                <p:oleObj name="Equation" r:id="rId15" imgW="6514920" imgH="774360" progId="Equation.DSMT4">
                  <p:embed/>
                  <p:pic>
                    <p:nvPicPr>
                      <p:cNvPr id="35857" name="Object 17">
                        <a:extLst>
                          <a:ext uri="{FF2B5EF4-FFF2-40B4-BE49-F238E27FC236}">
                            <a16:creationId xmlns:a16="http://schemas.microsoft.com/office/drawing/2014/main" id="{61FE93A1-A2EA-4C30-9393-52654A1ED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3268663"/>
                        <a:ext cx="65119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F5249160-01AC-42C5-92AD-F71276508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378166"/>
              </p:ext>
            </p:extLst>
          </p:nvPr>
        </p:nvGraphicFramePr>
        <p:xfrm>
          <a:off x="2568575" y="3730625"/>
          <a:ext cx="194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Equation" r:id="rId17" imgW="1942920" imgH="342720" progId="Equation.DSMT4">
                  <p:embed/>
                </p:oleObj>
              </mc:Choice>
              <mc:Fallback>
                <p:oleObj name="Equation" r:id="rId17" imgW="1942920" imgH="342720" progId="Equation.DSMT4">
                  <p:embed/>
                  <p:pic>
                    <p:nvPicPr>
                      <p:cNvPr id="35858" name="Object 18">
                        <a:extLst>
                          <a:ext uri="{FF2B5EF4-FFF2-40B4-BE49-F238E27FC236}">
                            <a16:creationId xmlns:a16="http://schemas.microsoft.com/office/drawing/2014/main" id="{5773883D-DA56-4D64-88FA-22792FE3D2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3730625"/>
                        <a:ext cx="1943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09177BCC-6742-4DEE-9F7B-9F59B411F5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545368"/>
              </p:ext>
            </p:extLst>
          </p:nvPr>
        </p:nvGraphicFramePr>
        <p:xfrm>
          <a:off x="5988844" y="3250256"/>
          <a:ext cx="194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6" name="Equation" r:id="rId19" imgW="1942920" imgH="342720" progId="Equation.DSMT4">
                  <p:embed/>
                </p:oleObj>
              </mc:Choice>
              <mc:Fallback>
                <p:oleObj name="Equation" r:id="rId19" imgW="1942920" imgH="342720" progId="Equation.DSMT4">
                  <p:embed/>
                  <p:pic>
                    <p:nvPicPr>
                      <p:cNvPr id="35859" name="Object 19">
                        <a:extLst>
                          <a:ext uri="{FF2B5EF4-FFF2-40B4-BE49-F238E27FC236}">
                            <a16:creationId xmlns:a16="http://schemas.microsoft.com/office/drawing/2014/main" id="{CC671273-C18D-4C37-9E19-2756D6940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844" y="3250256"/>
                        <a:ext cx="1943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8854310A-8926-4439-A729-1B8020CB9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897427"/>
              </p:ext>
            </p:extLst>
          </p:nvPr>
        </p:nvGraphicFramePr>
        <p:xfrm>
          <a:off x="4970448" y="3314900"/>
          <a:ext cx="73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7" name="Equation" r:id="rId21" imgW="736560" imgH="342720" progId="Equation.DSMT4">
                  <p:embed/>
                </p:oleObj>
              </mc:Choice>
              <mc:Fallback>
                <p:oleObj name="Equation" r:id="rId21" imgW="736560" imgH="342720" progId="Equation.DSMT4">
                  <p:embed/>
                  <p:pic>
                    <p:nvPicPr>
                      <p:cNvPr id="35860" name="Object 20">
                        <a:extLst>
                          <a:ext uri="{FF2B5EF4-FFF2-40B4-BE49-F238E27FC236}">
                            <a16:creationId xmlns:a16="http://schemas.microsoft.com/office/drawing/2014/main" id="{4796EA92-2DBF-4292-AE05-35F8DE5B4C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48" y="3314900"/>
                        <a:ext cx="736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7D74C86E-A455-4E3D-A3FD-25DF22544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344774"/>
              </p:ext>
            </p:extLst>
          </p:nvPr>
        </p:nvGraphicFramePr>
        <p:xfrm>
          <a:off x="1390023" y="4448176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Equation" r:id="rId23" imgW="863280" imgH="355320" progId="Equation.DSMT4">
                  <p:embed/>
                </p:oleObj>
              </mc:Choice>
              <mc:Fallback>
                <p:oleObj name="Equation" r:id="rId23" imgW="863280" imgH="355320" progId="Equation.DSMT4">
                  <p:embed/>
                  <p:pic>
                    <p:nvPicPr>
                      <p:cNvPr id="35861" name="Object 21">
                        <a:extLst>
                          <a:ext uri="{FF2B5EF4-FFF2-40B4-BE49-F238E27FC236}">
                            <a16:creationId xmlns:a16="http://schemas.microsoft.com/office/drawing/2014/main" id="{F1986E59-C034-4EE6-A5B9-6B8D3129C6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023" y="4448176"/>
                        <a:ext cx="863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1B871C11-76D7-4C5B-8356-6D985D225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24160"/>
              </p:ext>
            </p:extLst>
          </p:nvPr>
        </p:nvGraphicFramePr>
        <p:xfrm>
          <a:off x="2308433" y="4243808"/>
          <a:ext cx="96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9" name="Equation" r:id="rId25" imgW="965160" imgH="723600" progId="Equation.DSMT4">
                  <p:embed/>
                </p:oleObj>
              </mc:Choice>
              <mc:Fallback>
                <p:oleObj name="Equation" r:id="rId25" imgW="965160" imgH="723600" progId="Equation.DSMT4">
                  <p:embed/>
                  <p:pic>
                    <p:nvPicPr>
                      <p:cNvPr id="35862" name="Object 22">
                        <a:extLst>
                          <a:ext uri="{FF2B5EF4-FFF2-40B4-BE49-F238E27FC236}">
                            <a16:creationId xmlns:a16="http://schemas.microsoft.com/office/drawing/2014/main" id="{D3C291F5-F7F4-48E4-A10D-473436CB74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433" y="4243808"/>
                        <a:ext cx="965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E3DB2A2A-A75D-4722-BAB8-0EC863734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24123"/>
              </p:ext>
            </p:extLst>
          </p:nvPr>
        </p:nvGraphicFramePr>
        <p:xfrm>
          <a:off x="3328444" y="4243808"/>
          <a:ext cx="1155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0" name="Equation" r:id="rId27" imgW="1155600" imgH="723600" progId="Equation.DSMT4">
                  <p:embed/>
                </p:oleObj>
              </mc:Choice>
              <mc:Fallback>
                <p:oleObj name="Equation" r:id="rId27" imgW="1155600" imgH="723600" progId="Equation.DSMT4">
                  <p:embed/>
                  <p:pic>
                    <p:nvPicPr>
                      <p:cNvPr id="35863" name="Object 23">
                        <a:extLst>
                          <a:ext uri="{FF2B5EF4-FFF2-40B4-BE49-F238E27FC236}">
                            <a16:creationId xmlns:a16="http://schemas.microsoft.com/office/drawing/2014/main" id="{85E3CF07-D9B2-4834-B262-41714933A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444" y="4243808"/>
                        <a:ext cx="1155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24">
            <a:extLst>
              <a:ext uri="{FF2B5EF4-FFF2-40B4-BE49-F238E27FC236}">
                <a16:creationId xmlns:a16="http://schemas.microsoft.com/office/drawing/2014/main" id="{B0B62F19-9CE6-444F-A79A-0D477C945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892" y="1821506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37DC28A-196B-40B6-A32F-DDB403D78C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351552"/>
              </p:ext>
            </p:extLst>
          </p:nvPr>
        </p:nvGraphicFramePr>
        <p:xfrm>
          <a:off x="7727703" y="1469605"/>
          <a:ext cx="11303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1" name="Equation" r:id="rId29" imgW="1130040" imgH="1257120" progId="Equation.DSMT4">
                  <p:embed/>
                </p:oleObj>
              </mc:Choice>
              <mc:Fallback>
                <p:oleObj name="Equation" r:id="rId29" imgW="113004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727703" y="1469605"/>
                        <a:ext cx="1130300" cy="1257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椭圆 25">
            <a:extLst>
              <a:ext uri="{FF2B5EF4-FFF2-40B4-BE49-F238E27FC236}">
                <a16:creationId xmlns:a16="http://schemas.microsoft.com/office/drawing/2014/main" id="{13C963A6-381C-4A63-99C8-D7C155438864}"/>
              </a:ext>
            </a:extLst>
          </p:cNvPr>
          <p:cNvSpPr/>
          <p:nvPr/>
        </p:nvSpPr>
        <p:spPr bwMode="auto">
          <a:xfrm>
            <a:off x="6645671" y="3706954"/>
            <a:ext cx="518618" cy="504371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l"/>
            <a:endParaRPr lang="zh-CN" altLang="en-US"/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C2488C30-D5CE-4828-9CEE-D91B5AF54789}"/>
              </a:ext>
            </a:extLst>
          </p:cNvPr>
          <p:cNvCxnSpPr>
            <a:endCxn id="26" idx="6"/>
          </p:cNvCxnSpPr>
          <p:nvPr/>
        </p:nvCxnSpPr>
        <p:spPr>
          <a:xfrm rot="5400000">
            <a:off x="7110169" y="2776455"/>
            <a:ext cx="1236805" cy="112856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E068BF1-CD6D-40AC-A6AD-55B5AD0E3D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886153"/>
              </p:ext>
            </p:extLst>
          </p:nvPr>
        </p:nvGraphicFramePr>
        <p:xfrm>
          <a:off x="5901367" y="4219622"/>
          <a:ext cx="2616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2" name="Equation" r:id="rId31" imgW="2616120" imgH="761760" progId="Equation.DSMT4">
                  <p:embed/>
                </p:oleObj>
              </mc:Choice>
              <mc:Fallback>
                <p:oleObj name="Equation" r:id="rId31" imgW="261612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901367" y="4219622"/>
                        <a:ext cx="2616200" cy="762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214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1" grpId="0" build="p" autoUpdateAnimBg="0"/>
      <p:bldP spid="13" grpId="0" build="p" autoUpdateAnimBg="0"/>
      <p:bldP spid="15" grpId="0" build="p" autoUpdateAnimBg="0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B8BD387-31DE-430E-A1A8-351EDE070F47}"/>
              </a:ext>
            </a:extLst>
          </p:cNvPr>
          <p:cNvSpPr txBox="1">
            <a:spLocks noChangeArrowheads="1"/>
          </p:cNvSpPr>
          <p:nvPr/>
        </p:nvSpPr>
        <p:spPr>
          <a:xfrm>
            <a:off x="350181" y="551561"/>
            <a:ext cx="2144713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5021810-3C38-4026-82BC-483010AC1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027676"/>
              </p:ext>
            </p:extLst>
          </p:nvPr>
        </p:nvGraphicFramePr>
        <p:xfrm>
          <a:off x="1878793" y="67575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5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4C82C1A0-6267-490F-A22A-0411A3F79E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793" y="675755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5B03204F-B574-419F-8614-2FAB250A9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093" y="56859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E61AC14-41D1-4969-B5EB-CE9418C59A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992184"/>
              </p:ext>
            </p:extLst>
          </p:nvPr>
        </p:nvGraphicFramePr>
        <p:xfrm>
          <a:off x="2984500" y="659086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D8AD745A-BB38-4C7A-B6B9-C3A2825E0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659086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D061366B-0F58-4A04-9454-E863101B5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598" y="568598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处连续</a:t>
            </a:r>
            <a:r>
              <a:rPr kumimoji="1" lang="en-US" altLang="zh-CN" sz="2400" b="1" dirty="0">
                <a:latin typeface="+mj-ea"/>
                <a:ea typeface="+mj-ea"/>
              </a:rPr>
              <a:t>,</a:t>
            </a:r>
            <a:r>
              <a:rPr kumimoji="1" lang="zh-CN" altLang="en-US" sz="2400" b="1" dirty="0">
                <a:latin typeface="+mj-ea"/>
                <a:ea typeface="+mj-ea"/>
              </a:rPr>
              <a:t>且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AEFD6EE8-BA83-4798-BF4E-717B0E4BE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597632"/>
              </p:ext>
            </p:extLst>
          </p:nvPr>
        </p:nvGraphicFramePr>
        <p:xfrm>
          <a:off x="5175417" y="466998"/>
          <a:ext cx="165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" name="Equation" r:id="rId7" imgW="1650960" imgH="736560" progId="Equation.DSMT4">
                  <p:embed/>
                </p:oleObj>
              </mc:Choice>
              <mc:Fallback>
                <p:oleObj name="Equation" r:id="rId7" imgW="1650960" imgH="736560" progId="Equation.DSMT4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AC5EE2AD-8F42-4D52-AFB7-8338D234F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417" y="466998"/>
                        <a:ext cx="1651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41CBD95B-147E-4B65-A9C1-6F139F0A2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664" y="568598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9B1B21D6-8FE9-4679-92EB-5D7F996E6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720007"/>
              </p:ext>
            </p:extLst>
          </p:nvPr>
        </p:nvGraphicFramePr>
        <p:xfrm>
          <a:off x="7335838" y="657498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" name="Equation" r:id="rId9" imgW="799920" imgH="355320" progId="Equation.DSMT4">
                  <p:embed/>
                </p:oleObj>
              </mc:Choice>
              <mc:Fallback>
                <p:oleObj name="Equation" r:id="rId9" imgW="799920" imgH="355320" progId="Equation.DSMT4">
                  <p:embed/>
                  <p:pic>
                    <p:nvPicPr>
                      <p:cNvPr id="12297" name="Object 9">
                        <a:extLst>
                          <a:ext uri="{FF2B5EF4-FFF2-40B4-BE49-F238E27FC236}">
                            <a16:creationId xmlns:a16="http://schemas.microsoft.com/office/drawing/2014/main" id="{7175D7C9-C973-464F-8A4C-649E009726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657498"/>
                        <a:ext cx="800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>
            <a:extLst>
              <a:ext uri="{FF2B5EF4-FFF2-40B4-BE49-F238E27FC236}">
                <a16:creationId xmlns:a16="http://schemas.microsoft.com/office/drawing/2014/main" id="{DF944504-D347-4DB1-9972-76F1CA9D5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493" y="1569101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26553635-8D8B-403B-9345-E2E262427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318984"/>
              </p:ext>
            </p:extLst>
          </p:nvPr>
        </p:nvGraphicFramePr>
        <p:xfrm>
          <a:off x="1479550" y="1628128"/>
          <a:ext cx="93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" name="Equation" r:id="rId11" imgW="939600" imgH="342720" progId="Equation.DSMT4">
                  <p:embed/>
                </p:oleObj>
              </mc:Choice>
              <mc:Fallback>
                <p:oleObj name="Equation" r:id="rId11" imgW="939600" imgH="342720" progId="Equation.DSMT4">
                  <p:embed/>
                  <p:pic>
                    <p:nvPicPr>
                      <p:cNvPr id="12299" name="Object 11">
                        <a:extLst>
                          <a:ext uri="{FF2B5EF4-FFF2-40B4-BE49-F238E27FC236}">
                            <a16:creationId xmlns:a16="http://schemas.microsoft.com/office/drawing/2014/main" id="{5CFFCF93-0425-4E53-92EC-6038B6E7C7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1628128"/>
                        <a:ext cx="939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78169460-5D70-40EA-9990-3D5584EC7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986521"/>
              </p:ext>
            </p:extLst>
          </p:nvPr>
        </p:nvGraphicFramePr>
        <p:xfrm>
          <a:off x="2501093" y="1598687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" name="Equation" r:id="rId13" imgW="1066680" imgH="482400" progId="Equation.DSMT4">
                  <p:embed/>
                </p:oleObj>
              </mc:Choice>
              <mc:Fallback>
                <p:oleObj name="Equation" r:id="rId13" imgW="1066680" imgH="482400" progId="Equation.DSMT4">
                  <p:embed/>
                  <p:pic>
                    <p:nvPicPr>
                      <p:cNvPr id="12300" name="Object 12">
                        <a:extLst>
                          <a:ext uri="{FF2B5EF4-FFF2-40B4-BE49-F238E27FC236}">
                            <a16:creationId xmlns:a16="http://schemas.microsoft.com/office/drawing/2014/main" id="{9A03B844-8228-4C2F-80B0-19B6EC5F3B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093" y="1598687"/>
                        <a:ext cx="1066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19E2F997-E448-47FB-992B-4F48C116EA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317804"/>
              </p:ext>
            </p:extLst>
          </p:nvPr>
        </p:nvGraphicFramePr>
        <p:xfrm>
          <a:off x="3655183" y="1405878"/>
          <a:ext cx="2628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1" name="Equation" r:id="rId15" imgW="2628720" imgH="787320" progId="Equation.DSMT4">
                  <p:embed/>
                </p:oleObj>
              </mc:Choice>
              <mc:Fallback>
                <p:oleObj name="Equation" r:id="rId15" imgW="2628720" imgH="787320" progId="Equation.DSMT4">
                  <p:embed/>
                  <p:pic>
                    <p:nvPicPr>
                      <p:cNvPr id="12301" name="Object 13">
                        <a:extLst>
                          <a:ext uri="{FF2B5EF4-FFF2-40B4-BE49-F238E27FC236}">
                            <a16:creationId xmlns:a16="http://schemas.microsoft.com/office/drawing/2014/main" id="{5805CC54-2825-49BC-AB57-C94904908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5183" y="1405878"/>
                        <a:ext cx="2628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F846A6A0-40D8-40B1-90F4-9F633378E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522151"/>
              </p:ext>
            </p:extLst>
          </p:nvPr>
        </p:nvGraphicFramePr>
        <p:xfrm>
          <a:off x="6371373" y="1656664"/>
          <a:ext cx="1320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2" name="Equation" r:id="rId17" imgW="1320480" imgH="330120" progId="Equation.DSMT4">
                  <p:embed/>
                </p:oleObj>
              </mc:Choice>
              <mc:Fallback>
                <p:oleObj name="Equation" r:id="rId17" imgW="1320480" imgH="330120" progId="Equation.DSMT4">
                  <p:embed/>
                  <p:pic>
                    <p:nvPicPr>
                      <p:cNvPr id="12302" name="Object 14">
                        <a:extLst>
                          <a:ext uri="{FF2B5EF4-FFF2-40B4-BE49-F238E27FC236}">
                            <a16:creationId xmlns:a16="http://schemas.microsoft.com/office/drawing/2014/main" id="{2044E187-A0E1-4123-9271-ACAF6870E1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1373" y="1656664"/>
                        <a:ext cx="1320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7D8D51DF-7DA8-4157-87A8-D99DC30915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374385"/>
              </p:ext>
            </p:extLst>
          </p:nvPr>
        </p:nvGraphicFramePr>
        <p:xfrm>
          <a:off x="1522413" y="2338388"/>
          <a:ext cx="302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3" name="Equation" r:id="rId19" imgW="3022560" imgH="736560" progId="Equation.DSMT4">
                  <p:embed/>
                </p:oleObj>
              </mc:Choice>
              <mc:Fallback>
                <p:oleObj name="Equation" r:id="rId19" imgW="3022560" imgH="736560" progId="Equation.DSMT4">
                  <p:embed/>
                  <p:pic>
                    <p:nvPicPr>
                      <p:cNvPr id="12303" name="Object 15">
                        <a:extLst>
                          <a:ext uri="{FF2B5EF4-FFF2-40B4-BE49-F238E27FC236}">
                            <a16:creationId xmlns:a16="http://schemas.microsoft.com/office/drawing/2014/main" id="{B22108C5-550D-4DE8-8CAE-7821D1686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2338388"/>
                        <a:ext cx="3022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2E87C53C-B55D-4C0B-937F-D238168B1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688700"/>
              </p:ext>
            </p:extLst>
          </p:nvPr>
        </p:nvGraphicFramePr>
        <p:xfrm>
          <a:off x="2247093" y="3347318"/>
          <a:ext cx="134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" name="Equation" r:id="rId21" imgW="1346040" imgH="736560" progId="Equation.DSMT4">
                  <p:embed/>
                </p:oleObj>
              </mc:Choice>
              <mc:Fallback>
                <p:oleObj name="Equation" r:id="rId21" imgW="1346040" imgH="736560" progId="Equation.DSMT4">
                  <p:embed/>
                  <p:pic>
                    <p:nvPicPr>
                      <p:cNvPr id="12304" name="Object 16">
                        <a:extLst>
                          <a:ext uri="{FF2B5EF4-FFF2-40B4-BE49-F238E27FC236}">
                            <a16:creationId xmlns:a16="http://schemas.microsoft.com/office/drawing/2014/main" id="{9DE2FFE4-E640-45D1-8F94-C28E0C984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093" y="3347318"/>
                        <a:ext cx="1346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A0060BF4-3FDE-4AA1-A146-11A0061C95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731051"/>
              </p:ext>
            </p:extLst>
          </p:nvPr>
        </p:nvGraphicFramePr>
        <p:xfrm>
          <a:off x="3655183" y="3575918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" name="Equation" r:id="rId23" imgW="482400" imgH="279360" progId="Equation.DSMT4">
                  <p:embed/>
                </p:oleObj>
              </mc:Choice>
              <mc:Fallback>
                <p:oleObj name="Equation" r:id="rId23" imgW="482400" imgH="279360" progId="Equation.DSMT4">
                  <p:embed/>
                  <p:pic>
                    <p:nvPicPr>
                      <p:cNvPr id="12305" name="Object 17">
                        <a:extLst>
                          <a:ext uri="{FF2B5EF4-FFF2-40B4-BE49-F238E27FC236}">
                            <a16:creationId xmlns:a16="http://schemas.microsoft.com/office/drawing/2014/main" id="{A135A960-5862-4FB6-ADFE-1433AAB4F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5183" y="3575918"/>
                        <a:ext cx="482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544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7F3FB7-5859-41FC-8A40-5C45F8EBDA8C}"/>
              </a:ext>
            </a:extLst>
          </p:cNvPr>
          <p:cNvSpPr txBox="1">
            <a:spLocks noChangeArrowheads="1"/>
          </p:cNvSpPr>
          <p:nvPr/>
        </p:nvSpPr>
        <p:spPr>
          <a:xfrm>
            <a:off x="404590" y="533098"/>
            <a:ext cx="1828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5BDB92D-8B4D-4ED7-A2E8-34EB61F3B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5531" y="454866"/>
            <a:ext cx="3603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试确定常数    使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38D14D7F-9DEA-4847-9126-A77DAB4B1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995585"/>
              </p:ext>
            </p:extLst>
          </p:nvPr>
        </p:nvGraphicFramePr>
        <p:xfrm>
          <a:off x="7821414" y="523105"/>
          <a:ext cx="67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8" name="Equation" r:id="rId3" imgW="672840" imgH="342720" progId="Equation.DSMT4">
                  <p:embed/>
                </p:oleObj>
              </mc:Choice>
              <mc:Fallback>
                <p:oleObj name="Equation" r:id="rId3" imgW="672840" imgH="3427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688AD030-52F1-4A21-84AF-26ED12ED85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414" y="523105"/>
                        <a:ext cx="673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3470491-039E-4AF8-847E-344F6415E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84829"/>
              </p:ext>
            </p:extLst>
          </p:nvPr>
        </p:nvGraphicFramePr>
        <p:xfrm>
          <a:off x="6882358" y="523105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9" name="Equation" r:id="rId5" imgW="520560" imgH="330120" progId="Equation.DSMT4">
                  <p:embed/>
                </p:oleObj>
              </mc:Choice>
              <mc:Fallback>
                <p:oleObj name="Equation" r:id="rId5" imgW="520560" imgH="3301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94A85CA-6925-4102-8136-481AEF0FB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358" y="523105"/>
                        <a:ext cx="520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8C86019C-3789-4993-A15C-8EDA04181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86" y="1064989"/>
            <a:ext cx="3603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处处可导，并求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45B4DCB-1A04-4608-B4BC-37F3B8F11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287839"/>
              </p:ext>
            </p:extLst>
          </p:nvPr>
        </p:nvGraphicFramePr>
        <p:xfrm>
          <a:off x="2233390" y="1153889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" name="Equation" r:id="rId7" imgW="761760" imgH="355320" progId="Equation.DSMT4">
                  <p:embed/>
                </p:oleObj>
              </mc:Choice>
              <mc:Fallback>
                <p:oleObj name="Equation" r:id="rId7" imgW="761760" imgH="35532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8C1BA1A0-34B4-42A2-8CD4-1EE66AD54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390" y="1153889"/>
                        <a:ext cx="762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9458B5D-9023-4486-BC13-6F2D930F6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164074"/>
              </p:ext>
            </p:extLst>
          </p:nvPr>
        </p:nvGraphicFramePr>
        <p:xfrm>
          <a:off x="1835696" y="339502"/>
          <a:ext cx="3441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" name="Equation" r:id="rId9" imgW="3441600" imgH="774360" progId="Equation.DSMT4">
                  <p:embed/>
                </p:oleObj>
              </mc:Choice>
              <mc:Fallback>
                <p:oleObj name="Equation" r:id="rId9" imgW="3441600" imgH="77436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A1F8D32D-6DC6-437D-852A-5DF6ACD7E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5696" y="339502"/>
                        <a:ext cx="3441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B1DB500B-B31C-42A1-8F3F-CF2BA66F3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81" y="1919195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D0318678-9A2F-41A2-A9A9-556F42614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62625"/>
              </p:ext>
            </p:extLst>
          </p:nvPr>
        </p:nvGraphicFramePr>
        <p:xfrm>
          <a:off x="1319306" y="2044082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" name="Equation" r:id="rId11" imgW="863280" imgH="342720" progId="Equation.DSMT4">
                  <p:embed/>
                </p:oleObj>
              </mc:Choice>
              <mc:Fallback>
                <p:oleObj name="Equation" r:id="rId11" imgW="863280" imgH="34272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DC18E05B-71D5-4DA5-ABE8-F36A8EA7AB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306" y="2044082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CB7FFCD1-1E90-4F31-A40D-50E004FB6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242453"/>
              </p:ext>
            </p:extLst>
          </p:nvPr>
        </p:nvGraphicFramePr>
        <p:xfrm>
          <a:off x="4036770" y="1697038"/>
          <a:ext cx="660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3" name="Equation" r:id="rId13" imgW="660240" imgH="330120" progId="Equation.DSMT4">
                  <p:embed/>
                </p:oleObj>
              </mc:Choice>
              <mc:Fallback>
                <p:oleObj name="Equation" r:id="rId13" imgW="660240" imgH="33012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C8035CEA-B968-46D1-BD9D-F1EE1769EE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6770" y="1697038"/>
                        <a:ext cx="660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964818C6-AF2D-429C-AAF7-E8F6CB659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127093"/>
              </p:ext>
            </p:extLst>
          </p:nvPr>
        </p:nvGraphicFramePr>
        <p:xfrm>
          <a:off x="2617788" y="1697038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" name="Equation" r:id="rId15" imgW="901440" imgH="342720" progId="Equation.DSMT4">
                  <p:embed/>
                </p:oleObj>
              </mc:Choice>
              <mc:Fallback>
                <p:oleObj name="Equation" r:id="rId15" imgW="901440" imgH="34272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9E0CCB86-747C-4F9D-8EF2-E2C465FE10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697038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4700217B-34A2-4889-926A-74A541772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95442"/>
              </p:ext>
            </p:extLst>
          </p:nvPr>
        </p:nvGraphicFramePr>
        <p:xfrm>
          <a:off x="4067944" y="2149136"/>
          <a:ext cx="673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5" name="Equation" r:id="rId17" imgW="672840" imgH="330120" progId="Equation.DSMT4">
                  <p:embed/>
                </p:oleObj>
              </mc:Choice>
              <mc:Fallback>
                <p:oleObj name="Equation" r:id="rId17" imgW="672840" imgH="33012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C44F50DC-DE81-4331-B28E-9EFCFE231F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149136"/>
                        <a:ext cx="6731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>
            <a:extLst>
              <a:ext uri="{FF2B5EF4-FFF2-40B4-BE49-F238E27FC236}">
                <a16:creationId xmlns:a16="http://schemas.microsoft.com/office/drawing/2014/main" id="{4D481C0F-1E8F-49C8-8CC7-45A2EFA1D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614555"/>
              </p:ext>
            </p:extLst>
          </p:nvPr>
        </p:nvGraphicFramePr>
        <p:xfrm>
          <a:off x="2474913" y="2150027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6" name="Equation" r:id="rId19" imgW="1422360" imgH="380880" progId="Equation.DSMT4">
                  <p:embed/>
                </p:oleObj>
              </mc:Choice>
              <mc:Fallback>
                <p:oleObj name="Equation" r:id="rId19" imgW="1422360" imgH="380880" progId="Equation.DSMT4">
                  <p:embed/>
                  <p:pic>
                    <p:nvPicPr>
                      <p:cNvPr id="14" name="Object 12">
                        <a:extLst>
                          <a:ext uri="{FF2B5EF4-FFF2-40B4-BE49-F238E27FC236}">
                            <a16:creationId xmlns:a16="http://schemas.microsoft.com/office/drawing/2014/main" id="{D317B225-B8A4-4730-B939-499CEEA9C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2150027"/>
                        <a:ext cx="1422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F19FD4EE-5583-405A-B66B-3F16FE1194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798984"/>
              </p:ext>
            </p:extLst>
          </p:nvPr>
        </p:nvGraphicFramePr>
        <p:xfrm>
          <a:off x="4005263" y="2605088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7" name="Equation" r:id="rId21" imgW="685800" imgH="279360" progId="Equation.DSMT4">
                  <p:embed/>
                </p:oleObj>
              </mc:Choice>
              <mc:Fallback>
                <p:oleObj name="Equation" r:id="rId21" imgW="685800" imgH="279360" progId="Equation.DSMT4">
                  <p:embed/>
                  <p:pic>
                    <p:nvPicPr>
                      <p:cNvPr id="15" name="Object 13">
                        <a:extLst>
                          <a:ext uri="{FF2B5EF4-FFF2-40B4-BE49-F238E27FC236}">
                            <a16:creationId xmlns:a16="http://schemas.microsoft.com/office/drawing/2014/main" id="{E1D0D7F4-7DED-4B0D-992E-59024E2043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2605088"/>
                        <a:ext cx="685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>
            <a:extLst>
              <a:ext uri="{FF2B5EF4-FFF2-40B4-BE49-F238E27FC236}">
                <a16:creationId xmlns:a16="http://schemas.microsoft.com/office/drawing/2014/main" id="{40408A44-9DE5-456D-B063-A6214B5CCA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520420"/>
              </p:ext>
            </p:extLst>
          </p:nvPr>
        </p:nvGraphicFramePr>
        <p:xfrm>
          <a:off x="2849563" y="2606675"/>
          <a:ext cx="41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" name="Equation" r:id="rId23" imgW="419040" imgH="406080" progId="Equation.DSMT4">
                  <p:embed/>
                </p:oleObj>
              </mc:Choice>
              <mc:Fallback>
                <p:oleObj name="Equation" r:id="rId23" imgW="419040" imgH="406080" progId="Equation.DSMT4">
                  <p:embed/>
                  <p:pic>
                    <p:nvPicPr>
                      <p:cNvPr id="16" name="Object 14">
                        <a:extLst>
                          <a:ext uri="{FF2B5EF4-FFF2-40B4-BE49-F238E27FC236}">
                            <a16:creationId xmlns:a16="http://schemas.microsoft.com/office/drawing/2014/main" id="{1A4B7911-19C2-4126-B39D-41006A8BB1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2606675"/>
                        <a:ext cx="419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43">
            <a:extLst>
              <a:ext uri="{FF2B5EF4-FFF2-40B4-BE49-F238E27FC236}">
                <a16:creationId xmlns:a16="http://schemas.microsoft.com/office/drawing/2014/main" id="{416EEB77-A185-4538-948E-34D816BDE95B}"/>
              </a:ext>
            </a:extLst>
          </p:cNvPr>
          <p:cNvSpPr>
            <a:spLocks/>
          </p:cNvSpPr>
          <p:nvPr/>
        </p:nvSpPr>
        <p:spPr bwMode="auto">
          <a:xfrm>
            <a:off x="2185252" y="1813357"/>
            <a:ext cx="228600" cy="1135006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19" name="Object 15">
            <a:extLst>
              <a:ext uri="{FF2B5EF4-FFF2-40B4-BE49-F238E27FC236}">
                <a16:creationId xmlns:a16="http://schemas.microsoft.com/office/drawing/2014/main" id="{17E22EBE-BF35-4F27-9610-B3EEC74D7D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003307"/>
              </p:ext>
            </p:extLst>
          </p:nvPr>
        </p:nvGraphicFramePr>
        <p:xfrm>
          <a:off x="5970588" y="1714500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9" name="Equation" r:id="rId25" imgW="1028520" imgH="380880" progId="Equation.DSMT4">
                  <p:embed/>
                </p:oleObj>
              </mc:Choice>
              <mc:Fallback>
                <p:oleObj name="Equation" r:id="rId25" imgW="1028520" imgH="380880" progId="Equation.DSMT4">
                  <p:embed/>
                  <p:pic>
                    <p:nvPicPr>
                      <p:cNvPr id="18" name="Object 15">
                        <a:extLst>
                          <a:ext uri="{FF2B5EF4-FFF2-40B4-BE49-F238E27FC236}">
                            <a16:creationId xmlns:a16="http://schemas.microsoft.com/office/drawing/2014/main" id="{B4DF1FE3-F207-4553-882D-166FDE48D4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1714500"/>
                        <a:ext cx="1028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9BE48199-B19C-40EA-BAAE-3A0487604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490020"/>
              </p:ext>
            </p:extLst>
          </p:nvPr>
        </p:nvGraphicFramePr>
        <p:xfrm>
          <a:off x="7231063" y="1708150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0" name="Equation" r:id="rId27" imgW="1257120" imgH="355320" progId="Equation.DSMT4">
                  <p:embed/>
                </p:oleObj>
              </mc:Choice>
              <mc:Fallback>
                <p:oleObj name="Equation" r:id="rId27" imgW="1257120" imgH="355320" progId="Equation.DSMT4">
                  <p:embed/>
                  <p:pic>
                    <p:nvPicPr>
                      <p:cNvPr id="19" name="Object 16">
                        <a:extLst>
                          <a:ext uri="{FF2B5EF4-FFF2-40B4-BE49-F238E27FC236}">
                            <a16:creationId xmlns:a16="http://schemas.microsoft.com/office/drawing/2014/main" id="{F1A2BE03-C894-455F-837F-19E6C25D0B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1063" y="1708150"/>
                        <a:ext cx="12573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876A7B6C-9BD1-4CFF-BC22-4E1A5E6C2F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630824"/>
              </p:ext>
            </p:extLst>
          </p:nvPr>
        </p:nvGraphicFramePr>
        <p:xfrm>
          <a:off x="6059488" y="2359025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1" name="Equation" r:id="rId29" imgW="1054080" imgH="380880" progId="Equation.DSMT4">
                  <p:embed/>
                </p:oleObj>
              </mc:Choice>
              <mc:Fallback>
                <p:oleObj name="Equation" r:id="rId29" imgW="1054080" imgH="38088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8710DE63-8ABE-4ECD-9405-877F589EC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9488" y="2359025"/>
                        <a:ext cx="1054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>
            <a:extLst>
              <a:ext uri="{FF2B5EF4-FFF2-40B4-BE49-F238E27FC236}">
                <a16:creationId xmlns:a16="http://schemas.microsoft.com/office/drawing/2014/main" id="{AD80D8D9-10C9-44E5-B25C-599986106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982316"/>
              </p:ext>
            </p:extLst>
          </p:nvPr>
        </p:nvGraphicFramePr>
        <p:xfrm>
          <a:off x="7205662" y="2333888"/>
          <a:ext cx="135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2" name="Equation" r:id="rId31" imgW="1358640" imgH="355320" progId="Equation.DSMT4">
                  <p:embed/>
                </p:oleObj>
              </mc:Choice>
              <mc:Fallback>
                <p:oleObj name="Equation" r:id="rId31" imgW="1358640" imgH="35532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12633FDA-0B8D-4F42-B522-E722D2E0C3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2" y="2333888"/>
                        <a:ext cx="1358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1">
            <a:extLst>
              <a:ext uri="{FF2B5EF4-FFF2-40B4-BE49-F238E27FC236}">
                <a16:creationId xmlns:a16="http://schemas.microsoft.com/office/drawing/2014/main" id="{A7CCDF22-BBB9-494F-8D84-1E0A556AE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800278"/>
              </p:ext>
            </p:extLst>
          </p:nvPr>
        </p:nvGraphicFramePr>
        <p:xfrm>
          <a:off x="1128713" y="3630613"/>
          <a:ext cx="257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3" name="Equation" r:id="rId33" imgW="2577960" imgH="406080" progId="Equation.DSMT4">
                  <p:embed/>
                </p:oleObj>
              </mc:Choice>
              <mc:Fallback>
                <p:oleObj name="Equation" r:id="rId33" imgW="2577960" imgH="406080" progId="Equation.DSMT4">
                  <p:embed/>
                  <p:pic>
                    <p:nvPicPr>
                      <p:cNvPr id="22" name="Object 31">
                        <a:extLst>
                          <a:ext uri="{FF2B5EF4-FFF2-40B4-BE49-F238E27FC236}">
                            <a16:creationId xmlns:a16="http://schemas.microsoft.com/office/drawing/2014/main" id="{0EE39479-B542-4037-B617-42AAE14D19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3630613"/>
                        <a:ext cx="2578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2">
            <a:extLst>
              <a:ext uri="{FF2B5EF4-FFF2-40B4-BE49-F238E27FC236}">
                <a16:creationId xmlns:a16="http://schemas.microsoft.com/office/drawing/2014/main" id="{22FF7628-461C-4A72-818B-5C7C8E6A3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269845"/>
              </p:ext>
            </p:extLst>
          </p:nvPr>
        </p:nvGraphicFramePr>
        <p:xfrm>
          <a:off x="1145381" y="4251877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4" name="Equation" r:id="rId35" imgW="1600200" imgH="380880" progId="Equation.DSMT4">
                  <p:embed/>
                </p:oleObj>
              </mc:Choice>
              <mc:Fallback>
                <p:oleObj name="Equation" r:id="rId35" imgW="1600200" imgH="380880" progId="Equation.DSMT4">
                  <p:embed/>
                  <p:pic>
                    <p:nvPicPr>
                      <p:cNvPr id="23" name="Object 32">
                        <a:extLst>
                          <a:ext uri="{FF2B5EF4-FFF2-40B4-BE49-F238E27FC236}">
                            <a16:creationId xmlns:a16="http://schemas.microsoft.com/office/drawing/2014/main" id="{ED30360B-DE44-448C-AC78-2532BC4C96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381" y="4251877"/>
                        <a:ext cx="1600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3">
            <a:extLst>
              <a:ext uri="{FF2B5EF4-FFF2-40B4-BE49-F238E27FC236}">
                <a16:creationId xmlns:a16="http://schemas.microsoft.com/office/drawing/2014/main" id="{0304FF47-5971-49C5-A577-CFDB413D4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744" y="3069104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82228303-A7D3-4904-80E8-CF07A09BD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043788"/>
              </p:ext>
            </p:extLst>
          </p:nvPr>
        </p:nvGraphicFramePr>
        <p:xfrm>
          <a:off x="893763" y="3170238"/>
          <a:ext cx="339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5" name="Equation" r:id="rId37" imgW="3390840" imgH="380880" progId="Equation.DSMT4">
                  <p:embed/>
                </p:oleObj>
              </mc:Choice>
              <mc:Fallback>
                <p:oleObj name="Equation" r:id="rId37" imgW="3390840" imgH="380880" progId="Equation.DSMT4">
                  <p:embed/>
                  <p:pic>
                    <p:nvPicPr>
                      <p:cNvPr id="25" name="Object 26">
                        <a:extLst>
                          <a:ext uri="{FF2B5EF4-FFF2-40B4-BE49-F238E27FC236}">
                            <a16:creationId xmlns:a16="http://schemas.microsoft.com/office/drawing/2014/main" id="{90036AE6-B3BA-44C2-BC37-CB6C701EC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3170238"/>
                        <a:ext cx="3390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utoShape 36">
            <a:extLst>
              <a:ext uri="{FF2B5EF4-FFF2-40B4-BE49-F238E27FC236}">
                <a16:creationId xmlns:a16="http://schemas.microsoft.com/office/drawing/2014/main" id="{A966286C-1E22-4AF2-830E-8A6D31642033}"/>
              </a:ext>
            </a:extLst>
          </p:cNvPr>
          <p:cNvSpPr>
            <a:spLocks/>
          </p:cNvSpPr>
          <p:nvPr/>
        </p:nvSpPr>
        <p:spPr bwMode="auto">
          <a:xfrm>
            <a:off x="860908" y="37731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8" name="Text Box 37">
            <a:extLst>
              <a:ext uri="{FF2B5EF4-FFF2-40B4-BE49-F238E27FC236}">
                <a16:creationId xmlns:a16="http://schemas.microsoft.com/office/drawing/2014/main" id="{58D7F0A2-8737-457E-98AA-9D99C822D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1887" y="3939147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29" name="Object 38">
            <a:extLst>
              <a:ext uri="{FF2B5EF4-FFF2-40B4-BE49-F238E27FC236}">
                <a16:creationId xmlns:a16="http://schemas.microsoft.com/office/drawing/2014/main" id="{F7AE7A13-76D3-4525-BADF-669648FF8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53350"/>
              </p:ext>
            </p:extLst>
          </p:nvPr>
        </p:nvGraphicFramePr>
        <p:xfrm>
          <a:off x="5029200" y="3595688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6" name="Equation" r:id="rId39" imgW="622080" imgH="279360" progId="Equation.DSMT4">
                  <p:embed/>
                </p:oleObj>
              </mc:Choice>
              <mc:Fallback>
                <p:oleObj name="Equation" r:id="rId39" imgW="622080" imgH="279360" progId="Equation.DSMT4">
                  <p:embed/>
                  <p:pic>
                    <p:nvPicPr>
                      <p:cNvPr id="28" name="Object 38">
                        <a:extLst>
                          <a:ext uri="{FF2B5EF4-FFF2-40B4-BE49-F238E27FC236}">
                            <a16:creationId xmlns:a16="http://schemas.microsoft.com/office/drawing/2014/main" id="{7FA20D1E-823C-4DCB-A0BA-9FB032B3ED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595688"/>
                        <a:ext cx="622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9">
            <a:extLst>
              <a:ext uri="{FF2B5EF4-FFF2-40B4-BE49-F238E27FC236}">
                <a16:creationId xmlns:a16="http://schemas.microsoft.com/office/drawing/2014/main" id="{0AEC513C-8AC0-4345-810A-60CE61AA4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01028"/>
              </p:ext>
            </p:extLst>
          </p:nvPr>
        </p:nvGraphicFramePr>
        <p:xfrm>
          <a:off x="5740400" y="3614738"/>
          <a:ext cx="368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7" name="Equation" r:id="rId41" imgW="368280" imgH="266400" progId="Equation.DSMT4">
                  <p:embed/>
                </p:oleObj>
              </mc:Choice>
              <mc:Fallback>
                <p:oleObj name="Equation" r:id="rId41" imgW="368280" imgH="266400" progId="Equation.DSMT4">
                  <p:embed/>
                  <p:pic>
                    <p:nvPicPr>
                      <p:cNvPr id="29" name="Object 39">
                        <a:extLst>
                          <a:ext uri="{FF2B5EF4-FFF2-40B4-BE49-F238E27FC236}">
                            <a16:creationId xmlns:a16="http://schemas.microsoft.com/office/drawing/2014/main" id="{76B8FA1D-46B5-4BB6-883E-504AB3D11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3614738"/>
                        <a:ext cx="368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0">
            <a:extLst>
              <a:ext uri="{FF2B5EF4-FFF2-40B4-BE49-F238E27FC236}">
                <a16:creationId xmlns:a16="http://schemas.microsoft.com/office/drawing/2014/main" id="{790B8E21-6500-4E20-BC62-7C84F94E7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100622"/>
              </p:ext>
            </p:extLst>
          </p:nvPr>
        </p:nvGraphicFramePr>
        <p:xfrm>
          <a:off x="6315075" y="3582988"/>
          <a:ext cx="168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8" name="Equation" r:id="rId43" imgW="1688760" imgH="380880" progId="Equation.DSMT4">
                  <p:embed/>
                </p:oleObj>
              </mc:Choice>
              <mc:Fallback>
                <p:oleObj name="Equation" r:id="rId43" imgW="1688760" imgH="380880" progId="Equation.DSMT4">
                  <p:embed/>
                  <p:pic>
                    <p:nvPicPr>
                      <p:cNvPr id="30" name="Object 40">
                        <a:extLst>
                          <a:ext uri="{FF2B5EF4-FFF2-40B4-BE49-F238E27FC236}">
                            <a16:creationId xmlns:a16="http://schemas.microsoft.com/office/drawing/2014/main" id="{AE39E074-A0D7-4342-945D-213B8B461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075" y="3582988"/>
                        <a:ext cx="1689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1">
            <a:extLst>
              <a:ext uri="{FF2B5EF4-FFF2-40B4-BE49-F238E27FC236}">
                <a16:creationId xmlns:a16="http://schemas.microsoft.com/office/drawing/2014/main" id="{D16E2E9A-9717-4F92-B8A1-D5B58F108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501883"/>
              </p:ext>
            </p:extLst>
          </p:nvPr>
        </p:nvGraphicFramePr>
        <p:xfrm>
          <a:off x="5145088" y="4308475"/>
          <a:ext cx="723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9" name="Equation" r:id="rId45" imgW="723600" imgH="279360" progId="Equation.DSMT4">
                  <p:embed/>
                </p:oleObj>
              </mc:Choice>
              <mc:Fallback>
                <p:oleObj name="Equation" r:id="rId45" imgW="723600" imgH="279360" progId="Equation.DSMT4">
                  <p:embed/>
                  <p:pic>
                    <p:nvPicPr>
                      <p:cNvPr id="31" name="Object 41">
                        <a:extLst>
                          <a:ext uri="{FF2B5EF4-FFF2-40B4-BE49-F238E27FC236}">
                            <a16:creationId xmlns:a16="http://schemas.microsoft.com/office/drawing/2014/main" id="{6D33930D-85B7-423A-AD11-B88726D6F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8" y="4308475"/>
                        <a:ext cx="723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AutoShape 42">
            <a:extLst>
              <a:ext uri="{FF2B5EF4-FFF2-40B4-BE49-F238E27FC236}">
                <a16:creationId xmlns:a16="http://schemas.microsoft.com/office/drawing/2014/main" id="{249091D9-E7CE-49E8-B3CD-BFDB743C4B8A}"/>
              </a:ext>
            </a:extLst>
          </p:cNvPr>
          <p:cNvSpPr>
            <a:spLocks/>
          </p:cNvSpPr>
          <p:nvPr/>
        </p:nvSpPr>
        <p:spPr bwMode="auto">
          <a:xfrm>
            <a:off x="4747394" y="3744912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6238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 animBg="1"/>
      <p:bldP spid="25" grpId="0"/>
      <p:bldP spid="27" grpId="0" animBg="1"/>
      <p:bldP spid="28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1">
            <a:extLst>
              <a:ext uri="{FF2B5EF4-FFF2-40B4-BE49-F238E27FC236}">
                <a16:creationId xmlns:a16="http://schemas.microsoft.com/office/drawing/2014/main" id="{C669D4EA-C04F-4B0C-AD16-2A11FB4B7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15685"/>
              </p:ext>
            </p:extLst>
          </p:nvPr>
        </p:nvGraphicFramePr>
        <p:xfrm>
          <a:off x="970219" y="2355726"/>
          <a:ext cx="257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" name="Equation" r:id="rId3" imgW="2577960" imgH="406080" progId="Equation.DSMT4">
                  <p:embed/>
                </p:oleObj>
              </mc:Choice>
              <mc:Fallback>
                <p:oleObj name="Equation" r:id="rId3" imgW="2577960" imgH="406080" progId="Equation.DSMT4">
                  <p:embed/>
                  <p:pic>
                    <p:nvPicPr>
                      <p:cNvPr id="18" name="Object 31">
                        <a:extLst>
                          <a:ext uri="{FF2B5EF4-FFF2-40B4-BE49-F238E27FC236}">
                            <a16:creationId xmlns:a16="http://schemas.microsoft.com/office/drawing/2014/main" id="{C768616C-DE0F-41EA-A05D-9064E8876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219" y="2355726"/>
                        <a:ext cx="2578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2">
            <a:extLst>
              <a:ext uri="{FF2B5EF4-FFF2-40B4-BE49-F238E27FC236}">
                <a16:creationId xmlns:a16="http://schemas.microsoft.com/office/drawing/2014/main" id="{78A2F404-9191-42C8-AD5C-058D41B59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551039"/>
              </p:ext>
            </p:extLst>
          </p:nvPr>
        </p:nvGraphicFramePr>
        <p:xfrm>
          <a:off x="1086445" y="3032516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" name="Equation" r:id="rId5" imgW="1600200" imgH="380880" progId="Equation.DSMT4">
                  <p:embed/>
                </p:oleObj>
              </mc:Choice>
              <mc:Fallback>
                <p:oleObj name="Equation" r:id="rId5" imgW="1600200" imgH="380880" progId="Equation.DSMT4">
                  <p:embed/>
                  <p:pic>
                    <p:nvPicPr>
                      <p:cNvPr id="19" name="Object 32">
                        <a:extLst>
                          <a:ext uri="{FF2B5EF4-FFF2-40B4-BE49-F238E27FC236}">
                            <a16:creationId xmlns:a16="http://schemas.microsoft.com/office/drawing/2014/main" id="{442705F7-F9E3-49BE-98BF-74840CCB18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445" y="3032516"/>
                        <a:ext cx="1600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36">
            <a:extLst>
              <a:ext uri="{FF2B5EF4-FFF2-40B4-BE49-F238E27FC236}">
                <a16:creationId xmlns:a16="http://schemas.microsoft.com/office/drawing/2014/main" id="{D7F9FEDF-1B5E-4317-B743-EE38D66F8C2B}"/>
              </a:ext>
            </a:extLst>
          </p:cNvPr>
          <p:cNvSpPr>
            <a:spLocks/>
          </p:cNvSpPr>
          <p:nvPr/>
        </p:nvSpPr>
        <p:spPr bwMode="auto">
          <a:xfrm>
            <a:off x="811060" y="246014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51C6E4F5-E1C8-4930-9253-FFE167A90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019" y="2654241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6" name="Object 38">
            <a:extLst>
              <a:ext uri="{FF2B5EF4-FFF2-40B4-BE49-F238E27FC236}">
                <a16:creationId xmlns:a16="http://schemas.microsoft.com/office/drawing/2014/main" id="{F0789AD6-AD4F-4235-8CDD-A1D6617FD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348589"/>
              </p:ext>
            </p:extLst>
          </p:nvPr>
        </p:nvGraphicFramePr>
        <p:xfrm>
          <a:off x="4933687" y="2427610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" name="Equation" r:id="rId7" imgW="622080" imgH="279360" progId="Equation.DSMT4">
                  <p:embed/>
                </p:oleObj>
              </mc:Choice>
              <mc:Fallback>
                <p:oleObj name="Equation" r:id="rId7" imgW="622080" imgH="279360" progId="Equation.DSMT4">
                  <p:embed/>
                  <p:pic>
                    <p:nvPicPr>
                      <p:cNvPr id="24" name="Object 38">
                        <a:extLst>
                          <a:ext uri="{FF2B5EF4-FFF2-40B4-BE49-F238E27FC236}">
                            <a16:creationId xmlns:a16="http://schemas.microsoft.com/office/drawing/2014/main" id="{2AF36104-65E3-4AB4-AFCF-AFBA946AFA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687" y="2427610"/>
                        <a:ext cx="622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9">
            <a:extLst>
              <a:ext uri="{FF2B5EF4-FFF2-40B4-BE49-F238E27FC236}">
                <a16:creationId xmlns:a16="http://schemas.microsoft.com/office/drawing/2014/main" id="{EF177EC4-3740-45D7-8B6C-ED665F13A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925800"/>
              </p:ext>
            </p:extLst>
          </p:nvPr>
        </p:nvGraphicFramePr>
        <p:xfrm>
          <a:off x="5555987" y="2440310"/>
          <a:ext cx="368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3" name="Equation" r:id="rId9" imgW="368280" imgH="266400" progId="Equation.DSMT4">
                  <p:embed/>
                </p:oleObj>
              </mc:Choice>
              <mc:Fallback>
                <p:oleObj name="Equation" r:id="rId9" imgW="368280" imgH="266400" progId="Equation.DSMT4">
                  <p:embed/>
                  <p:pic>
                    <p:nvPicPr>
                      <p:cNvPr id="25" name="Object 39">
                        <a:extLst>
                          <a:ext uri="{FF2B5EF4-FFF2-40B4-BE49-F238E27FC236}">
                            <a16:creationId xmlns:a16="http://schemas.microsoft.com/office/drawing/2014/main" id="{800BDA66-4870-46E5-9D19-C41FE5BC0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5987" y="2440310"/>
                        <a:ext cx="368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0">
            <a:extLst>
              <a:ext uri="{FF2B5EF4-FFF2-40B4-BE49-F238E27FC236}">
                <a16:creationId xmlns:a16="http://schemas.microsoft.com/office/drawing/2014/main" id="{0A6F236A-62EC-4577-B8A2-41A9978C92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505640"/>
              </p:ext>
            </p:extLst>
          </p:nvPr>
        </p:nvGraphicFramePr>
        <p:xfrm>
          <a:off x="5983488" y="2211710"/>
          <a:ext cx="1739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" name="Equation" r:id="rId11" imgW="1739880" imgH="723600" progId="Equation.DSMT4">
                  <p:embed/>
                </p:oleObj>
              </mc:Choice>
              <mc:Fallback>
                <p:oleObj name="Equation" r:id="rId11" imgW="1739880" imgH="723600" progId="Equation.DSMT4">
                  <p:embed/>
                  <p:pic>
                    <p:nvPicPr>
                      <p:cNvPr id="26" name="Object 40">
                        <a:extLst>
                          <a:ext uri="{FF2B5EF4-FFF2-40B4-BE49-F238E27FC236}">
                            <a16:creationId xmlns:a16="http://schemas.microsoft.com/office/drawing/2014/main" id="{2A6FDF77-2206-462B-A2C0-C26BF1488D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488" y="2211710"/>
                        <a:ext cx="1739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1">
            <a:extLst>
              <a:ext uri="{FF2B5EF4-FFF2-40B4-BE49-F238E27FC236}">
                <a16:creationId xmlns:a16="http://schemas.microsoft.com/office/drawing/2014/main" id="{577F2499-82E8-4D00-8965-663E9CF38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091565"/>
              </p:ext>
            </p:extLst>
          </p:nvPr>
        </p:nvGraphicFramePr>
        <p:xfrm>
          <a:off x="4981269" y="3080962"/>
          <a:ext cx="723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5" name="Equation" r:id="rId13" imgW="723600" imgH="279360" progId="Equation.DSMT4">
                  <p:embed/>
                </p:oleObj>
              </mc:Choice>
              <mc:Fallback>
                <p:oleObj name="Equation" r:id="rId13" imgW="723600" imgH="279360" progId="Equation.DSMT4">
                  <p:embed/>
                  <p:pic>
                    <p:nvPicPr>
                      <p:cNvPr id="27" name="Object 41">
                        <a:extLst>
                          <a:ext uri="{FF2B5EF4-FFF2-40B4-BE49-F238E27FC236}">
                            <a16:creationId xmlns:a16="http://schemas.microsoft.com/office/drawing/2014/main" id="{0420296B-F454-466E-8EEC-3BC9B586C2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269" y="3080962"/>
                        <a:ext cx="723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42">
            <a:extLst>
              <a:ext uri="{FF2B5EF4-FFF2-40B4-BE49-F238E27FC236}">
                <a16:creationId xmlns:a16="http://schemas.microsoft.com/office/drawing/2014/main" id="{CEB0A482-6B26-4C7F-82E0-2A9472CCD1FD}"/>
              </a:ext>
            </a:extLst>
          </p:cNvPr>
          <p:cNvSpPr>
            <a:spLocks/>
          </p:cNvSpPr>
          <p:nvPr/>
        </p:nvSpPr>
        <p:spPr bwMode="auto">
          <a:xfrm>
            <a:off x="4655368" y="2500974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E53F763E-8BB4-43FE-BADE-F6DC1A3E23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249502"/>
              </p:ext>
            </p:extLst>
          </p:nvPr>
        </p:nvGraphicFramePr>
        <p:xfrm>
          <a:off x="489495" y="798235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6" name="Equation" r:id="rId15" imgW="863280" imgH="342720" progId="Equation.DSMT4">
                  <p:embed/>
                </p:oleObj>
              </mc:Choice>
              <mc:Fallback>
                <p:oleObj name="Equation" r:id="rId15" imgW="863280" imgH="3427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0B855F8E-7982-43E5-B3CD-4416B5419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95" y="798235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41EDBE54-F619-4261-AC43-5F38317CB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9120"/>
              </p:ext>
            </p:extLst>
          </p:nvPr>
        </p:nvGraphicFramePr>
        <p:xfrm>
          <a:off x="3548319" y="133370"/>
          <a:ext cx="660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7" name="Equation" r:id="rId17" imgW="660240" imgH="330120" progId="Equation.DSMT4">
                  <p:embed/>
                </p:oleObj>
              </mc:Choice>
              <mc:Fallback>
                <p:oleObj name="Equation" r:id="rId17" imgW="660240" imgH="33012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31444A67-BA36-4C6F-986B-F44ED616A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319" y="133370"/>
                        <a:ext cx="660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ACF95DA5-A801-4A6A-96F2-9217AEAD7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21341"/>
              </p:ext>
            </p:extLst>
          </p:nvPr>
        </p:nvGraphicFramePr>
        <p:xfrm>
          <a:off x="1681419" y="107673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" name="Equation" r:id="rId19" imgW="901440" imgH="342720" progId="Equation.DSMT4">
                  <p:embed/>
                </p:oleObj>
              </mc:Choice>
              <mc:Fallback>
                <p:oleObj name="Equation" r:id="rId19" imgW="901440" imgH="34272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8F588942-34B0-4270-B000-46E9AE00A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419" y="107673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E24E5431-C59E-433E-88AE-82088D0F7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428503"/>
              </p:ext>
            </p:extLst>
          </p:nvPr>
        </p:nvGraphicFramePr>
        <p:xfrm>
          <a:off x="3537207" y="729973"/>
          <a:ext cx="673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" name="Equation" r:id="rId21" imgW="672840" imgH="330120" progId="Equation.DSMT4">
                  <p:embed/>
                </p:oleObj>
              </mc:Choice>
              <mc:Fallback>
                <p:oleObj name="Equation" r:id="rId21" imgW="672840" imgH="33012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C095F8D6-C106-4655-BF7F-2E17F889A1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7207" y="729973"/>
                        <a:ext cx="6731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>
            <a:extLst>
              <a:ext uri="{FF2B5EF4-FFF2-40B4-BE49-F238E27FC236}">
                <a16:creationId xmlns:a16="http://schemas.microsoft.com/office/drawing/2014/main" id="{77443C8A-680D-4137-B8D7-25816333B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475703"/>
              </p:ext>
            </p:extLst>
          </p:nvPr>
        </p:nvGraphicFramePr>
        <p:xfrm>
          <a:off x="1635382" y="558233"/>
          <a:ext cx="147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0" name="Equation" r:id="rId23" imgW="1473120" imgH="723600" progId="Equation.DSMT4">
                  <p:embed/>
                </p:oleObj>
              </mc:Choice>
              <mc:Fallback>
                <p:oleObj name="Equation" r:id="rId23" imgW="1473120" imgH="723600" progId="Equation.DSMT4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84AE766C-D9BD-4ACC-95C5-466B4CFB4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82" y="558233"/>
                        <a:ext cx="1473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28B46A75-1602-43E3-82DD-86C068B38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723418"/>
              </p:ext>
            </p:extLst>
          </p:nvPr>
        </p:nvGraphicFramePr>
        <p:xfrm>
          <a:off x="3484819" y="1379260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1" name="Equation" r:id="rId25" imgW="685800" imgH="279360" progId="Equation.DSMT4">
                  <p:embed/>
                </p:oleObj>
              </mc:Choice>
              <mc:Fallback>
                <p:oleObj name="Equation" r:id="rId25" imgW="685800" imgH="279360" progId="Equation.DSMT4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B082D008-916C-4A96-A248-F8E7054F41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819" y="1379260"/>
                        <a:ext cx="685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>
            <a:extLst>
              <a:ext uri="{FF2B5EF4-FFF2-40B4-BE49-F238E27FC236}">
                <a16:creationId xmlns:a16="http://schemas.microsoft.com/office/drawing/2014/main" id="{4176347F-3BA2-4271-9211-CD98FDB11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52607"/>
              </p:ext>
            </p:extLst>
          </p:nvPr>
        </p:nvGraphicFramePr>
        <p:xfrm>
          <a:off x="1754444" y="1430060"/>
          <a:ext cx="41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2" name="Equation" r:id="rId27" imgW="419040" imgH="406080" progId="Equation.DSMT4">
                  <p:embed/>
                </p:oleObj>
              </mc:Choice>
              <mc:Fallback>
                <p:oleObj name="Equation" r:id="rId27" imgW="419040" imgH="406080" progId="Equation.DSMT4">
                  <p:embed/>
                  <p:pic>
                    <p:nvPicPr>
                      <p:cNvPr id="13" name="Object 14">
                        <a:extLst>
                          <a:ext uri="{FF2B5EF4-FFF2-40B4-BE49-F238E27FC236}">
                            <a16:creationId xmlns:a16="http://schemas.microsoft.com/office/drawing/2014/main" id="{2C014E43-1C0A-4C48-BC05-4C672758B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444" y="1430060"/>
                        <a:ext cx="419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43">
            <a:extLst>
              <a:ext uri="{FF2B5EF4-FFF2-40B4-BE49-F238E27FC236}">
                <a16:creationId xmlns:a16="http://schemas.microsoft.com/office/drawing/2014/main" id="{882564DD-9D39-4010-BF82-3D9BBB8D4A63}"/>
              </a:ext>
            </a:extLst>
          </p:cNvPr>
          <p:cNvSpPr>
            <a:spLocks/>
          </p:cNvSpPr>
          <p:nvPr/>
        </p:nvSpPr>
        <p:spPr bwMode="auto">
          <a:xfrm>
            <a:off x="1363919" y="178030"/>
            <a:ext cx="228600" cy="16002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8648B7A-FF94-47A3-8B7A-41BD7EBC3DAA}"/>
              </a:ext>
            </a:extLst>
          </p:cNvPr>
          <p:cNvCxnSpPr/>
          <p:nvPr/>
        </p:nvCxnSpPr>
        <p:spPr>
          <a:xfrm>
            <a:off x="-17685" y="1923678"/>
            <a:ext cx="9036496" cy="0"/>
          </a:xfrm>
          <a:prstGeom prst="line">
            <a:avLst/>
          </a:prstGeom>
          <a:ln w="25400" cmpd="dbl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Object 15">
            <a:extLst>
              <a:ext uri="{FF2B5EF4-FFF2-40B4-BE49-F238E27FC236}">
                <a16:creationId xmlns:a16="http://schemas.microsoft.com/office/drawing/2014/main" id="{1CFFB3BC-F776-4FCF-8EE8-15E3DB372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512637"/>
              </p:ext>
            </p:extLst>
          </p:nvPr>
        </p:nvGraphicFramePr>
        <p:xfrm>
          <a:off x="4622429" y="273357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3" name="Equation" r:id="rId29" imgW="1028520" imgH="380880" progId="Equation.DSMT4">
                  <p:embed/>
                </p:oleObj>
              </mc:Choice>
              <mc:Fallback>
                <p:oleObj name="Equation" r:id="rId29" imgW="1028520" imgH="380880" progId="Equation.DSMT4">
                  <p:embed/>
                  <p:pic>
                    <p:nvPicPr>
                      <p:cNvPr id="14" name="Object 15">
                        <a:extLst>
                          <a:ext uri="{FF2B5EF4-FFF2-40B4-BE49-F238E27FC236}">
                            <a16:creationId xmlns:a16="http://schemas.microsoft.com/office/drawing/2014/main" id="{513045B2-B8DC-49BE-A2BE-6C90ADF4E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429" y="273357"/>
                        <a:ext cx="1028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649E77F7-E6EF-482A-9B25-FAF9B6347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854111"/>
              </p:ext>
            </p:extLst>
          </p:nvPr>
        </p:nvGraphicFramePr>
        <p:xfrm>
          <a:off x="5703516" y="285770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4" name="Equation" r:id="rId31" imgW="1257120" imgH="355320" progId="Equation.DSMT4">
                  <p:embed/>
                </p:oleObj>
              </mc:Choice>
              <mc:Fallback>
                <p:oleObj name="Equation" r:id="rId31" imgW="1257120" imgH="355320" progId="Equation.DSMT4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DC863518-7FB6-4B82-BA32-8F2D03ADA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516" y="285770"/>
                        <a:ext cx="12573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9">
            <a:extLst>
              <a:ext uri="{FF2B5EF4-FFF2-40B4-BE49-F238E27FC236}">
                <a16:creationId xmlns:a16="http://schemas.microsoft.com/office/drawing/2014/main" id="{696328C5-E192-4CC1-8B42-AEDC5E91E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064568"/>
              </p:ext>
            </p:extLst>
          </p:nvPr>
        </p:nvGraphicFramePr>
        <p:xfrm>
          <a:off x="4653715" y="883911"/>
          <a:ext cx="104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5" name="Equation" r:id="rId33" imgW="1041120" imgH="380880" progId="Equation.DSMT4">
                  <p:embed/>
                </p:oleObj>
              </mc:Choice>
              <mc:Fallback>
                <p:oleObj name="Equation" r:id="rId33" imgW="1041120" imgH="380880" progId="Equation.DSMT4">
                  <p:embed/>
                  <p:pic>
                    <p:nvPicPr>
                      <p:cNvPr id="16" name="Object 19">
                        <a:extLst>
                          <a:ext uri="{FF2B5EF4-FFF2-40B4-BE49-F238E27FC236}">
                            <a16:creationId xmlns:a16="http://schemas.microsoft.com/office/drawing/2014/main" id="{537F92BC-7642-4FA4-B9AB-BCBB3BE8A5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3715" y="883911"/>
                        <a:ext cx="1041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0">
            <a:extLst>
              <a:ext uri="{FF2B5EF4-FFF2-40B4-BE49-F238E27FC236}">
                <a16:creationId xmlns:a16="http://schemas.microsoft.com/office/drawing/2014/main" id="{F68D70E4-816A-4629-825D-16B70C11D5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63815"/>
              </p:ext>
            </p:extLst>
          </p:nvPr>
        </p:nvGraphicFramePr>
        <p:xfrm>
          <a:off x="5703166" y="918487"/>
          <a:ext cx="135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6" name="Equation" r:id="rId35" imgW="1358640" imgH="355320" progId="Equation.DSMT4">
                  <p:embed/>
                </p:oleObj>
              </mc:Choice>
              <mc:Fallback>
                <p:oleObj name="Equation" r:id="rId35" imgW="1358640" imgH="355320" progId="Equation.DSMT4">
                  <p:embed/>
                  <p:pic>
                    <p:nvPicPr>
                      <p:cNvPr id="17" name="Object 20">
                        <a:extLst>
                          <a:ext uri="{FF2B5EF4-FFF2-40B4-BE49-F238E27FC236}">
                            <a16:creationId xmlns:a16="http://schemas.microsoft.com/office/drawing/2014/main" id="{201E1CC4-45FB-4AA6-BC32-80A7EA06D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166" y="918487"/>
                        <a:ext cx="1358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5">
            <a:extLst>
              <a:ext uri="{FF2B5EF4-FFF2-40B4-BE49-F238E27FC236}">
                <a16:creationId xmlns:a16="http://schemas.microsoft.com/office/drawing/2014/main" id="{0B382E3E-D044-4D41-8D45-C661864C85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813663"/>
              </p:ext>
            </p:extLst>
          </p:nvPr>
        </p:nvGraphicFramePr>
        <p:xfrm>
          <a:off x="623888" y="3846934"/>
          <a:ext cx="262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" name="Equation" r:id="rId37" imgW="2628720" imgH="380880" progId="Equation.DSMT4">
                  <p:embed/>
                </p:oleObj>
              </mc:Choice>
              <mc:Fallback>
                <p:oleObj name="Equation" r:id="rId37" imgW="2628720" imgH="380880" progId="Equation.DSMT4">
                  <p:embed/>
                  <p:pic>
                    <p:nvPicPr>
                      <p:cNvPr id="33827" name="Object 35">
                        <a:extLst>
                          <a:ext uri="{FF2B5EF4-FFF2-40B4-BE49-F238E27FC236}">
                            <a16:creationId xmlns:a16="http://schemas.microsoft.com/office/drawing/2014/main" id="{E8F80B89-67D1-4F7A-9D34-08057602B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3846934"/>
                        <a:ext cx="2628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6">
            <a:extLst>
              <a:ext uri="{FF2B5EF4-FFF2-40B4-BE49-F238E27FC236}">
                <a16:creationId xmlns:a16="http://schemas.microsoft.com/office/drawing/2014/main" id="{0D2AC883-3324-4FD7-A1F3-17BE608D7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178346"/>
              </p:ext>
            </p:extLst>
          </p:nvPr>
        </p:nvGraphicFramePr>
        <p:xfrm>
          <a:off x="3559100" y="3858740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8" name="Equation" r:id="rId39" imgW="1155600" imgH="355320" progId="Equation.DSMT4">
                  <p:embed/>
                </p:oleObj>
              </mc:Choice>
              <mc:Fallback>
                <p:oleObj name="Equation" r:id="rId39" imgW="1155600" imgH="355320" progId="Equation.DSMT4">
                  <p:embed/>
                  <p:pic>
                    <p:nvPicPr>
                      <p:cNvPr id="33828" name="Object 36">
                        <a:extLst>
                          <a:ext uri="{FF2B5EF4-FFF2-40B4-BE49-F238E27FC236}">
                            <a16:creationId xmlns:a16="http://schemas.microsoft.com/office/drawing/2014/main" id="{9D922A7D-A94F-439F-94D6-3B7C70DE1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00" y="3858740"/>
                        <a:ext cx="1155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7">
            <a:extLst>
              <a:ext uri="{FF2B5EF4-FFF2-40B4-BE49-F238E27FC236}">
                <a16:creationId xmlns:a16="http://schemas.microsoft.com/office/drawing/2014/main" id="{4B6CF3B0-7669-4586-9C44-0D4C42D79C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361505"/>
              </p:ext>
            </p:extLst>
          </p:nvPr>
        </p:nvGraphicFramePr>
        <p:xfrm>
          <a:off x="5210588" y="3546489"/>
          <a:ext cx="2501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" name="Equation" r:id="rId41" imgW="2501640" imgH="863280" progId="Equation.DSMT4">
                  <p:embed/>
                </p:oleObj>
              </mc:Choice>
              <mc:Fallback>
                <p:oleObj name="Equation" r:id="rId41" imgW="2501640" imgH="863280" progId="Equation.DSMT4">
                  <p:embed/>
                  <p:pic>
                    <p:nvPicPr>
                      <p:cNvPr id="33829" name="Object 37">
                        <a:extLst>
                          <a:ext uri="{FF2B5EF4-FFF2-40B4-BE49-F238E27FC236}">
                            <a16:creationId xmlns:a16="http://schemas.microsoft.com/office/drawing/2014/main" id="{8681AC89-52BC-42FB-BD69-A9832102B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588" y="3546489"/>
                        <a:ext cx="25019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990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3F0DE6F4-C291-4725-ABFE-2F11556B9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082678"/>
              </p:ext>
            </p:extLst>
          </p:nvPr>
        </p:nvGraphicFramePr>
        <p:xfrm>
          <a:off x="1911350" y="774700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0" name="Equation" r:id="rId3" imgW="863280" imgH="342720" progId="Equation.DSMT4">
                  <p:embed/>
                </p:oleObj>
              </mc:Choice>
              <mc:Fallback>
                <p:oleObj name="Equation" r:id="rId3" imgW="863280" imgH="342720" progId="Equation.DSMT4">
                  <p:embed/>
                  <p:pic>
                    <p:nvPicPr>
                      <p:cNvPr id="36866" name="Object 2">
                        <a:extLst>
                          <a:ext uri="{FF2B5EF4-FFF2-40B4-BE49-F238E27FC236}">
                            <a16:creationId xmlns:a16="http://schemas.microsoft.com/office/drawing/2014/main" id="{6D242C44-5B4C-4C8C-A554-D0965CF1E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774700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7DA5F0E1-09F8-462C-8C7B-2D9E4807E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720" y="686483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设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63EDBE6-AEB2-4F4F-ABE6-C5E1904C61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990815"/>
              </p:ext>
            </p:extLst>
          </p:nvPr>
        </p:nvGraphicFramePr>
        <p:xfrm>
          <a:off x="5211011" y="692150"/>
          <a:ext cx="20843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1" name="Equation" r:id="rId5" imgW="2349360" imgH="380880" progId="Equation.DSMT4">
                  <p:embed/>
                </p:oleObj>
              </mc:Choice>
              <mc:Fallback>
                <p:oleObj name="Equation" r:id="rId5" imgW="2349360" imgH="380880" progId="Equation.DSMT4">
                  <p:embed/>
                  <p:pic>
                    <p:nvPicPr>
                      <p:cNvPr id="36870" name="Object 6">
                        <a:extLst>
                          <a:ext uri="{FF2B5EF4-FFF2-40B4-BE49-F238E27FC236}">
                            <a16:creationId xmlns:a16="http://schemas.microsoft.com/office/drawing/2014/main" id="{B6EBE7BD-32E0-49EA-9DAB-CF675A5EF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011" y="692150"/>
                        <a:ext cx="2084387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7">
            <a:extLst>
              <a:ext uri="{FF2B5EF4-FFF2-40B4-BE49-F238E27FC236}">
                <a16:creationId xmlns:a16="http://schemas.microsoft.com/office/drawing/2014/main" id="{EF67A93C-5E33-44C0-B049-8E797341A238}"/>
              </a:ext>
            </a:extLst>
          </p:cNvPr>
          <p:cNvSpPr txBox="1">
            <a:spLocks noChangeArrowheads="1"/>
          </p:cNvSpPr>
          <p:nvPr/>
        </p:nvSpPr>
        <p:spPr>
          <a:xfrm>
            <a:off x="794435" y="669455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" name="AutoShape 30">
            <a:extLst>
              <a:ext uri="{FF2B5EF4-FFF2-40B4-BE49-F238E27FC236}">
                <a16:creationId xmlns:a16="http://schemas.microsoft.com/office/drawing/2014/main" id="{C17FD9CA-9CCC-41A9-B0FD-36423FDF28A7}"/>
              </a:ext>
            </a:extLst>
          </p:cNvPr>
          <p:cNvSpPr>
            <a:spLocks/>
          </p:cNvSpPr>
          <p:nvPr/>
        </p:nvSpPr>
        <p:spPr bwMode="auto">
          <a:xfrm>
            <a:off x="2875180" y="37465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7" name="Object 31">
            <a:extLst>
              <a:ext uri="{FF2B5EF4-FFF2-40B4-BE49-F238E27FC236}">
                <a16:creationId xmlns:a16="http://schemas.microsoft.com/office/drawing/2014/main" id="{F8D3DC2D-813C-4CAE-8257-8861E1FC6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714952"/>
              </p:ext>
            </p:extLst>
          </p:nvPr>
        </p:nvGraphicFramePr>
        <p:xfrm>
          <a:off x="3186113" y="279400"/>
          <a:ext cx="186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2" name="Equation" r:id="rId7" imgW="1866600" imgH="736560" progId="Equation.DSMT4">
                  <p:embed/>
                </p:oleObj>
              </mc:Choice>
              <mc:Fallback>
                <p:oleObj name="Equation" r:id="rId7" imgW="1866600" imgH="736560" progId="Equation.DSMT4">
                  <p:embed/>
                  <p:pic>
                    <p:nvPicPr>
                      <p:cNvPr id="36895" name="Object 31">
                        <a:extLst>
                          <a:ext uri="{FF2B5EF4-FFF2-40B4-BE49-F238E27FC236}">
                            <a16:creationId xmlns:a16="http://schemas.microsoft.com/office/drawing/2014/main" id="{7C53EC80-076A-413D-9526-E97D4013AC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279400"/>
                        <a:ext cx="1866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2">
            <a:extLst>
              <a:ext uri="{FF2B5EF4-FFF2-40B4-BE49-F238E27FC236}">
                <a16:creationId xmlns:a16="http://schemas.microsoft.com/office/drawing/2014/main" id="{7DD3819B-F6F4-499B-8584-EDEF20461B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000142"/>
              </p:ext>
            </p:extLst>
          </p:nvPr>
        </p:nvGraphicFramePr>
        <p:xfrm>
          <a:off x="3462772" y="1186080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3" name="Equation" r:id="rId9" imgW="1549080" imgH="342720" progId="Equation.DSMT4">
                  <p:embed/>
                </p:oleObj>
              </mc:Choice>
              <mc:Fallback>
                <p:oleObj name="Equation" r:id="rId9" imgW="1549080" imgH="342720" progId="Equation.DSMT4">
                  <p:embed/>
                  <p:pic>
                    <p:nvPicPr>
                      <p:cNvPr id="36896" name="Object 32">
                        <a:extLst>
                          <a:ext uri="{FF2B5EF4-FFF2-40B4-BE49-F238E27FC236}">
                            <a16:creationId xmlns:a16="http://schemas.microsoft.com/office/drawing/2014/main" id="{83F85583-B16F-4D25-9A7A-3FF7C92EA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772" y="1186080"/>
                        <a:ext cx="154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3">
            <a:extLst>
              <a:ext uri="{FF2B5EF4-FFF2-40B4-BE49-F238E27FC236}">
                <a16:creationId xmlns:a16="http://schemas.microsoft.com/office/drawing/2014/main" id="{C69A0745-6322-4002-8FE5-57508FA6B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060" y="611485"/>
            <a:ext cx="3663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处的连续性</a:t>
            </a:r>
            <a:endParaRPr kumimoji="1" lang="en-US" altLang="zh-CN" sz="2400" b="1" dirty="0">
              <a:latin typeface="+mj-ea"/>
              <a:ea typeface="+mj-ea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ABF58FD-0E00-4BC1-AE04-EAF9DF4B8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20" y="2202458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109BBE26-FF95-4592-ACA2-D69D5A533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56821"/>
              </p:ext>
            </p:extLst>
          </p:nvPr>
        </p:nvGraphicFramePr>
        <p:xfrm>
          <a:off x="1377950" y="2254895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" name="Equation" r:id="rId11" imgW="1066680" imgH="482400" progId="Equation.DSMT4">
                  <p:embed/>
                </p:oleObj>
              </mc:Choice>
              <mc:Fallback>
                <p:oleObj name="Equation" r:id="rId11" imgW="1066680" imgH="482400" progId="Equation.DSMT4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090C6434-419A-4C25-8016-C25FC90E2F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2254895"/>
                        <a:ext cx="1066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0C40FD06-1343-41B9-BF85-75413DA85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06428"/>
            <a:ext cx="719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又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E3209354-0D71-4843-B19E-ADF8BA990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126292"/>
              </p:ext>
            </p:extLst>
          </p:nvPr>
        </p:nvGraphicFramePr>
        <p:xfrm>
          <a:off x="1395197" y="3053879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" name="Equation" r:id="rId13" imgW="1955520" imgH="736560" progId="Equation.DSMT4">
                  <p:embed/>
                </p:oleObj>
              </mc:Choice>
              <mc:Fallback>
                <p:oleObj name="Equation" r:id="rId13" imgW="1955520" imgH="736560" progId="Equation.DSMT4">
                  <p:embed/>
                  <p:pic>
                    <p:nvPicPr>
                      <p:cNvPr id="36878" name="Object 14">
                        <a:extLst>
                          <a:ext uri="{FF2B5EF4-FFF2-40B4-BE49-F238E27FC236}">
                            <a16:creationId xmlns:a16="http://schemas.microsoft.com/office/drawing/2014/main" id="{E6CD7F0A-73F8-44BA-AC98-F09D6FAE35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197" y="3053879"/>
                        <a:ext cx="1955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55">
            <a:extLst>
              <a:ext uri="{FF2B5EF4-FFF2-40B4-BE49-F238E27FC236}">
                <a16:creationId xmlns:a16="http://schemas.microsoft.com/office/drawing/2014/main" id="{7A035C00-1B27-4C27-838B-5F7A6E52C29B}"/>
              </a:ext>
            </a:extLst>
          </p:cNvPr>
          <p:cNvGrpSpPr>
            <a:grpSpLocks/>
          </p:cNvGrpSpPr>
          <p:nvPr/>
        </p:nvGrpSpPr>
        <p:grpSpPr bwMode="auto">
          <a:xfrm>
            <a:off x="5514975" y="2151888"/>
            <a:ext cx="3794126" cy="498474"/>
            <a:chOff x="165" y="1778"/>
            <a:chExt cx="2390" cy="314"/>
          </a:xfrm>
        </p:grpSpPr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9F90EE51-65BA-43BC-A919-4476A98F7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1801"/>
              <a:ext cx="7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所以                          </a:t>
              </a:r>
            </a:p>
          </p:txBody>
        </p:sp>
        <p:graphicFrame>
          <p:nvGraphicFramePr>
            <p:cNvPr id="17" name="Object 12">
              <a:extLst>
                <a:ext uri="{FF2B5EF4-FFF2-40B4-BE49-F238E27FC236}">
                  <a16:creationId xmlns:a16="http://schemas.microsoft.com/office/drawing/2014/main" id="{FFF36E8A-3655-4993-9548-2262741C2E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7626349"/>
                </p:ext>
              </p:extLst>
            </p:nvPr>
          </p:nvGraphicFramePr>
          <p:xfrm>
            <a:off x="618" y="1838"/>
            <a:ext cx="39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6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36876" name="Object 12">
                          <a:extLst>
                            <a:ext uri="{FF2B5EF4-FFF2-40B4-BE49-F238E27FC236}">
                              <a16:creationId xmlns:a16="http://schemas.microsoft.com/office/drawing/2014/main" id="{7DC42DC0-2B95-4851-B3F0-AFC4F9869B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" y="1838"/>
                          <a:ext cx="39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9">
              <a:extLst>
                <a:ext uri="{FF2B5EF4-FFF2-40B4-BE49-F238E27FC236}">
                  <a16:creationId xmlns:a16="http://schemas.microsoft.com/office/drawing/2014/main" id="{1A70C4A6-28C4-4E4A-83BE-13C789F393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383956"/>
                </p:ext>
              </p:extLst>
            </p:nvPr>
          </p:nvGraphicFramePr>
          <p:xfrm>
            <a:off x="1273" y="1853"/>
            <a:ext cx="40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7" name="Equation" r:id="rId17" imgW="647640" imgH="279360" progId="Equation.DSMT4">
                    <p:embed/>
                  </p:oleObj>
                </mc:Choice>
                <mc:Fallback>
                  <p:oleObj name="Equation" r:id="rId17" imgW="647640" imgH="279360" progId="Equation.DSMT4">
                    <p:embed/>
                    <p:pic>
                      <p:nvPicPr>
                        <p:cNvPr id="36883" name="Object 19">
                          <a:extLst>
                            <a:ext uri="{FF2B5EF4-FFF2-40B4-BE49-F238E27FC236}">
                              <a16:creationId xmlns:a16="http://schemas.microsoft.com/office/drawing/2014/main" id="{B3AE1347-F8FA-4468-8051-CE5ECA8F17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" y="1853"/>
                          <a:ext cx="408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F0C81292-61A3-4970-A9D1-9F6C38A84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1788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在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D348079B-10CA-4132-A2E4-97B7F2DFA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778"/>
              <a:ext cx="8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+mj-ea"/>
                  <a:ea typeface="+mj-ea"/>
                </a:rPr>
                <a:t>处连续</a:t>
              </a:r>
              <a:r>
                <a:rPr kumimoji="1" lang="en-US" altLang="zh-CN" sz="2400" b="1" dirty="0">
                  <a:latin typeface="+mj-ea"/>
                  <a:ea typeface="+mj-ea"/>
                </a:rPr>
                <a:t>. </a:t>
              </a:r>
            </a:p>
          </p:txBody>
        </p:sp>
      </p:grpSp>
      <p:grpSp>
        <p:nvGrpSpPr>
          <p:cNvPr id="21" name="Group 56">
            <a:extLst>
              <a:ext uri="{FF2B5EF4-FFF2-40B4-BE49-F238E27FC236}">
                <a16:creationId xmlns:a16="http://schemas.microsoft.com/office/drawing/2014/main" id="{DE846E6B-C0E3-4EC7-82CF-102232A08ACD}"/>
              </a:ext>
            </a:extLst>
          </p:cNvPr>
          <p:cNvGrpSpPr>
            <a:grpSpLocks/>
          </p:cNvGrpSpPr>
          <p:nvPr/>
        </p:nvGrpSpPr>
        <p:grpSpPr bwMode="auto">
          <a:xfrm>
            <a:off x="2503487" y="4049719"/>
            <a:ext cx="3476625" cy="481013"/>
            <a:chOff x="384" y="3492"/>
            <a:chExt cx="2190" cy="303"/>
          </a:xfrm>
        </p:grpSpPr>
        <p:sp>
          <p:nvSpPr>
            <p:cNvPr id="22" name="Text Box 15">
              <a:extLst>
                <a:ext uri="{FF2B5EF4-FFF2-40B4-BE49-F238E27FC236}">
                  <a16:creationId xmlns:a16="http://schemas.microsoft.com/office/drawing/2014/main" id="{276409C8-5B48-4E76-AF78-687B1E133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504"/>
              <a:ext cx="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即</a:t>
              </a:r>
            </a:p>
          </p:txBody>
        </p:sp>
        <p:graphicFrame>
          <p:nvGraphicFramePr>
            <p:cNvPr id="23" name="Object 16">
              <a:extLst>
                <a:ext uri="{FF2B5EF4-FFF2-40B4-BE49-F238E27FC236}">
                  <a16:creationId xmlns:a16="http://schemas.microsoft.com/office/drawing/2014/main" id="{C657B6D4-42B3-4584-99CE-675941176A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0670648"/>
                </p:ext>
              </p:extLst>
            </p:nvPr>
          </p:nvGraphicFramePr>
          <p:xfrm>
            <a:off x="630" y="3558"/>
            <a:ext cx="39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8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36880" name="Object 16">
                          <a:extLst>
                            <a:ext uri="{FF2B5EF4-FFF2-40B4-BE49-F238E27FC236}">
                              <a16:creationId xmlns:a16="http://schemas.microsoft.com/office/drawing/2014/main" id="{7CCBC606-DA75-455B-88A7-99CB86DD07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3558"/>
                          <a:ext cx="39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11C52DBB-BB80-4942-AC5A-9D939F0CD8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9254951"/>
                </p:ext>
              </p:extLst>
            </p:nvPr>
          </p:nvGraphicFramePr>
          <p:xfrm>
            <a:off x="1272" y="3552"/>
            <a:ext cx="40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9" name="Equation" r:id="rId21" imgW="647640" imgH="279360" progId="Equation.DSMT4">
                    <p:embed/>
                  </p:oleObj>
                </mc:Choice>
                <mc:Fallback>
                  <p:oleObj name="Equation" r:id="rId21" imgW="647640" imgH="279360" progId="Equation.DSMT4">
                    <p:embed/>
                    <p:pic>
                      <p:nvPicPr>
                        <p:cNvPr id="36887" name="Object 23">
                          <a:extLst>
                            <a:ext uri="{FF2B5EF4-FFF2-40B4-BE49-F238E27FC236}">
                              <a16:creationId xmlns:a16="http://schemas.microsoft.com/office/drawing/2014/main" id="{47482D65-AF69-495D-B217-77F23A05D3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2" y="3552"/>
                          <a:ext cx="408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56312965-5010-45B9-B453-0987AFB82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3495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在</a:t>
              </a: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6DABA28F-995E-4806-A515-2155C311A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3492"/>
              <a:ext cx="8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+mj-ea"/>
                  <a:ea typeface="+mj-ea"/>
                </a:rPr>
                <a:t>处可导 </a:t>
              </a:r>
              <a:r>
                <a:rPr kumimoji="1"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ED0AAB9B-E5EA-4CA4-83D0-DB3645806E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333090"/>
              </p:ext>
            </p:extLst>
          </p:nvPr>
        </p:nvGraphicFramePr>
        <p:xfrm>
          <a:off x="2417403" y="2081386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0" name="Equation" r:id="rId23" imgW="1638000" imgH="736560" progId="Equation.DSMT4">
                  <p:embed/>
                </p:oleObj>
              </mc:Choice>
              <mc:Fallback>
                <p:oleObj name="Equation" r:id="rId23" imgW="1638000" imgH="736560" progId="Equation.DSMT4">
                  <p:embed/>
                  <p:pic>
                    <p:nvPicPr>
                      <p:cNvPr id="36890" name="Object 26">
                        <a:extLst>
                          <a:ext uri="{FF2B5EF4-FFF2-40B4-BE49-F238E27FC236}">
                            <a16:creationId xmlns:a16="http://schemas.microsoft.com/office/drawing/2014/main" id="{C2C072E4-19D4-4C62-8587-2C03FDC54F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403" y="2081386"/>
                        <a:ext cx="163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7B6A2F5E-4A38-492F-89BE-7E74D743C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778198"/>
              </p:ext>
            </p:extLst>
          </p:nvPr>
        </p:nvGraphicFramePr>
        <p:xfrm>
          <a:off x="4091676" y="2286340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1" name="Equation" r:id="rId25" imgW="1371600" imgH="342720" progId="Equation.DSMT4">
                  <p:embed/>
                </p:oleObj>
              </mc:Choice>
              <mc:Fallback>
                <p:oleObj name="Equation" r:id="rId25" imgW="1371600" imgH="342720" progId="Equation.DSMT4">
                  <p:embed/>
                  <p:pic>
                    <p:nvPicPr>
                      <p:cNvPr id="36891" name="Object 27">
                        <a:extLst>
                          <a:ext uri="{FF2B5EF4-FFF2-40B4-BE49-F238E27FC236}">
                            <a16:creationId xmlns:a16="http://schemas.microsoft.com/office/drawing/2014/main" id="{010CD892-27F0-4485-9D0E-EE15743064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1676" y="2286340"/>
                        <a:ext cx="1371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D80D2B83-7CD2-4256-B1CB-0BAD01B29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224082"/>
              </p:ext>
            </p:extLst>
          </p:nvPr>
        </p:nvGraphicFramePr>
        <p:xfrm>
          <a:off x="5297488" y="3036888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2" name="Equation" r:id="rId27" imgW="1511280" imgH="736560" progId="Equation.DSMT4">
                  <p:embed/>
                </p:oleObj>
              </mc:Choice>
              <mc:Fallback>
                <p:oleObj name="Equation" r:id="rId27" imgW="1511280" imgH="736560" progId="Equation.DSMT4">
                  <p:embed/>
                  <p:pic>
                    <p:nvPicPr>
                      <p:cNvPr id="36892" name="Object 28">
                        <a:extLst>
                          <a:ext uri="{FF2B5EF4-FFF2-40B4-BE49-F238E27FC236}">
                            <a16:creationId xmlns:a16="http://schemas.microsoft.com/office/drawing/2014/main" id="{C454F08B-03C2-4181-BD1F-FC529E9FA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3036888"/>
                        <a:ext cx="1511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9C6B28E8-C865-432D-96EC-1C4FE1890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059018"/>
              </p:ext>
            </p:extLst>
          </p:nvPr>
        </p:nvGraphicFramePr>
        <p:xfrm>
          <a:off x="6940550" y="3249613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3" name="Equation" r:id="rId29" imgW="495000" imgH="330120" progId="Equation.DSMT4">
                  <p:embed/>
                </p:oleObj>
              </mc:Choice>
              <mc:Fallback>
                <p:oleObj name="Equation" r:id="rId29" imgW="495000" imgH="330120" progId="Equation.DSMT4">
                  <p:embed/>
                  <p:pic>
                    <p:nvPicPr>
                      <p:cNvPr id="36893" name="Object 29">
                        <a:extLst>
                          <a:ext uri="{FF2B5EF4-FFF2-40B4-BE49-F238E27FC236}">
                            <a16:creationId xmlns:a16="http://schemas.microsoft.com/office/drawing/2014/main" id="{098B35F4-8964-4868-86CF-ABC7722E68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3249613"/>
                        <a:ext cx="495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6">
            <a:extLst>
              <a:ext uri="{FF2B5EF4-FFF2-40B4-BE49-F238E27FC236}">
                <a16:creationId xmlns:a16="http://schemas.microsoft.com/office/drawing/2014/main" id="{A766D82D-4D63-4933-9F4C-47BB1E05D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263778"/>
              </p:ext>
            </p:extLst>
          </p:nvPr>
        </p:nvGraphicFramePr>
        <p:xfrm>
          <a:off x="3392922" y="2716386"/>
          <a:ext cx="1689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4" name="Equation" r:id="rId31" imgW="1688760" imgH="1079280" progId="Equation.DSMT4">
                  <p:embed/>
                </p:oleObj>
              </mc:Choice>
              <mc:Fallback>
                <p:oleObj name="Equation" r:id="rId31" imgW="1688760" imgH="1079280" progId="Equation.DSMT4">
                  <p:embed/>
                  <p:pic>
                    <p:nvPicPr>
                      <p:cNvPr id="36900" name="Object 36">
                        <a:extLst>
                          <a:ext uri="{FF2B5EF4-FFF2-40B4-BE49-F238E27FC236}">
                            <a16:creationId xmlns:a16="http://schemas.microsoft.com/office/drawing/2014/main" id="{8A511299-C9A6-48D9-BF98-B2B61FF582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922" y="2716386"/>
                        <a:ext cx="16891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7">
            <a:extLst>
              <a:ext uri="{FF2B5EF4-FFF2-40B4-BE49-F238E27FC236}">
                <a16:creationId xmlns:a16="http://schemas.microsoft.com/office/drawing/2014/main" id="{F872418C-A572-43A0-9ADD-EE3C88BF6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913068"/>
              </p:ext>
            </p:extLst>
          </p:nvPr>
        </p:nvGraphicFramePr>
        <p:xfrm>
          <a:off x="1265238" y="4154488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5" name="Equation" r:id="rId33" imgW="1206360" imgH="355320" progId="Equation.DSMT4">
                  <p:embed/>
                </p:oleObj>
              </mc:Choice>
              <mc:Fallback>
                <p:oleObj name="Equation" r:id="rId33" imgW="1206360" imgH="355320" progId="Equation.DSMT4">
                  <p:embed/>
                  <p:pic>
                    <p:nvPicPr>
                      <p:cNvPr id="36901" name="Object 37">
                        <a:extLst>
                          <a:ext uri="{FF2B5EF4-FFF2-40B4-BE49-F238E27FC236}">
                            <a16:creationId xmlns:a16="http://schemas.microsoft.com/office/drawing/2014/main" id="{D009C39E-4024-4256-9605-4C6A33210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4154488"/>
                        <a:ext cx="1206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3">
            <a:extLst>
              <a:ext uri="{FF2B5EF4-FFF2-40B4-BE49-F238E27FC236}">
                <a16:creationId xmlns:a16="http://schemas.microsoft.com/office/drawing/2014/main" id="{DE95D884-6240-4AF0-A10D-B5530469C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14" y="4053892"/>
            <a:ext cx="12845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所以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86BC64-59EF-4FE0-B67F-47C83CCD5D86}"/>
              </a:ext>
            </a:extLst>
          </p:cNvPr>
          <p:cNvSpPr/>
          <p:nvPr/>
        </p:nvSpPr>
        <p:spPr>
          <a:xfrm>
            <a:off x="179512" y="1554836"/>
            <a:ext cx="1733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j-ea"/>
              </a:rPr>
              <a:t>及可导性</a:t>
            </a:r>
            <a:r>
              <a:rPr kumimoji="1" lang="en-US" altLang="zh-CN" sz="2400" b="1" dirty="0">
                <a:latin typeface="+mj-ea"/>
              </a:rPr>
              <a:t>.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240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3" grpId="0" autoUpdateAnimBg="0"/>
      <p:bldP spid="3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FD91DF4-16F6-4D6F-AC38-B8B997D78CCA}"/>
              </a:ext>
            </a:extLst>
          </p:cNvPr>
          <p:cNvSpPr txBox="1">
            <a:spLocks noChangeArrowheads="1"/>
          </p:cNvSpPr>
          <p:nvPr/>
        </p:nvSpPr>
        <p:spPr>
          <a:xfrm>
            <a:off x="398277" y="305449"/>
            <a:ext cx="8542299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   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                  其中     则其反函数的导数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CE29B2D-BEC1-4C24-8755-B2D0B7A01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024244"/>
              </p:ext>
            </p:extLst>
          </p:nvPr>
        </p:nvGraphicFramePr>
        <p:xfrm>
          <a:off x="1955800" y="123478"/>
          <a:ext cx="2616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" name="Equation" r:id="rId3" imgW="2616120" imgH="761760" progId="Equation.DSMT4">
                  <p:embed/>
                </p:oleObj>
              </mc:Choice>
              <mc:Fallback>
                <p:oleObj name="Equation" r:id="rId3" imgW="2616120" imgH="7617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9CE29B2D-BEC1-4C24-8755-B2D0B7A01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23478"/>
                        <a:ext cx="26162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C41EF29-7A49-447F-BFD7-77E54950D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395492"/>
              </p:ext>
            </p:extLst>
          </p:nvPr>
        </p:nvGraphicFramePr>
        <p:xfrm>
          <a:off x="5268168" y="388201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9" name="Equation" r:id="rId5" imgW="723600" imgH="330120" progId="Equation.DSMT4">
                  <p:embed/>
                </p:oleObj>
              </mc:Choice>
              <mc:Fallback>
                <p:oleObj name="Equation" r:id="rId5" imgW="723600" imgH="3301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C41EF29-7A49-447F-BFD7-77E54950D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168" y="388201"/>
                        <a:ext cx="723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22EFA4D-0594-496D-B5EC-363FE643E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332177"/>
              </p:ext>
            </p:extLst>
          </p:nvPr>
        </p:nvGraphicFramePr>
        <p:xfrm>
          <a:off x="306859" y="717501"/>
          <a:ext cx="1181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" name="Equation" r:id="rId7" imgW="1180800" imgH="787320" progId="Equation.DSMT4">
                  <p:embed/>
                </p:oleObj>
              </mc:Choice>
              <mc:Fallback>
                <p:oleObj name="Equation" r:id="rId7" imgW="1180800" imgH="78732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322EFA4D-0594-496D-B5EC-363FE643E9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59" y="717501"/>
                        <a:ext cx="1181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234508F-DED1-4A9C-AB86-AB22FC0A2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513817"/>
              </p:ext>
            </p:extLst>
          </p:nvPr>
        </p:nvGraphicFramePr>
        <p:xfrm>
          <a:off x="914400" y="1558948"/>
          <a:ext cx="104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1" name="Equation" r:id="rId9" imgW="1041120" imgH="787320" progId="Equation.DSMT4">
                  <p:embed/>
                </p:oleObj>
              </mc:Choice>
              <mc:Fallback>
                <p:oleObj name="Equation" r:id="rId9" imgW="1041120" imgH="78732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F234508F-DED1-4A9C-AB86-AB22FC0A2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58948"/>
                        <a:ext cx="1041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0FED253-4353-4873-AAFE-926F9CC38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360391"/>
              </p:ext>
            </p:extLst>
          </p:nvPr>
        </p:nvGraphicFramePr>
        <p:xfrm>
          <a:off x="2459856" y="1548656"/>
          <a:ext cx="990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2" name="Equation" r:id="rId11" imgW="990360" imgH="774360" progId="Equation.DSMT4">
                  <p:embed/>
                </p:oleObj>
              </mc:Choice>
              <mc:Fallback>
                <p:oleObj name="Equation" r:id="rId11" imgW="990360" imgH="77436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90FED253-4353-4873-AAFE-926F9CC38B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856" y="1548656"/>
                        <a:ext cx="9906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9FD1321-9BC8-410D-A42D-4BA20116B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50787"/>
              </p:ext>
            </p:extLst>
          </p:nvPr>
        </p:nvGraphicFramePr>
        <p:xfrm>
          <a:off x="4043834" y="1581101"/>
          <a:ext cx="99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3" name="Equation" r:id="rId13" imgW="990360" imgH="736560" progId="Equation.DSMT4">
                  <p:embed/>
                </p:oleObj>
              </mc:Choice>
              <mc:Fallback>
                <p:oleObj name="Equation" r:id="rId13" imgW="990360" imgH="73656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79FD1321-9BC8-410D-A42D-4BA20116B1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834" y="1581101"/>
                        <a:ext cx="990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23A91745-7145-46CA-9833-81B1F7330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955078"/>
              </p:ext>
            </p:extLst>
          </p:nvPr>
        </p:nvGraphicFramePr>
        <p:xfrm>
          <a:off x="5477718" y="1548656"/>
          <a:ext cx="102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4" name="Equation" r:id="rId15" imgW="1028520" imgH="825480" progId="Equation.DSMT4">
                  <p:embed/>
                </p:oleObj>
              </mc:Choice>
              <mc:Fallback>
                <p:oleObj name="Equation" r:id="rId15" imgW="1028520" imgH="82548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23A91745-7145-46CA-9833-81B1F73308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7718" y="1548656"/>
                        <a:ext cx="1028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E8DF72DC-D3BC-499E-BC48-6ED9002935C9}"/>
              </a:ext>
            </a:extLst>
          </p:cNvPr>
          <p:cNvSpPr txBox="1">
            <a:spLocks noChangeArrowheads="1"/>
          </p:cNvSpPr>
          <p:nvPr/>
        </p:nvSpPr>
        <p:spPr>
          <a:xfrm>
            <a:off x="155600" y="2753118"/>
            <a:ext cx="2144713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解析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3D0F069A-B15C-454C-BBE2-A12F44270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950039"/>
              </p:ext>
            </p:extLst>
          </p:nvPr>
        </p:nvGraphicFramePr>
        <p:xfrm>
          <a:off x="1875309" y="2598688"/>
          <a:ext cx="4076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" name="Equation" r:id="rId17" imgW="4076640" imgH="774360" progId="Equation.DSMT4">
                  <p:embed/>
                </p:oleObj>
              </mc:Choice>
              <mc:Fallback>
                <p:oleObj name="Equation" r:id="rId17" imgW="4076640" imgH="77436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3D0F069A-B15C-454C-BBE2-A12F44270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309" y="2598688"/>
                        <a:ext cx="40767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848C9BB2-9A73-422F-90AB-91DC4043D9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589160"/>
              </p:ext>
            </p:extLst>
          </p:nvPr>
        </p:nvGraphicFramePr>
        <p:xfrm>
          <a:off x="1739776" y="3649712"/>
          <a:ext cx="133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6" name="Equation" r:id="rId19" imgW="1333440" imgH="787320" progId="Equation.DSMT4">
                  <p:embed/>
                </p:oleObj>
              </mc:Choice>
              <mc:Fallback>
                <p:oleObj name="Equation" r:id="rId19" imgW="1333440" imgH="78732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848C9BB2-9A73-422F-90AB-91DC4043D9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776" y="3649712"/>
                        <a:ext cx="1333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1BFD44B2-1606-450F-8A2F-B090946E4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053649"/>
              </p:ext>
            </p:extLst>
          </p:nvPr>
        </p:nvGraphicFramePr>
        <p:xfrm>
          <a:off x="1107306" y="1012478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7" name="Equation" r:id="rId21" imgW="241200" imgH="279360" progId="Equation.DSMT4">
                  <p:embed/>
                </p:oleObj>
              </mc:Choice>
              <mc:Fallback>
                <p:oleObj name="Equation" r:id="rId21" imgW="241200" imgH="27936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1BFD44B2-1606-450F-8A2F-B090946E47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306" y="1012478"/>
                        <a:ext cx="241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941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5DA0D6-421C-4F70-8661-3549CC212813}"/>
              </a:ext>
            </a:extLst>
          </p:cNvPr>
          <p:cNvSpPr txBox="1">
            <a:spLocks noChangeArrowheads="1"/>
          </p:cNvSpPr>
          <p:nvPr/>
        </p:nvSpPr>
        <p:spPr>
          <a:xfrm>
            <a:off x="407113" y="195486"/>
            <a:ext cx="776528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   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设函数        由方程             确定，则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50DEE61-2F00-4531-A875-70FC44456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284685"/>
              </p:ext>
            </p:extLst>
          </p:nvPr>
        </p:nvGraphicFramePr>
        <p:xfrm>
          <a:off x="2612707" y="290736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5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50DEE61-2F00-4531-A875-70FC444566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707" y="290736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11E3958-D1E6-45E6-B522-41E143433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772079"/>
              </p:ext>
            </p:extLst>
          </p:nvPr>
        </p:nvGraphicFramePr>
        <p:xfrm>
          <a:off x="4773394" y="194788"/>
          <a:ext cx="185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" name="Equation" r:id="rId5" imgW="1854000" imgH="406080" progId="Equation.DSMT4">
                  <p:embed/>
                </p:oleObj>
              </mc:Choice>
              <mc:Fallback>
                <p:oleObj name="Equation" r:id="rId5" imgW="1854000" imgH="40608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911E3958-D1E6-45E6-B522-41E143433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394" y="194788"/>
                        <a:ext cx="1854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00D8BE2F-31B9-4C22-A38E-A256F0B35D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047171"/>
              </p:ext>
            </p:extLst>
          </p:nvPr>
        </p:nvGraphicFramePr>
        <p:xfrm>
          <a:off x="407112" y="847523"/>
          <a:ext cx="2057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7" name="Equation" r:id="rId7" imgW="2057400" imgH="863280" progId="Equation.DSMT4">
                  <p:embed/>
                </p:oleObj>
              </mc:Choice>
              <mc:Fallback>
                <p:oleObj name="Equation" r:id="rId7" imgW="2057400" imgH="86328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00D8BE2F-31B9-4C22-A38E-A256F0B35D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12" y="847523"/>
                        <a:ext cx="20574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1DB85339-E662-494D-8E89-921D940D3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337260"/>
              </p:ext>
            </p:extLst>
          </p:nvPr>
        </p:nvGraphicFramePr>
        <p:xfrm>
          <a:off x="3127156" y="1120915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8" name="Equation" r:id="rId9" imgW="241200" imgH="266400" progId="Equation.DSMT4">
                  <p:embed/>
                </p:oleObj>
              </mc:Choice>
              <mc:Fallback>
                <p:oleObj name="Equation" r:id="rId9" imgW="241200" imgH="26640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1DB85339-E662-494D-8E89-921D940D3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156" y="1120915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83BA64A-26AF-4A7D-86B5-C9E9E19487E2}"/>
              </a:ext>
            </a:extLst>
          </p:cNvPr>
          <p:cNvSpPr txBox="1">
            <a:spLocks noChangeArrowheads="1"/>
          </p:cNvSpPr>
          <p:nvPr/>
        </p:nvSpPr>
        <p:spPr>
          <a:xfrm>
            <a:off x="2377801" y="987565"/>
            <a:ext cx="165618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+mj-ea"/>
              </a:rPr>
              <a:t>为（  ）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213246A0-78D6-48AA-9F02-C56767E44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346778"/>
              </p:ext>
            </p:extLst>
          </p:nvPr>
        </p:nvGraphicFramePr>
        <p:xfrm>
          <a:off x="1150719" y="1815377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" name="Equation" r:id="rId11" imgW="571320" imgH="279360" progId="Equation.DSMT4">
                  <p:embed/>
                </p:oleObj>
              </mc:Choice>
              <mc:Fallback>
                <p:oleObj name="Equation" r:id="rId11" imgW="571320" imgH="27936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213246A0-78D6-48AA-9F02-C56767E44E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719" y="1815377"/>
                        <a:ext cx="571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3A4A92CE-EFE3-41A4-B663-6C13D4C70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008453"/>
              </p:ext>
            </p:extLst>
          </p:nvPr>
        </p:nvGraphicFramePr>
        <p:xfrm>
          <a:off x="2568356" y="1815377"/>
          <a:ext cx="55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0" name="Equation" r:id="rId13" imgW="558720" imgH="279360" progId="Equation.DSMT4">
                  <p:embed/>
                </p:oleObj>
              </mc:Choice>
              <mc:Fallback>
                <p:oleObj name="Equation" r:id="rId13" imgW="558720" imgH="27936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3A4A92CE-EFE3-41A4-B663-6C13D4C70B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356" y="1815377"/>
                        <a:ext cx="558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E0D6C3CE-DB4B-4835-8881-D5A5C7D27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234670"/>
              </p:ext>
            </p:extLst>
          </p:nvPr>
        </p:nvGraphicFramePr>
        <p:xfrm>
          <a:off x="3920906" y="1815377"/>
          <a:ext cx="533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1" name="Equation" r:id="rId15" imgW="533160" imgH="279360" progId="Equation.DSMT4">
                  <p:embed/>
                </p:oleObj>
              </mc:Choice>
              <mc:Fallback>
                <p:oleObj name="Equation" r:id="rId15" imgW="533160" imgH="27936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E0D6C3CE-DB4B-4835-8881-D5A5C7D27A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0906" y="1815377"/>
                        <a:ext cx="5334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378EEC16-E961-4F5C-9C66-3E93E84EA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347624"/>
              </p:ext>
            </p:extLst>
          </p:nvPr>
        </p:nvGraphicFramePr>
        <p:xfrm>
          <a:off x="4949606" y="1783627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2" name="Equation" r:id="rId17" imgW="1333440" imgH="342720" progId="Equation.DSMT4">
                  <p:embed/>
                </p:oleObj>
              </mc:Choice>
              <mc:Fallback>
                <p:oleObj name="Equation" r:id="rId17" imgW="1333440" imgH="34272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378EEC16-E961-4F5C-9C66-3E93E84EA9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606" y="1783627"/>
                        <a:ext cx="1333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B70857E5-8F1E-483F-B1DA-9FB67AFECE1E}"/>
              </a:ext>
            </a:extLst>
          </p:cNvPr>
          <p:cNvSpPr txBox="1">
            <a:spLocks noChangeArrowheads="1"/>
          </p:cNvSpPr>
          <p:nvPr/>
        </p:nvSpPr>
        <p:spPr>
          <a:xfrm>
            <a:off x="23105" y="2143667"/>
            <a:ext cx="2144713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解析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B7FA231C-7774-4021-A200-C17E0EB47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235863"/>
              </p:ext>
            </p:extLst>
          </p:nvPr>
        </p:nvGraphicFramePr>
        <p:xfrm>
          <a:off x="2092106" y="2198213"/>
          <a:ext cx="185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" name="Equation" r:id="rId19" imgW="1854000" imgH="406080" progId="Equation.DSMT4">
                  <p:embed/>
                </p:oleObj>
              </mc:Choice>
              <mc:Fallback>
                <p:oleObj name="Equation" r:id="rId19" imgW="1854000" imgH="40608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B7FA231C-7774-4021-A200-C17E0EB47F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106" y="2198213"/>
                        <a:ext cx="1854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箭头: 右 14">
            <a:extLst>
              <a:ext uri="{FF2B5EF4-FFF2-40B4-BE49-F238E27FC236}">
                <a16:creationId xmlns:a16="http://schemas.microsoft.com/office/drawing/2014/main" id="{F0CCA0F1-E3CC-4EAB-B12C-F7EBDC09A2B9}"/>
              </a:ext>
            </a:extLst>
          </p:cNvPr>
          <p:cNvSpPr/>
          <p:nvPr/>
        </p:nvSpPr>
        <p:spPr bwMode="auto">
          <a:xfrm>
            <a:off x="4052867" y="2369046"/>
            <a:ext cx="504056" cy="181744"/>
          </a:xfrm>
          <a:prstGeom prst="rightArrow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l"/>
            <a:endParaRPr lang="zh-CN" altLang="en-US" dirty="0"/>
          </a:p>
        </p:txBody>
      </p:sp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1DF47F62-CB67-4AF6-8E17-F459880CA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96356"/>
              </p:ext>
            </p:extLst>
          </p:nvPr>
        </p:nvGraphicFramePr>
        <p:xfrm>
          <a:off x="4682906" y="2245838"/>
          <a:ext cx="290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4" name="Equation" r:id="rId21" imgW="2908080" imgH="406080" progId="Equation.DSMT4">
                  <p:embed/>
                </p:oleObj>
              </mc:Choice>
              <mc:Fallback>
                <p:oleObj name="Equation" r:id="rId21" imgW="2908080" imgH="406080" progId="Equation.DSMT4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1DF47F62-CB67-4AF6-8E17-F459880CAD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906" y="2245838"/>
                        <a:ext cx="2908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89450704-B0F7-4F00-B1EE-A78D69635F7B}"/>
              </a:ext>
            </a:extLst>
          </p:cNvPr>
          <p:cNvGrpSpPr/>
          <p:nvPr/>
        </p:nvGrpSpPr>
        <p:grpSpPr>
          <a:xfrm>
            <a:off x="461255" y="2741723"/>
            <a:ext cx="4702664" cy="577265"/>
            <a:chOff x="-243748" y="3091484"/>
            <a:chExt cx="4702664" cy="577265"/>
          </a:xfrm>
        </p:grpSpPr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25F66C8B-D95E-48F1-94BE-ACB71AD410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-243748" y="3135349"/>
              <a:ext cx="2144713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j-ea"/>
                </a:rPr>
                <a:t>又</a:t>
              </a:r>
            </a:p>
          </p:txBody>
        </p:sp>
        <p:graphicFrame>
          <p:nvGraphicFramePr>
            <p:cNvPr id="18" name="Object 3">
              <a:extLst>
                <a:ext uri="{FF2B5EF4-FFF2-40B4-BE49-F238E27FC236}">
                  <a16:creationId xmlns:a16="http://schemas.microsoft.com/office/drawing/2014/main" id="{DACB9E67-48B2-40A4-8117-0EE0EADDCC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199358"/>
                </p:ext>
              </p:extLst>
            </p:nvPr>
          </p:nvGraphicFramePr>
          <p:xfrm>
            <a:off x="1144536" y="3207803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5" name="Equation" r:id="rId23" imgW="1054080" imgH="342720" progId="Equation.DSMT4">
                    <p:embed/>
                  </p:oleObj>
                </mc:Choice>
                <mc:Fallback>
                  <p:oleObj name="Equation" r:id="rId23" imgW="1054080" imgH="342720" progId="Equation.DSMT4">
                    <p:embed/>
                    <p:pic>
                      <p:nvPicPr>
                        <p:cNvPr id="18" name="Object 3">
                          <a:extLst>
                            <a:ext uri="{FF2B5EF4-FFF2-40B4-BE49-F238E27FC236}">
                              <a16:creationId xmlns:a16="http://schemas.microsoft.com/office/drawing/2014/main" id="{DACB9E67-48B2-40A4-8117-0EE0EADDCC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4536" y="3207803"/>
                          <a:ext cx="1054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F9CDE210-E0A2-41E5-B185-0D04E1C541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314203" y="3091484"/>
              <a:ext cx="2144713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得</a:t>
              </a:r>
            </a:p>
          </p:txBody>
        </p:sp>
        <p:graphicFrame>
          <p:nvGraphicFramePr>
            <p:cNvPr id="21" name="Object 3">
              <a:extLst>
                <a:ext uri="{FF2B5EF4-FFF2-40B4-BE49-F238E27FC236}">
                  <a16:creationId xmlns:a16="http://schemas.microsoft.com/office/drawing/2014/main" id="{1E59F8BF-2F04-42C3-BD07-A88C55148A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3893325"/>
                </p:ext>
              </p:extLst>
            </p:nvPr>
          </p:nvGraphicFramePr>
          <p:xfrm>
            <a:off x="2917571" y="3186389"/>
            <a:ext cx="1168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6" name="Equation" r:id="rId25" imgW="1168200" imgH="355320" progId="Equation.DSMT4">
                    <p:embed/>
                  </p:oleObj>
                </mc:Choice>
                <mc:Fallback>
                  <p:oleObj name="Equation" r:id="rId25" imgW="1168200" imgH="355320" progId="Equation.DSMT4">
                    <p:embed/>
                    <p:pic>
                      <p:nvPicPr>
                        <p:cNvPr id="21" name="Object 3">
                          <a:extLst>
                            <a:ext uri="{FF2B5EF4-FFF2-40B4-BE49-F238E27FC236}">
                              <a16:creationId xmlns:a16="http://schemas.microsoft.com/office/drawing/2014/main" id="{1E59F8BF-2F04-42C3-BD07-A88C55148A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7571" y="3186389"/>
                          <a:ext cx="11684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AE433E1D-CE49-4E3E-AA95-142D3FE6F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520858"/>
              </p:ext>
            </p:extLst>
          </p:nvPr>
        </p:nvGraphicFramePr>
        <p:xfrm>
          <a:off x="2062061" y="3068251"/>
          <a:ext cx="52324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7" name="Equation" r:id="rId27" imgW="5232240" imgH="1574640" progId="Equation.DSMT4">
                  <p:embed/>
                </p:oleObj>
              </mc:Choice>
              <mc:Fallback>
                <p:oleObj name="Equation" r:id="rId27" imgW="5232240" imgH="1574640" progId="Equation.DSMT4">
                  <p:embed/>
                  <p:pic>
                    <p:nvPicPr>
                      <p:cNvPr id="23" name="Object 3">
                        <a:extLst>
                          <a:ext uri="{FF2B5EF4-FFF2-40B4-BE49-F238E27FC236}">
                            <a16:creationId xmlns:a16="http://schemas.microsoft.com/office/drawing/2014/main" id="{AE433E1D-CE49-4E3E-AA95-142D3FE6F5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061" y="3068251"/>
                        <a:ext cx="5232400" cy="157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573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403A32D-F5E8-4DD6-AACB-C882263058D8}"/>
              </a:ext>
            </a:extLst>
          </p:cNvPr>
          <p:cNvSpPr txBox="1">
            <a:spLocks noChangeArrowheads="1"/>
          </p:cNvSpPr>
          <p:nvPr/>
        </p:nvSpPr>
        <p:spPr>
          <a:xfrm>
            <a:off x="614146" y="209552"/>
            <a:ext cx="151621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30C6162-3EA1-4328-90D3-73F4DE396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228468"/>
              </p:ext>
            </p:extLst>
          </p:nvPr>
        </p:nvGraphicFramePr>
        <p:xfrm>
          <a:off x="1830587" y="28222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530C6162-3EA1-4328-90D3-73F4DE396B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587" y="282228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987D2C7D-4848-4275-8E8C-D3A414DC0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86" y="204015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满足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288757C-82CD-426C-A098-F75A5DD2D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379167"/>
              </p:ext>
            </p:extLst>
          </p:nvPr>
        </p:nvGraphicFramePr>
        <p:xfrm>
          <a:off x="3118658" y="29291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0288757C-82CD-426C-A098-F75A5DD2D4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658" y="292915"/>
                        <a:ext cx="1143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3C8046CD-D4BD-4E12-9C16-8DC2ED516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923" y="195321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且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89693604-023E-40DE-9863-519717F80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581241"/>
              </p:ext>
            </p:extLst>
          </p:nvPr>
        </p:nvGraphicFramePr>
        <p:xfrm>
          <a:off x="4644008" y="66547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" name="Equation" r:id="rId7" imgW="1587240" imgH="736560" progId="Equation.DSMT4">
                  <p:embed/>
                </p:oleObj>
              </mc:Choice>
              <mc:Fallback>
                <p:oleObj name="Equation" r:id="rId7" imgW="1587240" imgH="73656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89693604-023E-40DE-9863-519717F80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66547"/>
                        <a:ext cx="1587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1158E8E5-8487-4440-AC2D-4A3504E9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657" y="163463"/>
            <a:ext cx="2549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则下列结论错误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94BA23-EF6A-464A-8179-FDE8722E140E}"/>
              </a:ext>
            </a:extLst>
          </p:cNvPr>
          <p:cNvSpPr/>
          <p:nvPr/>
        </p:nvSpPr>
        <p:spPr>
          <a:xfrm>
            <a:off x="308172" y="748491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j-ea"/>
              </a:rPr>
              <a:t>的是（  ）</a:t>
            </a:r>
            <a:r>
              <a:rPr kumimoji="1" lang="en-US" altLang="zh-CN" sz="2400" b="1" dirty="0">
                <a:latin typeface="+mj-ea"/>
              </a:rPr>
              <a:t>.</a:t>
            </a:r>
            <a:endParaRPr lang="zh-CN" altLang="en-US" sz="2400" dirty="0"/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A042E03C-2F6D-4EC2-BE4D-99CCB3609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315021"/>
              </p:ext>
            </p:extLst>
          </p:nvPr>
        </p:nvGraphicFramePr>
        <p:xfrm>
          <a:off x="887649" y="1836224"/>
          <a:ext cx="280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1" name="Equation" r:id="rId9" imgW="2806560" imgH="380880" progId="Equation.DSMT4">
                  <p:embed/>
                </p:oleObj>
              </mc:Choice>
              <mc:Fallback>
                <p:oleObj name="Equation" r:id="rId9" imgW="2806560" imgH="3808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A042E03C-2F6D-4EC2-BE4D-99CCB36090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649" y="1836224"/>
                        <a:ext cx="2806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95092137-380A-4E52-A588-BE8F455CE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448194"/>
              </p:ext>
            </p:extLst>
          </p:nvPr>
        </p:nvGraphicFramePr>
        <p:xfrm>
          <a:off x="3901058" y="1276380"/>
          <a:ext cx="466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2" name="Equation" r:id="rId11" imgW="4660560" imgH="380880" progId="Equation.DSMT4">
                  <p:embed/>
                </p:oleObj>
              </mc:Choice>
              <mc:Fallback>
                <p:oleObj name="Equation" r:id="rId11" imgW="4660560" imgH="38088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95092137-380A-4E52-A588-BE8F455CE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1058" y="1276380"/>
                        <a:ext cx="4660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4DC447FA-F802-4C22-B67A-C24AA8AD5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706987"/>
              </p:ext>
            </p:extLst>
          </p:nvPr>
        </p:nvGraphicFramePr>
        <p:xfrm>
          <a:off x="849548" y="1307627"/>
          <a:ext cx="2844801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3" name="Equation" r:id="rId13" imgW="2844720" imgH="368280" progId="Equation.DSMT4">
                  <p:embed/>
                </p:oleObj>
              </mc:Choice>
              <mc:Fallback>
                <p:oleObj name="Equation" r:id="rId13" imgW="2844720" imgH="36828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4DC447FA-F802-4C22-B67A-C24AA8AD5B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548" y="1307627"/>
                        <a:ext cx="2844801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61949DA4-FE88-462E-BEFE-ADCE7292AD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19827"/>
              </p:ext>
            </p:extLst>
          </p:nvPr>
        </p:nvGraphicFramePr>
        <p:xfrm>
          <a:off x="3902467" y="1842828"/>
          <a:ext cx="467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" name="Equation" r:id="rId15" imgW="4673520" imgH="380880" progId="Equation.DSMT4">
                  <p:embed/>
                </p:oleObj>
              </mc:Choice>
              <mc:Fallback>
                <p:oleObj name="Equation" r:id="rId15" imgW="4673520" imgH="38088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61949DA4-FE88-462E-BEFE-ADCE7292AD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467" y="1842828"/>
                        <a:ext cx="467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FF309F58-5ACA-49F4-B056-E5F6325F9C75}"/>
              </a:ext>
            </a:extLst>
          </p:cNvPr>
          <p:cNvSpPr txBox="1">
            <a:spLocks noChangeArrowheads="1"/>
          </p:cNvSpPr>
          <p:nvPr/>
        </p:nvSpPr>
        <p:spPr>
          <a:xfrm>
            <a:off x="679363" y="2512490"/>
            <a:ext cx="815353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解析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A5F81BB2-FDEB-4002-BFD2-4BBBFCD04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604759"/>
              </p:ext>
            </p:extLst>
          </p:nvPr>
        </p:nvGraphicFramePr>
        <p:xfrm>
          <a:off x="1638978" y="2399324"/>
          <a:ext cx="474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" name="Equation" r:id="rId17" imgW="4749480" imgH="736560" progId="Equation.DSMT4">
                  <p:embed/>
                </p:oleObj>
              </mc:Choice>
              <mc:Fallback>
                <p:oleObj name="Equation" r:id="rId17" imgW="4749480" imgH="736560" progId="Equation.DSMT4">
                  <p:embed/>
                  <p:pic>
                    <p:nvPicPr>
                      <p:cNvPr id="16" name="Object 7">
                        <a:extLst>
                          <a:ext uri="{FF2B5EF4-FFF2-40B4-BE49-F238E27FC236}">
                            <a16:creationId xmlns:a16="http://schemas.microsoft.com/office/drawing/2014/main" id="{A5F81BB2-FDEB-4002-BFD2-4BBBFCD043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978" y="2399324"/>
                        <a:ext cx="4749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83271BB2-EC71-4716-A7E4-816DF92897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904721"/>
              </p:ext>
            </p:extLst>
          </p:nvPr>
        </p:nvGraphicFramePr>
        <p:xfrm>
          <a:off x="1363402" y="3316247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Equation" r:id="rId19" imgW="1993680" imgH="406080" progId="Equation.DSMT4">
                  <p:embed/>
                </p:oleObj>
              </mc:Choice>
              <mc:Fallback>
                <p:oleObj name="Equation" r:id="rId19" imgW="1993680" imgH="406080" progId="Equation.DSMT4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83271BB2-EC71-4716-A7E4-816DF9289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402" y="3316247"/>
                        <a:ext cx="1993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120456C5-2876-48DF-9FE0-7E1BC0025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179011"/>
              </p:ext>
            </p:extLst>
          </p:nvPr>
        </p:nvGraphicFramePr>
        <p:xfrm>
          <a:off x="881082" y="3984817"/>
          <a:ext cx="4749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Equation" r:id="rId21" imgW="4749480" imgH="1155600" progId="Equation.DSMT4">
                  <p:embed/>
                </p:oleObj>
              </mc:Choice>
              <mc:Fallback>
                <p:oleObj name="Equation" r:id="rId21" imgW="4749480" imgH="1155600" progId="Equation.DSMT4">
                  <p:embed/>
                  <p:pic>
                    <p:nvPicPr>
                      <p:cNvPr id="18" name="Object 7">
                        <a:extLst>
                          <a:ext uri="{FF2B5EF4-FFF2-40B4-BE49-F238E27FC236}">
                            <a16:creationId xmlns:a16="http://schemas.microsoft.com/office/drawing/2014/main" id="{120456C5-2876-48DF-9FE0-7E1BC00252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82" y="3984817"/>
                        <a:ext cx="47498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E22EC9BF-6F64-4B64-8A49-0E775E984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265280"/>
              </p:ext>
            </p:extLst>
          </p:nvPr>
        </p:nvGraphicFramePr>
        <p:xfrm>
          <a:off x="3673030" y="3123663"/>
          <a:ext cx="229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Equation" r:id="rId23" imgW="2298600" imgH="914400" progId="Equation.DSMT4">
                  <p:embed/>
                </p:oleObj>
              </mc:Choice>
              <mc:Fallback>
                <p:oleObj name="Equation" r:id="rId23" imgW="2298600" imgH="914400" progId="Equation.DSMT4">
                  <p:embed/>
                  <p:pic>
                    <p:nvPicPr>
                      <p:cNvPr id="20" name="Object 5">
                        <a:extLst>
                          <a:ext uri="{FF2B5EF4-FFF2-40B4-BE49-F238E27FC236}">
                            <a16:creationId xmlns:a16="http://schemas.microsoft.com/office/drawing/2014/main" id="{E22EC9BF-6F64-4B64-8A49-0E775E984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030" y="3123663"/>
                        <a:ext cx="22987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8">
            <a:extLst>
              <a:ext uri="{FF2B5EF4-FFF2-40B4-BE49-F238E27FC236}">
                <a16:creationId xmlns:a16="http://schemas.microsoft.com/office/drawing/2014/main" id="{779C8EF5-63F1-43A1-A467-279087617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82" y="4127624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在其他点均不连续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C270C35-D667-4522-A5D5-12600267BEAB}"/>
                  </a:ext>
                </a:extLst>
              </p:cNvPr>
              <p:cNvSpPr/>
              <p:nvPr/>
            </p:nvSpPr>
            <p:spPr>
              <a:xfrm>
                <a:off x="1252502" y="734365"/>
                <a:ext cx="4844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C270C35-D667-4522-A5D5-12600267B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502" y="734365"/>
                <a:ext cx="484428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">
            <a:extLst>
              <a:ext uri="{FF2B5EF4-FFF2-40B4-BE49-F238E27FC236}">
                <a16:creationId xmlns:a16="http://schemas.microsoft.com/office/drawing/2014/main" id="{26CB081B-2048-4177-97CD-4F1ABC5DA566}"/>
              </a:ext>
            </a:extLst>
          </p:cNvPr>
          <p:cNvSpPr txBox="1">
            <a:spLocks noChangeArrowheads="1"/>
          </p:cNvSpPr>
          <p:nvPr/>
        </p:nvSpPr>
        <p:spPr>
          <a:xfrm>
            <a:off x="744604" y="3293671"/>
            <a:ext cx="606139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endParaRPr lang="zh-CN" altLang="en-US" sz="2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340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725D0D4-45AF-46C3-AC9E-8541822D2057}"/>
              </a:ext>
            </a:extLst>
          </p:cNvPr>
          <p:cNvSpPr txBox="1">
            <a:spLocks noChangeArrowheads="1"/>
          </p:cNvSpPr>
          <p:nvPr/>
        </p:nvSpPr>
        <p:spPr>
          <a:xfrm>
            <a:off x="670753" y="206277"/>
            <a:ext cx="828092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 </a:t>
            </a:r>
            <a:r>
              <a:rPr lang="zh-CN" altLang="en-US" sz="2400" b="1" dirty="0">
                <a:latin typeface="+mj-ea"/>
              </a:rPr>
              <a:t>若函数    在     连续，则存在邻域        使函数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721D4EF-E4CE-4D56-B128-5209CDADA9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189434"/>
              </p:ext>
            </p:extLst>
          </p:nvPr>
        </p:nvGraphicFramePr>
        <p:xfrm>
          <a:off x="2470953" y="30152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721D4EF-E4CE-4D56-B128-5209CDADA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953" y="301527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00215E20-DB27-49CF-9C3B-DF19A36A2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7" y="824595"/>
            <a:ext cx="3194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在该邻域连续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r>
              <a:rPr kumimoji="1" lang="zh-CN" altLang="en-US" sz="2400" b="1" dirty="0">
                <a:latin typeface="+mj-ea"/>
                <a:ea typeface="+mj-ea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r>
              <a:rPr kumimoji="1" lang="zh-CN" altLang="en-US" sz="2400" b="1" dirty="0">
                <a:latin typeface="+mj-ea"/>
                <a:ea typeface="+mj-ea"/>
              </a:rPr>
              <a:t>）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B293AE1-DA88-4C73-9977-AE9386F1F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736556"/>
              </p:ext>
            </p:extLst>
          </p:nvPr>
        </p:nvGraphicFramePr>
        <p:xfrm>
          <a:off x="3407057" y="282477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5" imgW="736560" imgH="380880" progId="Equation.DSMT4">
                  <p:embed/>
                </p:oleObj>
              </mc:Choice>
              <mc:Fallback>
                <p:oleObj name="Equation" r:id="rId5" imgW="736560" imgH="3808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DB293AE1-DA88-4C73-9977-AE9386F1F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057" y="282477"/>
                        <a:ext cx="736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96653568-D7E1-47C5-9FD7-0611A1EB6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62735"/>
              </p:ext>
            </p:extLst>
          </p:nvPr>
        </p:nvGraphicFramePr>
        <p:xfrm>
          <a:off x="6591910" y="301527"/>
          <a:ext cx="111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7" imgW="1117440" imgH="380880" progId="Equation.DSMT4">
                  <p:embed/>
                </p:oleObj>
              </mc:Choice>
              <mc:Fallback>
                <p:oleObj name="Equation" r:id="rId7" imgW="1117440" imgH="38088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96653568-D7E1-47C5-9FD7-0611A1EB6A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910" y="301527"/>
                        <a:ext cx="1117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75857F0B-49FF-43B6-A272-EEDA82C64E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781647"/>
              </p:ext>
            </p:extLst>
          </p:nvPr>
        </p:nvGraphicFramePr>
        <p:xfrm>
          <a:off x="166697" y="94336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75857F0B-49FF-43B6-A272-EEDA82C64E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97" y="943360"/>
                        <a:ext cx="6223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43080CF-CC09-4A7C-9DD7-099330F8BDDF}"/>
              </a:ext>
            </a:extLst>
          </p:cNvPr>
          <p:cNvSpPr/>
          <p:nvPr/>
        </p:nvSpPr>
        <p:spPr>
          <a:xfrm>
            <a:off x="801812" y="1923678"/>
            <a:ext cx="8656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解析  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499011-13DA-421E-AF8C-4079FA5737E2}"/>
              </a:ext>
            </a:extLst>
          </p:cNvPr>
          <p:cNvSpPr/>
          <p:nvPr/>
        </p:nvSpPr>
        <p:spPr>
          <a:xfrm>
            <a:off x="1619672" y="1923677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</a:rPr>
              <a:t>例  </a:t>
            </a:r>
            <a:endParaRPr lang="zh-CN" altLang="en-US" sz="2400" dirty="0"/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8ADC7F48-B2FA-4147-B864-0F010F911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788793"/>
              </p:ext>
            </p:extLst>
          </p:nvPr>
        </p:nvGraphicFramePr>
        <p:xfrm>
          <a:off x="2508719" y="1684609"/>
          <a:ext cx="2667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Equation" r:id="rId9" imgW="2666880" imgH="939600" progId="Equation.DSMT4">
                  <p:embed/>
                </p:oleObj>
              </mc:Choice>
              <mc:Fallback>
                <p:oleObj name="Equation" r:id="rId9" imgW="2666880" imgH="9396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8ADC7F48-B2FA-4147-B864-0F010F9113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719" y="1684609"/>
                        <a:ext cx="26670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C8E402E-84E4-4A2E-8868-A4E57997A93D}"/>
              </a:ext>
            </a:extLst>
          </p:cNvPr>
          <p:cNvSpPr/>
          <p:nvPr/>
        </p:nvSpPr>
        <p:spPr>
          <a:xfrm>
            <a:off x="790524" y="3330542"/>
            <a:ext cx="81611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</a:rPr>
              <a:t>显然函数    在      处连续，但在其他点不连续</a:t>
            </a:r>
            <a:r>
              <a:rPr kumimoji="1" lang="en-US" altLang="zh-CN" sz="2400" b="1" dirty="0">
                <a:latin typeface="+mj-ea"/>
              </a:rPr>
              <a:t>.</a:t>
            </a:r>
            <a:r>
              <a:rPr kumimoji="1" lang="zh-CN" altLang="en-US" sz="2400" b="1" dirty="0">
                <a:latin typeface="+mj-ea"/>
              </a:rPr>
              <a:t>  </a:t>
            </a:r>
            <a:endParaRPr lang="zh-CN" altLang="en-US" sz="2400" dirty="0"/>
          </a:p>
        </p:txBody>
      </p: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43EA1BD2-328A-4C1F-91D5-F8BF7B5784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0312" y="340517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9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43EA1BD2-328A-4C1F-91D5-F8BF7B578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312" y="3405174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82788369-4745-4617-BE6E-B44CD71431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0472" y="3389925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name="Equation" r:id="rId12" imgW="647640" imgH="279360" progId="Equation.DSMT4">
                  <p:embed/>
                </p:oleObj>
              </mc:Choice>
              <mc:Fallback>
                <p:oleObj name="Equation" r:id="rId12" imgW="647640" imgH="279360" progId="Equation.DSMT4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82788369-4745-4617-BE6E-B44CD71431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472" y="3389925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9755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F0DC31-6E3D-446B-8A6A-5737C29BFC24}"/>
              </a:ext>
            </a:extLst>
          </p:cNvPr>
          <p:cNvSpPr txBox="1">
            <a:spLocks noChangeArrowheads="1"/>
          </p:cNvSpPr>
          <p:nvPr/>
        </p:nvSpPr>
        <p:spPr>
          <a:xfrm>
            <a:off x="300850" y="225146"/>
            <a:ext cx="8542299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   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设函数    在点  的某邻域内有定义</a:t>
            </a:r>
            <a:r>
              <a:rPr lang="en-US" altLang="zh-CN" sz="2400" b="1" dirty="0">
                <a:latin typeface="+mj-ea"/>
              </a:rPr>
              <a:t>,</a:t>
            </a:r>
            <a:r>
              <a:rPr lang="zh-CN" altLang="en-US" sz="2400" b="1" dirty="0">
                <a:latin typeface="+mj-ea"/>
              </a:rPr>
              <a:t>则     存在的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AE83164-4122-4E3B-889C-4895475526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516674"/>
              </p:ext>
            </p:extLst>
          </p:nvPr>
        </p:nvGraphicFramePr>
        <p:xfrm>
          <a:off x="2439869" y="32039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1AE83164-4122-4E3B-889C-4895475526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869" y="320396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8D20304-09F9-4F22-AA6B-84690525C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778412"/>
              </p:ext>
            </p:extLst>
          </p:nvPr>
        </p:nvGraphicFramePr>
        <p:xfrm>
          <a:off x="3802589" y="390246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Equation" r:id="rId5" imgW="203040" imgH="203040" progId="Equation.DSMT4">
                  <p:embed/>
                </p:oleObj>
              </mc:Choice>
              <mc:Fallback>
                <p:oleObj name="Equation" r:id="rId5" imgW="203040" imgH="2030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8D20304-09F9-4F22-AA6B-84690525CF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589" y="390246"/>
                        <a:ext cx="2032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890D3F2B-A319-4826-A7DA-785303C5FE51}"/>
              </a:ext>
            </a:extLst>
          </p:cNvPr>
          <p:cNvSpPr/>
          <p:nvPr/>
        </p:nvSpPr>
        <p:spPr>
          <a:xfrm>
            <a:off x="320531" y="789533"/>
            <a:ext cx="26613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j-ea"/>
              </a:rPr>
              <a:t>充分条件</a:t>
            </a:r>
            <a:r>
              <a:rPr kumimoji="1" lang="zh-CN" altLang="en-US" sz="2400" b="1" dirty="0">
                <a:latin typeface="+mj-ea"/>
              </a:rPr>
              <a:t>是（ ）</a:t>
            </a:r>
            <a:r>
              <a:rPr kumimoji="1" lang="en-US" altLang="zh-CN" sz="2400" b="1" dirty="0">
                <a:latin typeface="+mj-ea"/>
              </a:rPr>
              <a:t>.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07323BA-267A-49C6-9D1E-C0CC4AC0BFF0}"/>
                  </a:ext>
                </a:extLst>
              </p:cNvPr>
              <p:cNvSpPr/>
              <p:nvPr/>
            </p:nvSpPr>
            <p:spPr>
              <a:xfrm>
                <a:off x="2097097" y="789827"/>
                <a:ext cx="4844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07323BA-267A-49C6-9D1E-C0CC4AC0BF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97" y="789827"/>
                <a:ext cx="48442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2228CA75-C641-4FBE-8EF6-0FBE4B2AC9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816896"/>
              </p:ext>
            </p:extLst>
          </p:nvPr>
        </p:nvGraphicFramePr>
        <p:xfrm>
          <a:off x="6970941" y="307696"/>
          <a:ext cx="69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Equation" r:id="rId8" imgW="698400" imgH="355320" progId="Equation.DSMT4">
                  <p:embed/>
                </p:oleObj>
              </mc:Choice>
              <mc:Fallback>
                <p:oleObj name="Equation" r:id="rId8" imgW="698400" imgH="35532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2228CA75-C641-4FBE-8EF6-0FBE4B2AC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941" y="307696"/>
                        <a:ext cx="698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3AFA0B99-C0C1-48A1-A17A-381C97028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1670050"/>
          <a:ext cx="383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name="Equation" r:id="rId10" imgW="3835080" imgH="736560" progId="Equation.DSMT4">
                  <p:embed/>
                </p:oleObj>
              </mc:Choice>
              <mc:Fallback>
                <p:oleObj name="Equation" r:id="rId10" imgW="3835080" imgH="73656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3AFA0B99-C0C1-48A1-A17A-381C970281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670050"/>
                        <a:ext cx="3835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DA55C307-B827-4BAE-BB09-62B8BF8A83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9681" y="1670050"/>
          <a:ext cx="397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Equation" r:id="rId12" imgW="3974760" imgH="736560" progId="Equation.DSMT4">
                  <p:embed/>
                </p:oleObj>
              </mc:Choice>
              <mc:Fallback>
                <p:oleObj name="Equation" r:id="rId12" imgW="3974760" imgH="736560" progId="Equation.DSMT4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DA55C307-B827-4BAE-BB09-62B8BF8A83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681" y="1670050"/>
                        <a:ext cx="3975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3E7945C0-0D52-4017-AF5A-794CCF600F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442" y="2843262"/>
          <a:ext cx="345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Equation" r:id="rId14" imgW="3454200" imgH="736560" progId="Equation.DSMT4">
                  <p:embed/>
                </p:oleObj>
              </mc:Choice>
              <mc:Fallback>
                <p:oleObj name="Equation" r:id="rId14" imgW="3454200" imgH="736560" progId="Equation.DSMT4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3E7945C0-0D52-4017-AF5A-794CCF600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42" y="2843262"/>
                        <a:ext cx="345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CF8D7AD6-E7E4-4ED7-89D2-B2E2BE832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5175" y="2681288"/>
          <a:ext cx="4051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Equation" r:id="rId16" imgW="4051080" imgH="863280" progId="Equation.DSMT4">
                  <p:embed/>
                </p:oleObj>
              </mc:Choice>
              <mc:Fallback>
                <p:oleObj name="Equation" r:id="rId16" imgW="4051080" imgH="863280" progId="Equation.DSMT4">
                  <p:embed/>
                  <p:pic>
                    <p:nvPicPr>
                      <p:cNvPr id="18" name="Object 3">
                        <a:extLst>
                          <a:ext uri="{FF2B5EF4-FFF2-40B4-BE49-F238E27FC236}">
                            <a16:creationId xmlns:a16="http://schemas.microsoft.com/office/drawing/2014/main" id="{CF8D7AD6-E7E4-4ED7-89D2-B2E2BE832C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75" y="2681288"/>
                        <a:ext cx="40513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497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C45E047-0F8F-4722-986F-1E758EA7D434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324761"/>
            <a:ext cx="97496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解析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E717D17-51A7-4FCF-9F8C-243718F631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934" y="1069438"/>
          <a:ext cx="383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2" name="Equation" r:id="rId3" imgW="3835080" imgH="736560" progId="Equation.DSMT4">
                  <p:embed/>
                </p:oleObj>
              </mc:Choice>
              <mc:Fallback>
                <p:oleObj name="Equation" r:id="rId3" imgW="383508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2E717D17-51A7-4FCF-9F8C-243718F631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34" y="1069438"/>
                        <a:ext cx="3835400" cy="736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134C00-E0C8-4F09-8E12-B1F43F826D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536" y="2246389"/>
          <a:ext cx="337820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3" name="Equation" r:id="rId5" imgW="3377880" imgH="380880" progId="Equation.DSMT4">
                  <p:embed/>
                </p:oleObj>
              </mc:Choice>
              <mc:Fallback>
                <p:oleObj name="Equation" r:id="rId5" imgW="3377880" imgH="3808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134C00-E0C8-4F09-8E12-B1F43F826D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246389"/>
                        <a:ext cx="3378201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B2736F04-6E5F-4FD5-BF56-00CDDCA5D497}"/>
              </a:ext>
            </a:extLst>
          </p:cNvPr>
          <p:cNvSpPr txBox="1">
            <a:spLocks noChangeArrowheads="1"/>
          </p:cNvSpPr>
          <p:nvPr/>
        </p:nvSpPr>
        <p:spPr>
          <a:xfrm>
            <a:off x="209785" y="3075806"/>
            <a:ext cx="864096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但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3C9D976E-5A49-4812-99DA-6D65C801C4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584" y="2966566"/>
          <a:ext cx="28321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Equation" r:id="rId7" imgW="2831760" imgH="1549080" progId="Equation.DSMT4">
                  <p:embed/>
                </p:oleObj>
              </mc:Choice>
              <mc:Fallback>
                <p:oleObj name="Equation" r:id="rId7" imgW="2831760" imgH="154908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3C9D976E-5A49-4812-99DA-6D65C801C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966566"/>
                        <a:ext cx="2832100" cy="154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9062761-7504-4948-BD4E-1FBE7175BF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016" y="1059582"/>
          <a:ext cx="397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5" name="Equation" r:id="rId9" imgW="3974760" imgH="736560" progId="Equation.DSMT4">
                  <p:embed/>
                </p:oleObj>
              </mc:Choice>
              <mc:Fallback>
                <p:oleObj name="Equation" r:id="rId9" imgW="3974760" imgH="73656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99062761-7504-4948-BD4E-1FBE7175B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059582"/>
                        <a:ext cx="3975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33AFBA2B-519F-4FA5-AF6F-B3B81C40E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9992" y="1949574"/>
          <a:ext cx="4521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6" name="Equation" r:id="rId11" imgW="4520880" imgH="863280" progId="Equation.DSMT4">
                  <p:embed/>
                </p:oleObj>
              </mc:Choice>
              <mc:Fallback>
                <p:oleObj name="Equation" r:id="rId11" imgW="4520880" imgH="86328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33AFBA2B-519F-4FA5-AF6F-B3B81C40E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949574"/>
                        <a:ext cx="45212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B4A49322-9F83-4469-87B2-AC87C729F848}"/>
              </a:ext>
            </a:extLst>
          </p:cNvPr>
          <p:cNvSpPr txBox="1">
            <a:spLocks noChangeArrowheads="1"/>
          </p:cNvSpPr>
          <p:nvPr/>
        </p:nvSpPr>
        <p:spPr>
          <a:xfrm>
            <a:off x="4277483" y="3195705"/>
            <a:ext cx="864096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但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CC164059-F5F5-4462-8B0B-BE5F01AF1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9984" y="3147814"/>
          <a:ext cx="29972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7" name="Equation" r:id="rId13" imgW="2997000" imgH="1549080" progId="Equation.DSMT4">
                  <p:embed/>
                </p:oleObj>
              </mc:Choice>
              <mc:Fallback>
                <p:oleObj name="Equation" r:id="rId13" imgW="2997000" imgH="154908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CC164059-F5F5-4462-8B0B-BE5F01AF1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984" y="3147814"/>
                        <a:ext cx="2997200" cy="154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8B407AE-7FE9-4DFE-B63A-CE5EC5265B49}"/>
              </a:ext>
            </a:extLst>
          </p:cNvPr>
          <p:cNvCxnSpPr>
            <a:cxnSpLocks/>
          </p:cNvCxnSpPr>
          <p:nvPr/>
        </p:nvCxnSpPr>
        <p:spPr>
          <a:xfrm>
            <a:off x="4427984" y="0"/>
            <a:ext cx="0" cy="514350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21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9501464-9D49-442A-9B08-862C856D9E34}"/>
              </a:ext>
            </a:extLst>
          </p:cNvPr>
          <p:cNvCxnSpPr>
            <a:cxnSpLocks/>
          </p:cNvCxnSpPr>
          <p:nvPr/>
        </p:nvCxnSpPr>
        <p:spPr>
          <a:xfrm>
            <a:off x="4355976" y="339502"/>
            <a:ext cx="0" cy="48039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B808D23-368B-450A-9EF1-C34597FEB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552" y="915566"/>
          <a:ext cx="345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6" name="Equation" r:id="rId3" imgW="3454200" imgH="736560" progId="Equation.DSMT4">
                  <p:embed/>
                </p:oleObj>
              </mc:Choice>
              <mc:Fallback>
                <p:oleObj name="Equation" r:id="rId3" imgW="345420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3B808D23-368B-450A-9EF1-C34597FEB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915566"/>
                        <a:ext cx="345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2E058A-1F04-4FDE-81A6-9948196DF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513193"/>
              </p:ext>
            </p:extLst>
          </p:nvPr>
        </p:nvGraphicFramePr>
        <p:xfrm>
          <a:off x="4546600" y="788988"/>
          <a:ext cx="4051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" name="Equation" r:id="rId5" imgW="4051080" imgH="863280" progId="Equation.DSMT4">
                  <p:embed/>
                </p:oleObj>
              </mc:Choice>
              <mc:Fallback>
                <p:oleObj name="Equation" r:id="rId5" imgW="4051080" imgH="8632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2E058A-1F04-4FDE-81A6-9948196DF9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788988"/>
                        <a:ext cx="40513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E63C366-FBF8-4C6E-AFFA-C82C450395CF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05799"/>
            <a:ext cx="87064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解析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E8AD2D6-BD57-4F42-B384-3E09C25610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528" y="2004901"/>
          <a:ext cx="342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" name="Equation" r:id="rId7" imgW="3429000" imgH="736560" progId="Equation.DSMT4">
                  <p:embed/>
                </p:oleObj>
              </mc:Choice>
              <mc:Fallback>
                <p:oleObj name="Equation" r:id="rId7" imgW="3429000" imgH="73656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FE8AD2D6-BD57-4F42-B384-3E09C2561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004901"/>
                        <a:ext cx="3429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613E2660-48E3-45DD-93E9-0DE423D01C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9579" y="2868586"/>
          <a:ext cx="270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" name="Equation" r:id="rId9" imgW="2705040" imgH="736560" progId="Equation.DSMT4">
                  <p:embed/>
                </p:oleObj>
              </mc:Choice>
              <mc:Fallback>
                <p:oleObj name="Equation" r:id="rId9" imgW="2705040" imgH="73656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613E2660-48E3-45DD-93E9-0DE423D01C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579" y="2868586"/>
                        <a:ext cx="2705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13047699-11D6-4B2B-8A66-D7AEB44BC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9579" y="3732271"/>
          <a:ext cx="262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0" name="Equation" r:id="rId11" imgW="2628720" imgH="736560" progId="Equation.DSMT4">
                  <p:embed/>
                </p:oleObj>
              </mc:Choice>
              <mc:Fallback>
                <p:oleObj name="Equation" r:id="rId11" imgW="2628720" imgH="73656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13047699-11D6-4B2B-8A66-D7AEB44BC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579" y="3732271"/>
                        <a:ext cx="2628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8A1DD3AB-6E75-4F7E-9E50-69DAC65BD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0" y="1878013"/>
          <a:ext cx="4508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1" name="Equation" r:id="rId13" imgW="4508280" imgH="863280" progId="Equation.DSMT4">
                  <p:embed/>
                </p:oleObj>
              </mc:Choice>
              <mc:Fallback>
                <p:oleObj name="Equation" r:id="rId13" imgW="4508280" imgH="86328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8A1DD3AB-6E75-4F7E-9E50-69DAC65BDC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1878013"/>
                        <a:ext cx="45085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1226767E-0125-44D0-B97E-E7B47FE1F5D5}"/>
              </a:ext>
            </a:extLst>
          </p:cNvPr>
          <p:cNvSpPr txBox="1">
            <a:spLocks noChangeArrowheads="1"/>
          </p:cNvSpPr>
          <p:nvPr/>
        </p:nvSpPr>
        <p:spPr>
          <a:xfrm>
            <a:off x="4211960" y="3071786"/>
            <a:ext cx="864096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但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2186E25F-3ABC-42AD-BD12-C7C2B9ED3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19624"/>
              </p:ext>
            </p:extLst>
          </p:nvPr>
        </p:nvGraphicFramePr>
        <p:xfrm>
          <a:off x="5096261" y="2868586"/>
          <a:ext cx="3048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2" name="Equation" r:id="rId15" imgW="3047760" imgH="863280" progId="Equation.DSMT4">
                  <p:embed/>
                </p:oleObj>
              </mc:Choice>
              <mc:Fallback>
                <p:oleObj name="Equation" r:id="rId15" imgW="3047760" imgH="8632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2186E25F-3ABC-42AD-BD12-C7C2B9ED3F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261" y="2868586"/>
                        <a:ext cx="30480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4ACD5348-5029-44BA-BF58-28203FACAD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4543" y="4100571"/>
          <a:ext cx="2120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" name="Equation" r:id="rId17" imgW="2120760" imgH="482400" progId="Equation.DSMT4">
                  <p:embed/>
                </p:oleObj>
              </mc:Choice>
              <mc:Fallback>
                <p:oleObj name="Equation" r:id="rId17" imgW="2120760" imgH="4824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4ACD5348-5029-44BA-BF58-28203FACA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543" y="4100571"/>
                        <a:ext cx="2120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15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5BDCEFB-7B6E-43E8-9DA3-D788D41CFE7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89527"/>
            <a:ext cx="8136904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       为        的反函数，问如何由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914592F9-4162-43F8-935B-56937F3D6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239389"/>
              </p:ext>
            </p:extLst>
          </p:nvPr>
        </p:nvGraphicFramePr>
        <p:xfrm>
          <a:off x="1907704" y="188501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2" name="Equation" r:id="rId3" imgW="1079280" imgH="342720" progId="Equation.DSMT4">
                  <p:embed/>
                </p:oleObj>
              </mc:Choice>
              <mc:Fallback>
                <p:oleObj name="Equation" r:id="rId3" imgW="1079280" imgH="3427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914592F9-4162-43F8-935B-56937F3D6C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88501"/>
                        <a:ext cx="1079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E91058B-02E4-441E-B2E7-1490217F7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275896"/>
              </p:ext>
            </p:extLst>
          </p:nvPr>
        </p:nvGraphicFramePr>
        <p:xfrm>
          <a:off x="3335338" y="188030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3" name="Equation" r:id="rId5" imgW="1104840" imgH="342720" progId="Equation.DSMT4">
                  <p:embed/>
                </p:oleObj>
              </mc:Choice>
              <mc:Fallback>
                <p:oleObj name="Equation" r:id="rId5" imgW="1104840" imgH="34272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9E91058B-02E4-441E-B2E7-1490217F70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188030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2C867CB8-4F27-4640-9392-DE7EE8386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443660"/>
              </p:ext>
            </p:extLst>
          </p:nvPr>
        </p:nvGraphicFramePr>
        <p:xfrm>
          <a:off x="7406580" y="153572"/>
          <a:ext cx="1485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4" name="Equation" r:id="rId7" imgW="1485720" imgH="355320" progId="Equation.DSMT4">
                  <p:embed/>
                </p:oleObj>
              </mc:Choice>
              <mc:Fallback>
                <p:oleObj name="Equation" r:id="rId7" imgW="1485720" imgH="3553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2C867CB8-4F27-4640-9392-DE7EE83869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580" y="153572"/>
                        <a:ext cx="1485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F62066C5-C8F8-4162-83C9-D0218F7D6296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692557"/>
            <a:ext cx="1008112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算出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1A25605-D923-4DD6-AB19-2DF9229A6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456681"/>
              </p:ext>
            </p:extLst>
          </p:nvPr>
        </p:nvGraphicFramePr>
        <p:xfrm>
          <a:off x="1043608" y="792652"/>
          <a:ext cx="787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5" name="Equation" r:id="rId9" imgW="787320" imgH="355320" progId="Equation.DSMT4">
                  <p:embed/>
                </p:oleObj>
              </mc:Choice>
              <mc:Fallback>
                <p:oleObj name="Equation" r:id="rId9" imgW="787320" imgH="35532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61A25605-D923-4DD6-AB19-2DF9229A6A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792652"/>
                        <a:ext cx="787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C5B5B472-7ABD-4CB7-A935-E8DA73EF976A}"/>
              </a:ext>
            </a:extLst>
          </p:cNvPr>
          <p:cNvSpPr txBox="1">
            <a:spLocks noChangeArrowheads="1"/>
          </p:cNvSpPr>
          <p:nvPr/>
        </p:nvSpPr>
        <p:spPr>
          <a:xfrm>
            <a:off x="778812" y="1453321"/>
            <a:ext cx="750700" cy="49514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EB50A11F-DB31-42C8-B888-40F1F4100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156404"/>
              </p:ext>
            </p:extLst>
          </p:nvPr>
        </p:nvGraphicFramePr>
        <p:xfrm>
          <a:off x="1354876" y="1338303"/>
          <a:ext cx="179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6" name="Equation" r:id="rId11" imgW="1790640" imgH="787320" progId="Equation.DSMT4">
                  <p:embed/>
                </p:oleObj>
              </mc:Choice>
              <mc:Fallback>
                <p:oleObj name="Equation" r:id="rId11" imgW="1790640" imgH="78732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EB50A11F-DB31-42C8-B888-40F1F41001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876" y="1338303"/>
                        <a:ext cx="1790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7A74162D-DCD2-4C48-82FF-B1EC31211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127049"/>
              </p:ext>
            </p:extLst>
          </p:nvPr>
        </p:nvGraphicFramePr>
        <p:xfrm>
          <a:off x="1340390" y="2383602"/>
          <a:ext cx="226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7" name="Equation" r:id="rId13" imgW="2260440" imgH="787320" progId="Equation.DSMT4">
                  <p:embed/>
                </p:oleObj>
              </mc:Choice>
              <mc:Fallback>
                <p:oleObj name="Equation" r:id="rId13" imgW="2260440" imgH="78732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7A74162D-DCD2-4C48-82FF-B1EC312113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390" y="2383602"/>
                        <a:ext cx="2260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2078C84C-7C3E-4F30-AA75-87CFECD38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052594"/>
              </p:ext>
            </p:extLst>
          </p:nvPr>
        </p:nvGraphicFramePr>
        <p:xfrm>
          <a:off x="3556000" y="2344738"/>
          <a:ext cx="1651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8" name="Equation" r:id="rId15" imgW="1650960" imgH="863280" progId="Equation.DSMT4">
                  <p:embed/>
                </p:oleObj>
              </mc:Choice>
              <mc:Fallback>
                <p:oleObj name="Equation" r:id="rId15" imgW="1650960" imgH="86328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2078C84C-7C3E-4F30-AA75-87CFECD38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2344738"/>
                        <a:ext cx="1651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01123AA9-E010-49A8-94D7-2F5004058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405838"/>
              </p:ext>
            </p:extLst>
          </p:nvPr>
        </p:nvGraphicFramePr>
        <p:xfrm>
          <a:off x="5199063" y="2344738"/>
          <a:ext cx="1651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9" name="Equation" r:id="rId17" imgW="1650960" imgH="863280" progId="Equation.DSMT4">
                  <p:embed/>
                </p:oleObj>
              </mc:Choice>
              <mc:Fallback>
                <p:oleObj name="Equation" r:id="rId17" imgW="1650960" imgH="86328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01123AA9-E010-49A8-94D7-2F50040589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2344738"/>
                        <a:ext cx="1651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604A338F-C733-4BFB-AA0E-50CAC3F39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00219"/>
              </p:ext>
            </p:extLst>
          </p:nvPr>
        </p:nvGraphicFramePr>
        <p:xfrm>
          <a:off x="6829308" y="2383602"/>
          <a:ext cx="469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0" name="Equation" r:id="rId19" imgW="469800" imgH="787320" progId="Equation.DSMT4">
                  <p:embed/>
                </p:oleObj>
              </mc:Choice>
              <mc:Fallback>
                <p:oleObj name="Equation" r:id="rId19" imgW="469800" imgH="78732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604A338F-C733-4BFB-AA0E-50CAC3F396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308" y="2383602"/>
                        <a:ext cx="469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94A8EF35-FF34-4AA3-97A1-6C5ACDC7F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858820"/>
              </p:ext>
            </p:extLst>
          </p:nvPr>
        </p:nvGraphicFramePr>
        <p:xfrm>
          <a:off x="2092769" y="3428901"/>
          <a:ext cx="1282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1" name="Equation" r:id="rId21" imgW="1282680" imgH="787320" progId="Equation.DSMT4">
                  <p:embed/>
                </p:oleObj>
              </mc:Choice>
              <mc:Fallback>
                <p:oleObj name="Equation" r:id="rId21" imgW="1282680" imgH="78732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94A8EF35-FF34-4AA3-97A1-6C5ACDC7F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769" y="3428901"/>
                        <a:ext cx="1282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EFE95153-72E2-4569-8D75-40E366B78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482275"/>
              </p:ext>
            </p:extLst>
          </p:nvPr>
        </p:nvGraphicFramePr>
        <p:xfrm>
          <a:off x="3380450" y="3428901"/>
          <a:ext cx="825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Equation" r:id="rId23" imgW="825480" imgH="787320" progId="Equation.DSMT4">
                  <p:embed/>
                </p:oleObj>
              </mc:Choice>
              <mc:Fallback>
                <p:oleObj name="Equation" r:id="rId23" imgW="825480" imgH="787320" progId="Equation.DSMT4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EFE95153-72E2-4569-8D75-40E366B78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450" y="3428901"/>
                        <a:ext cx="825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338810ED-09DB-416D-8590-3D871B7BAA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607652"/>
              </p:ext>
            </p:extLst>
          </p:nvPr>
        </p:nvGraphicFramePr>
        <p:xfrm>
          <a:off x="4311424" y="3428901"/>
          <a:ext cx="134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Equation" r:id="rId25" imgW="1346040" imgH="787320" progId="Equation.DSMT4">
                  <p:embed/>
                </p:oleObj>
              </mc:Choice>
              <mc:Fallback>
                <p:oleObj name="Equation" r:id="rId25" imgW="1346040" imgH="787320" progId="Equation.DSMT4">
                  <p:embed/>
                  <p:pic>
                    <p:nvPicPr>
                      <p:cNvPr id="16" name="Object 5">
                        <a:extLst>
                          <a:ext uri="{FF2B5EF4-FFF2-40B4-BE49-F238E27FC236}">
                            <a16:creationId xmlns:a16="http://schemas.microsoft.com/office/drawing/2014/main" id="{338810ED-09DB-416D-8590-3D871B7BAA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424" y="3428901"/>
                        <a:ext cx="1346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590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85B59F-95E7-4895-B8DB-71C719CD737D}"/>
              </a:ext>
            </a:extLst>
          </p:cNvPr>
          <p:cNvSpPr txBox="1">
            <a:spLocks noChangeArrowheads="1"/>
          </p:cNvSpPr>
          <p:nvPr/>
        </p:nvSpPr>
        <p:spPr>
          <a:xfrm>
            <a:off x="500207" y="219410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7F2DB17-A4D8-48CD-A190-06EA235B9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4980"/>
              </p:ext>
            </p:extLst>
          </p:nvPr>
        </p:nvGraphicFramePr>
        <p:xfrm>
          <a:off x="1273175" y="292328"/>
          <a:ext cx="294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6" name="Equation" r:id="rId3" imgW="2946240" imgH="380880" progId="Equation.DSMT4">
                  <p:embed/>
                </p:oleObj>
              </mc:Choice>
              <mc:Fallback>
                <p:oleObj name="Equation" r:id="rId3" imgW="2946240" imgH="3808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7F2DB17-A4D8-48CD-A190-06EA235B9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292328"/>
                        <a:ext cx="2946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9A0E52F-4FF0-4978-A9FA-F900D413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575" y="190734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且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78A73855-6AF3-4693-846E-9D842253E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612308"/>
              </p:ext>
            </p:extLst>
          </p:nvPr>
        </p:nvGraphicFramePr>
        <p:xfrm>
          <a:off x="4664075" y="248381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7" name="Equation" r:id="rId5" imgW="761760" imgH="355320" progId="Equation.DSMT4">
                  <p:embed/>
                </p:oleObj>
              </mc:Choice>
              <mc:Fallback>
                <p:oleObj name="Equation" r:id="rId5" imgW="761760" imgH="35532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78A73855-6AF3-4693-846E-9D842253E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48381"/>
                        <a:ext cx="762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A106C3B9-F21E-4FDE-B0FF-473ECF663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955" y="190733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存在</a:t>
            </a:r>
            <a:r>
              <a:rPr kumimoji="1" lang="en-US" altLang="zh-CN" sz="2400" b="1" dirty="0">
                <a:latin typeface="+mn-ea"/>
              </a:rPr>
              <a:t>, </a:t>
            </a:r>
            <a:r>
              <a:rPr kumimoji="1" lang="zh-CN" altLang="en-US" sz="2400" b="1" dirty="0">
                <a:latin typeface="+mn-ea"/>
              </a:rPr>
              <a:t>问怎样选择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97495406-CF2C-4E9F-8814-D2A5C9432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019068"/>
              </p:ext>
            </p:extLst>
          </p:nvPr>
        </p:nvGraphicFramePr>
        <p:xfrm>
          <a:off x="8010525" y="251333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8" name="Equation" r:id="rId7" imgW="749160" imgH="342720" progId="Equation.DSMT4">
                  <p:embed/>
                </p:oleObj>
              </mc:Choice>
              <mc:Fallback>
                <p:oleObj name="Equation" r:id="rId7" imgW="749160" imgH="342720" progId="Equation.DSMT4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97495406-CF2C-4E9F-8814-D2A5C9432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525" y="251333"/>
                        <a:ext cx="749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>
            <a:extLst>
              <a:ext uri="{FF2B5EF4-FFF2-40B4-BE49-F238E27FC236}">
                <a16:creationId xmlns:a16="http://schemas.microsoft.com/office/drawing/2014/main" id="{A0F2251B-4597-4EBE-B45A-C056B32C3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13" y="863219"/>
            <a:ext cx="15881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可使函数</a:t>
            </a: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BD8D2403-5BB5-4168-AB2F-5FEC8F0FC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99947"/>
              </p:ext>
            </p:extLst>
          </p:nvPr>
        </p:nvGraphicFramePr>
        <p:xfrm>
          <a:off x="5817980" y="941826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9" name="Equation" r:id="rId9" imgW="647640" imgH="279360" progId="Equation.DSMT4">
                  <p:embed/>
                </p:oleObj>
              </mc:Choice>
              <mc:Fallback>
                <p:oleObj name="Equation" r:id="rId9" imgW="647640" imgH="279360" progId="Equation.DSMT4">
                  <p:embed/>
                  <p:pic>
                    <p:nvPicPr>
                      <p:cNvPr id="10" name="Object 12">
                        <a:extLst>
                          <a:ext uri="{FF2B5EF4-FFF2-40B4-BE49-F238E27FC236}">
                            <a16:creationId xmlns:a16="http://schemas.microsoft.com/office/drawing/2014/main" id="{BD8D2403-5BB5-4168-AB2F-5FEC8F0FC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980" y="941826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4">
            <a:extLst>
              <a:ext uri="{FF2B5EF4-FFF2-40B4-BE49-F238E27FC236}">
                <a16:creationId xmlns:a16="http://schemas.microsoft.com/office/drawing/2014/main" id="{3A072BA0-FD0A-4215-B1D9-241A98AFD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339" y="809715"/>
            <a:ext cx="22874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处有二阶导数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EC1512AE-7E83-4A7D-B78D-F49F8C6BA2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502254"/>
              </p:ext>
            </p:extLst>
          </p:nvPr>
        </p:nvGraphicFramePr>
        <p:xfrm>
          <a:off x="1513715" y="947775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" name="Equation" r:id="rId11" imgW="863280" imgH="342720" progId="Equation.DSMT4">
                  <p:embed/>
                </p:oleObj>
              </mc:Choice>
              <mc:Fallback>
                <p:oleObj name="Equation" r:id="rId11" imgW="863280" imgH="342720" progId="Equation.DSMT4">
                  <p:embed/>
                  <p:pic>
                    <p:nvPicPr>
                      <p:cNvPr id="12" name="Object 16">
                        <a:extLst>
                          <a:ext uri="{FF2B5EF4-FFF2-40B4-BE49-F238E27FC236}">
                            <a16:creationId xmlns:a16="http://schemas.microsoft.com/office/drawing/2014/main" id="{EC1512AE-7E83-4A7D-B78D-F49F8C6BA2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715" y="947775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47">
            <a:extLst>
              <a:ext uri="{FF2B5EF4-FFF2-40B4-BE49-F238E27FC236}">
                <a16:creationId xmlns:a16="http://schemas.microsoft.com/office/drawing/2014/main" id="{A1E13459-EE19-4F91-8436-AF76A6954F21}"/>
              </a:ext>
            </a:extLst>
          </p:cNvPr>
          <p:cNvSpPr>
            <a:spLocks/>
          </p:cNvSpPr>
          <p:nvPr/>
        </p:nvSpPr>
        <p:spPr bwMode="auto">
          <a:xfrm>
            <a:off x="2487103" y="98136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14" name="Object 48">
            <a:extLst>
              <a:ext uri="{FF2B5EF4-FFF2-40B4-BE49-F238E27FC236}">
                <a16:creationId xmlns:a16="http://schemas.microsoft.com/office/drawing/2014/main" id="{40772AC0-3EE7-4172-86D0-C77DA7718C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221330"/>
              </p:ext>
            </p:extLst>
          </p:nvPr>
        </p:nvGraphicFramePr>
        <p:xfrm>
          <a:off x="2732814" y="661755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1" name="Equation" r:id="rId13" imgW="2425680" imgH="406080" progId="Equation.DSMT4">
                  <p:embed/>
                </p:oleObj>
              </mc:Choice>
              <mc:Fallback>
                <p:oleObj name="Equation" r:id="rId13" imgW="2425680" imgH="406080" progId="Equation.DSMT4">
                  <p:embed/>
                  <p:pic>
                    <p:nvPicPr>
                      <p:cNvPr id="14" name="Object 48">
                        <a:extLst>
                          <a:ext uri="{FF2B5EF4-FFF2-40B4-BE49-F238E27FC236}">
                            <a16:creationId xmlns:a16="http://schemas.microsoft.com/office/drawing/2014/main" id="{40772AC0-3EE7-4172-86D0-C77DA7718C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814" y="661755"/>
                        <a:ext cx="2425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9">
            <a:extLst>
              <a:ext uri="{FF2B5EF4-FFF2-40B4-BE49-F238E27FC236}">
                <a16:creationId xmlns:a16="http://schemas.microsoft.com/office/drawing/2014/main" id="{CC22D997-2288-408B-B31C-AF6FB8E9F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320891"/>
              </p:ext>
            </p:extLst>
          </p:nvPr>
        </p:nvGraphicFramePr>
        <p:xfrm>
          <a:off x="2794794" y="1195838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2" name="Equation" r:id="rId15" imgW="2463480" imgH="342720" progId="Equation.DSMT4">
                  <p:embed/>
                </p:oleObj>
              </mc:Choice>
              <mc:Fallback>
                <p:oleObj name="Equation" r:id="rId15" imgW="2463480" imgH="342720" progId="Equation.DSMT4">
                  <p:embed/>
                  <p:pic>
                    <p:nvPicPr>
                      <p:cNvPr id="15" name="Object 49">
                        <a:extLst>
                          <a:ext uri="{FF2B5EF4-FFF2-40B4-BE49-F238E27FC236}">
                            <a16:creationId xmlns:a16="http://schemas.microsoft.com/office/drawing/2014/main" id="{CC22D997-2288-408B-B31C-AF6FB8E9F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794" y="1195838"/>
                        <a:ext cx="246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7">
            <a:extLst>
              <a:ext uri="{FF2B5EF4-FFF2-40B4-BE49-F238E27FC236}">
                <a16:creationId xmlns:a16="http://schemas.microsoft.com/office/drawing/2014/main" id="{13586197-A4AB-4911-B26B-ED55BB51B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25" y="1844323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由题设</a:t>
            </a:r>
          </a:p>
        </p:txBody>
      </p:sp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AB205197-9221-4625-9ECB-5DF690127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1702" y="1950545"/>
          <a:ext cx="72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3" name="Equation" r:id="rId17" imgW="723600" imgH="355320" progId="Equation.DSMT4">
                  <p:embed/>
                </p:oleObj>
              </mc:Choice>
              <mc:Fallback>
                <p:oleObj name="Equation" r:id="rId17" imgW="723600" imgH="355320" progId="Equation.DSMT4">
                  <p:embed/>
                  <p:pic>
                    <p:nvPicPr>
                      <p:cNvPr id="17" name="Object 18">
                        <a:extLst>
                          <a:ext uri="{FF2B5EF4-FFF2-40B4-BE49-F238E27FC236}">
                            <a16:creationId xmlns:a16="http://schemas.microsoft.com/office/drawing/2014/main" id="{AB205197-9221-4625-9ECB-5DF690127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2" y="1950545"/>
                        <a:ext cx="723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0">
            <a:extLst>
              <a:ext uri="{FF2B5EF4-FFF2-40B4-BE49-F238E27FC236}">
                <a16:creationId xmlns:a16="http://schemas.microsoft.com/office/drawing/2014/main" id="{9AC73FA6-A57C-40B1-AB45-815F50A6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384" y="1851670"/>
            <a:ext cx="2339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存在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因此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E7C6CA58-E9EB-4047-A12B-051B0D545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85" y="2385786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1)</a:t>
            </a:r>
            <a:r>
              <a:rPr kumimoji="1" lang="zh-CN" altLang="en-US" sz="2400" b="1" dirty="0">
                <a:latin typeface="+mj-ea"/>
                <a:ea typeface="+mj-ea"/>
              </a:rPr>
              <a:t>利用</a:t>
            </a:r>
          </a:p>
        </p:txBody>
      </p:sp>
      <p:graphicFrame>
        <p:nvGraphicFramePr>
          <p:cNvPr id="20" name="Object 22">
            <a:extLst>
              <a:ext uri="{FF2B5EF4-FFF2-40B4-BE49-F238E27FC236}">
                <a16:creationId xmlns:a16="http://schemas.microsoft.com/office/drawing/2014/main" id="{2D773A6C-2107-42B9-A39A-9EF8C8A7F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7399" y="2452758"/>
          <a:ext cx="619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4" name="Equation" r:id="rId19" imgW="622080" imgH="342720" progId="Equation.DSMT4">
                  <p:embed/>
                </p:oleObj>
              </mc:Choice>
              <mc:Fallback>
                <p:oleObj name="Equation" r:id="rId19" imgW="622080" imgH="342720" progId="Equation.DSMT4">
                  <p:embed/>
                  <p:pic>
                    <p:nvPicPr>
                      <p:cNvPr id="20" name="Object 22">
                        <a:extLst>
                          <a:ext uri="{FF2B5EF4-FFF2-40B4-BE49-F238E27FC236}">
                            <a16:creationId xmlns:a16="http://schemas.microsoft.com/office/drawing/2014/main" id="{2D773A6C-2107-42B9-A39A-9EF8C8A7F1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399" y="2452758"/>
                        <a:ext cx="6191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3">
            <a:extLst>
              <a:ext uri="{FF2B5EF4-FFF2-40B4-BE49-F238E27FC236}">
                <a16:creationId xmlns:a16="http://schemas.microsoft.com/office/drawing/2014/main" id="{E9B519EC-C613-4273-81EB-091BC63FC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916" y="2365446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3B497BB2-0046-465E-B655-5260BD68E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6375" y="2449583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5" name="Equation" r:id="rId21" imgW="647640" imgH="279360" progId="Equation.DSMT4">
                  <p:embed/>
                </p:oleObj>
              </mc:Choice>
              <mc:Fallback>
                <p:oleObj name="Equation" r:id="rId21" imgW="647640" imgH="2793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3B497BB2-0046-465E-B655-5260BD68E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2449583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5">
            <a:extLst>
              <a:ext uri="{FF2B5EF4-FFF2-40B4-BE49-F238E27FC236}">
                <a16:creationId xmlns:a16="http://schemas.microsoft.com/office/drawing/2014/main" id="{29D2CBFF-0E41-422C-B059-08306DE17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193" y="2355726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连续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24" name="Object 26">
            <a:extLst>
              <a:ext uri="{FF2B5EF4-FFF2-40B4-BE49-F238E27FC236}">
                <a16:creationId xmlns:a16="http://schemas.microsoft.com/office/drawing/2014/main" id="{A8D0CA07-C370-43F7-9BB0-B0C115CB2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1275" y="2385786"/>
          <a:ext cx="276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6" name="Equation" r:id="rId23" imgW="2768400" imgH="406080" progId="Equation.DSMT4">
                  <p:embed/>
                </p:oleObj>
              </mc:Choice>
              <mc:Fallback>
                <p:oleObj name="Equation" r:id="rId23" imgW="2768400" imgH="406080" progId="Equation.DSMT4">
                  <p:embed/>
                  <p:pic>
                    <p:nvPicPr>
                      <p:cNvPr id="24" name="Object 26">
                        <a:extLst>
                          <a:ext uri="{FF2B5EF4-FFF2-40B4-BE49-F238E27FC236}">
                            <a16:creationId xmlns:a16="http://schemas.microsoft.com/office/drawing/2014/main" id="{A8D0CA07-C370-43F7-9BB0-B0C115CB2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275" y="2385786"/>
                        <a:ext cx="2768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7">
            <a:extLst>
              <a:ext uri="{FF2B5EF4-FFF2-40B4-BE49-F238E27FC236}">
                <a16:creationId xmlns:a16="http://schemas.microsoft.com/office/drawing/2014/main" id="{C233046F-D6B8-437C-B9A6-227DAB192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312" y="23598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26" name="Object 28">
            <a:extLst>
              <a:ext uri="{FF2B5EF4-FFF2-40B4-BE49-F238E27FC236}">
                <a16:creationId xmlns:a16="http://schemas.microsoft.com/office/drawing/2014/main" id="{F00DA7A3-87C1-42C6-A4F0-4DBB0A30F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3200" y="2425771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7" name="Equation" r:id="rId25" imgW="1091880" imgH="342720" progId="Equation.DSMT4">
                  <p:embed/>
                </p:oleObj>
              </mc:Choice>
              <mc:Fallback>
                <p:oleObj name="Equation" r:id="rId25" imgW="1091880" imgH="342720" progId="Equation.DSMT4">
                  <p:embed/>
                  <p:pic>
                    <p:nvPicPr>
                      <p:cNvPr id="26" name="Object 28">
                        <a:extLst>
                          <a:ext uri="{FF2B5EF4-FFF2-40B4-BE49-F238E27FC236}">
                            <a16:creationId xmlns:a16="http://schemas.microsoft.com/office/drawing/2014/main" id="{F00DA7A3-87C1-42C6-A4F0-4DBB0A30FE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200" y="2425771"/>
                        <a:ext cx="1092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9">
            <a:extLst>
              <a:ext uri="{FF2B5EF4-FFF2-40B4-BE49-F238E27FC236}">
                <a16:creationId xmlns:a16="http://schemas.microsoft.com/office/drawing/2014/main" id="{C7E797A5-FA48-46AD-9325-476D49301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85" y="2884435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2)</a:t>
            </a:r>
            <a:r>
              <a:rPr kumimoji="1" lang="zh-CN" altLang="en-US" sz="2400" b="1" dirty="0">
                <a:latin typeface="+mj-ea"/>
                <a:ea typeface="+mj-ea"/>
              </a:rPr>
              <a:t>利用</a:t>
            </a:r>
          </a:p>
        </p:txBody>
      </p:sp>
      <p:graphicFrame>
        <p:nvGraphicFramePr>
          <p:cNvPr id="28" name="Object 30">
            <a:extLst>
              <a:ext uri="{FF2B5EF4-FFF2-40B4-BE49-F238E27FC236}">
                <a16:creationId xmlns:a16="http://schemas.microsoft.com/office/drawing/2014/main" id="{C638C872-F5F5-48FF-98C6-0430ED0DB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8673"/>
              </p:ext>
            </p:extLst>
          </p:nvPr>
        </p:nvGraphicFramePr>
        <p:xfrm>
          <a:off x="1901825" y="2930316"/>
          <a:ext cx="17541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8" name="Equation" r:id="rId27" imgW="1752480" imgH="380880" progId="Equation.DSMT4">
                  <p:embed/>
                </p:oleObj>
              </mc:Choice>
              <mc:Fallback>
                <p:oleObj name="Equation" r:id="rId27" imgW="1752480" imgH="380880" progId="Equation.DSMT4">
                  <p:embed/>
                  <p:pic>
                    <p:nvPicPr>
                      <p:cNvPr id="28" name="Object 30">
                        <a:extLst>
                          <a:ext uri="{FF2B5EF4-FFF2-40B4-BE49-F238E27FC236}">
                            <a16:creationId xmlns:a16="http://schemas.microsoft.com/office/drawing/2014/main" id="{C638C872-F5F5-48FF-98C6-0430ED0DB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2930316"/>
                        <a:ext cx="175418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7">
            <a:extLst>
              <a:ext uri="{FF2B5EF4-FFF2-40B4-BE49-F238E27FC236}">
                <a16:creationId xmlns:a16="http://schemas.microsoft.com/office/drawing/2014/main" id="{A9EEF3BB-252A-4B2B-959F-3501F7F69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425" y="2859782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而</a:t>
            </a:r>
          </a:p>
        </p:txBody>
      </p:sp>
      <p:graphicFrame>
        <p:nvGraphicFramePr>
          <p:cNvPr id="30" name="Object 31">
            <a:extLst>
              <a:ext uri="{FF2B5EF4-FFF2-40B4-BE49-F238E27FC236}">
                <a16:creationId xmlns:a16="http://schemas.microsoft.com/office/drawing/2014/main" id="{64C638B3-FE83-4460-A29F-4E9111C29D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5616" y="3291830"/>
          <a:ext cx="292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9" name="Equation" r:id="rId29" imgW="2920680" imgH="736560" progId="Equation.DSMT4">
                  <p:embed/>
                </p:oleObj>
              </mc:Choice>
              <mc:Fallback>
                <p:oleObj name="Equation" r:id="rId29" imgW="2920680" imgH="736560" progId="Equation.DSMT4">
                  <p:embed/>
                  <p:pic>
                    <p:nvPicPr>
                      <p:cNvPr id="30" name="Object 31">
                        <a:extLst>
                          <a:ext uri="{FF2B5EF4-FFF2-40B4-BE49-F238E27FC236}">
                            <a16:creationId xmlns:a16="http://schemas.microsoft.com/office/drawing/2014/main" id="{64C638B3-FE83-4460-A29F-4E9111C29D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291830"/>
                        <a:ext cx="2921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2">
            <a:extLst>
              <a:ext uri="{FF2B5EF4-FFF2-40B4-BE49-F238E27FC236}">
                <a16:creationId xmlns:a16="http://schemas.microsoft.com/office/drawing/2014/main" id="{6AB6B3EF-953A-4819-A7A0-C13EFBF85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9878" y="3470193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0" name="Equation" r:id="rId31" imgW="1028520" imgH="380880" progId="Equation.DSMT4">
                  <p:embed/>
                </p:oleObj>
              </mc:Choice>
              <mc:Fallback>
                <p:oleObj name="Equation" r:id="rId31" imgW="1028520" imgH="380880" progId="Equation.DSMT4">
                  <p:embed/>
                  <p:pic>
                    <p:nvPicPr>
                      <p:cNvPr id="31" name="Object 32">
                        <a:extLst>
                          <a:ext uri="{FF2B5EF4-FFF2-40B4-BE49-F238E27FC236}">
                            <a16:creationId xmlns:a16="http://schemas.microsoft.com/office/drawing/2014/main" id="{6AB6B3EF-953A-4819-A7A0-C13EFBF859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878" y="3470193"/>
                        <a:ext cx="1028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3">
            <a:extLst>
              <a:ext uri="{FF2B5EF4-FFF2-40B4-BE49-F238E27FC236}">
                <a16:creationId xmlns:a16="http://schemas.microsoft.com/office/drawing/2014/main" id="{9696E966-0CD2-4FFA-812B-99E64F43DB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3608" y="4101306"/>
          <a:ext cx="3962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1" name="Equation" r:id="rId33" imgW="3962160" imgH="774360" progId="Equation.DSMT4">
                  <p:embed/>
                </p:oleObj>
              </mc:Choice>
              <mc:Fallback>
                <p:oleObj name="Equation" r:id="rId33" imgW="3962160" imgH="774360" progId="Equation.DSMT4">
                  <p:embed/>
                  <p:pic>
                    <p:nvPicPr>
                      <p:cNvPr id="32" name="Object 33">
                        <a:extLst>
                          <a:ext uri="{FF2B5EF4-FFF2-40B4-BE49-F238E27FC236}">
                            <a16:creationId xmlns:a16="http://schemas.microsoft.com/office/drawing/2014/main" id="{9696E966-0CD2-4FFA-812B-99E64F43DB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101306"/>
                        <a:ext cx="39624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4">
            <a:extLst>
              <a:ext uri="{FF2B5EF4-FFF2-40B4-BE49-F238E27FC236}">
                <a16:creationId xmlns:a16="http://schemas.microsoft.com/office/drawing/2014/main" id="{62C694D3-C799-4FDD-BA15-4C9D1211F4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2109" y="4348163"/>
          <a:ext cx="469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2" name="Equation" r:id="rId35" imgW="469800" imgH="279360" progId="Equation.DSMT4">
                  <p:embed/>
                </p:oleObj>
              </mc:Choice>
              <mc:Fallback>
                <p:oleObj name="Equation" r:id="rId35" imgW="469800" imgH="279360" progId="Equation.DSMT4">
                  <p:embed/>
                  <p:pic>
                    <p:nvPicPr>
                      <p:cNvPr id="33" name="Object 34">
                        <a:extLst>
                          <a:ext uri="{FF2B5EF4-FFF2-40B4-BE49-F238E27FC236}">
                            <a16:creationId xmlns:a16="http://schemas.microsoft.com/office/drawing/2014/main" id="{62C694D3-C799-4FDD-BA15-4C9D1211F4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109" y="4348163"/>
                        <a:ext cx="469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4">
            <a:extLst>
              <a:ext uri="{FF2B5EF4-FFF2-40B4-BE49-F238E27FC236}">
                <a16:creationId xmlns:a16="http://schemas.microsoft.com/office/drawing/2014/main" id="{8498D152-3201-4526-BB21-BD99FC934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985" y="848328"/>
            <a:ext cx="22874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在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9" name="Object 40">
            <a:extLst>
              <a:ext uri="{FF2B5EF4-FFF2-40B4-BE49-F238E27FC236}">
                <a16:creationId xmlns:a16="http://schemas.microsoft.com/office/drawing/2014/main" id="{1AD96E9A-17CD-4C97-BC44-1AAFD5F2E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070" y="3736902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3" name="Equation" r:id="rId37" imgW="1218960" imgH="380880" progId="Equation.DSMT4">
                  <p:embed/>
                </p:oleObj>
              </mc:Choice>
              <mc:Fallback>
                <p:oleObj name="Equation" r:id="rId37" imgW="1218960" imgH="380880" progId="Equation.DSMT4">
                  <p:embed/>
                  <p:pic>
                    <p:nvPicPr>
                      <p:cNvPr id="39" name="Object 40">
                        <a:extLst>
                          <a:ext uri="{FF2B5EF4-FFF2-40B4-BE49-F238E27FC236}">
                            <a16:creationId xmlns:a16="http://schemas.microsoft.com/office/drawing/2014/main" id="{1AD96E9A-17CD-4C97-BC44-1AAFD5F2E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lum bright="12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070" y="3736902"/>
                        <a:ext cx="1219200" cy="381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9">
            <a:extLst>
              <a:ext uri="{FF2B5EF4-FFF2-40B4-BE49-F238E27FC236}">
                <a16:creationId xmlns:a16="http://schemas.microsoft.com/office/drawing/2014/main" id="{2F31D46E-6756-4711-B5B9-B7D65554E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105" y="3725137"/>
            <a:ext cx="570095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得</a:t>
            </a:r>
          </a:p>
        </p:txBody>
      </p:sp>
    </p:spTree>
    <p:extLst>
      <p:ext uri="{BB962C8B-B14F-4D97-AF65-F5344CB8AC3E}">
        <p14:creationId xmlns:p14="http://schemas.microsoft.com/office/powerpoint/2010/main" val="69980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18" grpId="0" build="p" autoUpdateAnimBg="0" advAuto="0"/>
      <p:bldP spid="19" grpId="0" build="p" autoUpdateAnimBg="0"/>
      <p:bldP spid="21" grpId="0" build="p" autoUpdateAnimBg="0" advAuto="0"/>
      <p:bldP spid="23" grpId="0" build="p" autoUpdateAnimBg="0" advAuto="0"/>
      <p:bldP spid="25" grpId="0" build="p" autoUpdateAnimBg="0"/>
      <p:bldP spid="27" grpId="0" build="p" autoUpdateAnimBg="0"/>
      <p:bldP spid="29" grpId="0" build="p" autoUpdateAnimBg="0"/>
      <p:bldP spid="40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7">
            <a:extLst>
              <a:ext uri="{FF2B5EF4-FFF2-40B4-BE49-F238E27FC236}">
                <a16:creationId xmlns:a16="http://schemas.microsoft.com/office/drawing/2014/main" id="{6982667F-93F5-4CF9-B133-23ADE7D52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1501775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6" name="Equation" r:id="rId3" imgW="1218960" imgH="380880" progId="Equation.DSMT4">
                  <p:embed/>
                </p:oleObj>
              </mc:Choice>
              <mc:Fallback>
                <p:oleObj name="Equation" r:id="rId3" imgW="1218960" imgH="380880" progId="Equation.DSMT4">
                  <p:embed/>
                  <p:pic>
                    <p:nvPicPr>
                      <p:cNvPr id="2" name="Object 1027">
                        <a:extLst>
                          <a:ext uri="{FF2B5EF4-FFF2-40B4-BE49-F238E27FC236}">
                            <a16:creationId xmlns:a16="http://schemas.microsoft.com/office/drawing/2014/main" id="{6982667F-93F5-4CF9-B133-23ADE7D526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1501775"/>
                        <a:ext cx="1219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028">
            <a:extLst>
              <a:ext uri="{FF2B5EF4-FFF2-40B4-BE49-F238E27FC236}">
                <a16:creationId xmlns:a16="http://schemas.microsoft.com/office/drawing/2014/main" id="{B99D4920-288E-4240-8681-FF47D809D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2279149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3) </a:t>
            </a:r>
            <a:r>
              <a:rPr kumimoji="1" lang="zh-CN" altLang="en-US" sz="2400" b="1" dirty="0">
                <a:latin typeface="+mj-ea"/>
                <a:ea typeface="+mj-ea"/>
              </a:rPr>
              <a:t>利用</a:t>
            </a:r>
          </a:p>
        </p:txBody>
      </p:sp>
      <p:graphicFrame>
        <p:nvGraphicFramePr>
          <p:cNvPr id="4" name="Object 1029">
            <a:extLst>
              <a:ext uri="{FF2B5EF4-FFF2-40B4-BE49-F238E27FC236}">
                <a16:creationId xmlns:a16="http://schemas.microsoft.com/office/drawing/2014/main" id="{8898780C-D7BE-4368-9CEC-6535C123A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283376"/>
              </p:ext>
            </p:extLst>
          </p:nvPr>
        </p:nvGraphicFramePr>
        <p:xfrm>
          <a:off x="2009775" y="2336800"/>
          <a:ext cx="17541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7" name="Equation" r:id="rId5" imgW="1752480" imgH="380880" progId="Equation.DSMT4">
                  <p:embed/>
                </p:oleObj>
              </mc:Choice>
              <mc:Fallback>
                <p:oleObj name="Equation" r:id="rId5" imgW="1752480" imgH="380880" progId="Equation.DSMT4">
                  <p:embed/>
                  <p:pic>
                    <p:nvPicPr>
                      <p:cNvPr id="4" name="Object 1029">
                        <a:extLst>
                          <a:ext uri="{FF2B5EF4-FFF2-40B4-BE49-F238E27FC236}">
                            <a16:creationId xmlns:a16="http://schemas.microsoft.com/office/drawing/2014/main" id="{8898780C-D7BE-4368-9CEC-6535C123A0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2336800"/>
                        <a:ext cx="175418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30">
            <a:extLst>
              <a:ext uri="{FF2B5EF4-FFF2-40B4-BE49-F238E27FC236}">
                <a16:creationId xmlns:a16="http://schemas.microsoft.com/office/drawing/2014/main" id="{7041D668-A5D2-44C0-8E3E-D6D62E329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775" y="2845474"/>
          <a:ext cx="311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8" name="Equation" r:id="rId7" imgW="3111480" imgH="736560" progId="Equation.DSMT4">
                  <p:embed/>
                </p:oleObj>
              </mc:Choice>
              <mc:Fallback>
                <p:oleObj name="Equation" r:id="rId7" imgW="3111480" imgH="736560" progId="Equation.DSMT4">
                  <p:embed/>
                  <p:pic>
                    <p:nvPicPr>
                      <p:cNvPr id="5" name="Object 1030">
                        <a:extLst>
                          <a:ext uri="{FF2B5EF4-FFF2-40B4-BE49-F238E27FC236}">
                            <a16:creationId xmlns:a16="http://schemas.microsoft.com/office/drawing/2014/main" id="{7041D668-A5D2-44C0-8E3E-D6D62E329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2845474"/>
                        <a:ext cx="3111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31">
            <a:extLst>
              <a:ext uri="{FF2B5EF4-FFF2-40B4-BE49-F238E27FC236}">
                <a16:creationId xmlns:a16="http://schemas.microsoft.com/office/drawing/2014/main" id="{893F7092-6A9A-41D7-90B2-8113217610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9875" y="3009900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" name="Equation" r:id="rId9" imgW="1028520" imgH="380880" progId="Equation.DSMT4">
                  <p:embed/>
                </p:oleObj>
              </mc:Choice>
              <mc:Fallback>
                <p:oleObj name="Equation" r:id="rId9" imgW="1028520" imgH="380880" progId="Equation.DSMT4">
                  <p:embed/>
                  <p:pic>
                    <p:nvPicPr>
                      <p:cNvPr id="6" name="Object 1031">
                        <a:extLst>
                          <a:ext uri="{FF2B5EF4-FFF2-40B4-BE49-F238E27FC236}">
                            <a16:creationId xmlns:a16="http://schemas.microsoft.com/office/drawing/2014/main" id="{893F7092-6A9A-41D7-90B2-8113217610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5" y="3009900"/>
                        <a:ext cx="1028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32">
            <a:extLst>
              <a:ext uri="{FF2B5EF4-FFF2-40B4-BE49-F238E27FC236}">
                <a16:creationId xmlns:a16="http://schemas.microsoft.com/office/drawing/2014/main" id="{EBFCF997-B173-46FD-BB3F-662CFDDCFF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775" y="3554004"/>
          <a:ext cx="3035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" name="Equation" r:id="rId11" imgW="3035160" imgH="736560" progId="Equation.DSMT4">
                  <p:embed/>
                </p:oleObj>
              </mc:Choice>
              <mc:Fallback>
                <p:oleObj name="Equation" r:id="rId11" imgW="3035160" imgH="736560" progId="Equation.DSMT4">
                  <p:embed/>
                  <p:pic>
                    <p:nvPicPr>
                      <p:cNvPr id="7" name="Object 1032">
                        <a:extLst>
                          <a:ext uri="{FF2B5EF4-FFF2-40B4-BE49-F238E27FC236}">
                            <a16:creationId xmlns:a16="http://schemas.microsoft.com/office/drawing/2014/main" id="{EBFCF997-B173-46FD-BB3F-662CFDDCFF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3554004"/>
                        <a:ext cx="3035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3">
            <a:extLst>
              <a:ext uri="{FF2B5EF4-FFF2-40B4-BE49-F238E27FC236}">
                <a16:creationId xmlns:a16="http://schemas.microsoft.com/office/drawing/2014/main" id="{7F43DF0F-A4EC-4E91-BFAC-70752741CA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8900" y="378260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1" name="Equation" r:id="rId13" imgW="647640" imgH="279360" progId="Equation.DSMT4">
                  <p:embed/>
                </p:oleObj>
              </mc:Choice>
              <mc:Fallback>
                <p:oleObj name="Equation" r:id="rId13" imgW="647640" imgH="279360" progId="Equation.DSMT4">
                  <p:embed/>
                  <p:pic>
                    <p:nvPicPr>
                      <p:cNvPr id="8" name="Object 1033">
                        <a:extLst>
                          <a:ext uri="{FF2B5EF4-FFF2-40B4-BE49-F238E27FC236}">
                            <a16:creationId xmlns:a16="http://schemas.microsoft.com/office/drawing/2014/main" id="{7F43DF0F-A4EC-4E91-BFAC-70752741CA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3782604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34">
            <a:extLst>
              <a:ext uri="{FF2B5EF4-FFF2-40B4-BE49-F238E27FC236}">
                <a16:creationId xmlns:a16="http://schemas.microsoft.com/office/drawing/2014/main" id="{A4ED2A08-988D-4D2B-81D4-141463441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700" y="2264929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而</a:t>
            </a:r>
          </a:p>
        </p:txBody>
      </p:sp>
      <p:sp>
        <p:nvSpPr>
          <p:cNvPr id="10" name="Text Box 1035">
            <a:extLst>
              <a:ext uri="{FF2B5EF4-FFF2-40B4-BE49-F238E27FC236}">
                <a16:creationId xmlns:a16="http://schemas.microsoft.com/office/drawing/2014/main" id="{3E3DFE54-E382-4E4A-A1D6-AA8B6E53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865" y="3336557"/>
            <a:ext cx="747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11" name="Object 1036">
            <a:extLst>
              <a:ext uri="{FF2B5EF4-FFF2-40B4-BE49-F238E27FC236}">
                <a16:creationId xmlns:a16="http://schemas.microsoft.com/office/drawing/2014/main" id="{1475DC35-7BEA-4D9D-A480-6C8C0CC386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1765" y="3198404"/>
          <a:ext cx="147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2" name="Equation" r:id="rId15" imgW="1473120" imgH="723600" progId="Equation.DSMT4">
                  <p:embed/>
                </p:oleObj>
              </mc:Choice>
              <mc:Fallback>
                <p:oleObj name="Equation" r:id="rId15" imgW="1473120" imgH="723600" progId="Equation.DSMT4">
                  <p:embed/>
                  <p:pic>
                    <p:nvPicPr>
                      <p:cNvPr id="11" name="Object 1036">
                        <a:extLst>
                          <a:ext uri="{FF2B5EF4-FFF2-40B4-BE49-F238E27FC236}">
                            <a16:creationId xmlns:a16="http://schemas.microsoft.com/office/drawing/2014/main" id="{1475DC35-7BEA-4D9D-A480-6C8C0CC386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1765" y="3198404"/>
                        <a:ext cx="1473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8">
            <a:extLst>
              <a:ext uri="{FF2B5EF4-FFF2-40B4-BE49-F238E27FC236}">
                <a16:creationId xmlns:a16="http://schemas.microsoft.com/office/drawing/2014/main" id="{CDAF842A-E196-45CF-A07B-1927CF701A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0550" y="1555750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3" name="Equation" r:id="rId17" imgW="1104840" imgH="342720" progId="Equation.DSMT4">
                  <p:embed/>
                </p:oleObj>
              </mc:Choice>
              <mc:Fallback>
                <p:oleObj name="Equation" r:id="rId17" imgW="1104840" imgH="342720" progId="Equation.DSMT4">
                  <p:embed/>
                  <p:pic>
                    <p:nvPicPr>
                      <p:cNvPr id="12" name="Object 1038">
                        <a:extLst>
                          <a:ext uri="{FF2B5EF4-FFF2-40B4-BE49-F238E27FC236}">
                            <a16:creationId xmlns:a16="http://schemas.microsoft.com/office/drawing/2014/main" id="{CDAF842A-E196-45CF-A07B-1927CF701A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1555750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041">
            <a:extLst>
              <a:ext uri="{FF2B5EF4-FFF2-40B4-BE49-F238E27FC236}">
                <a16:creationId xmlns:a16="http://schemas.microsoft.com/office/drawing/2014/main" id="{0C250818-1D57-4A00-BF67-F455172DBA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" y="2057400"/>
            <a:ext cx="8991600" cy="0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14" name="Object 1044">
            <a:extLst>
              <a:ext uri="{FF2B5EF4-FFF2-40B4-BE49-F238E27FC236}">
                <a16:creationId xmlns:a16="http://schemas.microsoft.com/office/drawing/2014/main" id="{C7979D71-6792-4E23-A666-0A772E75F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714375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4" name="Equation" r:id="rId19" imgW="863280" imgH="342720" progId="Equation.DSMT4">
                  <p:embed/>
                </p:oleObj>
              </mc:Choice>
              <mc:Fallback>
                <p:oleObj name="Equation" r:id="rId19" imgW="863280" imgH="342720" progId="Equation.DSMT4">
                  <p:embed/>
                  <p:pic>
                    <p:nvPicPr>
                      <p:cNvPr id="14" name="Object 1044">
                        <a:extLst>
                          <a:ext uri="{FF2B5EF4-FFF2-40B4-BE49-F238E27FC236}">
                            <a16:creationId xmlns:a16="http://schemas.microsoft.com/office/drawing/2014/main" id="{C7979D71-6792-4E23-A666-0A772E75F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714375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045">
            <a:extLst>
              <a:ext uri="{FF2B5EF4-FFF2-40B4-BE49-F238E27FC236}">
                <a16:creationId xmlns:a16="http://schemas.microsoft.com/office/drawing/2014/main" id="{CE9B141C-3830-4A98-9317-9F0A1A0F3BC6}"/>
              </a:ext>
            </a:extLst>
          </p:cNvPr>
          <p:cNvSpPr>
            <a:spLocks/>
          </p:cNvSpPr>
          <p:nvPr/>
        </p:nvSpPr>
        <p:spPr bwMode="auto">
          <a:xfrm>
            <a:off x="2590800" y="4159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16" name="Object 1046">
            <a:extLst>
              <a:ext uri="{FF2B5EF4-FFF2-40B4-BE49-F238E27FC236}">
                <a16:creationId xmlns:a16="http://schemas.microsoft.com/office/drawing/2014/main" id="{D97101C0-72FB-49A8-B413-7FB0EDA26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7200" y="327025"/>
          <a:ext cx="250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" name="Equation" r:id="rId21" imgW="2501640" imgH="406080" progId="Equation.DSMT4">
                  <p:embed/>
                </p:oleObj>
              </mc:Choice>
              <mc:Fallback>
                <p:oleObj name="Equation" r:id="rId21" imgW="2501640" imgH="406080" progId="Equation.DSMT4">
                  <p:embed/>
                  <p:pic>
                    <p:nvPicPr>
                      <p:cNvPr id="16" name="Object 1046">
                        <a:extLst>
                          <a:ext uri="{FF2B5EF4-FFF2-40B4-BE49-F238E27FC236}">
                            <a16:creationId xmlns:a16="http://schemas.microsoft.com/office/drawing/2014/main" id="{D97101C0-72FB-49A8-B413-7FB0EDA26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27025"/>
                        <a:ext cx="2501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47">
            <a:extLst>
              <a:ext uri="{FF2B5EF4-FFF2-40B4-BE49-F238E27FC236}">
                <a16:creationId xmlns:a16="http://schemas.microsoft.com/office/drawing/2014/main" id="{3718056F-B21B-42FA-AD86-6B44A475D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8950" y="942975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" name="Equation" r:id="rId23" imgW="2463480" imgH="342720" progId="Equation.DSMT4">
                  <p:embed/>
                </p:oleObj>
              </mc:Choice>
              <mc:Fallback>
                <p:oleObj name="Equation" r:id="rId23" imgW="2463480" imgH="342720" progId="Equation.DSMT4">
                  <p:embed/>
                  <p:pic>
                    <p:nvPicPr>
                      <p:cNvPr id="17" name="Object 1047">
                        <a:extLst>
                          <a:ext uri="{FF2B5EF4-FFF2-40B4-BE49-F238E27FC236}">
                            <a16:creationId xmlns:a16="http://schemas.microsoft.com/office/drawing/2014/main" id="{3718056F-B21B-42FA-AD86-6B44A475D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942975"/>
                        <a:ext cx="246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982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9" grpId="0" build="p" autoUpdateAnimBg="0"/>
      <p:bldP spid="10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502A4C0-02C1-4BB9-A6F0-A01B4BDDB998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344488"/>
            <a:ext cx="1828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36E1384-99CD-49E6-A3D3-F2ACAA23C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946467"/>
              </p:ext>
            </p:extLst>
          </p:nvPr>
        </p:nvGraphicFramePr>
        <p:xfrm>
          <a:off x="1951038" y="392113"/>
          <a:ext cx="3425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2" name="Equation" r:id="rId3" imgW="3429000" imgH="419040" progId="Equation.DSMT4">
                  <p:embed/>
                </p:oleObj>
              </mc:Choice>
              <mc:Fallback>
                <p:oleObj name="Equation" r:id="rId3" imgW="3429000" imgH="419040" progId="Equation.DSMT4">
                  <p:embed/>
                  <p:pic>
                    <p:nvPicPr>
                      <p:cNvPr id="14339" name="Object 3">
                        <a:extLst>
                          <a:ext uri="{FF2B5EF4-FFF2-40B4-BE49-F238E27FC236}">
                            <a16:creationId xmlns:a16="http://schemas.microsoft.com/office/drawing/2014/main" id="{7F66CD5F-44BA-4309-947D-C176EED11A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392113"/>
                        <a:ext cx="34258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BE2C864-CC38-421B-9396-E7A510D82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01935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其中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AEC955E-7D51-4006-9E73-969FDF20A6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296740"/>
              </p:ext>
            </p:extLst>
          </p:nvPr>
        </p:nvGraphicFramePr>
        <p:xfrm>
          <a:off x="6148388" y="461963"/>
          <a:ext cx="67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3" name="Equation" r:id="rId5" imgW="672840" imgH="342720" progId="Equation.DSMT4">
                  <p:embed/>
                </p:oleObj>
              </mc:Choice>
              <mc:Fallback>
                <p:oleObj name="Equation" r:id="rId5" imgW="672840" imgH="342720" progId="Equation.DSMT4">
                  <p:embed/>
                  <p:pic>
                    <p:nvPicPr>
                      <p:cNvPr id="14341" name="Object 5">
                        <a:extLst>
                          <a:ext uri="{FF2B5EF4-FFF2-40B4-BE49-F238E27FC236}">
                            <a16:creationId xmlns:a16="http://schemas.microsoft.com/office/drawing/2014/main" id="{B8F61D89-2F39-4867-8825-5D92F14F6D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461963"/>
                        <a:ext cx="673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C9A721AF-7145-4A5A-B710-6A02D6A55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123" y="366216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可微 </a:t>
            </a:r>
            <a:r>
              <a:rPr kumimoji="1"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EF74EF54-870D-48D2-9E61-586B29675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586687"/>
              </p:ext>
            </p:extLst>
          </p:nvPr>
        </p:nvGraphicFramePr>
        <p:xfrm>
          <a:off x="7772400" y="433388"/>
          <a:ext cx="660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4" name="Equation" r:id="rId7" imgW="660240" imgH="380880" progId="Equation.DSMT4">
                  <p:embed/>
                </p:oleObj>
              </mc:Choice>
              <mc:Fallback>
                <p:oleObj name="Equation" r:id="rId7" imgW="660240" imgH="380880" progId="Equation.DSMT4">
                  <p:embed/>
                  <p:pic>
                    <p:nvPicPr>
                      <p:cNvPr id="14343" name="Object 7">
                        <a:extLst>
                          <a:ext uri="{FF2B5EF4-FFF2-40B4-BE49-F238E27FC236}">
                            <a16:creationId xmlns:a16="http://schemas.microsoft.com/office/drawing/2014/main" id="{CD77465E-2A53-47CF-B060-3874623D2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33388"/>
                        <a:ext cx="660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1577F8C8-7753-4A1B-B056-5F77ED66F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01846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700C4781-2B13-4CFE-8B04-D785730C99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367813"/>
              </p:ext>
            </p:extLst>
          </p:nvPr>
        </p:nvGraphicFramePr>
        <p:xfrm>
          <a:off x="1531938" y="1111250"/>
          <a:ext cx="58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5" name="Equation" r:id="rId9" imgW="583920" imgH="342720" progId="Equation.DSMT4">
                  <p:embed/>
                </p:oleObj>
              </mc:Choice>
              <mc:Fallback>
                <p:oleObj name="Equation" r:id="rId9" imgW="583920" imgH="342720" progId="Equation.DSMT4">
                  <p:embed/>
                  <p:pic>
                    <p:nvPicPr>
                      <p:cNvPr id="14346" name="Object 10">
                        <a:extLst>
                          <a:ext uri="{FF2B5EF4-FFF2-40B4-BE49-F238E27FC236}">
                            <a16:creationId xmlns:a16="http://schemas.microsoft.com/office/drawing/2014/main" id="{ADDF98D3-3BC9-45E6-834A-7859528DA4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1111250"/>
                        <a:ext cx="584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CE0A5C1E-E11D-4491-9BFA-3D9BB7636A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142510"/>
              </p:ext>
            </p:extLst>
          </p:nvPr>
        </p:nvGraphicFramePr>
        <p:xfrm>
          <a:off x="2197175" y="1032093"/>
          <a:ext cx="158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6" name="Equation" r:id="rId11" imgW="1587240" imgH="406080" progId="Equation.DSMT4">
                  <p:embed/>
                </p:oleObj>
              </mc:Choice>
              <mc:Fallback>
                <p:oleObj name="Equation" r:id="rId11" imgW="1587240" imgH="406080" progId="Equation.DSMT4">
                  <p:embed/>
                  <p:pic>
                    <p:nvPicPr>
                      <p:cNvPr id="14347" name="Object 11">
                        <a:extLst>
                          <a:ext uri="{FF2B5EF4-FFF2-40B4-BE49-F238E27FC236}">
                            <a16:creationId xmlns:a16="http://schemas.microsoft.com/office/drawing/2014/main" id="{4C8228D2-6976-454E-B74C-932CB023A1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75" y="1032093"/>
                        <a:ext cx="1587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91F26438-18AD-453B-8964-312A2D336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391239"/>
              </p:ext>
            </p:extLst>
          </p:nvPr>
        </p:nvGraphicFramePr>
        <p:xfrm>
          <a:off x="3821833" y="996950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7" name="Equation" r:id="rId13" imgW="1765080" imgH="406080" progId="Equation.DSMT4">
                  <p:embed/>
                </p:oleObj>
              </mc:Choice>
              <mc:Fallback>
                <p:oleObj name="Equation" r:id="rId13" imgW="1765080" imgH="406080" progId="Equation.DSMT4">
                  <p:embed/>
                  <p:pic>
                    <p:nvPicPr>
                      <p:cNvPr id="14348" name="Object 12">
                        <a:extLst>
                          <a:ext uri="{FF2B5EF4-FFF2-40B4-BE49-F238E27FC236}">
                            <a16:creationId xmlns:a16="http://schemas.microsoft.com/office/drawing/2014/main" id="{7C5341A2-2947-4376-A156-85AF0B06E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833" y="996950"/>
                        <a:ext cx="1765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B0EF8D57-F48A-4E1A-B1C6-3F952A1A54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619031"/>
              </p:ext>
            </p:extLst>
          </p:nvPr>
        </p:nvGraphicFramePr>
        <p:xfrm>
          <a:off x="5573713" y="996950"/>
          <a:ext cx="297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8" name="Equation" r:id="rId15" imgW="2971800" imgH="380880" progId="Equation.DSMT4">
                  <p:embed/>
                </p:oleObj>
              </mc:Choice>
              <mc:Fallback>
                <p:oleObj name="Equation" r:id="rId15" imgW="2971800" imgH="380880" progId="Equation.DSMT4">
                  <p:embed/>
                  <p:pic>
                    <p:nvPicPr>
                      <p:cNvPr id="14349" name="Object 13">
                        <a:extLst>
                          <a:ext uri="{FF2B5EF4-FFF2-40B4-BE49-F238E27FC236}">
                            <a16:creationId xmlns:a16="http://schemas.microsoft.com/office/drawing/2014/main" id="{B22A3520-B842-44E5-BAAE-378881FCB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3" y="996950"/>
                        <a:ext cx="2971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FF8D5F02-637B-41F3-B4B4-D640F08B0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537650"/>
              </p:ext>
            </p:extLst>
          </p:nvPr>
        </p:nvGraphicFramePr>
        <p:xfrm>
          <a:off x="1919957" y="1661294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9" name="Equation" r:id="rId17" imgW="2476440" imgH="406080" progId="Equation.DSMT4">
                  <p:embed/>
                </p:oleObj>
              </mc:Choice>
              <mc:Fallback>
                <p:oleObj name="Equation" r:id="rId17" imgW="2476440" imgH="406080" progId="Equation.DSMT4">
                  <p:embed/>
                  <p:pic>
                    <p:nvPicPr>
                      <p:cNvPr id="14350" name="Object 14">
                        <a:extLst>
                          <a:ext uri="{FF2B5EF4-FFF2-40B4-BE49-F238E27FC236}">
                            <a16:creationId xmlns:a16="http://schemas.microsoft.com/office/drawing/2014/main" id="{F2290976-9A78-4D24-9A29-B0C9185DEA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957" y="1661294"/>
                        <a:ext cx="2476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41399CC2-96BC-4037-8BE8-28279F0926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333255"/>
              </p:ext>
            </p:extLst>
          </p:nvPr>
        </p:nvGraphicFramePr>
        <p:xfrm>
          <a:off x="4437732" y="1619227"/>
          <a:ext cx="222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0" name="Equation" r:id="rId19" imgW="2222280" imgH="406080" progId="Equation.DSMT4">
                  <p:embed/>
                </p:oleObj>
              </mc:Choice>
              <mc:Fallback>
                <p:oleObj name="Equation" r:id="rId19" imgW="2222280" imgH="406080" progId="Equation.DSMT4">
                  <p:embed/>
                  <p:pic>
                    <p:nvPicPr>
                      <p:cNvPr id="14351" name="Object 15">
                        <a:extLst>
                          <a:ext uri="{FF2B5EF4-FFF2-40B4-BE49-F238E27FC236}">
                            <a16:creationId xmlns:a16="http://schemas.microsoft.com/office/drawing/2014/main" id="{3588C95F-6CF3-4E61-9262-EB792ACC49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732" y="1619227"/>
                        <a:ext cx="2222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F1202E7F-8522-429B-A7E4-D6893BABC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866108"/>
              </p:ext>
            </p:extLst>
          </p:nvPr>
        </p:nvGraphicFramePr>
        <p:xfrm>
          <a:off x="5461000" y="1938722"/>
          <a:ext cx="2971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1" name="Equation" r:id="rId21" imgW="2971800" imgH="850680" progId="Equation.DSMT4">
                  <p:embed/>
                </p:oleObj>
              </mc:Choice>
              <mc:Fallback>
                <p:oleObj name="Equation" r:id="rId21" imgW="2971800" imgH="850680" progId="Equation.DSMT4">
                  <p:embed/>
                  <p:pic>
                    <p:nvPicPr>
                      <p:cNvPr id="14352" name="Object 16">
                        <a:extLst>
                          <a:ext uri="{FF2B5EF4-FFF2-40B4-BE49-F238E27FC236}">
                            <a16:creationId xmlns:a16="http://schemas.microsoft.com/office/drawing/2014/main" id="{D5776800-A430-435D-B21C-154319386E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1938722"/>
                        <a:ext cx="29718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ED841995-FCDD-4DD4-BBC8-94ABE3944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217053"/>
              </p:ext>
            </p:extLst>
          </p:nvPr>
        </p:nvGraphicFramePr>
        <p:xfrm>
          <a:off x="1919957" y="2843154"/>
          <a:ext cx="406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2" name="Equation" r:id="rId23" imgW="4063680" imgH="406080" progId="Equation.DSMT4">
                  <p:embed/>
                </p:oleObj>
              </mc:Choice>
              <mc:Fallback>
                <p:oleObj name="Equation" r:id="rId23" imgW="4063680" imgH="406080" progId="Equation.DSMT4">
                  <p:embed/>
                  <p:pic>
                    <p:nvPicPr>
                      <p:cNvPr id="14353" name="Object 17">
                        <a:extLst>
                          <a:ext uri="{FF2B5EF4-FFF2-40B4-BE49-F238E27FC236}">
                            <a16:creationId xmlns:a16="http://schemas.microsoft.com/office/drawing/2014/main" id="{8EBF08D4-FDE3-46FB-96EC-E33A7BA6F6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957" y="2843154"/>
                        <a:ext cx="4064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9">
            <a:extLst>
              <a:ext uri="{FF2B5EF4-FFF2-40B4-BE49-F238E27FC236}">
                <a16:creationId xmlns:a16="http://schemas.microsoft.com/office/drawing/2014/main" id="{1C36760E-7881-43CB-8F7E-58201B452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146441"/>
              </p:ext>
            </p:extLst>
          </p:nvPr>
        </p:nvGraphicFramePr>
        <p:xfrm>
          <a:off x="5651500" y="3349625"/>
          <a:ext cx="248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3" name="Equation" r:id="rId25" imgW="2489040" imgH="419040" progId="Equation.DSMT4">
                  <p:embed/>
                </p:oleObj>
              </mc:Choice>
              <mc:Fallback>
                <p:oleObj name="Equation" r:id="rId25" imgW="2489040" imgH="419040" progId="Equation.DSMT4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413F6D5D-6733-488C-987F-F6A743F0A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349625"/>
                        <a:ext cx="2489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>
            <a:extLst>
              <a:ext uri="{FF2B5EF4-FFF2-40B4-BE49-F238E27FC236}">
                <a16:creationId xmlns:a16="http://schemas.microsoft.com/office/drawing/2014/main" id="{86B73D7D-F49D-41DD-AAE0-76C59EA6E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968118"/>
              </p:ext>
            </p:extLst>
          </p:nvPr>
        </p:nvGraphicFramePr>
        <p:xfrm>
          <a:off x="4186238" y="2832100"/>
          <a:ext cx="11953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4" name="Equation" r:id="rId27" imgW="1193760" imgH="342720" progId="Equation.DSMT4">
                  <p:embed/>
                </p:oleObj>
              </mc:Choice>
              <mc:Fallback>
                <p:oleObj name="Equation" r:id="rId27" imgW="1193760" imgH="342720" progId="Equation.DSMT4">
                  <p:embed/>
                  <p:pic>
                    <p:nvPicPr>
                      <p:cNvPr id="14362" name="Object 26">
                        <a:extLst>
                          <a:ext uri="{FF2B5EF4-FFF2-40B4-BE49-F238E27FC236}">
                            <a16:creationId xmlns:a16="http://schemas.microsoft.com/office/drawing/2014/main" id="{409F013C-54E6-4810-991C-E8D239F7C1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238" y="2832100"/>
                        <a:ext cx="1195387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">
            <a:extLst>
              <a:ext uri="{FF2B5EF4-FFF2-40B4-BE49-F238E27FC236}">
                <a16:creationId xmlns:a16="http://schemas.microsoft.com/office/drawing/2014/main" id="{F3A1071C-93F6-4440-9EB5-49DD6AB80FA9}"/>
              </a:ext>
            </a:extLst>
          </p:cNvPr>
          <p:cNvSpPr txBox="1">
            <a:spLocks noChangeArrowheads="1"/>
          </p:cNvSpPr>
          <p:nvPr/>
        </p:nvSpPr>
        <p:spPr>
          <a:xfrm>
            <a:off x="122238" y="4106956"/>
            <a:ext cx="1828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+mj-ea"/>
              </a:rPr>
              <a:t>所以</a:t>
            </a:r>
          </a:p>
        </p:txBody>
      </p:sp>
      <p:graphicFrame>
        <p:nvGraphicFramePr>
          <p:cNvPr id="23" name="Object 20">
            <a:extLst>
              <a:ext uri="{FF2B5EF4-FFF2-40B4-BE49-F238E27FC236}">
                <a16:creationId xmlns:a16="http://schemas.microsoft.com/office/drawing/2014/main" id="{CD105059-6737-4981-AFF5-36265AC36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850170"/>
              </p:ext>
            </p:extLst>
          </p:nvPr>
        </p:nvGraphicFramePr>
        <p:xfrm>
          <a:off x="1115616" y="4111407"/>
          <a:ext cx="6438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5" name="Equation" r:id="rId29" imgW="6438600" imgH="457200" progId="Equation.DSMT4">
                  <p:embed/>
                </p:oleObj>
              </mc:Choice>
              <mc:Fallback>
                <p:oleObj name="Equation" r:id="rId29" imgW="6438600" imgH="457200" progId="Equation.DSMT4">
                  <p:embed/>
                  <p:pic>
                    <p:nvPicPr>
                      <p:cNvPr id="14356" name="Object 20">
                        <a:extLst>
                          <a:ext uri="{FF2B5EF4-FFF2-40B4-BE49-F238E27FC236}">
                            <a16:creationId xmlns:a16="http://schemas.microsoft.com/office/drawing/2014/main" id="{17B6A33E-40F1-4DCD-B626-184BE6CF7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111407"/>
                        <a:ext cx="6438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735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74740FE-3EDD-44CE-BE89-340817E4412C}"/>
              </a:ext>
            </a:extLst>
          </p:cNvPr>
          <p:cNvSpPr txBox="1">
            <a:spLocks noChangeArrowheads="1"/>
          </p:cNvSpPr>
          <p:nvPr/>
        </p:nvSpPr>
        <p:spPr>
          <a:xfrm>
            <a:off x="669925" y="454968"/>
            <a:ext cx="2819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设由方程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A574818-D70F-4538-9C31-56CD1DA9CB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486680"/>
              </p:ext>
            </p:extLst>
          </p:nvPr>
        </p:nvGraphicFramePr>
        <p:xfrm>
          <a:off x="2832100" y="264989"/>
          <a:ext cx="386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3" name="Equation" r:id="rId3" imgW="3860640" imgH="914400" progId="Equation.DSMT4">
                  <p:embed/>
                </p:oleObj>
              </mc:Choice>
              <mc:Fallback>
                <p:oleObj name="Equation" r:id="rId3" imgW="3860640" imgH="914400" progId="Equation.DSMT4">
                  <p:embed/>
                  <p:pic>
                    <p:nvPicPr>
                      <p:cNvPr id="18435" name="Object 3">
                        <a:extLst>
                          <a:ext uri="{FF2B5EF4-FFF2-40B4-BE49-F238E27FC236}">
                            <a16:creationId xmlns:a16="http://schemas.microsoft.com/office/drawing/2014/main" id="{1EDBCA92-0F73-4DF1-974D-F42A258E9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64989"/>
                        <a:ext cx="3860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854E4FE2-C6C5-410D-BFC3-46BBF2FF5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409326"/>
              </p:ext>
            </p:extLst>
          </p:nvPr>
        </p:nvGraphicFramePr>
        <p:xfrm>
          <a:off x="7854950" y="533059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" name="Equation" r:id="rId5" imgW="1168200" imgH="342720" progId="Equation.DSMT4">
                  <p:embed/>
                </p:oleObj>
              </mc:Choice>
              <mc:Fallback>
                <p:oleObj name="Equation" r:id="rId5" imgW="1168200" imgH="342720" progId="Equation.DSMT4">
                  <p:embed/>
                  <p:pic>
                    <p:nvPicPr>
                      <p:cNvPr id="18437" name="Object 5">
                        <a:extLst>
                          <a:ext uri="{FF2B5EF4-FFF2-40B4-BE49-F238E27FC236}">
                            <a16:creationId xmlns:a16="http://schemas.microsoft.com/office/drawing/2014/main" id="{E69677BE-49EC-4748-8415-52914FDEAB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950" y="533059"/>
                        <a:ext cx="1168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F241C005-904F-45B8-8157-7EC8655E4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82965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7F56D1B3-6C17-4B4D-B635-F11388F77A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42506"/>
              </p:ext>
            </p:extLst>
          </p:nvPr>
        </p:nvGraphicFramePr>
        <p:xfrm>
          <a:off x="895639" y="1049635"/>
          <a:ext cx="66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5" name="Equation" r:id="rId7" imgW="660240" imgH="838080" progId="Equation.DSMT4">
                  <p:embed/>
                </p:oleObj>
              </mc:Choice>
              <mc:Fallback>
                <p:oleObj name="Equation" r:id="rId7" imgW="660240" imgH="838080" progId="Equation.DSMT4">
                  <p:embed/>
                  <p:pic>
                    <p:nvPicPr>
                      <p:cNvPr id="18439" name="Object 7">
                        <a:extLst>
                          <a:ext uri="{FF2B5EF4-FFF2-40B4-BE49-F238E27FC236}">
                            <a16:creationId xmlns:a16="http://schemas.microsoft.com/office/drawing/2014/main" id="{3AABF68F-9B20-4212-8840-F4BC068F2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639" y="1049635"/>
                        <a:ext cx="660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F614BA1A-F170-4D93-94C5-94021C69C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21" y="1850678"/>
            <a:ext cx="495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 </a:t>
            </a:r>
            <a:r>
              <a:rPr kumimoji="1" lang="zh-CN" altLang="en-US" sz="2400" b="1" dirty="0">
                <a:latin typeface="+mj-ea"/>
                <a:ea typeface="+mj-ea"/>
              </a:rPr>
              <a:t>方程组两边对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</a:t>
            </a:r>
            <a:r>
              <a:rPr kumimoji="1" lang="en-US" altLang="zh-CN" sz="2400" b="1" i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求导</a:t>
            </a:r>
            <a:r>
              <a:rPr kumimoji="1" lang="en-US" altLang="zh-CN" sz="2400" b="1" dirty="0">
                <a:latin typeface="+mj-ea"/>
                <a:ea typeface="+mj-ea"/>
              </a:rPr>
              <a:t>,</a:t>
            </a:r>
            <a:r>
              <a:rPr kumimoji="1"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48F24E36-D059-454B-BE1C-177DDF21D1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005559"/>
              </p:ext>
            </p:extLst>
          </p:nvPr>
        </p:nvGraphicFramePr>
        <p:xfrm>
          <a:off x="4810991" y="1370444"/>
          <a:ext cx="393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6" name="Equation" r:id="rId9" imgW="393480" imgH="799920" progId="Equation.DSMT4">
                  <p:embed/>
                </p:oleObj>
              </mc:Choice>
              <mc:Fallback>
                <p:oleObj name="Equation" r:id="rId9" imgW="393480" imgH="799920" progId="Equation.DSMT4">
                  <p:embed/>
                  <p:pic>
                    <p:nvPicPr>
                      <p:cNvPr id="18442" name="Object 10">
                        <a:extLst>
                          <a:ext uri="{FF2B5EF4-FFF2-40B4-BE49-F238E27FC236}">
                            <a16:creationId xmlns:a16="http://schemas.microsoft.com/office/drawing/2014/main" id="{A67EDA5D-488F-40F3-A4DD-86E0FD90C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991" y="1370444"/>
                        <a:ext cx="3937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3629A9C4-A644-43E8-877C-D7816E5781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323728"/>
              </p:ext>
            </p:extLst>
          </p:nvPr>
        </p:nvGraphicFramePr>
        <p:xfrm>
          <a:off x="4845050" y="2224212"/>
          <a:ext cx="49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7" name="Equation" r:id="rId11" imgW="495000" imgH="342720" progId="Equation.DSMT4">
                  <p:embed/>
                </p:oleObj>
              </mc:Choice>
              <mc:Fallback>
                <p:oleObj name="Equation" r:id="rId11" imgW="495000" imgH="342720" progId="Equation.DSMT4">
                  <p:embed/>
                  <p:pic>
                    <p:nvPicPr>
                      <p:cNvPr id="18443" name="Object 11">
                        <a:extLst>
                          <a:ext uri="{FF2B5EF4-FFF2-40B4-BE49-F238E27FC236}">
                            <a16:creationId xmlns:a16="http://schemas.microsoft.com/office/drawing/2014/main" id="{67F1E626-56DB-4A12-B95C-75972370F8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2224212"/>
                        <a:ext cx="495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2">
            <a:extLst>
              <a:ext uri="{FF2B5EF4-FFF2-40B4-BE49-F238E27FC236}">
                <a16:creationId xmlns:a16="http://schemas.microsoft.com/office/drawing/2014/main" id="{FA4734F2-2FC0-423B-B142-2F73322C6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68" y="3577108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D3D47995-1878-4ADF-83ED-9AFA35D4F0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72869"/>
              </p:ext>
            </p:extLst>
          </p:nvPr>
        </p:nvGraphicFramePr>
        <p:xfrm>
          <a:off x="1416050" y="2919264"/>
          <a:ext cx="393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8" name="Equation" r:id="rId13" imgW="393480" imgH="799920" progId="Equation.DSMT4">
                  <p:embed/>
                </p:oleObj>
              </mc:Choice>
              <mc:Fallback>
                <p:oleObj name="Equation" r:id="rId13" imgW="393480" imgH="799920" progId="Equation.DSMT4">
                  <p:embed/>
                  <p:pic>
                    <p:nvPicPr>
                      <p:cNvPr id="18446" name="Object 14">
                        <a:extLst>
                          <a:ext uri="{FF2B5EF4-FFF2-40B4-BE49-F238E27FC236}">
                            <a16:creationId xmlns:a16="http://schemas.microsoft.com/office/drawing/2014/main" id="{B27A61F3-84AB-4EFF-B981-9E80CC88A9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2919264"/>
                        <a:ext cx="3937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8E29FE65-A2F0-4BEC-9C77-9A691E8C6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235476"/>
              </p:ext>
            </p:extLst>
          </p:nvPr>
        </p:nvGraphicFramePr>
        <p:xfrm>
          <a:off x="1357962" y="3715866"/>
          <a:ext cx="2057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9" name="Equation" r:id="rId15" imgW="2057400" imgH="799920" progId="Equation.DSMT4">
                  <p:embed/>
                </p:oleObj>
              </mc:Choice>
              <mc:Fallback>
                <p:oleObj name="Equation" r:id="rId15" imgW="2057400" imgH="799920" progId="Equation.DSMT4">
                  <p:embed/>
                  <p:pic>
                    <p:nvPicPr>
                      <p:cNvPr id="18447" name="Object 15">
                        <a:extLst>
                          <a:ext uri="{FF2B5EF4-FFF2-40B4-BE49-F238E27FC236}">
                            <a16:creationId xmlns:a16="http://schemas.microsoft.com/office/drawing/2014/main" id="{5B545728-9485-4970-BAC2-94CCD1497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962" y="3715866"/>
                        <a:ext cx="20574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3B472BD7-DB04-4507-A7D2-8BAE37694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8835" y="3487589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C2540CFB-0CF4-420C-A680-23E69BA1F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121839"/>
              </p:ext>
            </p:extLst>
          </p:nvPr>
        </p:nvGraphicFramePr>
        <p:xfrm>
          <a:off x="4467547" y="3347888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0" name="Equation" r:id="rId17" imgW="634680" imgH="799920" progId="Equation.DSMT4">
                  <p:embed/>
                </p:oleObj>
              </mc:Choice>
              <mc:Fallback>
                <p:oleObj name="Equation" r:id="rId17" imgW="634680" imgH="799920" progId="Equation.DSMT4">
                  <p:embed/>
                  <p:pic>
                    <p:nvPicPr>
                      <p:cNvPr id="18450" name="Object 18">
                        <a:extLst>
                          <a:ext uri="{FF2B5EF4-FFF2-40B4-BE49-F238E27FC236}">
                            <a16:creationId xmlns:a16="http://schemas.microsoft.com/office/drawing/2014/main" id="{48D66076-A250-498A-B90C-B7C682D7F2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547" y="3347888"/>
                        <a:ext cx="6350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>
            <a:extLst>
              <a:ext uri="{FF2B5EF4-FFF2-40B4-BE49-F238E27FC236}">
                <a16:creationId xmlns:a16="http://schemas.microsoft.com/office/drawing/2014/main" id="{A70CCD6D-B314-4848-B9E4-8BCFECA9E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055094"/>
              </p:ext>
            </p:extLst>
          </p:nvPr>
        </p:nvGraphicFramePr>
        <p:xfrm>
          <a:off x="6360202" y="3347888"/>
          <a:ext cx="2451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1" name="Equation" r:id="rId19" imgW="2450880" imgH="799920" progId="Equation.DSMT4">
                  <p:embed/>
                </p:oleObj>
              </mc:Choice>
              <mc:Fallback>
                <p:oleObj name="Equation" r:id="rId19" imgW="2450880" imgH="799920" progId="Equation.DSMT4">
                  <p:embed/>
                  <p:pic>
                    <p:nvPicPr>
                      <p:cNvPr id="18451" name="Object 19">
                        <a:extLst>
                          <a:ext uri="{FF2B5EF4-FFF2-40B4-BE49-F238E27FC236}">
                            <a16:creationId xmlns:a16="http://schemas.microsoft.com/office/drawing/2014/main" id="{2E168890-2571-4282-93B4-0AC35C164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202" y="3347888"/>
                        <a:ext cx="24511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>
            <a:extLst>
              <a:ext uri="{FF2B5EF4-FFF2-40B4-BE49-F238E27FC236}">
                <a16:creationId xmlns:a16="http://schemas.microsoft.com/office/drawing/2014/main" id="{EDA4DF4F-6528-43C2-A4CB-83F0FA8661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453115"/>
              </p:ext>
            </p:extLst>
          </p:nvPr>
        </p:nvGraphicFramePr>
        <p:xfrm>
          <a:off x="5316538" y="1620962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2" name="Equation" r:id="rId21" imgW="1054080" imgH="342720" progId="Equation.DSMT4">
                  <p:embed/>
                </p:oleObj>
              </mc:Choice>
              <mc:Fallback>
                <p:oleObj name="Equation" r:id="rId21" imgW="1054080" imgH="342720" progId="Equation.DSMT4">
                  <p:embed/>
                  <p:pic>
                    <p:nvPicPr>
                      <p:cNvPr id="18453" name="Object 21">
                        <a:extLst>
                          <a:ext uri="{FF2B5EF4-FFF2-40B4-BE49-F238E27FC236}">
                            <a16:creationId xmlns:a16="http://schemas.microsoft.com/office/drawing/2014/main" id="{869D0BFC-2EDA-41B5-ACA4-3E85CFD29E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538" y="1620962"/>
                        <a:ext cx="1054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>
            <a:extLst>
              <a:ext uri="{FF2B5EF4-FFF2-40B4-BE49-F238E27FC236}">
                <a16:creationId xmlns:a16="http://schemas.microsoft.com/office/drawing/2014/main" id="{FED41898-FA6A-48E2-BD07-F403F60AC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768696"/>
              </p:ext>
            </p:extLst>
          </p:nvPr>
        </p:nvGraphicFramePr>
        <p:xfrm>
          <a:off x="5403850" y="1987674"/>
          <a:ext cx="40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3" name="Equation" r:id="rId23" imgW="406080" imgH="799920" progId="Equation.DSMT4">
                  <p:embed/>
                </p:oleObj>
              </mc:Choice>
              <mc:Fallback>
                <p:oleObj name="Equation" r:id="rId23" imgW="406080" imgH="799920" progId="Equation.DSMT4">
                  <p:embed/>
                  <p:pic>
                    <p:nvPicPr>
                      <p:cNvPr id="18454" name="Object 22">
                        <a:extLst>
                          <a:ext uri="{FF2B5EF4-FFF2-40B4-BE49-F238E27FC236}">
                            <a16:creationId xmlns:a16="http://schemas.microsoft.com/office/drawing/2014/main" id="{1611F375-911F-420F-81B0-EC25A55343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1987674"/>
                        <a:ext cx="4064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5D78665E-5BD4-4E77-94A9-28B81B080E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531785"/>
              </p:ext>
            </p:extLst>
          </p:nvPr>
        </p:nvGraphicFramePr>
        <p:xfrm>
          <a:off x="5930900" y="2271837"/>
          <a:ext cx="1028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4" name="Equation" r:id="rId25" imgW="1028520" imgH="291960" progId="Equation.DSMT4">
                  <p:embed/>
                </p:oleObj>
              </mc:Choice>
              <mc:Fallback>
                <p:oleObj name="Equation" r:id="rId25" imgW="1028520" imgH="291960" progId="Equation.DSMT4">
                  <p:embed/>
                  <p:pic>
                    <p:nvPicPr>
                      <p:cNvPr id="18455" name="Object 23">
                        <a:extLst>
                          <a:ext uri="{FF2B5EF4-FFF2-40B4-BE49-F238E27FC236}">
                            <a16:creationId xmlns:a16="http://schemas.microsoft.com/office/drawing/2014/main" id="{C0FDB423-A64D-4DEF-BE30-D40AB9916E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2271837"/>
                        <a:ext cx="10287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2ABEDDD6-22E1-4925-BCE3-0602FE37E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944416"/>
              </p:ext>
            </p:extLst>
          </p:nvPr>
        </p:nvGraphicFramePr>
        <p:xfrm>
          <a:off x="6959600" y="1984152"/>
          <a:ext cx="40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5" name="Equation" r:id="rId27" imgW="406080" imgH="799920" progId="Equation.DSMT4">
                  <p:embed/>
                </p:oleObj>
              </mc:Choice>
              <mc:Fallback>
                <p:oleObj name="Equation" r:id="rId27" imgW="406080" imgH="799920" progId="Equation.DSMT4">
                  <p:embed/>
                  <p:pic>
                    <p:nvPicPr>
                      <p:cNvPr id="18456" name="Object 24">
                        <a:extLst>
                          <a:ext uri="{FF2B5EF4-FFF2-40B4-BE49-F238E27FC236}">
                            <a16:creationId xmlns:a16="http://schemas.microsoft.com/office/drawing/2014/main" id="{1BCC257B-8E12-4086-ACDC-F36BB99A05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1984152"/>
                        <a:ext cx="4064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5">
            <a:extLst>
              <a:ext uri="{FF2B5EF4-FFF2-40B4-BE49-F238E27FC236}">
                <a16:creationId xmlns:a16="http://schemas.microsoft.com/office/drawing/2014/main" id="{52A9E96E-CD30-4619-8790-A8FD445A0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516455"/>
              </p:ext>
            </p:extLst>
          </p:nvPr>
        </p:nvGraphicFramePr>
        <p:xfrm>
          <a:off x="7372350" y="2203574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6" name="Equation" r:id="rId29" imgW="482400" imgH="279360" progId="Equation.DSMT4">
                  <p:embed/>
                </p:oleObj>
              </mc:Choice>
              <mc:Fallback>
                <p:oleObj name="Equation" r:id="rId29" imgW="482400" imgH="279360" progId="Equation.DSMT4">
                  <p:embed/>
                  <p:pic>
                    <p:nvPicPr>
                      <p:cNvPr id="18457" name="Object 25">
                        <a:extLst>
                          <a:ext uri="{FF2B5EF4-FFF2-40B4-BE49-F238E27FC236}">
                            <a16:creationId xmlns:a16="http://schemas.microsoft.com/office/drawing/2014/main" id="{E45812C6-BB75-4DC5-8685-D4270499A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2203574"/>
                        <a:ext cx="482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6">
            <a:extLst>
              <a:ext uri="{FF2B5EF4-FFF2-40B4-BE49-F238E27FC236}">
                <a16:creationId xmlns:a16="http://schemas.microsoft.com/office/drawing/2014/main" id="{88D3BCBD-907B-4BC1-8A31-C957E57BF5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791394"/>
              </p:ext>
            </p:extLst>
          </p:nvPr>
        </p:nvGraphicFramePr>
        <p:xfrm>
          <a:off x="1924050" y="3144689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7" name="Equation" r:id="rId31" imgW="1206360" imgH="342720" progId="Equation.DSMT4">
                  <p:embed/>
                </p:oleObj>
              </mc:Choice>
              <mc:Fallback>
                <p:oleObj name="Equation" r:id="rId31" imgW="1206360" imgH="342720" progId="Equation.DSMT4">
                  <p:embed/>
                  <p:pic>
                    <p:nvPicPr>
                      <p:cNvPr id="18458" name="Object 26">
                        <a:extLst>
                          <a:ext uri="{FF2B5EF4-FFF2-40B4-BE49-F238E27FC236}">
                            <a16:creationId xmlns:a16="http://schemas.microsoft.com/office/drawing/2014/main" id="{5F39C2C8-D4FE-4C53-99DE-106AD077E7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3144689"/>
                        <a:ext cx="1206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30">
            <a:extLst>
              <a:ext uri="{FF2B5EF4-FFF2-40B4-BE49-F238E27FC236}">
                <a16:creationId xmlns:a16="http://schemas.microsoft.com/office/drawing/2014/main" id="{06795575-8651-40B7-A717-3C437D03DC18}"/>
              </a:ext>
            </a:extLst>
          </p:cNvPr>
          <p:cNvSpPr>
            <a:spLocks/>
          </p:cNvSpPr>
          <p:nvPr/>
        </p:nvSpPr>
        <p:spPr bwMode="auto">
          <a:xfrm>
            <a:off x="4648200" y="1602209"/>
            <a:ext cx="114300" cy="968290"/>
          </a:xfrm>
          <a:prstGeom prst="leftBrace">
            <a:avLst>
              <a:gd name="adj1" fmla="val 52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sp>
        <p:nvSpPr>
          <p:cNvPr id="24" name="AutoShape 31">
            <a:extLst>
              <a:ext uri="{FF2B5EF4-FFF2-40B4-BE49-F238E27FC236}">
                <a16:creationId xmlns:a16="http://schemas.microsoft.com/office/drawing/2014/main" id="{C79CED81-4D6C-4814-843E-B19B3836DC30}"/>
              </a:ext>
            </a:extLst>
          </p:cNvPr>
          <p:cNvSpPr>
            <a:spLocks/>
          </p:cNvSpPr>
          <p:nvPr/>
        </p:nvSpPr>
        <p:spPr bwMode="auto">
          <a:xfrm>
            <a:off x="1025236" y="3238968"/>
            <a:ext cx="228600" cy="1133479"/>
          </a:xfrm>
          <a:prstGeom prst="leftBrace">
            <a:avLst>
              <a:gd name="adj1" fmla="val 52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687EA144-42CF-487E-A942-B3D0E1F59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141" y="448061"/>
            <a:ext cx="142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确定函数</a:t>
            </a:r>
          </a:p>
        </p:txBody>
      </p:sp>
      <p:graphicFrame>
        <p:nvGraphicFramePr>
          <p:cNvPr id="26" name="Object 27">
            <a:extLst>
              <a:ext uri="{FF2B5EF4-FFF2-40B4-BE49-F238E27FC236}">
                <a16:creationId xmlns:a16="http://schemas.microsoft.com/office/drawing/2014/main" id="{E3A25FA8-E620-43E1-8837-43A33A102F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806516"/>
              </p:ext>
            </p:extLst>
          </p:nvPr>
        </p:nvGraphicFramePr>
        <p:xfrm>
          <a:off x="5613755" y="2891488"/>
          <a:ext cx="406080" cy="79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8" name="Equation" r:id="rId33" imgW="406080" imgH="799920" progId="Equation.DSMT4">
                  <p:embed/>
                </p:oleObj>
              </mc:Choice>
              <mc:Fallback>
                <p:oleObj name="Equation" r:id="rId33" imgW="406080" imgH="799920" progId="Equation.DSMT4">
                  <p:embed/>
                  <p:pic>
                    <p:nvPicPr>
                      <p:cNvPr id="18459" name="Object 27">
                        <a:extLst>
                          <a:ext uri="{FF2B5EF4-FFF2-40B4-BE49-F238E27FC236}">
                            <a16:creationId xmlns:a16="http://schemas.microsoft.com/office/drawing/2014/main" id="{3351157A-82F4-4542-9A1E-EBFAC8C4B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755" y="2891488"/>
                        <a:ext cx="406080" cy="799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28">
            <a:extLst>
              <a:ext uri="{FF2B5EF4-FFF2-40B4-BE49-F238E27FC236}">
                <a16:creationId xmlns:a16="http://schemas.microsoft.com/office/drawing/2014/main" id="{355581D0-D1ED-4B90-9541-3702CCAD8D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67720" y="3719680"/>
            <a:ext cx="1112366" cy="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Object 29">
            <a:extLst>
              <a:ext uri="{FF2B5EF4-FFF2-40B4-BE49-F238E27FC236}">
                <a16:creationId xmlns:a16="http://schemas.microsoft.com/office/drawing/2014/main" id="{C154E629-2645-43EC-A7B2-7EC882707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818518"/>
              </p:ext>
            </p:extLst>
          </p:nvPr>
        </p:nvGraphicFramePr>
        <p:xfrm>
          <a:off x="5563732" y="3805707"/>
          <a:ext cx="4316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9" name="Equation" r:id="rId35" imgW="431640" imgH="736560" progId="Equation.DSMT4">
                  <p:embed/>
                </p:oleObj>
              </mc:Choice>
              <mc:Fallback>
                <p:oleObj name="Equation" r:id="rId35" imgW="431640" imgH="736560" progId="Equation.DSMT4">
                  <p:embed/>
                  <p:pic>
                    <p:nvPicPr>
                      <p:cNvPr id="18461" name="Object 29">
                        <a:extLst>
                          <a:ext uri="{FF2B5EF4-FFF2-40B4-BE49-F238E27FC236}">
                            <a16:creationId xmlns:a16="http://schemas.microsoft.com/office/drawing/2014/main" id="{90433DB5-DCFC-4DDE-8E23-FA09471EA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732" y="3805707"/>
                        <a:ext cx="43164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580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13" grpId="0" build="p" autoUpdateAnimBg="0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8">
            <a:extLst>
              <a:ext uri="{FF2B5EF4-FFF2-40B4-BE49-F238E27FC236}">
                <a16:creationId xmlns:a16="http://schemas.microsoft.com/office/drawing/2014/main" id="{4DD3D7A9-B0B5-4E67-B412-B5C783976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753430"/>
              </p:ext>
            </p:extLst>
          </p:nvPr>
        </p:nvGraphicFramePr>
        <p:xfrm>
          <a:off x="869950" y="596106"/>
          <a:ext cx="82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0" name="Equation" r:id="rId3" imgW="825480" imgH="838080" progId="Equation.DSMT4">
                  <p:embed/>
                </p:oleObj>
              </mc:Choice>
              <mc:Fallback>
                <p:oleObj name="Equation" r:id="rId3" imgW="825480" imgH="838080" progId="Equation.DSMT4">
                  <p:embed/>
                  <p:pic>
                    <p:nvPicPr>
                      <p:cNvPr id="19460" name="Object 1028">
                        <a:extLst>
                          <a:ext uri="{FF2B5EF4-FFF2-40B4-BE49-F238E27FC236}">
                            <a16:creationId xmlns:a16="http://schemas.microsoft.com/office/drawing/2014/main" id="{0496CC30-3154-40CE-A552-2284CB575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596106"/>
                        <a:ext cx="8255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9">
            <a:extLst>
              <a:ext uri="{FF2B5EF4-FFF2-40B4-BE49-F238E27FC236}">
                <a16:creationId xmlns:a16="http://schemas.microsoft.com/office/drawing/2014/main" id="{15A47D4E-2AEB-4E19-9205-1BAEA13E70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693516"/>
              </p:ext>
            </p:extLst>
          </p:nvPr>
        </p:nvGraphicFramePr>
        <p:xfrm>
          <a:off x="1674813" y="581025"/>
          <a:ext cx="1181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1" name="Equation" r:id="rId5" imgW="1180800" imgH="787320" progId="Equation.DSMT4">
                  <p:embed/>
                </p:oleObj>
              </mc:Choice>
              <mc:Fallback>
                <p:oleObj name="Equation" r:id="rId5" imgW="1180800" imgH="787320" progId="Equation.DSMT4">
                  <p:embed/>
                  <p:pic>
                    <p:nvPicPr>
                      <p:cNvPr id="19461" name="Object 1029">
                        <a:extLst>
                          <a:ext uri="{FF2B5EF4-FFF2-40B4-BE49-F238E27FC236}">
                            <a16:creationId xmlns:a16="http://schemas.microsoft.com/office/drawing/2014/main" id="{E2C281DA-C22B-4F37-87AA-98A04C992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581025"/>
                        <a:ext cx="1181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31">
            <a:extLst>
              <a:ext uri="{FF2B5EF4-FFF2-40B4-BE49-F238E27FC236}">
                <a16:creationId xmlns:a16="http://schemas.microsoft.com/office/drawing/2014/main" id="{20802839-09BF-4DBE-B1D8-5A67188E5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356507"/>
              </p:ext>
            </p:extLst>
          </p:nvPr>
        </p:nvGraphicFramePr>
        <p:xfrm>
          <a:off x="2860675" y="606425"/>
          <a:ext cx="44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2" name="Equation" r:id="rId7" imgW="444240" imgH="736560" progId="Equation.DSMT4">
                  <p:embed/>
                </p:oleObj>
              </mc:Choice>
              <mc:Fallback>
                <p:oleObj name="Equation" r:id="rId7" imgW="444240" imgH="736560" progId="Equation.DSMT4">
                  <p:embed/>
                  <p:pic>
                    <p:nvPicPr>
                      <p:cNvPr id="19463" name="Object 1031">
                        <a:extLst>
                          <a:ext uri="{FF2B5EF4-FFF2-40B4-BE49-F238E27FC236}">
                            <a16:creationId xmlns:a16="http://schemas.microsoft.com/office/drawing/2014/main" id="{90632974-D91B-4C22-AEE4-509337164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606425"/>
                        <a:ext cx="444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32">
            <a:extLst>
              <a:ext uri="{FF2B5EF4-FFF2-40B4-BE49-F238E27FC236}">
                <a16:creationId xmlns:a16="http://schemas.microsoft.com/office/drawing/2014/main" id="{CA981FDE-6909-467D-915E-4C5EDD40D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281648"/>
              </p:ext>
            </p:extLst>
          </p:nvPr>
        </p:nvGraphicFramePr>
        <p:xfrm>
          <a:off x="3419872" y="536367"/>
          <a:ext cx="3594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" name="Equation" r:id="rId9" imgW="3594100" imgH="927100" progId="Equation.DSMT4">
                  <p:embed/>
                </p:oleObj>
              </mc:Choice>
              <mc:Fallback>
                <p:oleObj name="Equation" r:id="rId9" imgW="3594100" imgH="927100" progId="Equation.DSMT4">
                  <p:embed/>
                  <p:pic>
                    <p:nvPicPr>
                      <p:cNvPr id="19464" name="Object 1032">
                        <a:extLst>
                          <a:ext uri="{FF2B5EF4-FFF2-40B4-BE49-F238E27FC236}">
                            <a16:creationId xmlns:a16="http://schemas.microsoft.com/office/drawing/2014/main" id="{BF2C99B0-2AB5-48D3-8E80-9153CC046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536367"/>
                        <a:ext cx="35941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33">
            <a:extLst>
              <a:ext uri="{FF2B5EF4-FFF2-40B4-BE49-F238E27FC236}">
                <a16:creationId xmlns:a16="http://schemas.microsoft.com/office/drawing/2014/main" id="{E5669B80-A004-4A51-8BAC-EC0960549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90369"/>
              </p:ext>
            </p:extLst>
          </p:nvPr>
        </p:nvGraphicFramePr>
        <p:xfrm>
          <a:off x="3708400" y="103398"/>
          <a:ext cx="28194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4" name="Equation" r:id="rId11" imgW="2819160" imgH="787320" progId="Equation.DSMT4">
                  <p:embed/>
                </p:oleObj>
              </mc:Choice>
              <mc:Fallback>
                <p:oleObj name="Equation" r:id="rId11" imgW="2819160" imgH="787320" progId="Equation.DSMT4">
                  <p:embed/>
                  <p:pic>
                    <p:nvPicPr>
                      <p:cNvPr id="19465" name="Object 1033">
                        <a:extLst>
                          <a:ext uri="{FF2B5EF4-FFF2-40B4-BE49-F238E27FC236}">
                            <a16:creationId xmlns:a16="http://schemas.microsoft.com/office/drawing/2014/main" id="{E66F667E-8A00-46FE-A841-9C542337F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03398"/>
                        <a:ext cx="2819400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4">
            <a:extLst>
              <a:ext uri="{FF2B5EF4-FFF2-40B4-BE49-F238E27FC236}">
                <a16:creationId xmlns:a16="http://schemas.microsoft.com/office/drawing/2014/main" id="{C48215A4-99B9-4BCA-96A8-F53663247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856676"/>
              </p:ext>
            </p:extLst>
          </p:nvPr>
        </p:nvGraphicFramePr>
        <p:xfrm>
          <a:off x="4510088" y="1096382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5" name="Equation" r:id="rId13" imgW="901440" imgH="342720" progId="Equation.DSMT4">
                  <p:embed/>
                </p:oleObj>
              </mc:Choice>
              <mc:Fallback>
                <p:oleObj name="Equation" r:id="rId13" imgW="901440" imgH="342720" progId="Equation.DSMT4">
                  <p:embed/>
                  <p:pic>
                    <p:nvPicPr>
                      <p:cNvPr id="19466" name="Object 1034">
                        <a:extLst>
                          <a:ext uri="{FF2B5EF4-FFF2-40B4-BE49-F238E27FC236}">
                            <a16:creationId xmlns:a16="http://schemas.microsoft.com/office/drawing/2014/main" id="{96DA26DD-9ACB-4F79-8985-BBCB3CE5E0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1096382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5">
            <a:extLst>
              <a:ext uri="{FF2B5EF4-FFF2-40B4-BE49-F238E27FC236}">
                <a16:creationId xmlns:a16="http://schemas.microsoft.com/office/drawing/2014/main" id="{877B2CFA-CAC2-4861-984B-AB9E52030C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265397"/>
              </p:ext>
            </p:extLst>
          </p:nvPr>
        </p:nvGraphicFramePr>
        <p:xfrm>
          <a:off x="819871" y="2953825"/>
          <a:ext cx="4241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6" name="Equation" r:id="rId15" imgW="4241520" imgH="723600" progId="Equation.DSMT4">
                  <p:embed/>
                </p:oleObj>
              </mc:Choice>
              <mc:Fallback>
                <p:oleObj name="Equation" r:id="rId15" imgW="4241520" imgH="723600" progId="Equation.DSMT4">
                  <p:embed/>
                  <p:pic>
                    <p:nvPicPr>
                      <p:cNvPr id="19467" name="Object 1035">
                        <a:extLst>
                          <a:ext uri="{FF2B5EF4-FFF2-40B4-BE49-F238E27FC236}">
                            <a16:creationId xmlns:a16="http://schemas.microsoft.com/office/drawing/2014/main" id="{C92B42D2-169C-47DF-BEC3-AE51824696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871" y="2953825"/>
                        <a:ext cx="4241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6">
            <a:extLst>
              <a:ext uri="{FF2B5EF4-FFF2-40B4-BE49-F238E27FC236}">
                <a16:creationId xmlns:a16="http://schemas.microsoft.com/office/drawing/2014/main" id="{EBFCF481-8BD4-46CB-924A-3D49DA6F3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401982"/>
              </p:ext>
            </p:extLst>
          </p:nvPr>
        </p:nvGraphicFramePr>
        <p:xfrm>
          <a:off x="1270000" y="2891531"/>
          <a:ext cx="330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7" name="Equation" r:id="rId17" imgW="3301920" imgH="342720" progId="Equation.DSMT4">
                  <p:embed/>
                </p:oleObj>
              </mc:Choice>
              <mc:Fallback>
                <p:oleObj name="Equation" r:id="rId17" imgW="3301920" imgH="342720" progId="Equation.DSMT4">
                  <p:embed/>
                  <p:pic>
                    <p:nvPicPr>
                      <p:cNvPr id="19468" name="Object 1036">
                        <a:extLst>
                          <a:ext uri="{FF2B5EF4-FFF2-40B4-BE49-F238E27FC236}">
                            <a16:creationId xmlns:a16="http://schemas.microsoft.com/office/drawing/2014/main" id="{85397C3A-335A-424D-AB85-A49CA45A8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2891531"/>
                        <a:ext cx="3302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7">
            <a:extLst>
              <a:ext uri="{FF2B5EF4-FFF2-40B4-BE49-F238E27FC236}">
                <a16:creationId xmlns:a16="http://schemas.microsoft.com/office/drawing/2014/main" id="{2763A917-6540-4D6B-A0DA-149992B04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914210"/>
              </p:ext>
            </p:extLst>
          </p:nvPr>
        </p:nvGraphicFramePr>
        <p:xfrm>
          <a:off x="1765299" y="3445355"/>
          <a:ext cx="250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8" name="Equation" r:id="rId19" imgW="2501640" imgH="406080" progId="Equation.DSMT4">
                  <p:embed/>
                </p:oleObj>
              </mc:Choice>
              <mc:Fallback>
                <p:oleObj name="Equation" r:id="rId19" imgW="2501640" imgH="406080" progId="Equation.DSMT4">
                  <p:embed/>
                  <p:pic>
                    <p:nvPicPr>
                      <p:cNvPr id="19469" name="Object 1037">
                        <a:extLst>
                          <a:ext uri="{FF2B5EF4-FFF2-40B4-BE49-F238E27FC236}">
                            <a16:creationId xmlns:a16="http://schemas.microsoft.com/office/drawing/2014/main" id="{1A601B7F-5CFD-4C00-9FE1-BC356E9F1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299" y="3445355"/>
                        <a:ext cx="2501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8">
            <a:extLst>
              <a:ext uri="{FF2B5EF4-FFF2-40B4-BE49-F238E27FC236}">
                <a16:creationId xmlns:a16="http://schemas.microsoft.com/office/drawing/2014/main" id="{760F8349-664E-4325-846D-C54D30964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096673"/>
              </p:ext>
            </p:extLst>
          </p:nvPr>
        </p:nvGraphicFramePr>
        <p:xfrm>
          <a:off x="4589940" y="2643758"/>
          <a:ext cx="40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9" name="Equation" r:id="rId21" imgW="406080" imgH="736560" progId="Equation.DSMT4">
                  <p:embed/>
                </p:oleObj>
              </mc:Choice>
              <mc:Fallback>
                <p:oleObj name="Equation" r:id="rId21" imgW="406080" imgH="736560" progId="Equation.DSMT4">
                  <p:embed/>
                  <p:pic>
                    <p:nvPicPr>
                      <p:cNvPr id="19470" name="Object 1038">
                        <a:extLst>
                          <a:ext uri="{FF2B5EF4-FFF2-40B4-BE49-F238E27FC236}">
                            <a16:creationId xmlns:a16="http://schemas.microsoft.com/office/drawing/2014/main" id="{B201C5FE-4BDC-4D41-8812-1AC5329F8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940" y="2643758"/>
                        <a:ext cx="406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39">
            <a:extLst>
              <a:ext uri="{FF2B5EF4-FFF2-40B4-BE49-F238E27FC236}">
                <a16:creationId xmlns:a16="http://schemas.microsoft.com/office/drawing/2014/main" id="{79DF165C-CE8A-4579-A143-DF2A4B281C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200071"/>
              </p:ext>
            </p:extLst>
          </p:nvPr>
        </p:nvGraphicFramePr>
        <p:xfrm>
          <a:off x="860426" y="4257195"/>
          <a:ext cx="44180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0" name="Equation" r:id="rId23" imgW="4419360" imgH="723600" progId="Equation.DSMT4">
                  <p:embed/>
                </p:oleObj>
              </mc:Choice>
              <mc:Fallback>
                <p:oleObj name="Equation" r:id="rId23" imgW="4419360" imgH="723600" progId="Equation.DSMT4">
                  <p:embed/>
                  <p:pic>
                    <p:nvPicPr>
                      <p:cNvPr id="19471" name="Object 1039">
                        <a:extLst>
                          <a:ext uri="{FF2B5EF4-FFF2-40B4-BE49-F238E27FC236}">
                            <a16:creationId xmlns:a16="http://schemas.microsoft.com/office/drawing/2014/main" id="{08E3CB28-7D42-411E-92C2-246ADEE3BA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6" y="4257195"/>
                        <a:ext cx="441801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40">
            <a:extLst>
              <a:ext uri="{FF2B5EF4-FFF2-40B4-BE49-F238E27FC236}">
                <a16:creationId xmlns:a16="http://schemas.microsoft.com/office/drawing/2014/main" id="{52347A9C-E330-4915-9D13-CAA592A87C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758938"/>
              </p:ext>
            </p:extLst>
          </p:nvPr>
        </p:nvGraphicFramePr>
        <p:xfrm>
          <a:off x="1238728" y="4104343"/>
          <a:ext cx="3717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1" name="Equation" r:id="rId25" imgW="3720960" imgH="406080" progId="Equation.DSMT4">
                  <p:embed/>
                </p:oleObj>
              </mc:Choice>
              <mc:Fallback>
                <p:oleObj name="Equation" r:id="rId25" imgW="3720960" imgH="406080" progId="Equation.DSMT4">
                  <p:embed/>
                  <p:pic>
                    <p:nvPicPr>
                      <p:cNvPr id="19472" name="Object 1040">
                        <a:extLst>
                          <a:ext uri="{FF2B5EF4-FFF2-40B4-BE49-F238E27FC236}">
                            <a16:creationId xmlns:a16="http://schemas.microsoft.com/office/drawing/2014/main" id="{312C3E08-0F70-4E14-9EA4-ABD6ADF10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728" y="4104343"/>
                        <a:ext cx="3717925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41">
            <a:extLst>
              <a:ext uri="{FF2B5EF4-FFF2-40B4-BE49-F238E27FC236}">
                <a16:creationId xmlns:a16="http://schemas.microsoft.com/office/drawing/2014/main" id="{E0AF89CA-F14B-454F-B9E9-5B721AE72C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034614"/>
              </p:ext>
            </p:extLst>
          </p:nvPr>
        </p:nvGraphicFramePr>
        <p:xfrm>
          <a:off x="2020888" y="4683813"/>
          <a:ext cx="248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2" name="Equation" r:id="rId27" imgW="2489040" imgH="406080" progId="Equation.DSMT4">
                  <p:embed/>
                </p:oleObj>
              </mc:Choice>
              <mc:Fallback>
                <p:oleObj name="Equation" r:id="rId27" imgW="2489040" imgH="406080" progId="Equation.DSMT4">
                  <p:embed/>
                  <p:pic>
                    <p:nvPicPr>
                      <p:cNvPr id="19473" name="Object 1041">
                        <a:extLst>
                          <a:ext uri="{FF2B5EF4-FFF2-40B4-BE49-F238E27FC236}">
                            <a16:creationId xmlns:a16="http://schemas.microsoft.com/office/drawing/2014/main" id="{3AFF1426-34E1-4DA6-98D8-EA7D69198F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4683813"/>
                        <a:ext cx="2489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61">
            <a:extLst>
              <a:ext uri="{FF2B5EF4-FFF2-40B4-BE49-F238E27FC236}">
                <a16:creationId xmlns:a16="http://schemas.microsoft.com/office/drawing/2014/main" id="{39006BCB-4E11-4C4B-8955-DCB90EE2D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654183"/>
              </p:ext>
            </p:extLst>
          </p:nvPr>
        </p:nvGraphicFramePr>
        <p:xfrm>
          <a:off x="755576" y="1768205"/>
          <a:ext cx="6854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3" name="Equation" r:id="rId29" imgW="4241520" imgH="723600" progId="Equation.DSMT4">
                  <p:embed/>
                </p:oleObj>
              </mc:Choice>
              <mc:Fallback>
                <p:oleObj name="Equation" r:id="rId29" imgW="4241520" imgH="723600" progId="Equation.DSMT4">
                  <p:embed/>
                  <p:pic>
                    <p:nvPicPr>
                      <p:cNvPr id="19493" name="Object 1061">
                        <a:extLst>
                          <a:ext uri="{FF2B5EF4-FFF2-40B4-BE49-F238E27FC236}">
                            <a16:creationId xmlns:a16="http://schemas.microsoft.com/office/drawing/2014/main" id="{4E0F6F9F-A899-4F8A-BA19-22AF4C2A70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768205"/>
                        <a:ext cx="685482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62">
            <a:extLst>
              <a:ext uri="{FF2B5EF4-FFF2-40B4-BE49-F238E27FC236}">
                <a16:creationId xmlns:a16="http://schemas.microsoft.com/office/drawing/2014/main" id="{27B3937D-7102-4DF0-B71D-5CA0225902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988001"/>
              </p:ext>
            </p:extLst>
          </p:nvPr>
        </p:nvGraphicFramePr>
        <p:xfrm>
          <a:off x="1195901" y="1677345"/>
          <a:ext cx="213336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4" name="Equation" r:id="rId31" imgW="2133360" imgH="355320" progId="Equation.DSMT4">
                  <p:embed/>
                </p:oleObj>
              </mc:Choice>
              <mc:Fallback>
                <p:oleObj name="Equation" r:id="rId31" imgW="2133360" imgH="355320" progId="Equation.DSMT4">
                  <p:embed/>
                  <p:pic>
                    <p:nvPicPr>
                      <p:cNvPr id="19494" name="Object 1062">
                        <a:extLst>
                          <a:ext uri="{FF2B5EF4-FFF2-40B4-BE49-F238E27FC236}">
                            <a16:creationId xmlns:a16="http://schemas.microsoft.com/office/drawing/2014/main" id="{B05394A2-73A8-4A71-8302-3B962B88D7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901" y="1677345"/>
                        <a:ext cx="213336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63">
            <a:extLst>
              <a:ext uri="{FF2B5EF4-FFF2-40B4-BE49-F238E27FC236}">
                <a16:creationId xmlns:a16="http://schemas.microsoft.com/office/drawing/2014/main" id="{824C3E49-3CBE-4428-B7B0-13704722D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692348"/>
              </p:ext>
            </p:extLst>
          </p:nvPr>
        </p:nvGraphicFramePr>
        <p:xfrm>
          <a:off x="2982839" y="2252895"/>
          <a:ext cx="250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5" name="Equation" r:id="rId33" imgW="2501640" imgH="406080" progId="Equation.DSMT4">
                  <p:embed/>
                </p:oleObj>
              </mc:Choice>
              <mc:Fallback>
                <p:oleObj name="Equation" r:id="rId33" imgW="2501640" imgH="406080" progId="Equation.DSMT4">
                  <p:embed/>
                  <p:pic>
                    <p:nvPicPr>
                      <p:cNvPr id="19495" name="Object 1063">
                        <a:extLst>
                          <a:ext uri="{FF2B5EF4-FFF2-40B4-BE49-F238E27FC236}">
                            <a16:creationId xmlns:a16="http://schemas.microsoft.com/office/drawing/2014/main" id="{D0E74AF4-0E16-40F8-8DDB-15A8C769C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839" y="2252895"/>
                        <a:ext cx="2501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65">
            <a:extLst>
              <a:ext uri="{FF2B5EF4-FFF2-40B4-BE49-F238E27FC236}">
                <a16:creationId xmlns:a16="http://schemas.microsoft.com/office/drawing/2014/main" id="{F3A34889-F779-4C17-8638-8855E2C68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686950"/>
              </p:ext>
            </p:extLst>
          </p:nvPr>
        </p:nvGraphicFramePr>
        <p:xfrm>
          <a:off x="3265488" y="1495425"/>
          <a:ext cx="402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6" name="Equation" r:id="rId35" imgW="4025880" imgH="736560" progId="Equation.DSMT4">
                  <p:embed/>
                </p:oleObj>
              </mc:Choice>
              <mc:Fallback>
                <p:oleObj name="Equation" r:id="rId35" imgW="4025880" imgH="736560" progId="Equation.DSMT4">
                  <p:embed/>
                  <p:pic>
                    <p:nvPicPr>
                      <p:cNvPr id="19497" name="Object 1065">
                        <a:extLst>
                          <a:ext uri="{FF2B5EF4-FFF2-40B4-BE49-F238E27FC236}">
                            <a16:creationId xmlns:a16="http://schemas.microsoft.com/office/drawing/2014/main" id="{435D8A4A-7683-4F4C-B1B2-39362B6456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1495425"/>
                        <a:ext cx="4025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68">
            <a:extLst>
              <a:ext uri="{FF2B5EF4-FFF2-40B4-BE49-F238E27FC236}">
                <a16:creationId xmlns:a16="http://schemas.microsoft.com/office/drawing/2014/main" id="{C0AEEF12-1FB8-47F3-9D5A-A3516BB72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931764"/>
              </p:ext>
            </p:extLst>
          </p:nvPr>
        </p:nvGraphicFramePr>
        <p:xfrm>
          <a:off x="6595088" y="2643758"/>
          <a:ext cx="18208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" name="Equation" r:id="rId37" imgW="2323800" imgH="927000" progId="Equation.3">
                  <p:embed/>
                </p:oleObj>
              </mc:Choice>
              <mc:Fallback>
                <p:oleObj name="Equation" r:id="rId37" imgW="2323800" imgH="927000" progId="Equation.3">
                  <p:embed/>
                  <p:pic>
                    <p:nvPicPr>
                      <p:cNvPr id="19500" name="Object 1068">
                        <a:extLst>
                          <a:ext uri="{FF2B5EF4-FFF2-40B4-BE49-F238E27FC236}">
                            <a16:creationId xmlns:a16="http://schemas.microsoft.com/office/drawing/2014/main" id="{B6D4FA2D-431D-43E8-AC62-5D2A7981B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5088" y="2643758"/>
                        <a:ext cx="1820863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275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0235FF69-A986-4436-B634-4E9217930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91" y="352038"/>
            <a:ext cx="17256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16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DC8D9296-A183-457F-8D75-F2FD7A4E4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752093"/>
              </p:ext>
            </p:extLst>
          </p:nvPr>
        </p:nvGraphicFramePr>
        <p:xfrm>
          <a:off x="1835696" y="411510"/>
          <a:ext cx="20574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0" name="Equation" r:id="rId3" imgW="2057400" imgH="342720" progId="Equation.DSMT4">
                  <p:embed/>
                </p:oleObj>
              </mc:Choice>
              <mc:Fallback>
                <p:oleObj name="Equation" r:id="rId3" imgW="2057400" imgH="342720" progId="Equation.DSMT4">
                  <p:embed/>
                  <p:pic>
                    <p:nvPicPr>
                      <p:cNvPr id="54284" name="Object 12">
                        <a:extLst>
                          <a:ext uri="{FF2B5EF4-FFF2-40B4-BE49-F238E27FC236}">
                            <a16:creationId xmlns:a16="http://schemas.microsoft.com/office/drawing/2014/main" id="{4A270619-C2A9-4E09-8C07-FC7C54A7E8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11510"/>
                        <a:ext cx="20574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>
            <a:extLst>
              <a:ext uri="{FF2B5EF4-FFF2-40B4-BE49-F238E27FC236}">
                <a16:creationId xmlns:a16="http://schemas.microsoft.com/office/drawing/2014/main" id="{EC324063-7ECE-4256-AC54-A5F025361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66" y="8560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983E42C3-B895-4B30-9FE8-B9B4B1E1D0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450620"/>
              </p:ext>
            </p:extLst>
          </p:nvPr>
        </p:nvGraphicFramePr>
        <p:xfrm>
          <a:off x="1340523" y="948373"/>
          <a:ext cx="213336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1" name="Equation" r:id="rId5" imgW="2133360" imgH="355320" progId="Equation.DSMT4">
                  <p:embed/>
                </p:oleObj>
              </mc:Choice>
              <mc:Fallback>
                <p:oleObj name="Equation" r:id="rId5" imgW="2133360" imgH="355320" progId="Equation.DSMT4">
                  <p:embed/>
                  <p:pic>
                    <p:nvPicPr>
                      <p:cNvPr id="54286" name="Object 14">
                        <a:extLst>
                          <a:ext uri="{FF2B5EF4-FFF2-40B4-BE49-F238E27FC236}">
                            <a16:creationId xmlns:a16="http://schemas.microsoft.com/office/drawing/2014/main" id="{83BC2AE2-9892-46EA-9437-122C96DBB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523" y="948373"/>
                        <a:ext cx="213336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D791602B-9B9E-41AA-A88B-F09F3F8CA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574485"/>
              </p:ext>
            </p:extLst>
          </p:nvPr>
        </p:nvGraphicFramePr>
        <p:xfrm>
          <a:off x="2307418" y="952867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" name="Equation" r:id="rId7" imgW="1054080" imgH="342720" progId="Equation.DSMT4">
                  <p:embed/>
                </p:oleObj>
              </mc:Choice>
              <mc:Fallback>
                <p:oleObj name="Equation" r:id="rId7" imgW="1054080" imgH="342720" progId="Equation.DSMT4">
                  <p:embed/>
                  <p:pic>
                    <p:nvPicPr>
                      <p:cNvPr id="54287" name="Object 15">
                        <a:extLst>
                          <a:ext uri="{FF2B5EF4-FFF2-40B4-BE49-F238E27FC236}">
                            <a16:creationId xmlns:a16="http://schemas.microsoft.com/office/drawing/2014/main" id="{4543CD42-D6D4-4A3A-A64E-4653A8BA5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418" y="952867"/>
                        <a:ext cx="1054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A57913B9-CE31-4844-88E6-31EF1A042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697976"/>
              </p:ext>
            </p:extLst>
          </p:nvPr>
        </p:nvGraphicFramePr>
        <p:xfrm>
          <a:off x="3494158" y="946259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" name="Equation" r:id="rId9" imgW="1257120" imgH="355320" progId="Equation.DSMT4">
                  <p:embed/>
                </p:oleObj>
              </mc:Choice>
              <mc:Fallback>
                <p:oleObj name="Equation" r:id="rId9" imgW="1257120" imgH="355320" progId="Equation.DSMT4">
                  <p:embed/>
                  <p:pic>
                    <p:nvPicPr>
                      <p:cNvPr id="54288" name="Object 16">
                        <a:extLst>
                          <a:ext uri="{FF2B5EF4-FFF2-40B4-BE49-F238E27FC236}">
                            <a16:creationId xmlns:a16="http://schemas.microsoft.com/office/drawing/2014/main" id="{255F316D-6B6F-4F7D-A540-9FC5561230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158" y="946259"/>
                        <a:ext cx="1257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3E9EB33A-6869-44C0-B106-7815539D68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587744"/>
              </p:ext>
            </p:extLst>
          </p:nvPr>
        </p:nvGraphicFramePr>
        <p:xfrm>
          <a:off x="3927590" y="959530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54289" name="Object 17">
                        <a:extLst>
                          <a:ext uri="{FF2B5EF4-FFF2-40B4-BE49-F238E27FC236}">
                            <a16:creationId xmlns:a16="http://schemas.microsoft.com/office/drawing/2014/main" id="{1850DA13-ED3E-4558-8F03-2E19DC311C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590" y="959530"/>
                        <a:ext cx="6220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>
            <a:extLst>
              <a:ext uri="{FF2B5EF4-FFF2-40B4-BE49-F238E27FC236}">
                <a16:creationId xmlns:a16="http://schemas.microsoft.com/office/drawing/2014/main" id="{8408809C-3605-47AF-9916-769BF15861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311479"/>
              </p:ext>
            </p:extLst>
          </p:nvPr>
        </p:nvGraphicFramePr>
        <p:xfrm>
          <a:off x="4785397" y="987375"/>
          <a:ext cx="7999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" name="Equation" r:id="rId13" imgW="799920" imgH="355320" progId="Equation.DSMT4">
                  <p:embed/>
                </p:oleObj>
              </mc:Choice>
              <mc:Fallback>
                <p:oleObj name="Equation" r:id="rId13" imgW="799920" imgH="355320" progId="Equation.DSMT4">
                  <p:embed/>
                  <p:pic>
                    <p:nvPicPr>
                      <p:cNvPr id="54290" name="Object 18">
                        <a:extLst>
                          <a:ext uri="{FF2B5EF4-FFF2-40B4-BE49-F238E27FC236}">
                            <a16:creationId xmlns:a16="http://schemas.microsoft.com/office/drawing/2014/main" id="{F58A1812-B066-46C3-B3A3-99CB7FFFE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397" y="987375"/>
                        <a:ext cx="79992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9">
            <a:extLst>
              <a:ext uri="{FF2B5EF4-FFF2-40B4-BE49-F238E27FC236}">
                <a16:creationId xmlns:a16="http://schemas.microsoft.com/office/drawing/2014/main" id="{0C8DDFAE-4557-4938-A3EB-5DBDBAF7274F}"/>
              </a:ext>
            </a:extLst>
          </p:cNvPr>
          <p:cNvGrpSpPr>
            <a:grpSpLocks/>
          </p:cNvGrpSpPr>
          <p:nvPr/>
        </p:nvGrpSpPr>
        <p:grpSpPr bwMode="auto">
          <a:xfrm>
            <a:off x="3921678" y="303878"/>
            <a:ext cx="3168907" cy="461963"/>
            <a:chOff x="2866" y="2594"/>
            <a:chExt cx="1985" cy="291"/>
          </a:xfrm>
        </p:grpSpPr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D23880A0-3D94-4629-9CE2-FFC32D6CE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" y="2594"/>
              <a:ext cx="5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400" b="1">
                  <a:latin typeface="+mj-ea"/>
                  <a:ea typeface="+mj-ea"/>
                </a:rPr>
                <a:t>其中</a:t>
              </a:r>
            </a:p>
          </p:txBody>
        </p:sp>
        <p:graphicFrame>
          <p:nvGraphicFramePr>
            <p:cNvPr id="12" name="Object 21">
              <a:extLst>
                <a:ext uri="{FF2B5EF4-FFF2-40B4-BE49-F238E27FC236}">
                  <a16:creationId xmlns:a16="http://schemas.microsoft.com/office/drawing/2014/main" id="{9AE8EF4D-8B6A-451E-817C-DB5C894379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0391743"/>
                </p:ext>
              </p:extLst>
            </p:nvPr>
          </p:nvGraphicFramePr>
          <p:xfrm>
            <a:off x="3364" y="2645"/>
            <a:ext cx="39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6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54293" name="Object 21">
                          <a:extLst>
                            <a:ext uri="{FF2B5EF4-FFF2-40B4-BE49-F238E27FC236}">
                              <a16:creationId xmlns:a16="http://schemas.microsoft.com/office/drawing/2014/main" id="{D7700255-BCDE-41CD-A8AB-8600EFF4F9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4" y="2645"/>
                          <a:ext cx="39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D45950D0-856E-412C-886C-137E806C1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6" y="2594"/>
              <a:ext cx="9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+mj-ea"/>
                  <a:ea typeface="+mj-ea"/>
                </a:rPr>
                <a:t>可导</a:t>
              </a:r>
              <a:r>
                <a:rPr kumimoji="1" lang="en-US" altLang="zh-CN" sz="2400" b="1" dirty="0">
                  <a:latin typeface="+mj-ea"/>
                  <a:ea typeface="+mj-ea"/>
                </a:rPr>
                <a:t>, </a:t>
              </a:r>
              <a:r>
                <a:rPr kumimoji="1" lang="zh-CN" altLang="en-US" sz="2400" b="1" dirty="0">
                  <a:latin typeface="+mj-ea"/>
                  <a:ea typeface="+mj-ea"/>
                </a:rPr>
                <a:t>求</a:t>
              </a:r>
            </a:p>
          </p:txBody>
        </p:sp>
        <p:graphicFrame>
          <p:nvGraphicFramePr>
            <p:cNvPr id="14" name="Object 23">
              <a:extLst>
                <a:ext uri="{FF2B5EF4-FFF2-40B4-BE49-F238E27FC236}">
                  <a16:creationId xmlns:a16="http://schemas.microsoft.com/office/drawing/2014/main" id="{462D3365-202B-4411-86BB-F0B0AE7FC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441950"/>
                </p:ext>
              </p:extLst>
            </p:nvPr>
          </p:nvGraphicFramePr>
          <p:xfrm>
            <a:off x="4644" y="2627"/>
            <a:ext cx="20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7" name="Equation" r:id="rId17" imgW="330120" imgH="355320" progId="Equation.DSMT4">
                    <p:embed/>
                  </p:oleObj>
                </mc:Choice>
                <mc:Fallback>
                  <p:oleObj name="Equation" r:id="rId17" imgW="330120" imgH="355320" progId="Equation.DSMT4">
                    <p:embed/>
                    <p:pic>
                      <p:nvPicPr>
                        <p:cNvPr id="54295" name="Object 23">
                          <a:extLst>
                            <a:ext uri="{FF2B5EF4-FFF2-40B4-BE49-F238E27FC236}">
                              <a16:creationId xmlns:a16="http://schemas.microsoft.com/office/drawing/2014/main" id="{3665A65D-5950-4E77-A8F1-AE5A4604DF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" y="2627"/>
                          <a:ext cx="207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DBC7B05-E580-4AC1-AA26-EEEF1E2D2BE6}"/>
              </a:ext>
            </a:extLst>
          </p:cNvPr>
          <p:cNvGrpSpPr/>
          <p:nvPr/>
        </p:nvGrpSpPr>
        <p:grpSpPr>
          <a:xfrm>
            <a:off x="640352" y="1642804"/>
            <a:ext cx="3909318" cy="681630"/>
            <a:chOff x="539750" y="485183"/>
            <a:chExt cx="3909318" cy="681630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77B7472D-D6C5-4D10-889B-B878C57CCC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750" y="530225"/>
              <a:ext cx="1828800" cy="63658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17" name="Object 5">
              <a:extLst>
                <a:ext uri="{FF2B5EF4-FFF2-40B4-BE49-F238E27FC236}">
                  <a16:creationId xmlns:a16="http://schemas.microsoft.com/office/drawing/2014/main" id="{FB6E0FE9-ECA4-43F6-8C68-F4E70F56BB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5696" y="485183"/>
            <a:ext cx="1917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8" name="Equation" r:id="rId19" imgW="1917360" imgH="482400" progId="Equation.DSMT4">
                    <p:embed/>
                  </p:oleObj>
                </mc:Choice>
                <mc:Fallback>
                  <p:oleObj name="Equation" r:id="rId19" imgW="1917360" imgH="482400" progId="Equation.DSMT4">
                    <p:embed/>
                    <p:pic>
                      <p:nvPicPr>
                        <p:cNvPr id="3" name="Object 5">
                          <a:extLst>
                            <a:ext uri="{FF2B5EF4-FFF2-40B4-BE49-F238E27FC236}">
                              <a16:creationId xmlns:a16="http://schemas.microsoft.com/office/drawing/2014/main" id="{4DD6FCF4-277C-4299-B953-1B6C010F6C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485183"/>
                          <a:ext cx="19177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A456AA6B-A4AD-40B4-95FC-9921422B70A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06705" y="530225"/>
              <a:ext cx="577263" cy="63658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求</a:t>
              </a:r>
            </a:p>
          </p:txBody>
        </p:sp>
        <p:graphicFrame>
          <p:nvGraphicFramePr>
            <p:cNvPr id="19" name="Object 5">
              <a:extLst>
                <a:ext uri="{FF2B5EF4-FFF2-40B4-BE49-F238E27FC236}">
                  <a16:creationId xmlns:a16="http://schemas.microsoft.com/office/drawing/2014/main" id="{953693E0-48E6-4A78-A4E0-FFABA643C4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18868" y="610518"/>
            <a:ext cx="330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9" name="Equation" r:id="rId21" imgW="330120" imgH="355320" progId="Equation.DSMT4">
                    <p:embed/>
                  </p:oleObj>
                </mc:Choice>
                <mc:Fallback>
                  <p:oleObj name="Equation" r:id="rId21" imgW="330120" imgH="355320" progId="Equation.DSMT4">
                    <p:embed/>
                    <p:pic>
                      <p:nvPicPr>
                        <p:cNvPr id="5" name="Object 5">
                          <a:extLst>
                            <a:ext uri="{FF2B5EF4-FFF2-40B4-BE49-F238E27FC236}">
                              <a16:creationId xmlns:a16="http://schemas.microsoft.com/office/drawing/2014/main" id="{1CDFF6F7-EBE6-41D1-9480-A6A3A620CB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8868" y="610518"/>
                          <a:ext cx="3302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2C7C862F-95A6-44B9-9345-253FA080CDEB}"/>
              </a:ext>
            </a:extLst>
          </p:cNvPr>
          <p:cNvSpPr txBox="1">
            <a:spLocks noChangeArrowheads="1"/>
          </p:cNvSpPr>
          <p:nvPr/>
        </p:nvSpPr>
        <p:spPr>
          <a:xfrm>
            <a:off x="1195328" y="2339036"/>
            <a:ext cx="4414792" cy="482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428B0D4F-2F11-4163-9493-B70BCCB60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121078"/>
              </p:ext>
            </p:extLst>
          </p:nvPr>
        </p:nvGraphicFramePr>
        <p:xfrm>
          <a:off x="1263215" y="2343589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0" name="Equation" r:id="rId23" imgW="1549080" imgH="406080" progId="Equation.DSMT4">
                  <p:embed/>
                </p:oleObj>
              </mc:Choice>
              <mc:Fallback>
                <p:oleObj name="Equation" r:id="rId23" imgW="1549080" imgH="40608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6A8745B2-361A-4103-8552-912023CB8E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215" y="2343589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C473CE01-3719-418B-B9FD-362045EB5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909683"/>
              </p:ext>
            </p:extLst>
          </p:nvPr>
        </p:nvGraphicFramePr>
        <p:xfrm>
          <a:off x="2884209" y="2332502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1" name="Equation" r:id="rId25" imgW="1460160" imgH="393480" progId="Equation.DSMT4">
                  <p:embed/>
                </p:oleObj>
              </mc:Choice>
              <mc:Fallback>
                <p:oleObj name="Equation" r:id="rId25" imgW="1460160" imgH="39348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AACDCC9D-2845-448F-9367-F4D0ED742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209" y="2332502"/>
                        <a:ext cx="1460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2B534A95-AFE7-43EB-B0E0-2C6AC5C83F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778877"/>
              </p:ext>
            </p:extLst>
          </p:nvPr>
        </p:nvGraphicFramePr>
        <p:xfrm>
          <a:off x="920063" y="3017996"/>
          <a:ext cx="3810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" name="Equation" r:id="rId27" imgW="3809880" imgH="787320" progId="Equation.DSMT4">
                  <p:embed/>
                </p:oleObj>
              </mc:Choice>
              <mc:Fallback>
                <p:oleObj name="Equation" r:id="rId27" imgW="3809880" imgH="78732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EAF22BCB-4FF4-4990-A76F-A3FF6B83A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063" y="3017996"/>
                        <a:ext cx="3810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961B3C03-40E0-4E76-AB44-C6106625A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817987"/>
              </p:ext>
            </p:extLst>
          </p:nvPr>
        </p:nvGraphicFramePr>
        <p:xfrm>
          <a:off x="4799812" y="3017360"/>
          <a:ext cx="259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" name="Equation" r:id="rId29" imgW="2590560" imgH="736560" progId="Equation.DSMT4">
                  <p:embed/>
                </p:oleObj>
              </mc:Choice>
              <mc:Fallback>
                <p:oleObj name="Equation" r:id="rId29" imgW="2590560" imgH="73656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D705689D-42D0-406B-9472-EB6ACC3F7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12" y="3017360"/>
                        <a:ext cx="2590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FC3B106C-17C7-4DB7-9677-94D8B7319B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74384"/>
              </p:ext>
            </p:extLst>
          </p:nvPr>
        </p:nvGraphicFramePr>
        <p:xfrm>
          <a:off x="920063" y="3925947"/>
          <a:ext cx="631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4" name="Equation" r:id="rId31" imgW="6311880" imgH="736560" progId="Equation.DSMT4">
                  <p:embed/>
                </p:oleObj>
              </mc:Choice>
              <mc:Fallback>
                <p:oleObj name="Equation" r:id="rId31" imgW="6311880" imgH="73656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20670C55-ACC0-4086-A4EC-FA5DE32469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063" y="3925947"/>
                        <a:ext cx="6311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0">
            <a:extLst>
              <a:ext uri="{FF2B5EF4-FFF2-40B4-BE49-F238E27FC236}">
                <a16:creationId xmlns:a16="http://schemas.microsoft.com/office/drawing/2014/main" id="{20A88E69-CACF-49D6-8932-3AF3A7E92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85" y="2349503"/>
            <a:ext cx="8037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6388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lang="zh-CN" altLang="en-US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7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4625CE0-940B-4F8A-A49E-E60A5080E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524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6ECB37-FA0A-4C32-BA00-86DE14F20859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30225"/>
            <a:ext cx="182880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6D36F69-90E5-4B5E-9E88-776EC6A6A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062" y="483518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BDF90E2-4700-4DA3-94B9-BFE6FEEDF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800689"/>
              </p:ext>
            </p:extLst>
          </p:nvPr>
        </p:nvGraphicFramePr>
        <p:xfrm>
          <a:off x="1742351" y="290513"/>
          <a:ext cx="46353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" name="Equation" r:id="rId4" imgW="4635360" imgH="914400" progId="Equation.DSMT4">
                  <p:embed/>
                </p:oleObj>
              </mc:Choice>
              <mc:Fallback>
                <p:oleObj name="Equation" r:id="rId4" imgW="4635360" imgH="914400" progId="Equation.DSMT4">
                  <p:embed/>
                  <p:pic>
                    <p:nvPicPr>
                      <p:cNvPr id="52229" name="Object 5">
                        <a:extLst>
                          <a:ext uri="{FF2B5EF4-FFF2-40B4-BE49-F238E27FC236}">
                            <a16:creationId xmlns:a16="http://schemas.microsoft.com/office/drawing/2014/main" id="{CD1FFEB9-7D2A-44FF-A37F-DE830E63A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2351" y="290513"/>
                        <a:ext cx="463536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346B1DE4-12A6-4A68-BA4C-E78C946D8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286689"/>
              </p:ext>
            </p:extLst>
          </p:nvPr>
        </p:nvGraphicFramePr>
        <p:xfrm>
          <a:off x="6760093" y="556543"/>
          <a:ext cx="3301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5" name="Equation" r:id="rId6" imgW="330120" imgH="355320" progId="Equation.DSMT4">
                  <p:embed/>
                </p:oleObj>
              </mc:Choice>
              <mc:Fallback>
                <p:oleObj name="Equation" r:id="rId6" imgW="330120" imgH="355320" progId="Equation.DSMT4">
                  <p:embed/>
                  <p:pic>
                    <p:nvPicPr>
                      <p:cNvPr id="52230" name="Object 6">
                        <a:extLst>
                          <a:ext uri="{FF2B5EF4-FFF2-40B4-BE49-F238E27FC236}">
                            <a16:creationId xmlns:a16="http://schemas.microsoft.com/office/drawing/2014/main" id="{B6C9D1B8-F171-4D8C-8EC5-C64EFAC1D0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093" y="556543"/>
                        <a:ext cx="33012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5692B7BC-E96E-475A-8AA9-29C579010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54422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75494B0D-59CD-4E05-B99B-C641D11B1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35462"/>
              </p:ext>
            </p:extLst>
          </p:nvPr>
        </p:nvGraphicFramePr>
        <p:xfrm>
          <a:off x="1042404" y="1346340"/>
          <a:ext cx="52056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" name="Equation" r:id="rId8" imgW="520560" imgH="355320" progId="Equation.DSMT4">
                  <p:embed/>
                </p:oleObj>
              </mc:Choice>
              <mc:Fallback>
                <p:oleObj name="Equation" r:id="rId8" imgW="520560" imgH="355320" progId="Equation.DSMT4">
                  <p:embed/>
                  <p:pic>
                    <p:nvPicPr>
                      <p:cNvPr id="52232" name="Object 8">
                        <a:extLst>
                          <a:ext uri="{FF2B5EF4-FFF2-40B4-BE49-F238E27FC236}">
                            <a16:creationId xmlns:a16="http://schemas.microsoft.com/office/drawing/2014/main" id="{745B57F5-36F4-414B-AE28-5E4AE688E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404" y="1346340"/>
                        <a:ext cx="52056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77347EEA-6E2E-4AA8-BFF1-11F0CCDAB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628881"/>
              </p:ext>
            </p:extLst>
          </p:nvPr>
        </p:nvGraphicFramePr>
        <p:xfrm>
          <a:off x="1702246" y="1151157"/>
          <a:ext cx="1917360" cy="85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7" name="Equation" r:id="rId10" imgW="1917360" imgH="850680" progId="Equation.DSMT4">
                  <p:embed/>
                </p:oleObj>
              </mc:Choice>
              <mc:Fallback>
                <p:oleObj name="Equation" r:id="rId10" imgW="1917360" imgH="850680" progId="Equation.DSMT4">
                  <p:embed/>
                  <p:pic>
                    <p:nvPicPr>
                      <p:cNvPr id="52234" name="Object 10">
                        <a:extLst>
                          <a:ext uri="{FF2B5EF4-FFF2-40B4-BE49-F238E27FC236}">
                            <a16:creationId xmlns:a16="http://schemas.microsoft.com/office/drawing/2014/main" id="{6095252B-5606-4044-9C9B-F0140E1B7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246" y="1151157"/>
                        <a:ext cx="1917360" cy="850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39D2FA5C-2BEA-4584-974E-19AB2EE96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278018"/>
              </p:ext>
            </p:extLst>
          </p:nvPr>
        </p:nvGraphicFramePr>
        <p:xfrm>
          <a:off x="3695497" y="1151157"/>
          <a:ext cx="105408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8" name="Equation" r:id="rId12" imgW="1054080" imgH="812520" progId="Equation.DSMT4">
                  <p:embed/>
                </p:oleObj>
              </mc:Choice>
              <mc:Fallback>
                <p:oleObj name="Equation" r:id="rId12" imgW="1054080" imgH="812520" progId="Equation.DSMT4">
                  <p:embed/>
                  <p:pic>
                    <p:nvPicPr>
                      <p:cNvPr id="52235" name="Object 11">
                        <a:extLst>
                          <a:ext uri="{FF2B5EF4-FFF2-40B4-BE49-F238E27FC236}">
                            <a16:creationId xmlns:a16="http://schemas.microsoft.com/office/drawing/2014/main" id="{45D52497-1BE2-4D13-968E-917FBE382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497" y="1151157"/>
                        <a:ext cx="105408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24AC040D-4964-4A17-8EC9-F7E2CB286C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33716"/>
              </p:ext>
            </p:extLst>
          </p:nvPr>
        </p:nvGraphicFramePr>
        <p:xfrm>
          <a:off x="6085920" y="1237971"/>
          <a:ext cx="280656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9" name="Equation" r:id="rId14" imgW="2806560" imgH="355320" progId="Equation.DSMT4">
                  <p:embed/>
                </p:oleObj>
              </mc:Choice>
              <mc:Fallback>
                <p:oleObj name="Equation" r:id="rId14" imgW="2806560" imgH="355320" progId="Equation.DSMT4">
                  <p:embed/>
                  <p:pic>
                    <p:nvPicPr>
                      <p:cNvPr id="52236" name="Object 12">
                        <a:extLst>
                          <a:ext uri="{FF2B5EF4-FFF2-40B4-BE49-F238E27FC236}">
                            <a16:creationId xmlns:a16="http://schemas.microsoft.com/office/drawing/2014/main" id="{533C35B1-9A00-4290-A664-FC9E416E1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920" y="1237971"/>
                        <a:ext cx="280656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EF4A2F8F-61D3-418D-8412-365BFFB85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680368"/>
              </p:ext>
            </p:extLst>
          </p:nvPr>
        </p:nvGraphicFramePr>
        <p:xfrm>
          <a:off x="2845954" y="2239963"/>
          <a:ext cx="198108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0" name="Equation" r:id="rId16" imgW="1981080" imgH="812520" progId="Equation.DSMT4">
                  <p:embed/>
                </p:oleObj>
              </mc:Choice>
              <mc:Fallback>
                <p:oleObj name="Equation" r:id="rId16" imgW="1981080" imgH="812520" progId="Equation.DSMT4">
                  <p:embed/>
                  <p:pic>
                    <p:nvPicPr>
                      <p:cNvPr id="52238" name="Object 14">
                        <a:extLst>
                          <a:ext uri="{FF2B5EF4-FFF2-40B4-BE49-F238E27FC236}">
                            <a16:creationId xmlns:a16="http://schemas.microsoft.com/office/drawing/2014/main" id="{3D135C19-9D48-4FF1-A0DC-A4709ABA5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954" y="2239963"/>
                        <a:ext cx="198108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9D8E202E-EA7E-4AEC-BCF5-B33E408D9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32653"/>
              </p:ext>
            </p:extLst>
          </p:nvPr>
        </p:nvGraphicFramePr>
        <p:xfrm>
          <a:off x="4883215" y="2241763"/>
          <a:ext cx="105408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1" name="Equation" r:id="rId18" imgW="1054080" imgH="812520" progId="Equation.DSMT4">
                  <p:embed/>
                </p:oleObj>
              </mc:Choice>
              <mc:Fallback>
                <p:oleObj name="Equation" r:id="rId18" imgW="1054080" imgH="812520" progId="Equation.DSMT4">
                  <p:embed/>
                  <p:pic>
                    <p:nvPicPr>
                      <p:cNvPr id="52239" name="Object 15">
                        <a:extLst>
                          <a:ext uri="{FF2B5EF4-FFF2-40B4-BE49-F238E27FC236}">
                            <a16:creationId xmlns:a16="http://schemas.microsoft.com/office/drawing/2014/main" id="{01860FA0-B877-4757-A07E-959C08D2EC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215" y="2241763"/>
                        <a:ext cx="105408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4ED839DF-523C-4B44-86C7-DDCD9B92D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63744"/>
              </p:ext>
            </p:extLst>
          </p:nvPr>
        </p:nvGraphicFramePr>
        <p:xfrm>
          <a:off x="6021172" y="2239963"/>
          <a:ext cx="153648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2" name="Equation" r:id="rId20" imgW="1536480" imgH="812520" progId="Equation.DSMT4">
                  <p:embed/>
                </p:oleObj>
              </mc:Choice>
              <mc:Fallback>
                <p:oleObj name="Equation" r:id="rId20" imgW="1536480" imgH="812520" progId="Equation.DSMT4">
                  <p:embed/>
                  <p:pic>
                    <p:nvPicPr>
                      <p:cNvPr id="52240" name="Object 16">
                        <a:extLst>
                          <a:ext uri="{FF2B5EF4-FFF2-40B4-BE49-F238E27FC236}">
                            <a16:creationId xmlns:a16="http://schemas.microsoft.com/office/drawing/2014/main" id="{F575FE34-DFC7-47A1-B671-64FEE035D7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172" y="2239963"/>
                        <a:ext cx="153648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0FC3576B-E8F2-40C6-B92B-4A46D1727D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032048"/>
              </p:ext>
            </p:extLst>
          </p:nvPr>
        </p:nvGraphicFramePr>
        <p:xfrm>
          <a:off x="7635360" y="2239963"/>
          <a:ext cx="125712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" name="Equation" r:id="rId22" imgW="1257120" imgH="812520" progId="Equation.DSMT4">
                  <p:embed/>
                </p:oleObj>
              </mc:Choice>
              <mc:Fallback>
                <p:oleObj name="Equation" r:id="rId22" imgW="1257120" imgH="812520" progId="Equation.DSMT4">
                  <p:embed/>
                  <p:pic>
                    <p:nvPicPr>
                      <p:cNvPr id="52241" name="Object 17">
                        <a:extLst>
                          <a:ext uri="{FF2B5EF4-FFF2-40B4-BE49-F238E27FC236}">
                            <a16:creationId xmlns:a16="http://schemas.microsoft.com/office/drawing/2014/main" id="{B00BB81A-9EC3-4849-A3C2-4C874CE82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360" y="2239963"/>
                        <a:ext cx="125712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8">
            <a:extLst>
              <a:ext uri="{FF2B5EF4-FFF2-40B4-BE49-F238E27FC236}">
                <a16:creationId xmlns:a16="http://schemas.microsoft.com/office/drawing/2014/main" id="{1226C687-45A9-4659-970B-B7BDAD505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524000"/>
            <a:ext cx="0" cy="3733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j-ea"/>
              <a:ea typeface="+mj-ea"/>
            </a:endParaRPr>
          </a:p>
        </p:txBody>
      </p:sp>
      <p:graphicFrame>
        <p:nvGraphicFramePr>
          <p:cNvPr id="18" name="Object 20">
            <a:extLst>
              <a:ext uri="{FF2B5EF4-FFF2-40B4-BE49-F238E27FC236}">
                <a16:creationId xmlns:a16="http://schemas.microsoft.com/office/drawing/2014/main" id="{5F68B1AD-78F0-40FC-973A-B5F73D7E1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416207"/>
              </p:ext>
            </p:extLst>
          </p:nvPr>
        </p:nvGraphicFramePr>
        <p:xfrm>
          <a:off x="1454150" y="3441841"/>
          <a:ext cx="165096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" name="Equation" r:id="rId24" imgW="1650960" imgH="812520" progId="Equation.DSMT4">
                  <p:embed/>
                </p:oleObj>
              </mc:Choice>
              <mc:Fallback>
                <p:oleObj name="Equation" r:id="rId24" imgW="1650960" imgH="812520" progId="Equation.DSMT4">
                  <p:embed/>
                  <p:pic>
                    <p:nvPicPr>
                      <p:cNvPr id="52244" name="Object 20">
                        <a:extLst>
                          <a:ext uri="{FF2B5EF4-FFF2-40B4-BE49-F238E27FC236}">
                            <a16:creationId xmlns:a16="http://schemas.microsoft.com/office/drawing/2014/main" id="{901CF200-A9DC-44D1-8EF6-757AAF46E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3441841"/>
                        <a:ext cx="165096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1">
            <a:extLst>
              <a:ext uri="{FF2B5EF4-FFF2-40B4-BE49-F238E27FC236}">
                <a16:creationId xmlns:a16="http://schemas.microsoft.com/office/drawing/2014/main" id="{B4C2D575-CF12-4193-8D2A-2B5819F233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593213"/>
              </p:ext>
            </p:extLst>
          </p:nvPr>
        </p:nvGraphicFramePr>
        <p:xfrm>
          <a:off x="3045193" y="3454254"/>
          <a:ext cx="7999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" name="Equation" r:id="rId26" imgW="799920" imgH="736560" progId="Equation.DSMT4">
                  <p:embed/>
                </p:oleObj>
              </mc:Choice>
              <mc:Fallback>
                <p:oleObj name="Equation" r:id="rId26" imgW="799920" imgH="736560" progId="Equation.DSMT4">
                  <p:embed/>
                  <p:pic>
                    <p:nvPicPr>
                      <p:cNvPr id="52245" name="Object 21">
                        <a:extLst>
                          <a:ext uri="{FF2B5EF4-FFF2-40B4-BE49-F238E27FC236}">
                            <a16:creationId xmlns:a16="http://schemas.microsoft.com/office/drawing/2014/main" id="{4534C1AA-EC3C-4238-9359-778A4680E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5193" y="3454254"/>
                        <a:ext cx="7999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>
            <a:extLst>
              <a:ext uri="{FF2B5EF4-FFF2-40B4-BE49-F238E27FC236}">
                <a16:creationId xmlns:a16="http://schemas.microsoft.com/office/drawing/2014/main" id="{EFC50CB9-9908-4C9C-84C9-CC65B4601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160655"/>
              </p:ext>
            </p:extLst>
          </p:nvPr>
        </p:nvGraphicFramePr>
        <p:xfrm>
          <a:off x="3908833" y="3479821"/>
          <a:ext cx="7873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" name="Equation" r:id="rId28" imgW="787320" imgH="736560" progId="Equation.DSMT4">
                  <p:embed/>
                </p:oleObj>
              </mc:Choice>
              <mc:Fallback>
                <p:oleObj name="Equation" r:id="rId28" imgW="787320" imgH="736560" progId="Equation.DSMT4">
                  <p:embed/>
                  <p:pic>
                    <p:nvPicPr>
                      <p:cNvPr id="52246" name="Object 22">
                        <a:extLst>
                          <a:ext uri="{FF2B5EF4-FFF2-40B4-BE49-F238E27FC236}">
                            <a16:creationId xmlns:a16="http://schemas.microsoft.com/office/drawing/2014/main" id="{FC6275B4-4D14-446C-8127-A0C03F4B61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33" y="3479821"/>
                        <a:ext cx="7873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3">
            <a:extLst>
              <a:ext uri="{FF2B5EF4-FFF2-40B4-BE49-F238E27FC236}">
                <a16:creationId xmlns:a16="http://schemas.microsoft.com/office/drawing/2014/main" id="{FC935C78-5700-4083-907B-C52EEB106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771303"/>
              </p:ext>
            </p:extLst>
          </p:nvPr>
        </p:nvGraphicFramePr>
        <p:xfrm>
          <a:off x="4759873" y="3505994"/>
          <a:ext cx="2362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7" name="Equation" r:id="rId30" imgW="2361960" imgH="850680" progId="Equation.DSMT4">
                  <p:embed/>
                </p:oleObj>
              </mc:Choice>
              <mc:Fallback>
                <p:oleObj name="Equation" r:id="rId30" imgW="2361960" imgH="850680" progId="Equation.DSMT4">
                  <p:embed/>
                  <p:pic>
                    <p:nvPicPr>
                      <p:cNvPr id="52247" name="Object 23">
                        <a:extLst>
                          <a:ext uri="{FF2B5EF4-FFF2-40B4-BE49-F238E27FC236}">
                            <a16:creationId xmlns:a16="http://schemas.microsoft.com/office/drawing/2014/main" id="{12CE52EF-1F7F-4864-A8C9-B4CC9F5CC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873" y="3505994"/>
                        <a:ext cx="2362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CF16839-9419-40DD-9316-6CA975FBE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648205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8" name="Equation" r:id="rId32" imgW="914400" imgH="306720" progId="Equation.DSMT4">
                  <p:embed/>
                </p:oleObj>
              </mc:Choice>
              <mc:Fallback>
                <p:oleObj name="Equation" r:id="rId32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71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2E6C2009-6E2F-4530-B930-19541DC66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3375" y="1799972"/>
          <a:ext cx="253800" cy="25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4" name="Equation" r:id="rId3" imgW="253800" imgH="253800" progId="Equation.DSMT4">
                  <p:embed/>
                </p:oleObj>
              </mc:Choice>
              <mc:Fallback>
                <p:oleObj name="Equation" r:id="rId3" imgW="253800" imgH="253800" progId="Equation.DSMT4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2E6C2009-6E2F-4530-B930-19541DC669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375" y="1799972"/>
                        <a:ext cx="253800" cy="25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C08936FA-843B-4F76-91FC-B53EDA5AA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479122"/>
              </p:ext>
            </p:extLst>
          </p:nvPr>
        </p:nvGraphicFramePr>
        <p:xfrm>
          <a:off x="5507265" y="1788016"/>
          <a:ext cx="29196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5" name="Equation" r:id="rId5" imgW="291960" imgH="330120" progId="Equation.DSMT4">
                  <p:embed/>
                </p:oleObj>
              </mc:Choice>
              <mc:Fallback>
                <p:oleObj name="Equation" r:id="rId5" imgW="291960" imgH="33012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C08936FA-843B-4F76-91FC-B53EDA5AAB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265" y="1788016"/>
                        <a:ext cx="291960" cy="33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ABAD40E9-C240-48CA-9BB6-4CEBD0BA3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688350"/>
              </p:ext>
            </p:extLst>
          </p:nvPr>
        </p:nvGraphicFramePr>
        <p:xfrm>
          <a:off x="6291274" y="1736770"/>
          <a:ext cx="10666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6" name="Equation" r:id="rId7" imgW="1066680" imgH="406080" progId="Equation.DSMT4">
                  <p:embed/>
                </p:oleObj>
              </mc:Choice>
              <mc:Fallback>
                <p:oleObj name="Equation" r:id="rId7" imgW="1066680" imgH="40608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ABAD40E9-C240-48CA-9BB6-4CEBD0BA3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74" y="1736770"/>
                        <a:ext cx="106668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7944DC77-3357-42EC-B227-88A97431F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4013" y="2416661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7" name="Equation" r:id="rId9" imgW="126720" imgH="241200" progId="Equation.DSMT4">
                  <p:embed/>
                </p:oleObj>
              </mc:Choice>
              <mc:Fallback>
                <p:oleObj name="Equation" r:id="rId9" imgW="126720" imgH="2412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7944DC77-3357-42EC-B227-88A97431F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2416661"/>
                        <a:ext cx="1270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1A6B8B2-AE4F-4E91-9FB4-59C214D83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8521" y="2142946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8" name="Equation" r:id="rId11" imgW="1638000" imgH="736560" progId="Equation.DSMT4">
                  <p:embed/>
                </p:oleObj>
              </mc:Choice>
              <mc:Fallback>
                <p:oleObj name="Equation" r:id="rId11" imgW="1638000" imgH="73656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C1A6B8B2-AE4F-4E91-9FB4-59C214D833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521" y="2142946"/>
                        <a:ext cx="163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4E9BF92-86CB-46CE-92A8-C717C422F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3250" y="3078342"/>
          <a:ext cx="58392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9" name="Equation" r:id="rId13" imgW="583920" imgH="279360" progId="Equation.DSMT4">
                  <p:embed/>
                </p:oleObj>
              </mc:Choice>
              <mc:Fallback>
                <p:oleObj name="Equation" r:id="rId13" imgW="583920" imgH="2793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4E9BF92-86CB-46CE-92A8-C717C422F4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250" y="3078342"/>
                        <a:ext cx="58392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4C2D85CD-28D6-496C-902D-725973C81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372815"/>
              </p:ext>
            </p:extLst>
          </p:nvPr>
        </p:nvGraphicFramePr>
        <p:xfrm>
          <a:off x="2193895" y="2892394"/>
          <a:ext cx="28065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0" name="Equation" r:id="rId15" imgW="2806560" imgH="736560" progId="Equation.DSMT4">
                  <p:embed/>
                </p:oleObj>
              </mc:Choice>
              <mc:Fallback>
                <p:oleObj name="Equation" r:id="rId15" imgW="2806560" imgH="73656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4C2D85CD-28D6-496C-902D-725973C81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895" y="2892394"/>
                        <a:ext cx="280656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35909CC7-3EFD-4D40-86F1-DDBB18EA5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058778"/>
              </p:ext>
            </p:extLst>
          </p:nvPr>
        </p:nvGraphicFramePr>
        <p:xfrm>
          <a:off x="1403648" y="3723878"/>
          <a:ext cx="23238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1" name="Equation" r:id="rId17" imgW="2323800" imgH="736560" progId="Equation.DSMT4">
                  <p:embed/>
                </p:oleObj>
              </mc:Choice>
              <mc:Fallback>
                <p:oleObj name="Equation" r:id="rId17" imgW="2323800" imgH="73656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35909CC7-3EFD-4D40-86F1-DDBB18EA5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723878"/>
                        <a:ext cx="232380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>
            <a:extLst>
              <a:ext uri="{FF2B5EF4-FFF2-40B4-BE49-F238E27FC236}">
                <a16:creationId xmlns:a16="http://schemas.microsoft.com/office/drawing/2014/main" id="{FC26CD91-6DF0-4F5C-9AC7-F037D5D84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6" y="64168"/>
            <a:ext cx="9030146" cy="143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306388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0066FF"/>
                </a:solidFill>
                <a:ea typeface="+mj-ea"/>
                <a:cs typeface="Times New Roman" panose="02020603050405020304" pitchFamily="18" charset="0"/>
              </a:rPr>
              <a:t>  例</a:t>
            </a:r>
            <a:r>
              <a:rPr lang="en-US" altLang="zh-CN" b="1" dirty="0">
                <a:solidFill>
                  <a:srgbClr val="0066FF"/>
                </a:solidFill>
                <a:ea typeface="+mj-ea"/>
                <a:cs typeface="Times New Roman" panose="02020603050405020304" pitchFamily="18" charset="0"/>
              </a:rPr>
              <a:t>19</a:t>
            </a:r>
            <a:r>
              <a:rPr lang="en-US" altLang="zh-CN" b="1" dirty="0"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落在平静水面上的石头，产生同心波纹</a:t>
            </a:r>
            <a:r>
              <a:rPr lang="en-US" altLang="zh-CN" b="1" dirty="0">
                <a:ea typeface="+mj-ea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若最外一圈波纹</a:t>
            </a:r>
            <a:r>
              <a:rPr lang="zh-CN" altLang="en-US" b="1" dirty="0">
                <a:solidFill>
                  <a:srgbClr val="0064FF"/>
                </a:solidFill>
                <a:ea typeface="+mj-ea"/>
                <a:cs typeface="Times New Roman" panose="02020603050405020304" pitchFamily="18" charset="0"/>
              </a:rPr>
              <a:t>半径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的增大率总是</a:t>
            </a:r>
            <a:r>
              <a:rPr lang="en-US" altLang="zh-CN" b="1" dirty="0">
                <a:ea typeface="+mj-ea"/>
                <a:cs typeface="Times New Roman" panose="02020603050405020304" pitchFamily="18" charset="0"/>
              </a:rPr>
              <a:t>6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米</a:t>
            </a:r>
            <a:r>
              <a:rPr lang="en-US" altLang="zh-CN" b="1" dirty="0"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秒，问在</a:t>
            </a:r>
            <a:r>
              <a:rPr lang="en-US" altLang="zh-CN" b="1" dirty="0"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秒末扰动水面</a:t>
            </a:r>
            <a:r>
              <a:rPr lang="zh-CN" altLang="en-US" b="1" dirty="0">
                <a:solidFill>
                  <a:srgbClr val="0064FF"/>
                </a:solidFill>
                <a:ea typeface="+mj-ea"/>
                <a:cs typeface="Times New Roman" panose="02020603050405020304" pitchFamily="18" charset="0"/>
              </a:rPr>
              <a:t>面积</a:t>
            </a:r>
            <a:r>
              <a:rPr lang="zh-CN" altLang="en-US" b="1" dirty="0">
                <a:ea typeface="+mj-ea"/>
                <a:cs typeface="Times New Roman" panose="02020603050405020304" pitchFamily="18" charset="0"/>
              </a:rPr>
              <a:t>的增大率为多少？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D97D4E3C-914E-44D1-9798-5AF484EED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337" y="1656724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对应的面积为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9D7DA9AE-6BC6-499A-902C-CD33AFE0E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340" y="1681281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1AB7C10-3A94-46A7-B13C-24B816397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07" y="2280414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两边对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A1BFD98-08D3-460B-BE14-8567019CF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903" y="2280414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求导，得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D9AA36A5-74AE-4941-814C-886B6C33A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962" y="2963501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当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6E020254-9EFE-47B8-890F-5F382C9BA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93" y="297418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时，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F7C75AE0-3B51-44FA-AE33-C0D40C780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91" y="3878104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所以 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E5FC9770-E61D-470F-8D74-CC30B4C2A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044" y="1657985"/>
            <a:ext cx="31248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6388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 </a:t>
            </a: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设波纹的半径为</a:t>
            </a:r>
          </a:p>
        </p:txBody>
      </p:sp>
      <p:graphicFrame>
        <p:nvGraphicFramePr>
          <p:cNvPr id="19" name="Object 21">
            <a:extLst>
              <a:ext uri="{FF2B5EF4-FFF2-40B4-BE49-F238E27FC236}">
                <a16:creationId xmlns:a16="http://schemas.microsoft.com/office/drawing/2014/main" id="{4BAF7BC8-B674-4BE7-B73B-A2F09C70D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243463"/>
              </p:ext>
            </p:extLst>
          </p:nvPr>
        </p:nvGraphicFramePr>
        <p:xfrm>
          <a:off x="3727448" y="3905896"/>
          <a:ext cx="33526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2" name="Equation" r:id="rId19" imgW="3352680" imgH="406080" progId="Equation.DSMT4">
                  <p:embed/>
                </p:oleObj>
              </mc:Choice>
              <mc:Fallback>
                <p:oleObj name="Equation" r:id="rId19" imgW="3352680" imgH="406080" progId="Equation.DSMT4">
                  <p:embed/>
                  <p:pic>
                    <p:nvPicPr>
                      <p:cNvPr id="19" name="Object 21">
                        <a:extLst>
                          <a:ext uri="{FF2B5EF4-FFF2-40B4-BE49-F238E27FC236}">
                            <a16:creationId xmlns:a16="http://schemas.microsoft.com/office/drawing/2014/main" id="{4BAF7BC8-B674-4BE7-B73B-A2F09C70D8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48" y="3905896"/>
                        <a:ext cx="335268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43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607DE30-D0B7-42E3-B917-5D703C7B9BD7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28560"/>
            <a:ext cx="182880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56E8BAC9-677C-4F5D-8DCE-3EB0466E2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014842"/>
              </p:ext>
            </p:extLst>
          </p:nvPr>
        </p:nvGraphicFramePr>
        <p:xfrm>
          <a:off x="2051720" y="528560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9" name="Equation" r:id="rId3" imgW="1269720" imgH="406080" progId="Equation.DSMT4">
                  <p:embed/>
                </p:oleObj>
              </mc:Choice>
              <mc:Fallback>
                <p:oleObj name="Equation" r:id="rId3" imgW="1269720" imgH="406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DD6FCF4-277C-4299-B953-1B6C010F6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528560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5E36272E-22BD-4095-BF72-8BAEFDA757C0}"/>
              </a:ext>
            </a:extLst>
          </p:cNvPr>
          <p:cNvSpPr txBox="1">
            <a:spLocks noChangeArrowheads="1"/>
          </p:cNvSpPr>
          <p:nvPr/>
        </p:nvSpPr>
        <p:spPr>
          <a:xfrm>
            <a:off x="3321720" y="528560"/>
            <a:ext cx="577263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6FBA7F5-E001-413F-A846-CAA892772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650700"/>
              </p:ext>
            </p:extLst>
          </p:nvPr>
        </p:nvGraphicFramePr>
        <p:xfrm>
          <a:off x="3792364" y="528560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0"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CDFF6F7-EBE6-41D1-9480-A6A3A620C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364" y="528560"/>
                        <a:ext cx="533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33F3F777-D020-4D57-ABEF-1C26996D3C66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165148"/>
            <a:ext cx="750700" cy="49514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4B2C8BBD-4255-4071-B06B-196961839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229353"/>
              </p:ext>
            </p:extLst>
          </p:nvPr>
        </p:nvGraphicFramePr>
        <p:xfrm>
          <a:off x="1303666" y="1255871"/>
          <a:ext cx="3035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1" name="Equation" r:id="rId7" imgW="3035160" imgH="355320" progId="Equation.DSMT4">
                  <p:embed/>
                </p:oleObj>
              </mc:Choice>
              <mc:Fallback>
                <p:oleObj name="Equation" r:id="rId7" imgW="3035160" imgH="35532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56E8BAC9-677C-4F5D-8DCE-3EB0466E2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666" y="1255871"/>
                        <a:ext cx="3035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BEF11C67-8C3D-4535-A595-7D0B1C696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542221"/>
              </p:ext>
            </p:extLst>
          </p:nvPr>
        </p:nvGraphicFramePr>
        <p:xfrm>
          <a:off x="1278903" y="1769029"/>
          <a:ext cx="3492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2" name="Equation" r:id="rId9" imgW="3492360" imgH="723600" progId="Equation.DSMT4">
                  <p:embed/>
                </p:oleObj>
              </mc:Choice>
              <mc:Fallback>
                <p:oleObj name="Equation" r:id="rId9" imgW="3492360" imgH="7236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4B2C8BBD-4255-4071-B06B-196961839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903" y="1769029"/>
                        <a:ext cx="3492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8F9B3495-A28B-4037-9191-4596959A0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81341"/>
              </p:ext>
            </p:extLst>
          </p:nvPr>
        </p:nvGraphicFramePr>
        <p:xfrm>
          <a:off x="1238858" y="2509256"/>
          <a:ext cx="4838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3" name="Equation" r:id="rId11" imgW="4838400" imgH="723600" progId="Equation.DSMT4">
                  <p:embed/>
                </p:oleObj>
              </mc:Choice>
              <mc:Fallback>
                <p:oleObj name="Equation" r:id="rId11" imgW="4838400" imgH="72360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BEF11C67-8C3D-4535-A595-7D0B1C6967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58" y="2509256"/>
                        <a:ext cx="4838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D369D070-62D2-4EA8-8EA2-C4868C85D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45003"/>
              </p:ext>
            </p:extLst>
          </p:nvPr>
        </p:nvGraphicFramePr>
        <p:xfrm>
          <a:off x="2716029" y="3286178"/>
          <a:ext cx="2921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4" name="Equation" r:id="rId13" imgW="291960" imgH="152280" progId="Equation.DSMT4">
                  <p:embed/>
                </p:oleObj>
              </mc:Choice>
              <mc:Fallback>
                <p:oleObj name="Equation" r:id="rId13" imgW="291960" imgH="1522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6FBA7F5-E001-413F-A846-CAA892772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029" y="3286178"/>
                        <a:ext cx="2921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B34A4DDD-E2C3-4A22-A716-D8324DA13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68978"/>
              </p:ext>
            </p:extLst>
          </p:nvPr>
        </p:nvGraphicFramePr>
        <p:xfrm>
          <a:off x="1243013" y="3490913"/>
          <a:ext cx="3657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5" name="Equation" r:id="rId15" imgW="3657600" imgH="723600" progId="Equation.DSMT4">
                  <p:embed/>
                </p:oleObj>
              </mc:Choice>
              <mc:Fallback>
                <p:oleObj name="Equation" r:id="rId15" imgW="3657600" imgH="72360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8F9B3495-A28B-4037-9191-4596959A03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490913"/>
                        <a:ext cx="3657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15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B7A3FFF-6BCB-482A-A632-BD46EBA7D4E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28560"/>
            <a:ext cx="182880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43CBA4F0-42F9-4B03-8E06-9C7C8996A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846031"/>
              </p:ext>
            </p:extLst>
          </p:nvPr>
        </p:nvGraphicFramePr>
        <p:xfrm>
          <a:off x="1947940" y="621553"/>
          <a:ext cx="195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4" name="Equation" r:id="rId3" imgW="1955520" imgH="342720" progId="Equation.DSMT4">
                  <p:embed/>
                </p:oleObj>
              </mc:Choice>
              <mc:Fallback>
                <p:oleObj name="Equation" r:id="rId3" imgW="1955520" imgH="3427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DD6FCF4-277C-4299-B953-1B6C010F6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940" y="621553"/>
                        <a:ext cx="195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505C371C-1ECB-429A-B15C-4C99B5933EA5}"/>
              </a:ext>
            </a:extLst>
          </p:cNvPr>
          <p:cNvSpPr txBox="1">
            <a:spLocks noChangeArrowheads="1"/>
          </p:cNvSpPr>
          <p:nvPr/>
        </p:nvSpPr>
        <p:spPr>
          <a:xfrm>
            <a:off x="3922531" y="528560"/>
            <a:ext cx="577263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又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9CE07D5-DF72-4991-B115-D8AA32FB6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707766"/>
              </p:ext>
            </p:extLst>
          </p:nvPr>
        </p:nvGraphicFramePr>
        <p:xfrm>
          <a:off x="4355976" y="424703"/>
          <a:ext cx="182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5" name="Equation" r:id="rId5" imgW="1828800" imgH="736560" progId="Equation.DSMT4">
                  <p:embed/>
                </p:oleObj>
              </mc:Choice>
              <mc:Fallback>
                <p:oleObj name="Equation" r:id="rId5" imgW="1828800" imgH="7365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CDFF6F7-EBE6-41D1-9480-A6A3A620C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24703"/>
                        <a:ext cx="1828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722DE63B-4E87-4F67-BBBD-96873ADFCE43}"/>
              </a:ext>
            </a:extLst>
          </p:cNvPr>
          <p:cNvSpPr txBox="1">
            <a:spLocks noChangeArrowheads="1"/>
          </p:cNvSpPr>
          <p:nvPr/>
        </p:nvSpPr>
        <p:spPr>
          <a:xfrm>
            <a:off x="6195066" y="528560"/>
            <a:ext cx="577263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F52A772D-8D80-4E62-A8A1-BC0F74F3E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506243"/>
              </p:ext>
            </p:extLst>
          </p:nvPr>
        </p:nvGraphicFramePr>
        <p:xfrm>
          <a:off x="6639716" y="380253"/>
          <a:ext cx="82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6" name="Equation" r:id="rId7" imgW="825480" imgH="825480" progId="Equation.DSMT4">
                  <p:embed/>
                </p:oleObj>
              </mc:Choice>
              <mc:Fallback>
                <p:oleObj name="Equation" r:id="rId7" imgW="825480" imgH="82548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43CBA4F0-42F9-4B03-8E06-9C7C8996AD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9716" y="380253"/>
                        <a:ext cx="825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F545B95-9502-4446-BFD4-D544192BC4FD}"/>
              </a:ext>
            </a:extLst>
          </p:cNvPr>
          <p:cNvSpPr txBox="1">
            <a:spLocks noChangeArrowheads="1"/>
          </p:cNvSpPr>
          <p:nvPr/>
        </p:nvSpPr>
        <p:spPr>
          <a:xfrm>
            <a:off x="729052" y="1351882"/>
            <a:ext cx="750700" cy="49514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3B20ADC8-A2AA-41D0-ACC8-9374CAC83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995278"/>
              </p:ext>
            </p:extLst>
          </p:nvPr>
        </p:nvGraphicFramePr>
        <p:xfrm>
          <a:off x="1484313" y="1231900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7" name="Equation" r:id="rId9" imgW="3060360" imgH="736560" progId="Equation.DSMT4">
                  <p:embed/>
                </p:oleObj>
              </mc:Choice>
              <mc:Fallback>
                <p:oleObj name="Equation" r:id="rId9" imgW="3060360" imgH="73656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F52A772D-8D80-4E62-A8A1-BC0F74F3E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3" y="1231900"/>
                        <a:ext cx="3060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8A265EBE-91F9-48C0-BEF0-D5BB1FFF62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323193"/>
              </p:ext>
            </p:extLst>
          </p:nvPr>
        </p:nvGraphicFramePr>
        <p:xfrm>
          <a:off x="1509713" y="2284413"/>
          <a:ext cx="723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8" name="Equation" r:id="rId11" imgW="723600" imgH="825480" progId="Equation.DSMT4">
                  <p:embed/>
                </p:oleObj>
              </mc:Choice>
              <mc:Fallback>
                <p:oleObj name="Equation" r:id="rId11" imgW="723600" imgH="82548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F52A772D-8D80-4E62-A8A1-BC0F74F3E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2284413"/>
                        <a:ext cx="7239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BA9CDA57-3B23-4628-AA34-44C06C947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629470"/>
              </p:ext>
            </p:extLst>
          </p:nvPr>
        </p:nvGraphicFramePr>
        <p:xfrm>
          <a:off x="2256386" y="2235947"/>
          <a:ext cx="289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9" name="Equation" r:id="rId13" imgW="2895480" imgH="825480" progId="Equation.DSMT4">
                  <p:embed/>
                </p:oleObj>
              </mc:Choice>
              <mc:Fallback>
                <p:oleObj name="Equation" r:id="rId13" imgW="2895480" imgH="82548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8A265EBE-91F9-48C0-BEF0-D5BB1FFF6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386" y="2235947"/>
                        <a:ext cx="2895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BBC8D423-6DB8-4B4E-B6F5-61762DCDB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4712"/>
              </p:ext>
            </p:extLst>
          </p:nvPr>
        </p:nvGraphicFramePr>
        <p:xfrm>
          <a:off x="5136584" y="2519363"/>
          <a:ext cx="1168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0" name="Equation" r:id="rId15" imgW="1168200" imgH="355320" progId="Equation.DSMT4">
                  <p:embed/>
                </p:oleObj>
              </mc:Choice>
              <mc:Fallback>
                <p:oleObj name="Equation" r:id="rId15" imgW="1168200" imgH="35532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BA9CDA57-3B23-4628-AA34-44C06C947B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584" y="2519363"/>
                        <a:ext cx="1168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72C6E069-4439-4BEC-BB6C-52A7B9E98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21836"/>
              </p:ext>
            </p:extLst>
          </p:nvPr>
        </p:nvGraphicFramePr>
        <p:xfrm>
          <a:off x="2209530" y="3449084"/>
          <a:ext cx="207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1" name="Equation" r:id="rId17" imgW="2070000" imgH="825480" progId="Equation.DSMT4">
                  <p:embed/>
                </p:oleObj>
              </mc:Choice>
              <mc:Fallback>
                <p:oleObj name="Equation" r:id="rId17" imgW="2070000" imgH="82548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BBC8D423-6DB8-4B4E-B6F5-61762DCDB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530" y="3449084"/>
                        <a:ext cx="2070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603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33D8282-29AE-4389-8345-587D2B9B8488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28560"/>
            <a:ext cx="182880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CA91CC7-B242-47E5-B0B5-60DA5B3B7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540493"/>
              </p:ext>
            </p:extLst>
          </p:nvPr>
        </p:nvGraphicFramePr>
        <p:xfrm>
          <a:off x="2267744" y="323194"/>
          <a:ext cx="2540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6" name="Equation" r:id="rId3" imgW="2539800" imgH="876240" progId="Equation.DSMT4">
                  <p:embed/>
                </p:oleObj>
              </mc:Choice>
              <mc:Fallback>
                <p:oleObj name="Equation" r:id="rId3" imgW="2539800" imgH="87624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43CBA4F0-42F9-4B03-8E06-9C7C8996AD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23194"/>
                        <a:ext cx="2540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790CA4A-61BB-4B3E-9AA3-4D3C8EFAC0FF}"/>
              </a:ext>
            </a:extLst>
          </p:cNvPr>
          <p:cNvSpPr txBox="1">
            <a:spLocks noChangeArrowheads="1"/>
          </p:cNvSpPr>
          <p:nvPr/>
        </p:nvSpPr>
        <p:spPr>
          <a:xfrm>
            <a:off x="4814346" y="528560"/>
            <a:ext cx="577263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E09F606-E1EE-49C7-8AE0-4F5FFEAC9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251466"/>
              </p:ext>
            </p:extLst>
          </p:nvPr>
        </p:nvGraphicFramePr>
        <p:xfrm>
          <a:off x="5292080" y="558144"/>
          <a:ext cx="90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7" name="Equation" r:id="rId5" imgW="901440" imgH="406080" progId="Equation.DSMT4">
                  <p:embed/>
                </p:oleObj>
              </mc:Choice>
              <mc:Fallback>
                <p:oleObj name="Equation" r:id="rId5" imgW="901440" imgH="406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CA91CC7-B242-47E5-B0B5-60DA5B3B7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558144"/>
                        <a:ext cx="901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D3977E1F-343F-42E6-AC9C-CF75FB3FA32A}"/>
              </a:ext>
            </a:extLst>
          </p:cNvPr>
          <p:cNvSpPr txBox="1">
            <a:spLocks noChangeArrowheads="1"/>
          </p:cNvSpPr>
          <p:nvPr/>
        </p:nvSpPr>
        <p:spPr>
          <a:xfrm>
            <a:off x="769756" y="1707654"/>
            <a:ext cx="182880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B66A375-A27E-4D9F-9DDA-100654937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35783"/>
              </p:ext>
            </p:extLst>
          </p:nvPr>
        </p:nvGraphicFramePr>
        <p:xfrm>
          <a:off x="1619672" y="1232979"/>
          <a:ext cx="3632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8" name="Equation" r:id="rId7" imgW="3632040" imgH="1371600" progId="Equation.DSMT4">
                  <p:embed/>
                </p:oleObj>
              </mc:Choice>
              <mc:Fallback>
                <p:oleObj name="Equation" r:id="rId7" imgW="3632040" imgH="137160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CA91CC7-B242-47E5-B0B5-60DA5B3B7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232979"/>
                        <a:ext cx="36322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9CD4EA7D-3BD7-4CA3-91A2-5D9330942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133455"/>
              </p:ext>
            </p:extLst>
          </p:nvPr>
        </p:nvGraphicFramePr>
        <p:xfrm>
          <a:off x="5148064" y="1747329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9" name="Equation" r:id="rId9" imgW="838080" imgH="342720" progId="Equation.DSMT4">
                  <p:embed/>
                </p:oleObj>
              </mc:Choice>
              <mc:Fallback>
                <p:oleObj name="Equation" r:id="rId9" imgW="838080" imgH="3427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E09F606-E1EE-49C7-8AE0-4F5FFEAC99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1747329"/>
                        <a:ext cx="83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A37EF497-43B6-4AC9-B46B-625F757BCE1D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2799259"/>
            <a:ext cx="7056784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由莱布尼茨公式得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E7485022-709C-40B1-A790-4051D13A81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546407"/>
              </p:ext>
            </p:extLst>
          </p:nvPr>
        </p:nvGraphicFramePr>
        <p:xfrm>
          <a:off x="1285497" y="3344777"/>
          <a:ext cx="5067301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0" name="Equation" r:id="rId11" imgW="5067000" imgH="571320" progId="Equation.DSMT4">
                  <p:embed/>
                </p:oleObj>
              </mc:Choice>
              <mc:Fallback>
                <p:oleObj name="Equation" r:id="rId11" imgW="5067000" imgH="5713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E09F606-E1EE-49C7-8AE0-4F5FFEAC99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497" y="3344777"/>
                        <a:ext cx="5067301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74306F3F-2214-478E-BA70-693285F05A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197223"/>
              </p:ext>
            </p:extLst>
          </p:nvPr>
        </p:nvGraphicFramePr>
        <p:xfrm>
          <a:off x="2123728" y="4144877"/>
          <a:ext cx="565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1" name="Equation" r:id="rId13" imgW="5651280" imgH="406080" progId="Equation.DSMT4">
                  <p:embed/>
                </p:oleObj>
              </mc:Choice>
              <mc:Fallback>
                <p:oleObj name="Equation" r:id="rId13" imgW="5651280" imgH="40608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E7485022-709C-40B1-A790-4051D13A81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144877"/>
                        <a:ext cx="565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75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A09D8AD-1044-4872-8CDB-3F97CD7F5C18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43745"/>
            <a:ext cx="8136904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具有二阶连续导数，且 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F390DDE0-6932-4CD9-A190-07BCE1EE31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636238"/>
              </p:ext>
            </p:extLst>
          </p:nvPr>
        </p:nvGraphicFramePr>
        <p:xfrm>
          <a:off x="1848939" y="22373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6FBA7F5-E001-413F-A846-CAA892772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939" y="223738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05722497-02C9-4892-93C9-F5870F8B3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63741"/>
              </p:ext>
            </p:extLst>
          </p:nvPr>
        </p:nvGraphicFramePr>
        <p:xfrm>
          <a:off x="5735220" y="26888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1" name="Equation" r:id="rId5" imgW="2908080" imgH="736560" progId="Equation.DSMT4">
                  <p:embed/>
                </p:oleObj>
              </mc:Choice>
              <mc:Fallback>
                <p:oleObj name="Equation" r:id="rId5" imgW="2908080" imgH="7365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F390DDE0-6932-4CD9-A190-07BCE1EE31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220" y="26888"/>
                        <a:ext cx="2908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4A0BCCB2-FC5C-458E-A4C8-CC3BA4D1E894}"/>
              </a:ext>
            </a:extLst>
          </p:cNvPr>
          <p:cNvSpPr txBox="1">
            <a:spLocks noChangeArrowheads="1"/>
          </p:cNvSpPr>
          <p:nvPr/>
        </p:nvSpPr>
        <p:spPr>
          <a:xfrm>
            <a:off x="262612" y="786664"/>
            <a:ext cx="6846242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A2AAB7-8740-40A6-8E32-68DE630099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250083"/>
              </p:ext>
            </p:extLst>
          </p:nvPr>
        </p:nvGraphicFramePr>
        <p:xfrm>
          <a:off x="1581363" y="885640"/>
          <a:ext cx="127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2" name="Equation" r:id="rId7" imgW="1269720" imgH="355320" progId="Equation.DSMT4">
                  <p:embed/>
                </p:oleObj>
              </mc:Choice>
              <mc:Fallback>
                <p:oleObj name="Equation" r:id="rId7" imgW="1269720" imgH="3553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F390DDE0-6932-4CD9-A190-07BCE1EE31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363" y="885640"/>
                        <a:ext cx="1270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DFC44153-A993-4F33-906D-891ED0D51101}"/>
              </a:ext>
            </a:extLst>
          </p:cNvPr>
          <p:cNvSpPr txBox="1">
            <a:spLocks noChangeArrowheads="1"/>
          </p:cNvSpPr>
          <p:nvPr/>
        </p:nvSpPr>
        <p:spPr>
          <a:xfrm>
            <a:off x="838676" y="1498520"/>
            <a:ext cx="6846242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(2)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454310-155B-4B94-981E-E66C0CEC0AF3}"/>
              </a:ext>
            </a:extLst>
          </p:cNvPr>
          <p:cNvSpPr txBox="1">
            <a:spLocks noChangeArrowheads="1"/>
          </p:cNvSpPr>
          <p:nvPr/>
        </p:nvSpPr>
        <p:spPr>
          <a:xfrm>
            <a:off x="1481266" y="1461483"/>
            <a:ext cx="6846242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  <a:sym typeface="Wingdings" panose="05000000000000000000" pitchFamily="2" charset="2"/>
              </a:rPr>
              <a:t>存在常数   使得当        时，有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A903F103-E76B-4230-BD3B-9EB6737FE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203578"/>
              </p:ext>
            </p:extLst>
          </p:nvPr>
        </p:nvGraphicFramePr>
        <p:xfrm>
          <a:off x="4220778" y="1531888"/>
          <a:ext cx="1206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3" name="Equation" r:id="rId9" imgW="1206360" imgH="330120" progId="Equation.DSMT4">
                  <p:embed/>
                </p:oleObj>
              </mc:Choice>
              <mc:Fallback>
                <p:oleObj name="Equation" r:id="rId9" imgW="1206360" imgH="3301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FA2AAB7-8740-40A6-8E32-68DE630099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0778" y="1531888"/>
                        <a:ext cx="1206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19F1F096-92BC-40E7-BC1B-0AADB5331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518168"/>
              </p:ext>
            </p:extLst>
          </p:nvPr>
        </p:nvGraphicFramePr>
        <p:xfrm>
          <a:off x="6383292" y="1548194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4" name="Equation" r:id="rId11" imgW="1244520" imgH="355320" progId="Equation.DSMT4">
                  <p:embed/>
                </p:oleObj>
              </mc:Choice>
              <mc:Fallback>
                <p:oleObj name="Equation" r:id="rId11" imgW="1244520" imgH="3553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FA2AAB7-8740-40A6-8E32-68DE630099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292" y="1548194"/>
                        <a:ext cx="1244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526827B7-E83F-45C3-BD15-8E928496626F}"/>
              </a:ext>
            </a:extLst>
          </p:cNvPr>
          <p:cNvSpPr txBox="1">
            <a:spLocks noChangeArrowheads="1"/>
          </p:cNvSpPr>
          <p:nvPr/>
        </p:nvSpPr>
        <p:spPr>
          <a:xfrm>
            <a:off x="766668" y="2187578"/>
            <a:ext cx="936104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30C9B3F9-E826-47C0-AD30-179BCB8BA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775105"/>
              </p:ext>
            </p:extLst>
          </p:nvPr>
        </p:nvGraphicFramePr>
        <p:xfrm>
          <a:off x="1279268" y="2047366"/>
          <a:ext cx="491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5" name="Equation" r:id="rId13" imgW="4914720" imgH="736560" progId="Equation.DSMT4">
                  <p:embed/>
                </p:oleObj>
              </mc:Choice>
              <mc:Fallback>
                <p:oleObj name="Equation" r:id="rId13" imgW="4914720" imgH="73656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05722497-02C9-4892-93C9-F5870F8B3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268" y="2047366"/>
                        <a:ext cx="4914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AB7F3D9B-BAC1-45DA-8948-3D2FCAAE879E}"/>
              </a:ext>
            </a:extLst>
          </p:cNvPr>
          <p:cNvSpPr txBox="1">
            <a:spLocks noChangeArrowheads="1"/>
          </p:cNvSpPr>
          <p:nvPr/>
        </p:nvSpPr>
        <p:spPr>
          <a:xfrm>
            <a:off x="6115852" y="2129547"/>
            <a:ext cx="278772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由二阶导数连续性，</a:t>
            </a:r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3E3FB424-8211-4D8B-92E5-2EE9D48DD7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567354"/>
              </p:ext>
            </p:extLst>
          </p:nvPr>
        </p:nvGraphicFramePr>
        <p:xfrm>
          <a:off x="1517863" y="2924313"/>
          <a:ext cx="266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6" name="Equation" r:id="rId15" imgW="2666880" imgH="482400" progId="Equation.DSMT4">
                  <p:embed/>
                </p:oleObj>
              </mc:Choice>
              <mc:Fallback>
                <p:oleObj name="Equation" r:id="rId15" imgW="2666880" imgH="48240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30C9B3F9-E826-47C0-AD30-179BCB8BA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863" y="2924313"/>
                        <a:ext cx="266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7F0F3E81-00B8-40D3-A12D-165A8450A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774796"/>
              </p:ext>
            </p:extLst>
          </p:nvPr>
        </p:nvGraphicFramePr>
        <p:xfrm>
          <a:off x="1126708" y="3427266"/>
          <a:ext cx="271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7" name="Equation" r:id="rId17" imgW="2717640" imgH="736560" progId="Equation.DSMT4">
                  <p:embed/>
                </p:oleObj>
              </mc:Choice>
              <mc:Fallback>
                <p:oleObj name="Equation" r:id="rId17" imgW="2717640" imgH="73656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30C9B3F9-E826-47C0-AD30-179BCB8BA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708" y="3427266"/>
                        <a:ext cx="2717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B83CDE-7A37-4C49-8858-6E007E48FE02}"/>
              </a:ext>
            </a:extLst>
          </p:cNvPr>
          <p:cNvGrpSpPr/>
          <p:nvPr/>
        </p:nvGrpSpPr>
        <p:grpSpPr>
          <a:xfrm>
            <a:off x="3767069" y="3519900"/>
            <a:ext cx="4854198" cy="636588"/>
            <a:chOff x="3755977" y="3892823"/>
            <a:chExt cx="4854198" cy="636588"/>
          </a:xfrm>
        </p:grpSpPr>
        <p:graphicFrame>
          <p:nvGraphicFramePr>
            <p:cNvPr id="8" name="Object 5">
              <a:extLst>
                <a:ext uri="{FF2B5EF4-FFF2-40B4-BE49-F238E27FC236}">
                  <a16:creationId xmlns:a16="http://schemas.microsoft.com/office/drawing/2014/main" id="{84862F81-E80A-4800-A435-7CB13E9A36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6256276"/>
                </p:ext>
              </p:extLst>
            </p:nvPr>
          </p:nvGraphicFramePr>
          <p:xfrm>
            <a:off x="8170863" y="3983038"/>
            <a:ext cx="292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38" name="Equation" r:id="rId19" imgW="291960" imgH="330120" progId="Equation.DSMT4">
                    <p:embed/>
                  </p:oleObj>
                </mc:Choice>
                <mc:Fallback>
                  <p:oleObj name="Equation" r:id="rId19" imgW="291960" imgH="33012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DFA2AAB7-8740-40A6-8E32-68DE630099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0863" y="3983038"/>
                          <a:ext cx="2921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E071E6C6-F8E1-4F4A-BD2D-445B3E1DA26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55977" y="3892823"/>
              <a:ext cx="4854198" cy="63658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</a:rPr>
                <a:t>极限的局部保号性</a:t>
              </a:r>
              <a:r>
                <a:rPr lang="zh-CN" altLang="en-US" sz="2400" b="1" dirty="0">
                  <a:latin typeface="+mj-ea"/>
                </a:rPr>
                <a:t>，存在常数</a:t>
              </a:r>
            </a:p>
          </p:txBody>
        </p:sp>
      </p:grp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813C68C4-2985-4E16-B229-AE0CC9955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594440"/>
              </p:ext>
            </p:extLst>
          </p:nvPr>
        </p:nvGraphicFramePr>
        <p:xfrm>
          <a:off x="2866569" y="1575206"/>
          <a:ext cx="292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9" name="Equation" r:id="rId21" imgW="291960" imgH="330120" progId="Equation.DSMT4">
                  <p:embed/>
                </p:oleObj>
              </mc:Choice>
              <mc:Fallback>
                <p:oleObj name="Equation" r:id="rId21" imgW="291960" imgH="33012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84862F81-E80A-4800-A435-7CB13E9A3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569" y="1575206"/>
                        <a:ext cx="292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C9379ED2-AF6B-4D27-AF25-589339FCF450}"/>
              </a:ext>
            </a:extLst>
          </p:cNvPr>
          <p:cNvGrpSpPr/>
          <p:nvPr/>
        </p:nvGrpSpPr>
        <p:grpSpPr>
          <a:xfrm>
            <a:off x="467544" y="4115349"/>
            <a:ext cx="6198170" cy="636588"/>
            <a:chOff x="456452" y="4488272"/>
            <a:chExt cx="6198170" cy="636588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1AA0DC9B-7E42-4265-BFAC-A416384488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6452" y="4488272"/>
              <a:ext cx="6198170" cy="63658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  <a:sym typeface="Wingdings" panose="05000000000000000000" pitchFamily="2" charset="2"/>
                </a:rPr>
                <a:t>   使得当        时，有 </a:t>
              </a:r>
              <a:endParaRPr lang="zh-CN" altLang="en-US" sz="2400" b="1" dirty="0">
                <a:latin typeface="+mj-ea"/>
              </a:endParaRPr>
            </a:p>
          </p:txBody>
        </p:sp>
        <p:graphicFrame>
          <p:nvGraphicFramePr>
            <p:cNvPr id="21" name="Object 5">
              <a:extLst>
                <a:ext uri="{FF2B5EF4-FFF2-40B4-BE49-F238E27FC236}">
                  <a16:creationId xmlns:a16="http://schemas.microsoft.com/office/drawing/2014/main" id="{F838C638-520C-42DE-9791-B4D5477387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5033726"/>
                </p:ext>
              </p:extLst>
            </p:nvPr>
          </p:nvGraphicFramePr>
          <p:xfrm>
            <a:off x="1941077" y="4584146"/>
            <a:ext cx="1206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40" name="Equation" r:id="rId22" imgW="1206360" imgH="330120" progId="Equation.DSMT4">
                    <p:embed/>
                  </p:oleObj>
                </mc:Choice>
                <mc:Fallback>
                  <p:oleObj name="Equation" r:id="rId22" imgW="1206360" imgH="330120" progId="Equation.DSMT4">
                    <p:embed/>
                    <p:pic>
                      <p:nvPicPr>
                        <p:cNvPr id="10" name="Object 5">
                          <a:extLst>
                            <a:ext uri="{FF2B5EF4-FFF2-40B4-BE49-F238E27FC236}">
                              <a16:creationId xmlns:a16="http://schemas.microsoft.com/office/drawing/2014/main" id="{A903F103-E76B-4230-BD3B-9EB6737FE6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1077" y="4584146"/>
                          <a:ext cx="12065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5">
              <a:extLst>
                <a:ext uri="{FF2B5EF4-FFF2-40B4-BE49-F238E27FC236}">
                  <a16:creationId xmlns:a16="http://schemas.microsoft.com/office/drawing/2014/main" id="{860D0570-2310-4F07-BA8F-B4A95A53B7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164549"/>
                </p:ext>
              </p:extLst>
            </p:nvPr>
          </p:nvGraphicFramePr>
          <p:xfrm>
            <a:off x="4128860" y="4543081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41" name="Equation" r:id="rId23" imgW="1244520" imgH="355320" progId="Equation.DSMT4">
                    <p:embed/>
                  </p:oleObj>
                </mc:Choice>
                <mc:Fallback>
                  <p:oleObj name="Equation" r:id="rId23" imgW="1244520" imgH="355320" progId="Equation.DSMT4">
                    <p:embed/>
                    <p:pic>
                      <p:nvPicPr>
                        <p:cNvPr id="11" name="Object 5">
                          <a:extLst>
                            <a:ext uri="{FF2B5EF4-FFF2-40B4-BE49-F238E27FC236}">
                              <a16:creationId xmlns:a16="http://schemas.microsoft.com/office/drawing/2014/main" id="{19F1F096-92BC-40E7-BC1B-0AADB5331E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860" y="4543081"/>
                          <a:ext cx="1244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1979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1BF63C8-80E6-4D38-BB41-4DC6FD925D2C}"/>
              </a:ext>
            </a:extLst>
          </p:cNvPr>
          <p:cNvSpPr txBox="1">
            <a:spLocks noChangeArrowheads="1"/>
          </p:cNvSpPr>
          <p:nvPr/>
        </p:nvSpPr>
        <p:spPr>
          <a:xfrm>
            <a:off x="559901" y="198468"/>
            <a:ext cx="1584176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练习题 </a:t>
            </a:r>
            <a:endParaRPr lang="zh-CN" altLang="en-US" sz="2400" b="1" dirty="0">
              <a:latin typeface="+mj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A8BD0B-8C98-4889-885D-0AD2BFA6377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842963"/>
            <a:ext cx="8136904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在点         处连续，且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B3ABC92-4945-49EF-8745-C8712FF99C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856352"/>
              </p:ext>
            </p:extLst>
          </p:nvPr>
        </p:nvGraphicFramePr>
        <p:xfrm>
          <a:off x="2028602" y="91497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28602" y="91497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B52B3D2-68AF-413C-A7A5-E24DA8AA6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892390"/>
              </p:ext>
            </p:extLst>
          </p:nvPr>
        </p:nvGraphicFramePr>
        <p:xfrm>
          <a:off x="3347864" y="92825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5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928258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9086563-9B0B-4CEB-A36D-027FE45C4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922162"/>
              </p:ext>
            </p:extLst>
          </p:nvPr>
        </p:nvGraphicFramePr>
        <p:xfrm>
          <a:off x="5652120" y="698947"/>
          <a:ext cx="274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6" name="Equation" r:id="rId7" imgW="2743200" imgH="736560" progId="Equation.DSMT4">
                  <p:embed/>
                </p:oleObj>
              </mc:Choice>
              <mc:Fallback>
                <p:oleObj name="Equation" r:id="rId7" imgW="2743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2120" y="698947"/>
                        <a:ext cx="2743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0294EE66-74E9-4B78-B5E5-06B8DA40AEAA}"/>
              </a:ext>
            </a:extLst>
          </p:cNvPr>
          <p:cNvSpPr txBox="1">
            <a:spLocks noChangeArrowheads="1"/>
          </p:cNvSpPr>
          <p:nvPr/>
        </p:nvSpPr>
        <p:spPr>
          <a:xfrm>
            <a:off x="98532" y="1413494"/>
            <a:ext cx="6336704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求曲线               在点               处的切线方程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B3B70DE-E8F9-4AB2-A356-E1E76DF2FB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340545"/>
              </p:ext>
            </p:extLst>
          </p:nvPr>
        </p:nvGraphicFramePr>
        <p:xfrm>
          <a:off x="1234852" y="148981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7" name="Equation" r:id="rId9" imgW="1104840" imgH="342720" progId="Equation.DSMT4">
                  <p:embed/>
                </p:oleObj>
              </mc:Choice>
              <mc:Fallback>
                <p:oleObj name="Equation" r:id="rId9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34852" y="1489813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6CB3636-9D19-4937-BC69-34A31C492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95680"/>
              </p:ext>
            </p:extLst>
          </p:nvPr>
        </p:nvGraphicFramePr>
        <p:xfrm>
          <a:off x="2987824" y="1546252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8" name="Equation" r:id="rId11" imgW="1079280" imgH="342720" progId="Equation.DSMT4">
                  <p:embed/>
                </p:oleObj>
              </mc:Choice>
              <mc:Fallback>
                <p:oleObj name="Equation" r:id="rId11" imgW="1079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87824" y="1546252"/>
                        <a:ext cx="1079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D3F81F63-CB9C-4D9E-964C-6A81C9B29816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034353"/>
            <a:ext cx="864096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分析 </a:t>
            </a:r>
            <a:endParaRPr lang="zh-CN" altLang="en-US" sz="2400" b="1" dirty="0">
              <a:latin typeface="+mj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BFDFF54-784F-40A5-8B30-5B2A81D429F9}"/>
              </a:ext>
            </a:extLst>
          </p:cNvPr>
          <p:cNvGrpSpPr/>
          <p:nvPr/>
        </p:nvGrpSpPr>
        <p:grpSpPr>
          <a:xfrm>
            <a:off x="1456532" y="2049651"/>
            <a:ext cx="2788592" cy="432048"/>
            <a:chOff x="1468718" y="2322980"/>
            <a:chExt cx="2788592" cy="432048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611C66A2-4702-46D1-85E9-7315E75D9B4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68718" y="2322980"/>
              <a:ext cx="1519106" cy="43204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关键是求 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D43D44B-ABAD-4B14-A3A5-0253E820DE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9178422"/>
                </p:ext>
              </p:extLst>
            </p:nvPr>
          </p:nvGraphicFramePr>
          <p:xfrm>
            <a:off x="2822210" y="2394864"/>
            <a:ext cx="1435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9" name="Equation" r:id="rId13" imgW="1434960" imgH="355320" progId="Equation.DSMT4">
                    <p:embed/>
                  </p:oleObj>
                </mc:Choice>
                <mc:Fallback>
                  <p:oleObj name="Equation" r:id="rId13" imgW="1434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22210" y="2394864"/>
                          <a:ext cx="1435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6CD19B4-06DC-42B2-A44D-9A0A69AA95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908300"/>
              </p:ext>
            </p:extLst>
          </p:nvPr>
        </p:nvGraphicFramePr>
        <p:xfrm>
          <a:off x="4828108" y="1882077"/>
          <a:ext cx="341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Equation" r:id="rId15" imgW="3416040" imgH="736560" progId="Equation.DSMT4">
                  <p:embed/>
                </p:oleObj>
              </mc:Choice>
              <mc:Fallback>
                <p:oleObj name="Equation" r:id="rId15" imgW="3416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28108" y="1882077"/>
                        <a:ext cx="341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52581109-6A07-4B4B-98A3-E5B46E9569EA}"/>
              </a:ext>
            </a:extLst>
          </p:cNvPr>
          <p:cNvSpPr txBox="1">
            <a:spLocks noChangeArrowheads="1"/>
          </p:cNvSpPr>
          <p:nvPr/>
        </p:nvSpPr>
        <p:spPr>
          <a:xfrm>
            <a:off x="605639" y="2652497"/>
            <a:ext cx="629213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 </a:t>
            </a:r>
            <a:endParaRPr lang="zh-CN" altLang="en-US" sz="2400" b="1" dirty="0">
              <a:latin typeface="+mj-ea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96D63E2-D43F-40D1-8055-74BD31302771}"/>
              </a:ext>
            </a:extLst>
          </p:cNvPr>
          <p:cNvSpPr txBox="1">
            <a:spLocks noChangeArrowheads="1"/>
          </p:cNvSpPr>
          <p:nvPr/>
        </p:nvSpPr>
        <p:spPr>
          <a:xfrm>
            <a:off x="1176556" y="2663231"/>
            <a:ext cx="3266935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由极限的性质， 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F817058-1DCC-4529-A4C5-F55BF52D8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511052"/>
              </p:ext>
            </p:extLst>
          </p:nvPr>
        </p:nvGraphicFramePr>
        <p:xfrm>
          <a:off x="3477828" y="2716911"/>
          <a:ext cx="269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Equation" r:id="rId17" imgW="2692080" imgH="482400" progId="Equation.DSMT4">
                  <p:embed/>
                </p:oleObj>
              </mc:Choice>
              <mc:Fallback>
                <p:oleObj name="Equation" r:id="rId17" imgW="2692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77828" y="2716911"/>
                        <a:ext cx="2692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268247BE-ED16-4626-B6C0-7B6F2E5C5D27}"/>
              </a:ext>
            </a:extLst>
          </p:cNvPr>
          <p:cNvGrpSpPr/>
          <p:nvPr/>
        </p:nvGrpSpPr>
        <p:grpSpPr>
          <a:xfrm>
            <a:off x="609162" y="3292109"/>
            <a:ext cx="6773919" cy="636588"/>
            <a:chOff x="537154" y="3580736"/>
            <a:chExt cx="6773919" cy="636588"/>
          </a:xfrm>
        </p:grpSpPr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BFB3053E-D9BC-45A0-91B0-CF6C0DB9E64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7154" y="3580736"/>
              <a:ext cx="6773919" cy="63658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由于函数          在点         处连续，有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8C9165F-DFC1-449B-A545-F7099B3224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8763617"/>
                </p:ext>
              </p:extLst>
            </p:nvPr>
          </p:nvGraphicFramePr>
          <p:xfrm>
            <a:off x="1832927" y="365597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2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B3ABC92-4945-49EF-8745-C8712FF99C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2927" y="365597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5F3904E-752B-4A38-96A2-B9A1B5EFAF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056477"/>
                </p:ext>
              </p:extLst>
            </p:nvPr>
          </p:nvGraphicFramePr>
          <p:xfrm>
            <a:off x="3275856" y="365200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3" name="Equation" r:id="rId20" imgW="647640" imgH="279360" progId="Equation.DSMT4">
                    <p:embed/>
                  </p:oleObj>
                </mc:Choice>
                <mc:Fallback>
                  <p:oleObj name="Equation" r:id="rId20" imgW="647640" imgH="2793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B52B3D2-68AF-413C-A7A5-E24DA8AA66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75856" y="365200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838A144-C5C2-4F67-9F70-0B789ADBC1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701763"/>
                </p:ext>
              </p:extLst>
            </p:nvPr>
          </p:nvGraphicFramePr>
          <p:xfrm>
            <a:off x="5544325" y="3669010"/>
            <a:ext cx="1701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" name="Equation" r:id="rId21" imgW="1701720" imgH="342720" progId="Equation.DSMT4">
                    <p:embed/>
                  </p:oleObj>
                </mc:Choice>
                <mc:Fallback>
                  <p:oleObj name="Equation" r:id="rId21" imgW="1701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544325" y="3669010"/>
                          <a:ext cx="1701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Rectangle 3">
            <a:extLst>
              <a:ext uri="{FF2B5EF4-FFF2-40B4-BE49-F238E27FC236}">
                <a16:creationId xmlns:a16="http://schemas.microsoft.com/office/drawing/2014/main" id="{9BB0A03D-9DF3-4A4D-9B18-7AE0927725FA}"/>
              </a:ext>
            </a:extLst>
          </p:cNvPr>
          <p:cNvSpPr txBox="1">
            <a:spLocks noChangeArrowheads="1"/>
          </p:cNvSpPr>
          <p:nvPr/>
        </p:nvSpPr>
        <p:spPr>
          <a:xfrm>
            <a:off x="7534406" y="3253391"/>
            <a:ext cx="629213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即 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E8228C8-BCC8-4620-8696-0A86F02CD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124945"/>
              </p:ext>
            </p:extLst>
          </p:nvPr>
        </p:nvGraphicFramePr>
        <p:xfrm>
          <a:off x="3316734" y="3878229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5" name="Equation" r:id="rId23" imgW="1206360" imgH="723600" progId="Equation.DSMT4">
                  <p:embed/>
                </p:oleObj>
              </mc:Choice>
              <mc:Fallback>
                <p:oleObj name="Equation" r:id="rId23" imgW="1206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16734" y="3878229"/>
                        <a:ext cx="120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39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B18A7DC-D5AF-43A6-BD97-734084F5B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904531"/>
              </p:ext>
            </p:extLst>
          </p:nvPr>
        </p:nvGraphicFramePr>
        <p:xfrm>
          <a:off x="4998675" y="157875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9" name="Equation" r:id="rId3" imgW="1206360" imgH="723600" progId="Equation.DSMT4">
                  <p:embed/>
                </p:oleObj>
              </mc:Choice>
              <mc:Fallback>
                <p:oleObj name="Equation" r:id="rId3" imgW="1206360" imgH="723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E8228C8-BCC8-4620-8696-0A86F02CD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98675" y="157875"/>
                        <a:ext cx="120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CA0E9AD9-80C0-463E-8796-C90FAD24F903}"/>
              </a:ext>
            </a:extLst>
          </p:cNvPr>
          <p:cNvSpPr txBox="1">
            <a:spLocks noChangeArrowheads="1"/>
          </p:cNvSpPr>
          <p:nvPr/>
        </p:nvSpPr>
        <p:spPr>
          <a:xfrm>
            <a:off x="407958" y="1575989"/>
            <a:ext cx="629213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又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BD278C-B30B-4BE8-AF2D-E52E90E6A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613121"/>
              </p:ext>
            </p:extLst>
          </p:nvPr>
        </p:nvGraphicFramePr>
        <p:xfrm>
          <a:off x="1098023" y="1513281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0" name="Equation" r:id="rId5" imgW="2908080" imgH="736560" progId="Equation.DSMT4">
                  <p:embed/>
                </p:oleObj>
              </mc:Choice>
              <mc:Fallback>
                <p:oleObj name="Equation" r:id="rId5" imgW="2908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8023" y="1513281"/>
                        <a:ext cx="290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C040708-637E-4B02-B09C-8EB2EAB46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250053"/>
              </p:ext>
            </p:extLst>
          </p:nvPr>
        </p:nvGraphicFramePr>
        <p:xfrm>
          <a:off x="4067175" y="1157288"/>
          <a:ext cx="2514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1" name="Equation" r:id="rId7" imgW="2514600" imgH="1079280" progId="Equation.DSMT4">
                  <p:embed/>
                </p:oleObj>
              </mc:Choice>
              <mc:Fallback>
                <p:oleObj name="Equation" r:id="rId7" imgW="251460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7175" y="1157288"/>
                        <a:ext cx="25146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16E15D8-1EC1-4B1A-8457-8505CDB72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907753"/>
              </p:ext>
            </p:extLst>
          </p:nvPr>
        </p:nvGraphicFramePr>
        <p:xfrm>
          <a:off x="1544275" y="170917"/>
          <a:ext cx="274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" name="Equation" r:id="rId9" imgW="2743200" imgH="736560" progId="Equation.DSMT4">
                  <p:embed/>
                </p:oleObj>
              </mc:Choice>
              <mc:Fallback>
                <p:oleObj name="Equation" r:id="rId9" imgW="274320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9086563-9B0B-4CEB-A36D-027FE45C48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4275" y="170917"/>
                        <a:ext cx="2743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94EE564-237D-498A-B340-867A2F2146E0}"/>
              </a:ext>
            </a:extLst>
          </p:cNvPr>
          <p:cNvCxnSpPr/>
          <p:nvPr/>
        </p:nvCxnSpPr>
        <p:spPr>
          <a:xfrm>
            <a:off x="0" y="1059582"/>
            <a:ext cx="9144000" cy="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D50ECF0-DF8E-48BD-AD45-89052BBDC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957667"/>
              </p:ext>
            </p:extLst>
          </p:nvPr>
        </p:nvGraphicFramePr>
        <p:xfrm>
          <a:off x="1763688" y="2353870"/>
          <a:ext cx="3467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3" name="Equation" r:id="rId11" imgW="3466800" imgH="1079280" progId="Equation.DSMT4">
                  <p:embed/>
                </p:oleObj>
              </mc:Choice>
              <mc:Fallback>
                <p:oleObj name="Equation" r:id="rId11" imgW="3466800" imgH="10792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C040708-637E-4B02-B09C-8EB2EAB46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3688" y="2353870"/>
                        <a:ext cx="34671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5BB4EC4-0936-47E2-AE7B-E838D94D3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947570"/>
              </p:ext>
            </p:extLst>
          </p:nvPr>
        </p:nvGraphicFramePr>
        <p:xfrm>
          <a:off x="5364088" y="2695525"/>
          <a:ext cx="2540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" name="Equation" r:id="rId13" imgW="2539800" imgH="787320" progId="Equation.DSMT4">
                  <p:embed/>
                </p:oleObj>
              </mc:Choice>
              <mc:Fallback>
                <p:oleObj name="Equation" r:id="rId13" imgW="2539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64088" y="2695525"/>
                        <a:ext cx="2540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532EB07-52F1-404F-AE44-E53C7B308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771843"/>
              </p:ext>
            </p:extLst>
          </p:nvPr>
        </p:nvGraphicFramePr>
        <p:xfrm>
          <a:off x="1748633" y="3537359"/>
          <a:ext cx="212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name="Equation" r:id="rId15" imgW="2120760" imgH="723600" progId="Equation.DSMT4">
                  <p:embed/>
                </p:oleObj>
              </mc:Choice>
              <mc:Fallback>
                <p:oleObj name="Equation" r:id="rId15" imgW="2120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48633" y="3537359"/>
                        <a:ext cx="2120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">
            <a:extLst>
              <a:ext uri="{FF2B5EF4-FFF2-40B4-BE49-F238E27FC236}">
                <a16:creationId xmlns:a16="http://schemas.microsoft.com/office/drawing/2014/main" id="{2431F417-888A-48CD-9F03-7ECEBED3E90A}"/>
              </a:ext>
            </a:extLst>
          </p:cNvPr>
          <p:cNvSpPr txBox="1">
            <a:spLocks noChangeArrowheads="1"/>
          </p:cNvSpPr>
          <p:nvPr/>
        </p:nvSpPr>
        <p:spPr>
          <a:xfrm>
            <a:off x="505751" y="4447778"/>
            <a:ext cx="3634201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所求切线方程为 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95A273A-5C73-4C95-A5B2-48059EFCD4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469307"/>
              </p:ext>
            </p:extLst>
          </p:nvPr>
        </p:nvGraphicFramePr>
        <p:xfrm>
          <a:off x="2915875" y="4358898"/>
          <a:ext cx="2082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6" name="Equation" r:id="rId17" imgW="2082600" imgH="723600" progId="Equation.DSMT4">
                  <p:embed/>
                </p:oleObj>
              </mc:Choice>
              <mc:Fallback>
                <p:oleObj name="Equation" r:id="rId17" imgW="20826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15875" y="4358898"/>
                        <a:ext cx="2082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>
            <a:extLst>
              <a:ext uri="{FF2B5EF4-FFF2-40B4-BE49-F238E27FC236}">
                <a16:creationId xmlns:a16="http://schemas.microsoft.com/office/drawing/2014/main" id="{B3870E70-8F32-4F50-A0F1-FA1EDF6F0B80}"/>
              </a:ext>
            </a:extLst>
          </p:cNvPr>
          <p:cNvSpPr txBox="1">
            <a:spLocks noChangeArrowheads="1"/>
          </p:cNvSpPr>
          <p:nvPr/>
        </p:nvSpPr>
        <p:spPr>
          <a:xfrm>
            <a:off x="5148064" y="4447778"/>
            <a:ext cx="629213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即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3A03F83-8760-4B02-93D1-BCD59BDD1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875188"/>
              </p:ext>
            </p:extLst>
          </p:nvPr>
        </p:nvGraphicFramePr>
        <p:xfrm>
          <a:off x="5761387" y="4286935"/>
          <a:ext cx="146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7" name="Equation" r:id="rId19" imgW="1460160" imgH="723600" progId="Equation.DSMT4">
                  <p:embed/>
                </p:oleObj>
              </mc:Choice>
              <mc:Fallback>
                <p:oleObj name="Equation" r:id="rId19" imgW="14601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61387" y="4286935"/>
                        <a:ext cx="1460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292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25268660-73D0-4611-8866-5822638EB0A7}"/>
              </a:ext>
            </a:extLst>
          </p:cNvPr>
          <p:cNvGrpSpPr/>
          <p:nvPr/>
        </p:nvGrpSpPr>
        <p:grpSpPr>
          <a:xfrm>
            <a:off x="1115616" y="445294"/>
            <a:ext cx="8136904" cy="636588"/>
            <a:chOff x="1115616" y="445294"/>
            <a:chExt cx="8136904" cy="636588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0EBC46AB-D9D9-450D-9001-B9551291A3E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15616" y="445294"/>
              <a:ext cx="8136904" cy="63658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        在点         的某个邻域内具有二阶导数，且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417D31F7-59A0-4778-8F20-3895D0AA75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5120381"/>
                </p:ext>
              </p:extLst>
            </p:nvPr>
          </p:nvGraphicFramePr>
          <p:xfrm>
            <a:off x="2388642" y="51730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0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B3ABC92-4945-49EF-8745-C8712FF99C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88642" y="51730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ED30FA0-1A60-4B79-A26B-BA962B6237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9813725"/>
                </p:ext>
              </p:extLst>
            </p:nvPr>
          </p:nvGraphicFramePr>
          <p:xfrm>
            <a:off x="3707904" y="53058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1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B52B3D2-68AF-413C-A7A5-E24DA8AA66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7904" y="53058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132E983-3791-4D21-9B68-D0CF167B3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917576"/>
              </p:ext>
            </p:extLst>
          </p:nvPr>
        </p:nvGraphicFramePr>
        <p:xfrm>
          <a:off x="271587" y="1003965"/>
          <a:ext cx="2730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2" name="Equation" r:id="rId7" imgW="2730240" imgH="736560" progId="Equation.DSMT4">
                  <p:embed/>
                </p:oleObj>
              </mc:Choice>
              <mc:Fallback>
                <p:oleObj name="Equation" r:id="rId7" imgW="2730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587" y="1003965"/>
                        <a:ext cx="2730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98C7AD0F-8DC6-40F0-A5E9-F59F261FA640}"/>
              </a:ext>
            </a:extLst>
          </p:cNvPr>
          <p:cNvSpPr txBox="1">
            <a:spLocks noChangeArrowheads="1"/>
          </p:cNvSpPr>
          <p:nvPr/>
        </p:nvSpPr>
        <p:spPr>
          <a:xfrm>
            <a:off x="3062568" y="1043658"/>
            <a:ext cx="629213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求 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87F3C36-174F-4CE2-9033-5B933E1D7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121367"/>
              </p:ext>
            </p:extLst>
          </p:nvPr>
        </p:nvGraphicFramePr>
        <p:xfrm>
          <a:off x="3535046" y="1120106"/>
          <a:ext cx="1422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3" name="Equation" r:id="rId9" imgW="1422360" imgH="355320" progId="Equation.DSMT4">
                  <p:embed/>
                </p:oleObj>
              </mc:Choice>
              <mc:Fallback>
                <p:oleObj name="Equation" r:id="rId9" imgW="1422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35046" y="1120106"/>
                        <a:ext cx="1422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18E09833-A30C-4D30-A027-789DD137433F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1868809"/>
            <a:ext cx="629213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 </a:t>
            </a:r>
            <a:endParaRPr lang="zh-CN" altLang="en-US" sz="2400" b="1" dirty="0">
              <a:latin typeface="+mj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1A22B4-2D0F-4965-BB16-BC7B447CCBEA}"/>
              </a:ext>
            </a:extLst>
          </p:cNvPr>
          <p:cNvSpPr txBox="1">
            <a:spLocks noChangeArrowheads="1"/>
          </p:cNvSpPr>
          <p:nvPr/>
        </p:nvSpPr>
        <p:spPr>
          <a:xfrm>
            <a:off x="1547664" y="1858046"/>
            <a:ext cx="3960440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极限与无穷小的关系</a:t>
            </a:r>
            <a:r>
              <a:rPr lang="zh-CN" altLang="en-US" sz="2400" b="1" dirty="0">
                <a:latin typeface="+mj-ea"/>
              </a:rPr>
              <a:t>得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8E60667-6BAD-4FA5-87FE-5235D392A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334058"/>
              </p:ext>
            </p:extLst>
          </p:nvPr>
        </p:nvGraphicFramePr>
        <p:xfrm>
          <a:off x="5076056" y="1745366"/>
          <a:ext cx="314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4" name="Equation" r:id="rId11" imgW="3149280" imgH="736560" progId="Equation.DSMT4">
                  <p:embed/>
                </p:oleObj>
              </mc:Choice>
              <mc:Fallback>
                <p:oleObj name="Equation" r:id="rId11" imgW="3149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6056" y="1745366"/>
                        <a:ext cx="3149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7229D088-7604-475D-BD3A-A0652ADBD840}"/>
              </a:ext>
            </a:extLst>
          </p:cNvPr>
          <p:cNvSpPr txBox="1">
            <a:spLocks noChangeArrowheads="1"/>
          </p:cNvSpPr>
          <p:nvPr/>
        </p:nvSpPr>
        <p:spPr>
          <a:xfrm>
            <a:off x="8100392" y="1897642"/>
            <a:ext cx="864096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其中 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AFC320E-59E5-4F19-9D47-FB6B63589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205922"/>
              </p:ext>
            </p:extLst>
          </p:nvPr>
        </p:nvGraphicFramePr>
        <p:xfrm>
          <a:off x="334566" y="2748063"/>
          <a:ext cx="1562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5" name="Equation" r:id="rId13" imgW="1562040" imgH="482400" progId="Equation.DSMT4">
                  <p:embed/>
                </p:oleObj>
              </mc:Choice>
              <mc:Fallback>
                <p:oleObj name="Equation" r:id="rId13" imgW="15620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4566" y="2748063"/>
                        <a:ext cx="1562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7FE3A45C-993B-4C0D-9088-974F2F3BB60C}"/>
              </a:ext>
            </a:extLst>
          </p:cNvPr>
          <p:cNvSpPr txBox="1">
            <a:spLocks noChangeArrowheads="1"/>
          </p:cNvSpPr>
          <p:nvPr/>
        </p:nvSpPr>
        <p:spPr>
          <a:xfrm>
            <a:off x="1831437" y="2672434"/>
            <a:ext cx="868355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从而 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1331D78-737B-4A2D-B599-217814A9CA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847807"/>
              </p:ext>
            </p:extLst>
          </p:nvPr>
        </p:nvGraphicFramePr>
        <p:xfrm>
          <a:off x="2587625" y="2521530"/>
          <a:ext cx="309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6" name="Equation" r:id="rId15" imgW="3098520" imgH="736560" progId="Equation.DSMT4">
                  <p:embed/>
                </p:oleObj>
              </mc:Choice>
              <mc:Fallback>
                <p:oleObj name="Equation" r:id="rId15" imgW="30985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87625" y="2521530"/>
                        <a:ext cx="3098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">
            <a:extLst>
              <a:ext uri="{FF2B5EF4-FFF2-40B4-BE49-F238E27FC236}">
                <a16:creationId xmlns:a16="http://schemas.microsoft.com/office/drawing/2014/main" id="{4DDB12A1-8B81-4354-9802-D290C90D2FA5}"/>
              </a:ext>
            </a:extLst>
          </p:cNvPr>
          <p:cNvSpPr txBox="1">
            <a:spLocks noChangeArrowheads="1"/>
          </p:cNvSpPr>
          <p:nvPr/>
        </p:nvSpPr>
        <p:spPr>
          <a:xfrm>
            <a:off x="5782501" y="2643064"/>
            <a:ext cx="868355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于是 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CD33D34-DB00-4CBB-A10E-1A4681E3E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846132"/>
              </p:ext>
            </p:extLst>
          </p:nvPr>
        </p:nvGraphicFramePr>
        <p:xfrm>
          <a:off x="1254125" y="3571211"/>
          <a:ext cx="576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" name="Equation" r:id="rId17" imgW="5765760" imgH="812520" progId="Equation.DSMT4">
                  <p:embed/>
                </p:oleObj>
              </mc:Choice>
              <mc:Fallback>
                <p:oleObj name="Equation" r:id="rId17" imgW="57657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54125" y="3571211"/>
                        <a:ext cx="5765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572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4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6F9C707-C547-4624-A1C8-0A1A86159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486191"/>
              </p:ext>
            </p:extLst>
          </p:nvPr>
        </p:nvGraphicFramePr>
        <p:xfrm>
          <a:off x="683568" y="475258"/>
          <a:ext cx="309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1" name="Equation" r:id="rId3" imgW="3098520" imgH="736560" progId="Equation.DSMT4">
                  <p:embed/>
                </p:oleObj>
              </mc:Choice>
              <mc:Fallback>
                <p:oleObj name="Equation" r:id="rId3" imgW="3098520" imgH="7365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1331D78-737B-4A2D-B599-217814A9CA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475258"/>
                        <a:ext cx="3098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6595FCF-8712-4198-8B0C-5022E32B9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600906"/>
              </p:ext>
            </p:extLst>
          </p:nvPr>
        </p:nvGraphicFramePr>
        <p:xfrm>
          <a:off x="4496299" y="672108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2" name="Equation" r:id="rId5" imgW="1295280" imgH="342720" progId="Equation.DSMT4">
                  <p:embed/>
                </p:oleObj>
              </mc:Choice>
              <mc:Fallback>
                <p:oleObj name="Equation" r:id="rId5" imgW="1295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96299" y="672108"/>
                        <a:ext cx="129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A71C57B-C269-4567-9306-F2F4B2E01E02}"/>
              </a:ext>
            </a:extLst>
          </p:cNvPr>
          <p:cNvCxnSpPr/>
          <p:nvPr/>
        </p:nvCxnSpPr>
        <p:spPr>
          <a:xfrm>
            <a:off x="0" y="1211858"/>
            <a:ext cx="9144000" cy="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BCB0201-9DD8-4769-803F-A77E941F83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324754"/>
              </p:ext>
            </p:extLst>
          </p:nvPr>
        </p:nvGraphicFramePr>
        <p:xfrm>
          <a:off x="539552" y="1580158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3" name="Equation" r:id="rId7" imgW="2908080" imgH="736560" progId="Equation.DSMT4">
                  <p:embed/>
                </p:oleObj>
              </mc:Choice>
              <mc:Fallback>
                <p:oleObj name="Equation" r:id="rId7" imgW="2908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552" y="1580158"/>
                        <a:ext cx="290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C362EEF-B4A0-44B0-9FC4-345F050BC7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815299"/>
              </p:ext>
            </p:extLst>
          </p:nvPr>
        </p:nvGraphicFramePr>
        <p:xfrm>
          <a:off x="3563888" y="1237258"/>
          <a:ext cx="3670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4" name="Equation" r:id="rId9" imgW="3670200" imgH="1079280" progId="Equation.DSMT4">
                  <p:embed/>
                </p:oleObj>
              </mc:Choice>
              <mc:Fallback>
                <p:oleObj name="Equation" r:id="rId9" imgW="367020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63888" y="1237258"/>
                        <a:ext cx="36703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CCDD95A-BAC2-45EC-AACB-421278071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700050"/>
              </p:ext>
            </p:extLst>
          </p:nvPr>
        </p:nvGraphicFramePr>
        <p:xfrm>
          <a:off x="1187624" y="2810552"/>
          <a:ext cx="3187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5" name="Equation" r:id="rId11" imgW="3187440" imgH="774360" progId="Equation.DSMT4">
                  <p:embed/>
                </p:oleObj>
              </mc:Choice>
              <mc:Fallback>
                <p:oleObj name="Equation" r:id="rId11" imgW="31874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624" y="2810552"/>
                        <a:ext cx="3187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2CC0BB5-F9FD-44EC-85F6-B13CE8CDC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847638"/>
              </p:ext>
            </p:extLst>
          </p:nvPr>
        </p:nvGraphicFramePr>
        <p:xfrm>
          <a:off x="4395218" y="2845104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6" name="Equation" r:id="rId13" imgW="2082600" imgH="736560" progId="Equation.DSMT4">
                  <p:embed/>
                </p:oleObj>
              </mc:Choice>
              <mc:Fallback>
                <p:oleObj name="Equation" r:id="rId13" imgW="2082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95218" y="2845104"/>
                        <a:ext cx="2082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8D61D7E-6A78-45B6-AFF6-5BA6A53CC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887236"/>
              </p:ext>
            </p:extLst>
          </p:nvPr>
        </p:nvGraphicFramePr>
        <p:xfrm>
          <a:off x="1197839" y="4155926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7" name="Equation" r:id="rId15" imgW="482400" imgH="279360" progId="Equation.DSMT4">
                  <p:embed/>
                </p:oleObj>
              </mc:Choice>
              <mc:Fallback>
                <p:oleObj name="Equation" r:id="rId15" imgW="482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97839" y="4155926"/>
                        <a:ext cx="48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4CFA7689-D365-4528-BB65-1878C367B388}"/>
              </a:ext>
            </a:extLst>
          </p:cNvPr>
          <p:cNvSpPr txBox="1">
            <a:spLocks noChangeArrowheads="1"/>
          </p:cNvSpPr>
          <p:nvPr/>
        </p:nvSpPr>
        <p:spPr>
          <a:xfrm>
            <a:off x="409526" y="3723878"/>
            <a:ext cx="3187700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洛必达法则（第三章内容）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4D9F700-0192-40AB-855B-A6F46CB575E2}"/>
              </a:ext>
            </a:extLst>
          </p:cNvPr>
          <p:cNvSpPr txBox="1">
            <a:spLocks noChangeArrowheads="1"/>
          </p:cNvSpPr>
          <p:nvPr/>
        </p:nvSpPr>
        <p:spPr>
          <a:xfrm>
            <a:off x="4053954" y="3795886"/>
            <a:ext cx="4680520" cy="43204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重点掌握如何利用极限与无穷小的关系 </a:t>
            </a:r>
          </a:p>
        </p:txBody>
      </p:sp>
    </p:spTree>
    <p:extLst>
      <p:ext uri="{BB962C8B-B14F-4D97-AF65-F5344CB8AC3E}">
        <p14:creationId xmlns:p14="http://schemas.microsoft.com/office/powerpoint/2010/main" val="340324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4ED611-8735-49A9-87CE-1FE8E889732D}"/>
              </a:ext>
            </a:extLst>
          </p:cNvPr>
          <p:cNvSpPr/>
          <p:nvPr/>
        </p:nvSpPr>
        <p:spPr>
          <a:xfrm>
            <a:off x="3275856" y="2787774"/>
            <a:ext cx="2254994" cy="576064"/>
          </a:xfrm>
          <a:prstGeom prst="rect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6FD93-F267-479E-ACDF-86ACD06A1F7C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627062"/>
            <a:ext cx="81369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其中       具有二阶导数，求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F6F970E-F008-42EC-B424-E7FF1377B2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460978"/>
              </p:ext>
            </p:extLst>
          </p:nvPr>
        </p:nvGraphicFramePr>
        <p:xfrm>
          <a:off x="1691680" y="661579"/>
          <a:ext cx="170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7" name="Equation" r:id="rId3" imgW="1701720" imgH="342720" progId="Equation.DSMT4">
                  <p:embed/>
                </p:oleObj>
              </mc:Choice>
              <mc:Fallback>
                <p:oleObj name="Equation" r:id="rId3" imgW="170172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C4AFACE-69CD-48B0-A0AC-D36E9E8094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661579"/>
                        <a:ext cx="1701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BE65DBE-D290-4AC8-A5F4-4121C3EC7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643336"/>
              </p:ext>
            </p:extLst>
          </p:nvPr>
        </p:nvGraphicFramePr>
        <p:xfrm>
          <a:off x="4025900" y="661579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8" name="Equation" r:id="rId5" imgW="545760" imgH="342720" progId="Equation.DSMT4">
                  <p:embed/>
                </p:oleObj>
              </mc:Choice>
              <mc:Fallback>
                <p:oleObj name="Equation" r:id="rId5" imgW="54576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1145C04-66AD-48A6-A354-BED6A0ECC4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5900" y="661579"/>
                        <a:ext cx="54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7E74C7-F882-461D-9701-7990B730C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571287"/>
              </p:ext>
            </p:extLst>
          </p:nvPr>
        </p:nvGraphicFramePr>
        <p:xfrm>
          <a:off x="7020272" y="445679"/>
          <a:ext cx="609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9" name="Equation" r:id="rId7" imgW="609480" imgH="774360" progId="Equation.DSMT4">
                  <p:embed/>
                </p:oleObj>
              </mc:Choice>
              <mc:Fallback>
                <p:oleObj name="Equation" r:id="rId7" imgW="609480" imgH="774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03E7736-183C-4FCD-A19D-6E86BC1912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20272" y="445679"/>
                        <a:ext cx="609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A4B6815A-4732-4151-A1E8-AD46545A3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365389"/>
            <a:ext cx="98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F5BEB54-7EC3-444C-9235-2707F59D6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347782"/>
              </p:ext>
            </p:extLst>
          </p:nvPr>
        </p:nvGraphicFramePr>
        <p:xfrm>
          <a:off x="1385271" y="1227921"/>
          <a:ext cx="294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0" name="Equation" r:id="rId9" imgW="2946240" imgH="736560" progId="Equation.DSMT4">
                  <p:embed/>
                </p:oleObj>
              </mc:Choice>
              <mc:Fallback>
                <p:oleObj name="Equation" r:id="rId9" imgW="29462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6B739A4-CCA7-4D7A-B278-66CBD9A7DD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85271" y="1227921"/>
                        <a:ext cx="2946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EFDF9A2-74B0-4E07-BA7E-E24A28B8E8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936234"/>
              </p:ext>
            </p:extLst>
          </p:nvPr>
        </p:nvGraphicFramePr>
        <p:xfrm>
          <a:off x="1815009" y="2019493"/>
          <a:ext cx="345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1" name="Equation" r:id="rId11" imgW="3454200" imgH="355320" progId="Equation.DSMT4">
                  <p:embed/>
                </p:oleObj>
              </mc:Choice>
              <mc:Fallback>
                <p:oleObj name="Equation" r:id="rId11" imgW="345420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6F05C26-BCBC-4130-BB43-7D7E5A647E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15009" y="2019493"/>
                        <a:ext cx="3454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AEF082F-143B-4D80-BE13-A753237542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490099"/>
              </p:ext>
            </p:extLst>
          </p:nvPr>
        </p:nvGraphicFramePr>
        <p:xfrm>
          <a:off x="1259632" y="2671820"/>
          <a:ext cx="185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2" name="Equation" r:id="rId13" imgW="1854000" imgH="825480" progId="Equation.DSMT4">
                  <p:embed/>
                </p:oleObj>
              </mc:Choice>
              <mc:Fallback>
                <p:oleObj name="Equation" r:id="rId13" imgW="1854000" imgH="825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9E27864-0C10-432C-8788-53AB14937B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9632" y="2671820"/>
                        <a:ext cx="18542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A9C1085-1FBF-4944-AAC8-24164F685F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91220"/>
              </p:ext>
            </p:extLst>
          </p:nvPr>
        </p:nvGraphicFramePr>
        <p:xfrm>
          <a:off x="3067050" y="2906713"/>
          <a:ext cx="246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3" name="Equation" r:id="rId15" imgW="2463480" imgH="355320" progId="Equation.DSMT4">
                  <p:embed/>
                </p:oleObj>
              </mc:Choice>
              <mc:Fallback>
                <p:oleObj name="Equation" r:id="rId15" imgW="246348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086C0BF-EC53-4318-9E7C-490FDBA203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67050" y="2906713"/>
                        <a:ext cx="246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3407995-3D90-4A72-ABBF-A73E2AFEF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36181"/>
              </p:ext>
            </p:extLst>
          </p:nvPr>
        </p:nvGraphicFramePr>
        <p:xfrm>
          <a:off x="5498314" y="2906781"/>
          <a:ext cx="187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4" name="Equation" r:id="rId17" imgW="1879560" imgH="355320" progId="Equation.DSMT4">
                  <p:embed/>
                </p:oleObj>
              </mc:Choice>
              <mc:Fallback>
                <p:oleObj name="Equation" r:id="rId17" imgW="1879560" imgH="355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682301E-DADE-4D61-8A9F-E80A6623DF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98314" y="2906781"/>
                        <a:ext cx="1879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08D0582-2D9E-46EF-A4F0-69E257CE6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534344"/>
              </p:ext>
            </p:extLst>
          </p:nvPr>
        </p:nvGraphicFramePr>
        <p:xfrm>
          <a:off x="3851920" y="3521218"/>
          <a:ext cx="4318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5" name="Equation" r:id="rId19" imgW="4317840" imgH="355320" progId="Equation.DSMT4">
                  <p:embed/>
                </p:oleObj>
              </mc:Choice>
              <mc:Fallback>
                <p:oleObj name="Equation" r:id="rId19" imgW="431784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F9EF072-D2F7-4A31-AED3-30A3595C6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51920" y="3521218"/>
                        <a:ext cx="4318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C1BF2CB-A6C8-4700-BF64-47F5A7D5B0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584070"/>
              </p:ext>
            </p:extLst>
          </p:nvPr>
        </p:nvGraphicFramePr>
        <p:xfrm>
          <a:off x="6464300" y="33083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6" name="Equation" r:id="rId21" imgW="177480" imgH="291960" progId="Equation.DSMT4">
                  <p:embed/>
                </p:oleObj>
              </mc:Choice>
              <mc:Fallback>
                <p:oleObj name="Equation" r:id="rId21" imgW="177480" imgH="2919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97D0627-51CD-49A9-A98C-26CC68A7D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64300" y="3308350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F8769A4-378E-4F6B-AE3F-05874B583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078173"/>
              </p:ext>
            </p:extLst>
          </p:nvPr>
        </p:nvGraphicFramePr>
        <p:xfrm>
          <a:off x="622300" y="4110038"/>
          <a:ext cx="339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7" name="Equation" r:id="rId23" imgW="3390840" imgH="406080" progId="Equation.DSMT4">
                  <p:embed/>
                </p:oleObj>
              </mc:Choice>
              <mc:Fallback>
                <p:oleObj name="Equation" r:id="rId23" imgW="3390840" imgH="406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A3EFF8C-CFDB-4E58-82C9-60302B8A1F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2300" y="4110038"/>
                        <a:ext cx="3390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518DB98-D09E-4269-BBFF-F362EBA8B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899919"/>
              </p:ext>
            </p:extLst>
          </p:nvPr>
        </p:nvGraphicFramePr>
        <p:xfrm>
          <a:off x="3949700" y="4141788"/>
          <a:ext cx="364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8" name="Equation" r:id="rId25" imgW="3644640" imgH="355320" progId="Equation.DSMT4">
                  <p:embed/>
                </p:oleObj>
              </mc:Choice>
              <mc:Fallback>
                <p:oleObj name="Equation" r:id="rId25" imgW="364464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F8EFF3B-0CBE-481C-B48A-E1D7ED73D5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949700" y="4141788"/>
                        <a:ext cx="3644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A7E88215-39C3-468A-BA4F-5495F1EC77D5}"/>
              </a:ext>
            </a:extLst>
          </p:cNvPr>
          <p:cNvGrpSpPr/>
          <p:nvPr/>
        </p:nvGrpSpPr>
        <p:grpSpPr>
          <a:xfrm>
            <a:off x="5364088" y="1622282"/>
            <a:ext cx="3670300" cy="1165492"/>
            <a:chOff x="5364088" y="1622282"/>
            <a:chExt cx="3670300" cy="1165492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9ABEAC2D-62C1-472A-9D74-F28EF3DE9F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2523474"/>
                </p:ext>
              </p:extLst>
            </p:nvPr>
          </p:nvGraphicFramePr>
          <p:xfrm>
            <a:off x="5364088" y="1622282"/>
            <a:ext cx="3670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49" name="Equation" r:id="rId27" imgW="3670200" imgH="355320" progId="Equation.DSMT4">
                    <p:embed/>
                  </p:oleObj>
                </mc:Choice>
                <mc:Fallback>
                  <p:oleObj name="Equation" r:id="rId27" imgW="3670200" imgH="3553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145CAD72-4364-4078-9C2A-501B529B04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364088" y="1622282"/>
                          <a:ext cx="3670300" cy="3556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2A3E7DC-B428-452D-A7ED-8BA1C9BEDAE9}"/>
                </a:ext>
              </a:extLst>
            </p:cNvPr>
            <p:cNvCxnSpPr/>
            <p:nvPr/>
          </p:nvCxnSpPr>
          <p:spPr>
            <a:xfrm flipH="1">
              <a:off x="5530850" y="1977882"/>
              <a:ext cx="409302" cy="8098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720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FBF4447-9E78-4E54-B74F-BCAF8F17C3F7}"/>
              </a:ext>
            </a:extLst>
          </p:cNvPr>
          <p:cNvSpPr txBox="1">
            <a:spLocks noChangeArrowheads="1"/>
          </p:cNvSpPr>
          <p:nvPr/>
        </p:nvSpPr>
        <p:spPr>
          <a:xfrm>
            <a:off x="503548" y="500422"/>
            <a:ext cx="8136904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        为偶函数，且         存在，用导数定义证明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963AAA-BEF2-4A04-9A50-EE97746C3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63761"/>
              </p:ext>
            </p:extLst>
          </p:nvPr>
        </p:nvGraphicFramePr>
        <p:xfrm>
          <a:off x="1547664" y="59004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59004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6CF29A2-BA70-4A61-A527-4681F9F7B4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787462"/>
              </p:ext>
            </p:extLst>
          </p:nvPr>
        </p:nvGraphicFramePr>
        <p:xfrm>
          <a:off x="3995936" y="590042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8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5936" y="590042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DA594F6-CBEC-40F4-8527-90CC278533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14715"/>
              </p:ext>
            </p:extLst>
          </p:nvPr>
        </p:nvGraphicFramePr>
        <p:xfrm>
          <a:off x="7668344" y="577342"/>
          <a:ext cx="119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9" name="Equation" r:id="rId7" imgW="1193760" imgH="355320" progId="Equation.DSMT4">
                  <p:embed/>
                </p:oleObj>
              </mc:Choice>
              <mc:Fallback>
                <p:oleObj name="Equation" r:id="rId7" imgW="1193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68344" y="577342"/>
                        <a:ext cx="119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D22F3DD-7DF7-44EC-BCB6-E8388D027DF1}"/>
              </a:ext>
            </a:extLst>
          </p:cNvPr>
          <p:cNvSpPr/>
          <p:nvPr/>
        </p:nvSpPr>
        <p:spPr>
          <a:xfrm>
            <a:off x="535952" y="107371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8ED84C-A769-4197-880E-24503BB3BDC0}"/>
              </a:ext>
            </a:extLst>
          </p:cNvPr>
          <p:cNvSpPr/>
          <p:nvPr/>
        </p:nvSpPr>
        <p:spPr>
          <a:xfrm>
            <a:off x="1115616" y="1053987"/>
            <a:ext cx="10543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CD18ADA-31BE-4B95-9300-E138C9E9B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054885"/>
              </p:ext>
            </p:extLst>
          </p:nvPr>
        </p:nvGraphicFramePr>
        <p:xfrm>
          <a:off x="1877426" y="1113369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0" name="Equation" r:id="rId9" imgW="1765080" imgH="342720" progId="Equation.DSMT4">
                  <p:embed/>
                </p:oleObj>
              </mc:Choice>
              <mc:Fallback>
                <p:oleObj name="Equation" r:id="rId9" imgW="1765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77426" y="1113369"/>
                        <a:ext cx="176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8A4BED1-5BD0-4A47-998B-759671FB1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179166"/>
              </p:ext>
            </p:extLst>
          </p:nvPr>
        </p:nvGraphicFramePr>
        <p:xfrm>
          <a:off x="1056564" y="1779662"/>
          <a:ext cx="530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1" name="Equation" r:id="rId11" imgW="5308560" imgH="736560" progId="Equation.DSMT4">
                  <p:embed/>
                </p:oleObj>
              </mc:Choice>
              <mc:Fallback>
                <p:oleObj name="Equation" r:id="rId11" imgW="5308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56564" y="1779662"/>
                        <a:ext cx="530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677249E-2A1E-4999-BA86-912AB40E8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24384"/>
              </p:ext>
            </p:extLst>
          </p:nvPr>
        </p:nvGraphicFramePr>
        <p:xfrm>
          <a:off x="1824914" y="2780272"/>
          <a:ext cx="377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2" name="Equation" r:id="rId13" imgW="3771720" imgH="736560" progId="Equation.DSMT4">
                  <p:embed/>
                </p:oleObj>
              </mc:Choice>
              <mc:Fallback>
                <p:oleObj name="Equation" r:id="rId13" imgW="3771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24914" y="2780272"/>
                        <a:ext cx="3771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027C113-B801-49CA-BD24-390334620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034482"/>
              </p:ext>
            </p:extLst>
          </p:nvPr>
        </p:nvGraphicFramePr>
        <p:xfrm>
          <a:off x="1475656" y="3905180"/>
          <a:ext cx="187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3" name="Equation" r:id="rId15" imgW="1879560" imgH="355320" progId="Equation.DSMT4">
                  <p:embed/>
                </p:oleObj>
              </mc:Choice>
              <mc:Fallback>
                <p:oleObj name="Equation" r:id="rId15" imgW="1879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5656" y="3905180"/>
                        <a:ext cx="1879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DB12575-847B-4E5D-AFD4-B72638A80A0F}"/>
              </a:ext>
            </a:extLst>
          </p:cNvPr>
          <p:cNvSpPr/>
          <p:nvPr/>
        </p:nvSpPr>
        <p:spPr>
          <a:xfrm>
            <a:off x="782975" y="3833837"/>
            <a:ext cx="10543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4E12521-12CA-4039-96D7-A675083159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449983"/>
              </p:ext>
            </p:extLst>
          </p:nvPr>
        </p:nvGraphicFramePr>
        <p:xfrm>
          <a:off x="4032211" y="3939902"/>
          <a:ext cx="135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4" name="Equation" r:id="rId17" imgW="1358640" imgH="355320" progId="Equation.DSMT4">
                  <p:embed/>
                </p:oleObj>
              </mc:Choice>
              <mc:Fallback>
                <p:oleObj name="Equation" r:id="rId17" imgW="1358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32211" y="3939902"/>
                        <a:ext cx="1358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9A388CF-B3ED-4CF2-AA09-1901DDCB98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727082"/>
              </p:ext>
            </p:extLst>
          </p:nvPr>
        </p:nvGraphicFramePr>
        <p:xfrm>
          <a:off x="5652120" y="3920618"/>
          <a:ext cx="119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5" name="Equation" r:id="rId19" imgW="1193760" imgH="355320" progId="Equation.DSMT4">
                  <p:embed/>
                </p:oleObj>
              </mc:Choice>
              <mc:Fallback>
                <p:oleObj name="Equation" r:id="rId19" imgW="1193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52120" y="3920618"/>
                        <a:ext cx="119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251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F2514B2-7D0D-4FC9-9321-BB1D23D39D60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67494"/>
            <a:ext cx="8532948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  其中        在点          处连续，则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3048ECC-0FBD-4B79-AB0A-06BA24244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664059"/>
              </p:ext>
            </p:extLst>
          </p:nvPr>
        </p:nvGraphicFramePr>
        <p:xfrm>
          <a:off x="1295636" y="293614"/>
          <a:ext cx="240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5" name="Equation" r:id="rId4" imgW="2400120" imgH="406080" progId="Equation.DSMT4">
                  <p:embed/>
                </p:oleObj>
              </mc:Choice>
              <mc:Fallback>
                <p:oleObj name="Equation" r:id="rId4" imgW="2400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5636" y="293614"/>
                        <a:ext cx="2400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2DEDD46-0DA7-43DA-82E5-628A351A3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059067"/>
              </p:ext>
            </p:extLst>
          </p:nvPr>
        </p:nvGraphicFramePr>
        <p:xfrm>
          <a:off x="4391980" y="325364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6" name="Equation" r:id="rId6" imgW="596880" imgH="342720" progId="Equation.DSMT4">
                  <p:embed/>
                </p:oleObj>
              </mc:Choice>
              <mc:Fallback>
                <p:oleObj name="Equation" r:id="rId6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91980" y="325364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7B06E69-F67F-4DC9-80AC-44F32D7F6C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169073"/>
              </p:ext>
            </p:extLst>
          </p:nvPr>
        </p:nvGraphicFramePr>
        <p:xfrm>
          <a:off x="5684924" y="344054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7" name="Equation" r:id="rId8" imgW="596880" imgH="279360" progId="Equation.DSMT4">
                  <p:embed/>
                </p:oleObj>
              </mc:Choice>
              <mc:Fallback>
                <p:oleObj name="Equation" r:id="rId8" imgW="596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84924" y="344054"/>
                        <a:ext cx="596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639D29D-FBA2-4EB3-A565-FC00AC4F86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052216"/>
              </p:ext>
            </p:extLst>
          </p:nvPr>
        </p:nvGraphicFramePr>
        <p:xfrm>
          <a:off x="7944023" y="339924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8" name="Equation" r:id="rId10" imgW="990360" imgH="342720" progId="Equation.DSMT4">
                  <p:embed/>
                </p:oleObj>
              </mc:Choice>
              <mc:Fallback>
                <p:oleObj name="Equation" r:id="rId10" imgW="990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44023" y="339924"/>
                        <a:ext cx="99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862773C-F66D-4D89-AB4D-23F897796435}"/>
              </a:ext>
            </a:extLst>
          </p:cNvPr>
          <p:cNvSpPr txBox="1">
            <a:spLocks noChangeArrowheads="1"/>
          </p:cNvSpPr>
          <p:nvPr/>
        </p:nvSpPr>
        <p:spPr>
          <a:xfrm>
            <a:off x="270093" y="797323"/>
            <a:ext cx="4841967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        在        处可导的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).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26A3DFB-7CFE-4237-BC1E-1F4D2C2E5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376492"/>
              </p:ext>
            </p:extLst>
          </p:nvPr>
        </p:nvGraphicFramePr>
        <p:xfrm>
          <a:off x="673336" y="88694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9" name="Equation" r:id="rId12" imgW="622080" imgH="342720" progId="Equation.DSMT4">
                  <p:embed/>
                </p:oleObj>
              </mc:Choice>
              <mc:Fallback>
                <p:oleObj name="Equation" r:id="rId12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73336" y="88694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5900A6B-4D15-414C-B325-AB5BA7686D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627692"/>
              </p:ext>
            </p:extLst>
          </p:nvPr>
        </p:nvGraphicFramePr>
        <p:xfrm>
          <a:off x="1655676" y="886943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0" name="Equation" r:id="rId14" imgW="596880" imgH="279360" progId="Equation.DSMT4">
                  <p:embed/>
                </p:oleObj>
              </mc:Choice>
              <mc:Fallback>
                <p:oleObj name="Equation" r:id="rId14" imgW="596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55676" y="886943"/>
                        <a:ext cx="596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9CEDE401-0770-4635-862E-2B4025D87E1C}"/>
              </a:ext>
            </a:extLst>
          </p:cNvPr>
          <p:cNvSpPr txBox="1">
            <a:spLocks noChangeArrowheads="1"/>
          </p:cNvSpPr>
          <p:nvPr/>
        </p:nvSpPr>
        <p:spPr>
          <a:xfrm>
            <a:off x="776104" y="1327152"/>
            <a:ext cx="275178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充分必要条件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98C320B-0EBC-4DE7-8886-F14FC4554D78}"/>
              </a:ext>
            </a:extLst>
          </p:cNvPr>
          <p:cNvSpPr txBox="1">
            <a:spLocks noChangeArrowheads="1"/>
          </p:cNvSpPr>
          <p:nvPr/>
        </p:nvSpPr>
        <p:spPr>
          <a:xfrm>
            <a:off x="786575" y="1792425"/>
            <a:ext cx="347186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必要但非充分条件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DC389B9-47C2-425F-9456-952CB10BA97E}"/>
              </a:ext>
            </a:extLst>
          </p:cNvPr>
          <p:cNvSpPr txBox="1">
            <a:spLocks noChangeArrowheads="1"/>
          </p:cNvSpPr>
          <p:nvPr/>
        </p:nvSpPr>
        <p:spPr>
          <a:xfrm>
            <a:off x="4896036" y="1254031"/>
            <a:ext cx="3445966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充分但非必要条件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A1C68BF-E6A4-4CA6-9F7B-9D575E1ADF79}"/>
              </a:ext>
            </a:extLst>
          </p:cNvPr>
          <p:cNvSpPr txBox="1">
            <a:spLocks noChangeArrowheads="1"/>
          </p:cNvSpPr>
          <p:nvPr/>
        </p:nvSpPr>
        <p:spPr>
          <a:xfrm>
            <a:off x="4896036" y="1765551"/>
            <a:ext cx="388843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既非必要又非充分条件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EBECBB1-3A06-44D7-B5B6-AE0FDA494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511660"/>
              </p:ext>
            </p:extLst>
          </p:nvPr>
        </p:nvGraphicFramePr>
        <p:xfrm>
          <a:off x="1367644" y="2353369"/>
          <a:ext cx="5016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1" name="Equation" r:id="rId16" imgW="5016240" imgH="863280" progId="Equation.DSMT4">
                  <p:embed/>
                </p:oleObj>
              </mc:Choice>
              <mc:Fallback>
                <p:oleObj name="Equation" r:id="rId16" imgW="50162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67644" y="2353369"/>
                        <a:ext cx="5016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E68EC6FA-F5CD-41FB-956D-1773BF523130}"/>
              </a:ext>
            </a:extLst>
          </p:cNvPr>
          <p:cNvSpPr/>
          <p:nvPr/>
        </p:nvSpPr>
        <p:spPr>
          <a:xfrm>
            <a:off x="539552" y="262616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2A32FF8-226E-4A27-AC05-F2662226C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994415"/>
              </p:ext>
            </p:extLst>
          </p:nvPr>
        </p:nvGraphicFramePr>
        <p:xfrm>
          <a:off x="1290724" y="3303469"/>
          <a:ext cx="4991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2" name="Equation" r:id="rId18" imgW="4991040" imgH="863280" progId="Equation.DSMT4">
                  <p:embed/>
                </p:oleObj>
              </mc:Choice>
              <mc:Fallback>
                <p:oleObj name="Equation" r:id="rId18" imgW="49910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90724" y="3303469"/>
                        <a:ext cx="49911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A27219D-32E7-49FF-8A41-4D5271C02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032852"/>
              </p:ext>
            </p:extLst>
          </p:nvPr>
        </p:nvGraphicFramePr>
        <p:xfrm>
          <a:off x="3609194" y="898815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3" name="Equation" r:id="rId20" imgW="266400" imgH="266400" progId="Equation.DSMT4">
                  <p:embed/>
                </p:oleObj>
              </mc:Choice>
              <mc:Fallback>
                <p:oleObj name="Equation" r:id="rId20" imgW="266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609194" y="898815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018605D5-CF0F-467A-B15F-B66612481014}"/>
              </a:ext>
            </a:extLst>
          </p:cNvPr>
          <p:cNvSpPr/>
          <p:nvPr/>
        </p:nvSpPr>
        <p:spPr>
          <a:xfrm>
            <a:off x="4391980" y="757542"/>
            <a:ext cx="1512168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P83,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1(4)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4D2B43E-7560-4CBB-8EE3-E52523FC9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093804"/>
              </p:ext>
            </p:extLst>
          </p:nvPr>
        </p:nvGraphicFramePr>
        <p:xfrm>
          <a:off x="4161668" y="4253569"/>
          <a:ext cx="462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4" name="Equation" r:id="rId22" imgW="4622760" imgH="774360" progId="Equation.DSMT4">
                  <p:embed/>
                </p:oleObj>
              </mc:Choice>
              <mc:Fallback>
                <p:oleObj name="Equation" r:id="rId22" imgW="46227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161668" y="4253569"/>
                        <a:ext cx="4622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60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76FDD50-3D00-48C2-82FE-5DF69CF69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584307"/>
              </p:ext>
            </p:extLst>
          </p:nvPr>
        </p:nvGraphicFramePr>
        <p:xfrm>
          <a:off x="974018" y="211681"/>
          <a:ext cx="6197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0" name="Equation" r:id="rId3" imgW="6197400" imgH="863280" progId="Equation.DSMT4">
                  <p:embed/>
                </p:oleObj>
              </mc:Choice>
              <mc:Fallback>
                <p:oleObj name="Equation" r:id="rId3" imgW="6197400" imgH="863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2A32FF8-226E-4A27-AC05-F2662226C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4018" y="211681"/>
                        <a:ext cx="6197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C0896F0-7F42-4082-BE9D-B5B6DADE2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59628"/>
              </p:ext>
            </p:extLst>
          </p:nvPr>
        </p:nvGraphicFramePr>
        <p:xfrm>
          <a:off x="974018" y="1239660"/>
          <a:ext cx="6032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1" name="Equation" r:id="rId5" imgW="6032160" imgH="863280" progId="Equation.DSMT4">
                  <p:embed/>
                </p:oleObj>
              </mc:Choice>
              <mc:Fallback>
                <p:oleObj name="Equation" r:id="rId5" imgW="60321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4018" y="1239660"/>
                        <a:ext cx="6032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9BC731-4848-4CF9-AED8-9781D0C1695C}"/>
              </a:ext>
            </a:extLst>
          </p:cNvPr>
          <p:cNvGrpSpPr/>
          <p:nvPr/>
        </p:nvGrpSpPr>
        <p:grpSpPr>
          <a:xfrm>
            <a:off x="808633" y="2571662"/>
            <a:ext cx="7526733" cy="461665"/>
            <a:chOff x="808633" y="2571662"/>
            <a:chExt cx="7526733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0393854-65AA-4A01-B1BD-C7E45D793AE4}"/>
                </a:ext>
              </a:extLst>
            </p:cNvPr>
            <p:cNvSpPr/>
            <p:nvPr/>
          </p:nvSpPr>
          <p:spPr>
            <a:xfrm>
              <a:off x="808633" y="2571662"/>
              <a:ext cx="75267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又函数        在点         可导的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充要条件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1D94343-D1E4-4CC2-A780-D1D597C6E8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8948286"/>
                </p:ext>
              </p:extLst>
            </p:nvPr>
          </p:nvGraphicFramePr>
          <p:xfrm>
            <a:off x="1782639" y="263104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2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82639" y="263104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E40D683-9111-493F-8885-BF7E672AAB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62002"/>
                </p:ext>
              </p:extLst>
            </p:nvPr>
          </p:nvGraphicFramePr>
          <p:xfrm>
            <a:off x="3047095" y="2644867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3" name="Equation" r:id="rId9" imgW="596880" imgH="279360" progId="Equation.DSMT4">
                    <p:embed/>
                  </p:oleObj>
                </mc:Choice>
                <mc:Fallback>
                  <p:oleObj name="Equation" r:id="rId9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47095" y="2644867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186E8BA5-CCDD-47E7-8B8D-772D5A1E31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8856387"/>
                </p:ext>
              </p:extLst>
            </p:nvPr>
          </p:nvGraphicFramePr>
          <p:xfrm>
            <a:off x="6288942" y="2594067"/>
            <a:ext cx="1612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4" name="Equation" r:id="rId11" imgW="1612800" imgH="380880" progId="Equation.DSMT4">
                    <p:embed/>
                  </p:oleObj>
                </mc:Choice>
                <mc:Fallback>
                  <p:oleObj name="Equation" r:id="rId11" imgW="16128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288942" y="2594067"/>
                          <a:ext cx="1612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896F2CD-A9D1-4261-A4DF-0E9C1CD5038D}"/>
              </a:ext>
            </a:extLst>
          </p:cNvPr>
          <p:cNvSpPr/>
          <p:nvPr/>
        </p:nvSpPr>
        <p:spPr>
          <a:xfrm>
            <a:off x="823274" y="33545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08D8A4D-022C-41B9-8F20-C468BADC3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540754"/>
              </p:ext>
            </p:extLst>
          </p:nvPr>
        </p:nvGraphicFramePr>
        <p:xfrm>
          <a:off x="1427200" y="3423034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5" name="Equation" r:id="rId13" imgW="1854000" imgH="342720" progId="Equation.DSMT4">
                  <p:embed/>
                </p:oleObj>
              </mc:Choice>
              <mc:Fallback>
                <p:oleObj name="Equation" r:id="rId13" imgW="1854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27200" y="3423034"/>
                        <a:ext cx="185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8EED80-C91E-4400-A779-228C6AD890F6}"/>
              </a:ext>
            </a:extLst>
          </p:cNvPr>
          <p:cNvGrpSpPr/>
          <p:nvPr/>
        </p:nvGrpSpPr>
        <p:grpSpPr>
          <a:xfrm>
            <a:off x="3398602" y="3363651"/>
            <a:ext cx="1645766" cy="461665"/>
            <a:chOff x="3398602" y="3363651"/>
            <a:chExt cx="1645766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DC6C14F-9D13-43C5-B271-56BC7FFE43DD}"/>
                </a:ext>
              </a:extLst>
            </p:cNvPr>
            <p:cNvSpPr/>
            <p:nvPr/>
          </p:nvSpPr>
          <p:spPr>
            <a:xfrm>
              <a:off x="3398602" y="3363651"/>
              <a:ext cx="16457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7381C4A-13B5-4D89-AB45-07C4B3E9D1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729091"/>
                </p:ext>
              </p:extLst>
            </p:nvPr>
          </p:nvGraphicFramePr>
          <p:xfrm>
            <a:off x="3990268" y="3413965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6" name="Equation" r:id="rId15" imgW="1054080" imgH="342720" progId="Equation.DSMT4">
                    <p:embed/>
                  </p:oleObj>
                </mc:Choice>
                <mc:Fallback>
                  <p:oleObj name="Equation" r:id="rId15" imgW="1054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90268" y="3413965"/>
                          <a:ext cx="1054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3576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B171592-7966-4747-9534-D12177DB2A8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627534"/>
            <a:ext cx="7416824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                                         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不可导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的点有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个？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16B8C5F-C933-482B-BD8F-82C56D91E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398295"/>
              </p:ext>
            </p:extLst>
          </p:nvPr>
        </p:nvGraphicFramePr>
        <p:xfrm>
          <a:off x="1719263" y="552450"/>
          <a:ext cx="302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5" name="Equation" r:id="rId3" imgW="3022560" imgH="583920" progId="Equation.DSMT4">
                  <p:embed/>
                </p:oleObj>
              </mc:Choice>
              <mc:Fallback>
                <p:oleObj name="Equation" r:id="rId3" imgW="30225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9263" y="552450"/>
                        <a:ext cx="30226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CE0A67-0B5E-4A17-B41B-C3ADAC4C2459}"/>
              </a:ext>
            </a:extLst>
          </p:cNvPr>
          <p:cNvGrpSpPr/>
          <p:nvPr/>
        </p:nvGrpSpPr>
        <p:grpSpPr>
          <a:xfrm>
            <a:off x="1166347" y="1572022"/>
            <a:ext cx="2048024" cy="461665"/>
            <a:chOff x="1166347" y="1572022"/>
            <a:chExt cx="2048024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E58D1A7-DADC-4FDB-8B34-B9D995C66AE2}"/>
                </a:ext>
              </a:extLst>
            </p:cNvPr>
            <p:cNvSpPr/>
            <p:nvPr/>
          </p:nvSpPr>
          <p:spPr>
            <a:xfrm>
              <a:off x="2410946" y="157202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0CA906E-A925-4637-8F94-CB20D134B0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221893"/>
                </p:ext>
              </p:extLst>
            </p:nvPr>
          </p:nvGraphicFramePr>
          <p:xfrm>
            <a:off x="1166347" y="1648618"/>
            <a:ext cx="1244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6" name="Equation" r:id="rId5" imgW="1244520" imgH="342720" progId="Equation.DSMT4">
                    <p:embed/>
                  </p:oleObj>
                </mc:Choice>
                <mc:Fallback>
                  <p:oleObj name="Equation" r:id="rId5" imgW="1244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66347" y="1648618"/>
                          <a:ext cx="1244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CC50077-0615-4135-B3B1-EDAB79F79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802465"/>
              </p:ext>
            </p:extLst>
          </p:nvPr>
        </p:nvGraphicFramePr>
        <p:xfrm>
          <a:off x="3058740" y="1211734"/>
          <a:ext cx="53213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7" name="Equation" r:id="rId7" imgW="5321160" imgH="1041120" progId="Equation.DSMT4">
                  <p:embed/>
                </p:oleObj>
              </mc:Choice>
              <mc:Fallback>
                <p:oleObj name="Equation" r:id="rId7" imgW="5321160" imgH="1041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8740" y="1211734"/>
                        <a:ext cx="5321300" cy="104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6DDB4F0-4A13-40DF-8480-01BC3204DC3D}"/>
              </a:ext>
            </a:extLst>
          </p:cNvPr>
          <p:cNvSpPr/>
          <p:nvPr/>
        </p:nvSpPr>
        <p:spPr>
          <a:xfrm>
            <a:off x="763960" y="15720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F7E1695-3F10-48B0-8903-BB0DEF979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531591"/>
              </p:ext>
            </p:extLst>
          </p:nvPr>
        </p:nvGraphicFramePr>
        <p:xfrm>
          <a:off x="3306763" y="2581275"/>
          <a:ext cx="3073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8" name="Equation" r:id="rId9" imgW="3073320" imgH="583920" progId="Equation.DSMT4">
                  <p:embed/>
                </p:oleObj>
              </mc:Choice>
              <mc:Fallback>
                <p:oleObj name="Equation" r:id="rId9" imgW="30733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06763" y="2581275"/>
                        <a:ext cx="30734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E7B71C35-DC99-4579-A61F-95367C26C906}"/>
              </a:ext>
            </a:extLst>
          </p:cNvPr>
          <p:cNvGrpSpPr/>
          <p:nvPr/>
        </p:nvGrpSpPr>
        <p:grpSpPr>
          <a:xfrm>
            <a:off x="1095319" y="3404283"/>
            <a:ext cx="2485783" cy="467020"/>
            <a:chOff x="1003300" y="3389018"/>
            <a:chExt cx="2485783" cy="46702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0745DA1-50DC-438C-B2EE-2B9FA6BC593F}"/>
                </a:ext>
              </a:extLst>
            </p:cNvPr>
            <p:cNvSpPr/>
            <p:nvPr/>
          </p:nvSpPr>
          <p:spPr>
            <a:xfrm>
              <a:off x="2685658" y="338901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8257A36-ED2B-483D-A82E-0C14E11022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0793741"/>
                </p:ext>
              </p:extLst>
            </p:nvPr>
          </p:nvGraphicFramePr>
          <p:xfrm>
            <a:off x="1003300" y="3513138"/>
            <a:ext cx="1701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9" name="Equation" r:id="rId11" imgW="1701720" imgH="342720" progId="Equation.DSMT4">
                    <p:embed/>
                  </p:oleObj>
                </mc:Choice>
                <mc:Fallback>
                  <p:oleObj name="Equation" r:id="rId11" imgW="170172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CA53834-B6C8-4B0C-A0BB-839FDE6C59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03300" y="3513138"/>
                          <a:ext cx="1701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CD6B065-E5EC-4558-AF3E-EDACDE68F208}"/>
              </a:ext>
            </a:extLst>
          </p:cNvPr>
          <p:cNvGrpSpPr/>
          <p:nvPr/>
        </p:nvGrpSpPr>
        <p:grpSpPr>
          <a:xfrm>
            <a:off x="1095319" y="2663057"/>
            <a:ext cx="2135244" cy="461665"/>
            <a:chOff x="1095319" y="2663057"/>
            <a:chExt cx="2135244" cy="461665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CA53834-B6C8-4B0C-A0BB-839FDE6C59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7739323"/>
                </p:ext>
              </p:extLst>
            </p:nvPr>
          </p:nvGraphicFramePr>
          <p:xfrm>
            <a:off x="1095319" y="2716213"/>
            <a:ext cx="1308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0" name="Equation" r:id="rId13" imgW="1307880" imgH="342720" progId="Equation.DSMT4">
                    <p:embed/>
                  </p:oleObj>
                </mc:Choice>
                <mc:Fallback>
                  <p:oleObj name="Equation" r:id="rId13" imgW="13078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00CA906E-A925-4637-8F94-CB20D134B0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95319" y="2716213"/>
                          <a:ext cx="1308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1B469B7-55FA-41EE-B412-E26CBDF88CED}"/>
                </a:ext>
              </a:extLst>
            </p:cNvPr>
            <p:cNvSpPr/>
            <p:nvPr/>
          </p:nvSpPr>
          <p:spPr>
            <a:xfrm>
              <a:off x="2427138" y="2663057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endParaRPr lang="zh-CN" altLang="en-US" sz="2400" dirty="0"/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9A6B702-E671-45C5-AB8C-DF3702C17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985042"/>
              </p:ext>
            </p:extLst>
          </p:nvPr>
        </p:nvGraphicFramePr>
        <p:xfrm>
          <a:off x="3369324" y="3392488"/>
          <a:ext cx="3492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1" name="Equation" r:id="rId15" imgW="3492360" imgH="583920" progId="Equation.DSMT4">
                  <p:embed/>
                </p:oleObj>
              </mc:Choice>
              <mc:Fallback>
                <p:oleObj name="Equation" r:id="rId15" imgW="34923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69324" y="3392488"/>
                        <a:ext cx="34925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0FB11002-EB5F-490E-A749-2C15A454CE40}"/>
              </a:ext>
            </a:extLst>
          </p:cNvPr>
          <p:cNvGrpSpPr/>
          <p:nvPr/>
        </p:nvGrpSpPr>
        <p:grpSpPr>
          <a:xfrm>
            <a:off x="1170305" y="4162382"/>
            <a:ext cx="2157968" cy="461665"/>
            <a:chOff x="1170305" y="4162382"/>
            <a:chExt cx="2157968" cy="461665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BA88C5C-6D49-431B-9746-0827A2D349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289225"/>
                </p:ext>
              </p:extLst>
            </p:nvPr>
          </p:nvGraphicFramePr>
          <p:xfrm>
            <a:off x="1170305" y="4258089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2" name="Equation" r:id="rId17" imgW="1155600" imgH="342720" progId="Equation.DSMT4">
                    <p:embed/>
                  </p:oleObj>
                </mc:Choice>
                <mc:Fallback>
                  <p:oleObj name="Equation" r:id="rId17" imgW="115560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8257A36-ED2B-483D-A82E-0C14E11022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70305" y="4258089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1511308-7D7D-4CB6-9578-DCCABCFA2FFA}"/>
                </a:ext>
              </a:extLst>
            </p:cNvPr>
            <p:cNvSpPr/>
            <p:nvPr/>
          </p:nvSpPr>
          <p:spPr>
            <a:xfrm>
              <a:off x="2524848" y="416238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endParaRPr lang="zh-CN" altLang="en-US" sz="2400" dirty="0"/>
            </a:p>
          </p:txBody>
        </p:sp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04F2C06-CC86-4E5C-A026-1BC621A44F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947908"/>
              </p:ext>
            </p:extLst>
          </p:nvPr>
        </p:nvGraphicFramePr>
        <p:xfrm>
          <a:off x="3302000" y="4157793"/>
          <a:ext cx="2540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" name="Equation" r:id="rId19" imgW="2539800" imgH="545760" progId="Equation.DSMT4">
                  <p:embed/>
                </p:oleObj>
              </mc:Choice>
              <mc:Fallback>
                <p:oleObj name="Equation" r:id="rId19" imgW="25398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02000" y="4157793"/>
                        <a:ext cx="25400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8970423A-A6E7-4A63-AB8C-E732B9F1440D}"/>
              </a:ext>
            </a:extLst>
          </p:cNvPr>
          <p:cNvSpPr/>
          <p:nvPr/>
        </p:nvSpPr>
        <p:spPr>
          <a:xfrm>
            <a:off x="7596336" y="1004915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P84,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1(1)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F1CED49-573B-4894-A670-00E7E6CCD1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698795"/>
              </p:ext>
            </p:extLst>
          </p:nvPr>
        </p:nvGraphicFramePr>
        <p:xfrm>
          <a:off x="7092280" y="73584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4" name="Equation" r:id="rId21" imgW="190440" imgH="266400" progId="Equation.DSMT4">
                  <p:embed/>
                </p:oleObj>
              </mc:Choice>
              <mc:Fallback>
                <p:oleObj name="Equation" r:id="rId21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92280" y="73584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010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4905CD1-F2A3-4E51-804A-A8E85270B259}"/>
              </a:ext>
            </a:extLst>
          </p:cNvPr>
          <p:cNvGrpSpPr/>
          <p:nvPr/>
        </p:nvGrpSpPr>
        <p:grpSpPr>
          <a:xfrm>
            <a:off x="597235" y="411163"/>
            <a:ext cx="6133765" cy="965200"/>
            <a:chOff x="597235" y="411163"/>
            <a:chExt cx="6133765" cy="965200"/>
          </a:xfrm>
        </p:grpSpPr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2C7EE768-C3C1-4B75-BFA3-2F767F1E4B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246988"/>
                </p:ext>
              </p:extLst>
            </p:nvPr>
          </p:nvGraphicFramePr>
          <p:xfrm>
            <a:off x="597235" y="794668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5" name="Equation" r:id="rId3" imgW="1143000" imgH="342720" progId="Equation.DSMT4">
                    <p:embed/>
                  </p:oleObj>
                </mc:Choice>
                <mc:Fallback>
                  <p:oleObj name="Equation" r:id="rId3" imgW="114300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FBA88C5C-6D49-431B-9746-0827A2D349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7235" y="794668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F33C5C9-2308-4A50-9B3D-3BCAE2DB7282}"/>
                </a:ext>
              </a:extLst>
            </p:cNvPr>
            <p:cNvSpPr/>
            <p:nvPr/>
          </p:nvSpPr>
          <p:spPr>
            <a:xfrm>
              <a:off x="1771216" y="735285"/>
              <a:ext cx="7116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EE4CA0B-9585-48D7-97F9-09B7F7BD4E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8557440"/>
                </p:ext>
              </p:extLst>
            </p:nvPr>
          </p:nvGraphicFramePr>
          <p:xfrm>
            <a:off x="2349500" y="411163"/>
            <a:ext cx="4381500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6" name="Equation" r:id="rId5" imgW="4381200" imgH="965160" progId="Equation.DSMT4">
                    <p:embed/>
                  </p:oleObj>
                </mc:Choice>
                <mc:Fallback>
                  <p:oleObj name="Equation" r:id="rId5" imgW="4381200" imgH="9651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6CC50077-0615-4135-B3B1-EDAB79F798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49500" y="411163"/>
                          <a:ext cx="4381500" cy="965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873E5114-08E2-46F3-8B06-2A82AEA2FCE0}"/>
              </a:ext>
            </a:extLst>
          </p:cNvPr>
          <p:cNvSpPr/>
          <p:nvPr/>
        </p:nvSpPr>
        <p:spPr>
          <a:xfrm>
            <a:off x="476821" y="2085388"/>
            <a:ext cx="1142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0EFC4BA-3882-4405-A78E-BD24F92899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860543"/>
              </p:ext>
            </p:extLst>
          </p:nvPr>
        </p:nvGraphicFramePr>
        <p:xfrm>
          <a:off x="1610543" y="1700485"/>
          <a:ext cx="317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7" name="Equation" r:id="rId7" imgW="3174840" imgH="1396800" progId="Equation.DSMT4">
                  <p:embed/>
                </p:oleObj>
              </mc:Choice>
              <mc:Fallback>
                <p:oleObj name="Equation" r:id="rId7" imgW="317484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0543" y="1700485"/>
                        <a:ext cx="3175000" cy="139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75E15BD-08F0-4E12-98CD-72FBAA6044A4}"/>
              </a:ext>
            </a:extLst>
          </p:cNvPr>
          <p:cNvSpPr/>
          <p:nvPr/>
        </p:nvSpPr>
        <p:spPr>
          <a:xfrm>
            <a:off x="490853" y="3336073"/>
            <a:ext cx="710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69ED20-E033-455F-9012-6DF755690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434560"/>
              </p:ext>
            </p:extLst>
          </p:nvPr>
        </p:nvGraphicFramePr>
        <p:xfrm>
          <a:off x="1111312" y="3187525"/>
          <a:ext cx="548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8" name="Equation" r:id="rId9" imgW="5486400" imgH="787320" progId="Equation.DSMT4">
                  <p:embed/>
                </p:oleObj>
              </mc:Choice>
              <mc:Fallback>
                <p:oleObj name="Equation" r:id="rId9" imgW="54864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1312" y="3187525"/>
                        <a:ext cx="5486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85C6DC9-F15F-43FE-8CBA-37EB84CEF6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659067"/>
              </p:ext>
            </p:extLst>
          </p:nvPr>
        </p:nvGraphicFramePr>
        <p:xfrm>
          <a:off x="1115616" y="4082215"/>
          <a:ext cx="5168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9" name="Equation" r:id="rId11" imgW="5168880" imgH="787320" progId="Equation.DSMT4">
                  <p:embed/>
                </p:oleObj>
              </mc:Choice>
              <mc:Fallback>
                <p:oleObj name="Equation" r:id="rId11" imgW="516888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169ED20-E033-455F-9012-6DF755690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15616" y="4082215"/>
                        <a:ext cx="5168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0EC3CB7-B7E2-4ADF-9313-419A68B43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054063"/>
              </p:ext>
            </p:extLst>
          </p:nvPr>
        </p:nvGraphicFramePr>
        <p:xfrm>
          <a:off x="6951416" y="3927920"/>
          <a:ext cx="200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0" name="Equation" r:id="rId13" imgW="2006280" imgH="380880" progId="Equation.DSMT4">
                  <p:embed/>
                </p:oleObj>
              </mc:Choice>
              <mc:Fallback>
                <p:oleObj name="Equation" r:id="rId13" imgW="2006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51416" y="3927920"/>
                        <a:ext cx="200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5ABE525D-61B5-4726-9417-DF84D9B6AC8C}"/>
              </a:ext>
            </a:extLst>
          </p:cNvPr>
          <p:cNvGrpSpPr/>
          <p:nvPr/>
        </p:nvGrpSpPr>
        <p:grpSpPr>
          <a:xfrm>
            <a:off x="6516216" y="564113"/>
            <a:ext cx="2337518" cy="2533372"/>
            <a:chOff x="6540147" y="325716"/>
            <a:chExt cx="2337518" cy="2533372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F62BC20F-F0B0-499E-B57D-B2E265EDA3AA}"/>
                </a:ext>
              </a:extLst>
            </p:cNvPr>
            <p:cNvCxnSpPr/>
            <p:nvPr/>
          </p:nvCxnSpPr>
          <p:spPr>
            <a:xfrm flipV="1">
              <a:off x="6573409" y="2530802"/>
              <a:ext cx="2304256" cy="325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2FA6F76-9AC5-4696-948C-D6F0E707C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1450050"/>
              <a:ext cx="0" cy="14090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5BD2BB9-C8AA-406D-B436-801DBE563E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5605748"/>
                </p:ext>
              </p:extLst>
            </p:nvPr>
          </p:nvGraphicFramePr>
          <p:xfrm>
            <a:off x="8619264" y="254501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1" name="Equation" r:id="rId15" imgW="177480" imgH="190440" progId="Equation.DSMT4">
                    <p:embed/>
                  </p:oleObj>
                </mc:Choice>
                <mc:Fallback>
                  <p:oleObj name="Equation" r:id="rId15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619264" y="2545018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7451380-C96E-4E38-92E5-7147B914E6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430291"/>
                </p:ext>
              </p:extLst>
            </p:nvPr>
          </p:nvGraphicFramePr>
          <p:xfrm>
            <a:off x="7438207" y="1534075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2" name="Equation" r:id="rId17" imgW="190440" imgH="241200" progId="Equation.DSMT4">
                    <p:embed/>
                  </p:oleObj>
                </mc:Choice>
                <mc:Fallback>
                  <p:oleObj name="Equation" r:id="rId17" imgW="190440" imgH="2412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5BD2BB9-C8AA-406D-B436-801DBE563E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438207" y="1534075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8CD1F5A-1DE7-4B4B-8B0D-2ED3E5E679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0208636"/>
                </p:ext>
              </p:extLst>
            </p:nvPr>
          </p:nvGraphicFramePr>
          <p:xfrm>
            <a:off x="7339163" y="2563304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3" name="Equation" r:id="rId19" imgW="228600" imgH="241200" progId="Equation.DSMT4">
                    <p:embed/>
                  </p:oleObj>
                </mc:Choice>
                <mc:Fallback>
                  <p:oleObj name="Equation" r:id="rId19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339163" y="2563304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1BDD75F-01AE-43BA-8E96-27553B1AF274}"/>
                </a:ext>
              </a:extLst>
            </p:cNvPr>
            <p:cNvCxnSpPr>
              <a:cxnSpLocks/>
            </p:cNvCxnSpPr>
            <p:nvPr/>
          </p:nvCxnSpPr>
          <p:spPr>
            <a:xfrm>
              <a:off x="7164288" y="2154569"/>
              <a:ext cx="432048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B7BBCC8-D87E-4894-86F8-1700D39208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1416" y="1871266"/>
              <a:ext cx="222565" cy="289401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A9F9335-BC1F-4A49-8E7B-9F0175013DD6}"/>
                </a:ext>
              </a:extLst>
            </p:cNvPr>
            <p:cNvCxnSpPr/>
            <p:nvPr/>
          </p:nvCxnSpPr>
          <p:spPr>
            <a:xfrm>
              <a:off x="7164288" y="2154569"/>
              <a:ext cx="0" cy="39044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D0BA3B70-C2D7-46FD-9399-1C5443E08E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753987"/>
                </p:ext>
              </p:extLst>
            </p:nvPr>
          </p:nvGraphicFramePr>
          <p:xfrm>
            <a:off x="6960415" y="2583776"/>
            <a:ext cx="292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4" name="Equation" r:id="rId21" imgW="291960" imgH="228600" progId="Equation.DSMT4">
                    <p:embed/>
                  </p:oleObj>
                </mc:Choice>
                <mc:Fallback>
                  <p:oleObj name="Equation" r:id="rId21" imgW="2919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960415" y="2583776"/>
                          <a:ext cx="292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35577A00-C702-41E7-A78F-924710B971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8533738"/>
                </p:ext>
              </p:extLst>
            </p:nvPr>
          </p:nvGraphicFramePr>
          <p:xfrm>
            <a:off x="7618602" y="2006418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5" name="Equation" r:id="rId23" imgW="114120" imgH="228600" progId="Equation.DSMT4">
                    <p:embed/>
                  </p:oleObj>
                </mc:Choice>
                <mc:Fallback>
                  <p:oleObj name="Equation" r:id="rId23" imgW="1141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618602" y="2006418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弧形 35">
              <a:extLst>
                <a:ext uri="{FF2B5EF4-FFF2-40B4-BE49-F238E27FC236}">
                  <a16:creationId xmlns:a16="http://schemas.microsoft.com/office/drawing/2014/main" id="{BD3AE179-C5FA-4F46-A522-5F020EF0A533}"/>
                </a:ext>
              </a:extLst>
            </p:cNvPr>
            <p:cNvSpPr/>
            <p:nvPr/>
          </p:nvSpPr>
          <p:spPr>
            <a:xfrm rot="6388582">
              <a:off x="6511896" y="353967"/>
              <a:ext cx="1852621" cy="1796120"/>
            </a:xfrm>
            <a:prstGeom prst="arc">
              <a:avLst>
                <a:gd name="adj1" fmla="val 15465156"/>
                <a:gd name="adj2" fmla="val 2003896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532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6FD65EB-E70F-473D-87AD-BEFA13CE5164}"/>
              </a:ext>
            </a:extLst>
          </p:cNvPr>
          <p:cNvGrpSpPr/>
          <p:nvPr/>
        </p:nvGrpSpPr>
        <p:grpSpPr>
          <a:xfrm>
            <a:off x="971600" y="555526"/>
            <a:ext cx="3960440" cy="461665"/>
            <a:chOff x="683568" y="553343"/>
            <a:chExt cx="3960440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0C9CB3C-A79E-4EB2-9725-4BCB45CD1BA1}"/>
                </a:ext>
              </a:extLst>
            </p:cNvPr>
            <p:cNvSpPr/>
            <p:nvPr/>
          </p:nvSpPr>
          <p:spPr>
            <a:xfrm>
              <a:off x="683568" y="553343"/>
              <a:ext cx="396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          在            处不可导；</a:t>
              </a:r>
              <a:endParaRPr lang="zh-CN" altLang="en-US" sz="2400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22AF8BE0-2BBE-462B-BB0A-7FDCC081EF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3141199"/>
                </p:ext>
              </p:extLst>
            </p:nvPr>
          </p:nvGraphicFramePr>
          <p:xfrm>
            <a:off x="1187624" y="6127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1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87624" y="61272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6912D91-EA7C-479F-997B-2F977E6943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1948784"/>
                </p:ext>
              </p:extLst>
            </p:nvPr>
          </p:nvGraphicFramePr>
          <p:xfrm>
            <a:off x="2195736" y="612725"/>
            <a:ext cx="800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16" name="Equation" r:id="rId5" imgW="799920" imgH="279360" progId="Equation.DSMT4">
                    <p:embed/>
                  </p:oleObj>
                </mc:Choice>
                <mc:Fallback>
                  <p:oleObj name="Equation" r:id="rId5" imgW="7999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95736" y="612725"/>
                          <a:ext cx="800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78616A5F-4D93-4A43-ADBC-70AC8C8A9B78}"/>
              </a:ext>
            </a:extLst>
          </p:cNvPr>
          <p:cNvSpPr/>
          <p:nvPr/>
        </p:nvSpPr>
        <p:spPr>
          <a:xfrm>
            <a:off x="971601" y="1349797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同理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2BAAEED-A05C-4F60-A6C4-AF7A0CE3F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814976"/>
              </p:ext>
            </p:extLst>
          </p:nvPr>
        </p:nvGraphicFramePr>
        <p:xfrm>
          <a:off x="1835697" y="1212329"/>
          <a:ext cx="478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7" name="Equation" r:id="rId7" imgW="4787640" imgH="736560" progId="Equation.DSMT4">
                  <p:embed/>
                </p:oleObj>
              </mc:Choice>
              <mc:Fallback>
                <p:oleObj name="Equation" r:id="rId7" imgW="4787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5697" y="1212329"/>
                        <a:ext cx="478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38994E1-4E1A-4A6F-B430-0A6D4ED29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380716"/>
              </p:ext>
            </p:extLst>
          </p:nvPr>
        </p:nvGraphicFramePr>
        <p:xfrm>
          <a:off x="1866975" y="2144067"/>
          <a:ext cx="4902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name="Equation" r:id="rId9" imgW="4902120" imgH="774360" progId="Equation.DSMT4">
                  <p:embed/>
                </p:oleObj>
              </mc:Choice>
              <mc:Fallback>
                <p:oleObj name="Equation" r:id="rId9" imgW="490212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2BAAEED-A05C-4F60-A6C4-AF7A0CE3F0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6975" y="2144067"/>
                        <a:ext cx="4902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7FF3D7-347F-4256-8D66-ABDB1C74C6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096035"/>
              </p:ext>
            </p:extLst>
          </p:nvPr>
        </p:nvGraphicFramePr>
        <p:xfrm>
          <a:off x="1866975" y="3232518"/>
          <a:ext cx="172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9" name="Equation" r:id="rId11" imgW="1726920" imgH="380880" progId="Equation.DSMT4">
                  <p:embed/>
                </p:oleObj>
              </mc:Choice>
              <mc:Fallback>
                <p:oleObj name="Equation" r:id="rId11" imgW="172692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0EC3CB7-B7E2-4ADF-9313-419A68B43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66975" y="3232518"/>
                        <a:ext cx="1727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57FE869D-5E5E-4FAC-9DA0-46E1126354C1}"/>
              </a:ext>
            </a:extLst>
          </p:cNvPr>
          <p:cNvGrpSpPr/>
          <p:nvPr/>
        </p:nvGrpSpPr>
        <p:grpSpPr>
          <a:xfrm>
            <a:off x="971600" y="3911841"/>
            <a:ext cx="3960440" cy="461665"/>
            <a:chOff x="683568" y="553343"/>
            <a:chExt cx="3960440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AB10539-6568-4816-B51E-141D8CE1D3F8}"/>
                </a:ext>
              </a:extLst>
            </p:cNvPr>
            <p:cNvSpPr/>
            <p:nvPr/>
          </p:nvSpPr>
          <p:spPr>
            <a:xfrm>
              <a:off x="683568" y="553343"/>
              <a:ext cx="396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          在            处不可导；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C73FC70-054F-4C9F-9290-ECB58A90AA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7449691"/>
                </p:ext>
              </p:extLst>
            </p:nvPr>
          </p:nvGraphicFramePr>
          <p:xfrm>
            <a:off x="1180812" y="63368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20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22AF8BE0-2BBE-462B-BB0A-7FDCC081EF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80812" y="63368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5C23A19-8F50-42BB-8A06-74378A88AD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6501248"/>
                </p:ext>
              </p:extLst>
            </p:nvPr>
          </p:nvGraphicFramePr>
          <p:xfrm>
            <a:off x="2271936" y="63368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21" name="Equation" r:id="rId14" imgW="647640" imgH="279360" progId="Equation.DSMT4">
                    <p:embed/>
                  </p:oleObj>
                </mc:Choice>
                <mc:Fallback>
                  <p:oleObj name="Equation" r:id="rId14" imgW="647640" imgH="2793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56912D91-EA7C-479F-997B-2F977E6943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271936" y="63368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1252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A41A80-FC9A-419E-8595-CF7D755EE42C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627534"/>
            <a:ext cx="7416824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在         连续，则下列命题错误的是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).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CBF9768-DD50-4A8B-8B36-E413AF63D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840087"/>
              </p:ext>
            </p:extLst>
          </p:nvPr>
        </p:nvGraphicFramePr>
        <p:xfrm>
          <a:off x="1979712" y="71715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71715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2C61A8D-E0B1-42D8-BC9A-4C47AE4709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23544"/>
              </p:ext>
            </p:extLst>
          </p:nvPr>
        </p:nvGraphicFramePr>
        <p:xfrm>
          <a:off x="2987824" y="71715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3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7824" y="71715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F649EBD4-8EC5-443C-8055-D6C5BBCD7C28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419622"/>
            <a:ext cx="460851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存在，则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23B875B-0FAA-4BD0-A76D-C841D30ADE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52051"/>
              </p:ext>
            </p:extLst>
          </p:nvPr>
        </p:nvGraphicFramePr>
        <p:xfrm>
          <a:off x="1700436" y="1267582"/>
          <a:ext cx="111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4" name="Equation" r:id="rId7" imgW="1117440" imgH="736560" progId="Equation.DSMT4">
                  <p:embed/>
                </p:oleObj>
              </mc:Choice>
              <mc:Fallback>
                <p:oleObj name="Equation" r:id="rId7" imgW="1117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00436" y="1267582"/>
                        <a:ext cx="111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8DA8A23-9320-4292-8623-9182BFFDE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793228"/>
              </p:ext>
            </p:extLst>
          </p:nvPr>
        </p:nvGraphicFramePr>
        <p:xfrm>
          <a:off x="4036504" y="150924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5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36504" y="150924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7E91D9E6-0A86-4BD4-BD8E-5D5120958FB1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133774"/>
            <a:ext cx="5184576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               存在，则  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73596D7-1656-4BC4-B58B-ADD2F9DC0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937230"/>
              </p:ext>
            </p:extLst>
          </p:nvPr>
        </p:nvGraphicFramePr>
        <p:xfrm>
          <a:off x="1700436" y="1995450"/>
          <a:ext cx="214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6" name="Equation" r:id="rId11" imgW="2145960" imgH="736560" progId="Equation.DSMT4">
                  <p:embed/>
                </p:oleObj>
              </mc:Choice>
              <mc:Fallback>
                <p:oleObj name="Equation" r:id="rId11" imgW="214596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23B875B-0FAA-4BD0-A76D-C841D30AD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00436" y="1995450"/>
                        <a:ext cx="214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A172E66-F89F-4495-AC6D-606F2C858B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80549"/>
              </p:ext>
            </p:extLst>
          </p:nvPr>
        </p:nvGraphicFramePr>
        <p:xfrm>
          <a:off x="5164348" y="221171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7" name="Equation" r:id="rId13" imgW="1143000" imgH="342720" progId="Equation.DSMT4">
                  <p:embed/>
                </p:oleObj>
              </mc:Choice>
              <mc:Fallback>
                <p:oleObj name="Equation" r:id="rId13" imgW="1143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8DA8A23-9320-4292-8623-9182BFFDE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64348" y="2211710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EB0ACBE5-A4FA-494E-A82B-CA779B1973F7}"/>
              </a:ext>
            </a:extLst>
          </p:cNvPr>
          <p:cNvSpPr txBox="1">
            <a:spLocks noChangeArrowheads="1"/>
          </p:cNvSpPr>
          <p:nvPr/>
        </p:nvSpPr>
        <p:spPr>
          <a:xfrm>
            <a:off x="684378" y="2870374"/>
            <a:ext cx="5183765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存在，则          存在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ED0184A-1E7B-49B7-87AC-7A26CF107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308585"/>
              </p:ext>
            </p:extLst>
          </p:nvPr>
        </p:nvGraphicFramePr>
        <p:xfrm>
          <a:off x="1655986" y="2732050"/>
          <a:ext cx="111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8" name="Equation" r:id="rId15" imgW="1117440" imgH="736560" progId="Equation.DSMT4">
                  <p:embed/>
                </p:oleObj>
              </mc:Choice>
              <mc:Fallback>
                <p:oleObj name="Equation" r:id="rId15" imgW="111744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23B875B-0FAA-4BD0-A76D-C841D30AD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55986" y="2732050"/>
                        <a:ext cx="111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E6628CD-FBAE-451B-AA6D-F77B50413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16306"/>
              </p:ext>
            </p:extLst>
          </p:nvPr>
        </p:nvGraphicFramePr>
        <p:xfrm>
          <a:off x="4068434" y="2947294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9" name="Equation" r:id="rId17" imgW="685800" imgH="355320" progId="Equation.DSMT4">
                  <p:embed/>
                </p:oleObj>
              </mc:Choice>
              <mc:Fallback>
                <p:oleObj name="Equation" r:id="rId17" imgW="68580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8DA8A23-9320-4292-8623-9182BFFDE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68434" y="2947294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DA20089E-C537-40A9-B73E-72F7CF44A9D7}"/>
              </a:ext>
            </a:extLst>
          </p:cNvPr>
          <p:cNvSpPr txBox="1">
            <a:spLocks noChangeArrowheads="1"/>
          </p:cNvSpPr>
          <p:nvPr/>
        </p:nvSpPr>
        <p:spPr>
          <a:xfrm>
            <a:off x="684378" y="3706266"/>
            <a:ext cx="693076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             存在，则          存在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3EF97C0-CF76-4CBA-B811-C98AFD4F9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734388"/>
              </p:ext>
            </p:extLst>
          </p:nvPr>
        </p:nvGraphicFramePr>
        <p:xfrm>
          <a:off x="1641149" y="3586753"/>
          <a:ext cx="214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0" name="Equation" r:id="rId19" imgW="2145960" imgH="736560" progId="Equation.DSMT4">
                  <p:embed/>
                </p:oleObj>
              </mc:Choice>
              <mc:Fallback>
                <p:oleObj name="Equation" r:id="rId19" imgW="214596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ED0184A-1E7B-49B7-87AC-7A26CF107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41149" y="3586753"/>
                        <a:ext cx="214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4C5BAE3-D61E-4397-A9C3-76055D27F3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623078"/>
              </p:ext>
            </p:extLst>
          </p:nvPr>
        </p:nvGraphicFramePr>
        <p:xfrm>
          <a:off x="5040827" y="3777253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1" name="Equation" r:id="rId21" imgW="685800" imgH="355320" progId="Equation.DSMT4">
                  <p:embed/>
                </p:oleObj>
              </mc:Choice>
              <mc:Fallback>
                <p:oleObj name="Equation" r:id="rId21" imgW="68580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E6628CD-FBAE-451B-AA6D-F77B50413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40827" y="3777253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D4771BED-B203-4827-B26E-5AD0F46F4504}"/>
              </a:ext>
            </a:extLst>
          </p:cNvPr>
          <p:cNvSpPr/>
          <p:nvPr/>
        </p:nvSpPr>
        <p:spPr>
          <a:xfrm>
            <a:off x="7142091" y="688673"/>
            <a:ext cx="946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   </a:t>
            </a: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FE873A-6B58-4FC9-AA54-BE41AA56FFF5}"/>
              </a:ext>
            </a:extLst>
          </p:cNvPr>
          <p:cNvSpPr/>
          <p:nvPr/>
        </p:nvSpPr>
        <p:spPr>
          <a:xfrm>
            <a:off x="7596336" y="1004915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P85,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1(2)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89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BE82196-26A7-489A-A4D5-9B037DA398DF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635377"/>
            <a:ext cx="460851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存在，则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BB0EB87-A736-4DB1-A13C-4FE55D789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683670"/>
              </p:ext>
            </p:extLst>
          </p:nvPr>
        </p:nvGraphicFramePr>
        <p:xfrm>
          <a:off x="1916460" y="494950"/>
          <a:ext cx="111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3" name="Equation" r:id="rId3" imgW="1117440" imgH="736560" progId="Equation.DSMT4">
                  <p:embed/>
                </p:oleObj>
              </mc:Choice>
              <mc:Fallback>
                <p:oleObj name="Equation" r:id="rId3" imgW="111744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23B875B-0FAA-4BD0-A76D-C841D30AD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6460" y="494950"/>
                        <a:ext cx="111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EFB3FB8-D4F0-40D3-BAD6-8F4EABC8B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90584"/>
              </p:ext>
            </p:extLst>
          </p:nvPr>
        </p:nvGraphicFramePr>
        <p:xfrm>
          <a:off x="4252528" y="73661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4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8DA8A23-9320-4292-8623-9182BFFDE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52528" y="736610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ED613A0-AFF9-4C35-9850-286270A452BB}"/>
              </a:ext>
            </a:extLst>
          </p:cNvPr>
          <p:cNvSpPr/>
          <p:nvPr/>
        </p:nvSpPr>
        <p:spPr>
          <a:xfrm>
            <a:off x="891766" y="1427464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6EB6E1C-6055-4B15-BFE0-A2D6AF3FB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992537"/>
              </p:ext>
            </p:extLst>
          </p:nvPr>
        </p:nvGraphicFramePr>
        <p:xfrm>
          <a:off x="1763688" y="1251897"/>
          <a:ext cx="4432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5" name="Equation" r:id="rId7" imgW="4431960" imgH="812520" progId="Equation.DSMT4">
                  <p:embed/>
                </p:oleObj>
              </mc:Choice>
              <mc:Fallback>
                <p:oleObj name="Equation" r:id="rId7" imgW="44319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688" y="1251897"/>
                        <a:ext cx="4432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47A6B4DC-30F8-4AB7-8987-2482E7F0B1EE}"/>
              </a:ext>
            </a:extLst>
          </p:cNvPr>
          <p:cNvSpPr txBox="1">
            <a:spLocks noChangeArrowheads="1"/>
          </p:cNvSpPr>
          <p:nvPr/>
        </p:nvSpPr>
        <p:spPr>
          <a:xfrm>
            <a:off x="895499" y="2715853"/>
            <a:ext cx="5184576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               存在，则 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FC9FF3B-463D-48C2-A0BB-0E2DE867A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85664"/>
              </p:ext>
            </p:extLst>
          </p:nvPr>
        </p:nvGraphicFramePr>
        <p:xfrm>
          <a:off x="1912367" y="2577529"/>
          <a:ext cx="214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6" name="Equation" r:id="rId9" imgW="2145960" imgH="736560" progId="Equation.DSMT4">
                  <p:embed/>
                </p:oleObj>
              </mc:Choice>
              <mc:Fallback>
                <p:oleObj name="Equation" r:id="rId9" imgW="214596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73596D7-1656-4BC4-B58B-ADD2F9DC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2367" y="2577529"/>
                        <a:ext cx="214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DF22ADE-5CB4-43C9-A57B-1BBD71134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330594"/>
              </p:ext>
            </p:extLst>
          </p:nvPr>
        </p:nvGraphicFramePr>
        <p:xfrm>
          <a:off x="5376279" y="2793789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7" name="Equation" r:id="rId11" imgW="1143000" imgH="342720" progId="Equation.DSMT4">
                  <p:embed/>
                </p:oleObj>
              </mc:Choice>
              <mc:Fallback>
                <p:oleObj name="Equation" r:id="rId11" imgW="11430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A172E66-F89F-4495-AC6D-606F2C858B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6279" y="2793789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1A7FFBA-DD4C-4648-B773-6658564546E1}"/>
              </a:ext>
            </a:extLst>
          </p:cNvPr>
          <p:cNvSpPr/>
          <p:nvPr/>
        </p:nvSpPr>
        <p:spPr>
          <a:xfrm>
            <a:off x="796530" y="3812389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BA8255-C8B3-4EC1-8B23-47441A1B0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418877"/>
              </p:ext>
            </p:extLst>
          </p:nvPr>
        </p:nvGraphicFramePr>
        <p:xfrm>
          <a:off x="1900742" y="3789221"/>
          <a:ext cx="454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8" name="Equation" r:id="rId13" imgW="4546440" imgH="507960" progId="Equation.DSMT4">
                  <p:embed/>
                </p:oleObj>
              </mc:Choice>
              <mc:Fallback>
                <p:oleObj name="Equation" r:id="rId13" imgW="45464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00742" y="3789221"/>
                        <a:ext cx="4546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00099F1-EEB6-45E2-B8CC-2683CDF40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6978"/>
              </p:ext>
            </p:extLst>
          </p:nvPr>
        </p:nvGraphicFramePr>
        <p:xfrm>
          <a:off x="6671718" y="385497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9" name="Equation" r:id="rId15" imgW="1143000" imgH="342720" progId="Equation.DSMT4">
                  <p:embed/>
                </p:oleObj>
              </mc:Choice>
              <mc:Fallback>
                <p:oleObj name="Equation" r:id="rId15" imgW="11430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DF22ADE-5CB4-43C9-A57B-1BBD71134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71718" y="385497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BA1EEBA0-47B6-42BF-BD46-507A89890971}"/>
              </a:ext>
            </a:extLst>
          </p:cNvPr>
          <p:cNvSpPr/>
          <p:nvPr/>
        </p:nvSpPr>
        <p:spPr>
          <a:xfrm>
            <a:off x="2169964" y="1183696"/>
            <a:ext cx="8640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连续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F7BF79-D820-4D8B-B289-7726E60F541E}"/>
              </a:ext>
            </a:extLst>
          </p:cNvPr>
          <p:cNvSpPr/>
          <p:nvPr/>
        </p:nvSpPr>
        <p:spPr>
          <a:xfrm>
            <a:off x="4081397" y="3526857"/>
            <a:ext cx="8640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连续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617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044D173-A72C-45CC-AA41-CA889A5FF8EF}"/>
              </a:ext>
            </a:extLst>
          </p:cNvPr>
          <p:cNvSpPr txBox="1">
            <a:spLocks noChangeArrowheads="1"/>
          </p:cNvSpPr>
          <p:nvPr/>
        </p:nvSpPr>
        <p:spPr>
          <a:xfrm>
            <a:off x="706057" y="555526"/>
            <a:ext cx="5183765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存在，则          存在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7A8A3F1-5CDE-4360-A332-ECF19155DC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789256"/>
              </p:ext>
            </p:extLst>
          </p:nvPr>
        </p:nvGraphicFramePr>
        <p:xfrm>
          <a:off x="1677665" y="417202"/>
          <a:ext cx="111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9" name="Equation" r:id="rId3" imgW="1117440" imgH="736560" progId="Equation.DSMT4">
                  <p:embed/>
                </p:oleObj>
              </mc:Choice>
              <mc:Fallback>
                <p:oleObj name="Equation" r:id="rId3" imgW="111744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ED0184A-1E7B-49B7-87AC-7A26CF107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7665" y="417202"/>
                        <a:ext cx="111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257FAB0-8C32-4ABC-855C-E9474CFEA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562689"/>
              </p:ext>
            </p:extLst>
          </p:nvPr>
        </p:nvGraphicFramePr>
        <p:xfrm>
          <a:off x="4090113" y="63244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0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E6628CD-FBAE-451B-AA6D-F77B50413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90113" y="63244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64B95D44-49CC-4D53-BCE9-3E66D3B69429}"/>
              </a:ext>
            </a:extLst>
          </p:cNvPr>
          <p:cNvSpPr txBox="1">
            <a:spLocks noChangeArrowheads="1"/>
          </p:cNvSpPr>
          <p:nvPr/>
        </p:nvSpPr>
        <p:spPr>
          <a:xfrm>
            <a:off x="674252" y="2912510"/>
            <a:ext cx="693076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                    存在，则          存在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57AF185-ACC3-4B2E-89E4-17750AEDB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940005"/>
              </p:ext>
            </p:extLst>
          </p:nvPr>
        </p:nvGraphicFramePr>
        <p:xfrm>
          <a:off x="1631023" y="2792997"/>
          <a:ext cx="214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1" name="Equation" r:id="rId7" imgW="2145960" imgH="736560" progId="Equation.DSMT4">
                  <p:embed/>
                </p:oleObj>
              </mc:Choice>
              <mc:Fallback>
                <p:oleObj name="Equation" r:id="rId7" imgW="2145960" imgH="7365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3EF97C0-CF76-4CBA-B811-C98AFD4F9A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1023" y="2792997"/>
                        <a:ext cx="214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B51E80A-2FD3-49CC-A6C0-C3A54F415F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07602"/>
              </p:ext>
            </p:extLst>
          </p:nvPr>
        </p:nvGraphicFramePr>
        <p:xfrm>
          <a:off x="5030701" y="2983497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" name="Equation" r:id="rId9" imgW="685800" imgH="355320" progId="Equation.DSMT4">
                  <p:embed/>
                </p:oleObj>
              </mc:Choice>
              <mc:Fallback>
                <p:oleObj name="Equation" r:id="rId9" imgW="68580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4C5BAE3-D61E-4397-A9C3-76055D27F3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30701" y="2983497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7BA99C0-49A9-41CE-ACBC-5880AACDE33E}"/>
              </a:ext>
            </a:extLst>
          </p:cNvPr>
          <p:cNvSpPr/>
          <p:nvPr/>
        </p:nvSpPr>
        <p:spPr>
          <a:xfrm>
            <a:off x="674252" y="1404001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3DB1D56-BDEF-463B-BF2D-E380DA4AC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59722"/>
              </p:ext>
            </p:extLst>
          </p:nvPr>
        </p:nvGraphicFramePr>
        <p:xfrm>
          <a:off x="1516644" y="1278131"/>
          <a:ext cx="519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3" name="Equation" r:id="rId11" imgW="5194080" imgH="736560" progId="Equation.DSMT4">
                  <p:embed/>
                </p:oleObj>
              </mc:Choice>
              <mc:Fallback>
                <p:oleObj name="Equation" r:id="rId11" imgW="5194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16644" y="1278131"/>
                        <a:ext cx="5194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D43B953-E2C1-4CF9-B368-B955AF819021}"/>
              </a:ext>
            </a:extLst>
          </p:cNvPr>
          <p:cNvGrpSpPr/>
          <p:nvPr/>
        </p:nvGrpSpPr>
        <p:grpSpPr>
          <a:xfrm>
            <a:off x="727856" y="2134244"/>
            <a:ext cx="2146300" cy="461665"/>
            <a:chOff x="727856" y="2134244"/>
            <a:chExt cx="2146300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9C7CF73-DF7C-47DA-8EDA-DA6A5274E1C4}"/>
                </a:ext>
              </a:extLst>
            </p:cNvPr>
            <p:cNvSpPr/>
            <p:nvPr/>
          </p:nvSpPr>
          <p:spPr>
            <a:xfrm>
              <a:off x="727856" y="2134244"/>
              <a:ext cx="21463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           存在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BA0F733-FE11-4AD5-899E-DCB8363241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5120278"/>
                </p:ext>
              </p:extLst>
            </p:nvPr>
          </p:nvGraphicFramePr>
          <p:xfrm>
            <a:off x="1195448" y="2196634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4" name="Equation" r:id="rId13" imgW="685800" imgH="355320" progId="Equation.DSMT4">
                    <p:embed/>
                  </p:oleObj>
                </mc:Choice>
                <mc:Fallback>
                  <p:oleObj name="Equation" r:id="rId13" imgW="685800" imgH="355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257FAB0-8C32-4ABC-855C-E9474CFEAB9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95448" y="2196634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A23D8650-EB69-43FB-B42C-D39029C2F013}"/>
              </a:ext>
            </a:extLst>
          </p:cNvPr>
          <p:cNvSpPr/>
          <p:nvPr/>
        </p:nvSpPr>
        <p:spPr>
          <a:xfrm>
            <a:off x="674252" y="3599078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641BD46-A8CC-4CFE-BB75-57B5328CE436}"/>
              </a:ext>
            </a:extLst>
          </p:cNvPr>
          <p:cNvGrpSpPr/>
          <p:nvPr/>
        </p:nvGrpSpPr>
        <p:grpSpPr>
          <a:xfrm>
            <a:off x="1372369" y="3464543"/>
            <a:ext cx="5545070" cy="736600"/>
            <a:chOff x="1372369" y="3464543"/>
            <a:chExt cx="5545070" cy="7366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EA75307-699E-4B29-9081-FA04DA82B8B4}"/>
                </a:ext>
              </a:extLst>
            </p:cNvPr>
            <p:cNvSpPr/>
            <p:nvPr/>
          </p:nvSpPr>
          <p:spPr>
            <a:xfrm>
              <a:off x="1372369" y="3599078"/>
              <a:ext cx="5088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A5EFADF-6C59-42D1-94DC-FAD96D5D79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7787426"/>
                </p:ext>
              </p:extLst>
            </p:nvPr>
          </p:nvGraphicFramePr>
          <p:xfrm>
            <a:off x="1804413" y="3674748"/>
            <a:ext cx="1308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5" name="Equation" r:id="rId14" imgW="1307880" imgH="342720" progId="Equation.DSMT4">
                    <p:embed/>
                  </p:oleObj>
                </mc:Choice>
                <mc:Fallback>
                  <p:oleObj name="Equation" r:id="rId14" imgW="1307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804413" y="3674748"/>
                          <a:ext cx="1308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2A85722-8916-481B-A78C-F8F853C207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5573118"/>
                </p:ext>
              </p:extLst>
            </p:nvPr>
          </p:nvGraphicFramePr>
          <p:xfrm>
            <a:off x="3297939" y="3464543"/>
            <a:ext cx="3619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6" name="Equation" r:id="rId16" imgW="3619440" imgH="736560" progId="Equation.DSMT4">
                    <p:embed/>
                  </p:oleObj>
                </mc:Choice>
                <mc:Fallback>
                  <p:oleObj name="Equation" r:id="rId16" imgW="36194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297939" y="3464543"/>
                          <a:ext cx="3619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B5C514-6A20-41B5-BC57-4467EC531817}"/>
              </a:ext>
            </a:extLst>
          </p:cNvPr>
          <p:cNvGrpSpPr/>
          <p:nvPr/>
        </p:nvGrpSpPr>
        <p:grpSpPr>
          <a:xfrm>
            <a:off x="851860" y="4242809"/>
            <a:ext cx="2446079" cy="461665"/>
            <a:chOff x="851860" y="4242809"/>
            <a:chExt cx="2446079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109F842-C490-4E34-AA32-19135E5A9A9E}"/>
                </a:ext>
              </a:extLst>
            </p:cNvPr>
            <p:cNvSpPr/>
            <p:nvPr/>
          </p:nvSpPr>
          <p:spPr>
            <a:xfrm>
              <a:off x="851860" y="4242809"/>
              <a:ext cx="24460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但          不存在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EA4CBFD-DB47-4DFE-84D6-A46FB6FEAA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4062696"/>
                </p:ext>
              </p:extLst>
            </p:nvPr>
          </p:nvGraphicFramePr>
          <p:xfrm>
            <a:off x="1283908" y="4348874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7" name="Equation" r:id="rId18" imgW="685800" imgH="355320" progId="Equation.DSMT4">
                    <p:embed/>
                  </p:oleObj>
                </mc:Choice>
                <mc:Fallback>
                  <p:oleObj name="Equation" r:id="rId18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83908" y="4348874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3205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FF826F2-2496-4A25-9156-1FBE8E5962D4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626703"/>
            <a:ext cx="820891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已知函数                                                                 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).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C3CF5A3-4718-45D1-97B9-629424107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644019"/>
              </p:ext>
            </p:extLst>
          </p:nvPr>
        </p:nvGraphicFramePr>
        <p:xfrm>
          <a:off x="2267744" y="220663"/>
          <a:ext cx="3340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4" name="Equation" r:id="rId3" imgW="3340080" imgH="1244520" progId="Equation.DSMT4">
                  <p:embed/>
                </p:oleObj>
              </mc:Choice>
              <mc:Fallback>
                <p:oleObj name="Equation" r:id="rId3" imgW="334008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220663"/>
                        <a:ext cx="33401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C3527B8-6A58-445B-AFB0-EDB9C618B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655842"/>
              </p:ext>
            </p:extLst>
          </p:nvPr>
        </p:nvGraphicFramePr>
        <p:xfrm>
          <a:off x="5744220" y="677863"/>
          <a:ext cx="1447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5" name="Equation" r:id="rId5" imgW="1447560" imgH="330120" progId="Equation.DSMT4">
                  <p:embed/>
                </p:oleObj>
              </mc:Choice>
              <mc:Fallback>
                <p:oleObj name="Equation" r:id="rId5" imgW="1447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44220" y="677863"/>
                        <a:ext cx="1447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0C96B041-7935-4B54-A08F-EEC45C2EE78D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655043"/>
            <a:ext cx="468052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       的第一类间断点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443DC49-DE1C-4D89-ABD6-91943B385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459313"/>
              </p:ext>
            </p:extLst>
          </p:nvPr>
        </p:nvGraphicFramePr>
        <p:xfrm>
          <a:off x="1475656" y="1731603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6" name="Equation" r:id="rId7" imgW="647640" imgH="279360" progId="Equation.DSMT4">
                  <p:embed/>
                </p:oleObj>
              </mc:Choice>
              <mc:Fallback>
                <p:oleObj name="Equation" r:id="rId7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5656" y="1731603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9B3C58C-DB99-4B8D-B69E-3DAE00E31F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127535"/>
              </p:ext>
            </p:extLst>
          </p:nvPr>
        </p:nvGraphicFramePr>
        <p:xfrm>
          <a:off x="2460278" y="174938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7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60278" y="174938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30DCCEE-C8D1-4987-8794-35FF2FF8C91B}"/>
              </a:ext>
            </a:extLst>
          </p:cNvPr>
          <p:cNvSpPr txBox="1">
            <a:spLocks noChangeArrowheads="1"/>
          </p:cNvSpPr>
          <p:nvPr/>
        </p:nvSpPr>
        <p:spPr>
          <a:xfrm>
            <a:off x="859112" y="2383066"/>
            <a:ext cx="468052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       的第二类间断点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B5097EA-FDAC-4F38-BD20-A36DA6946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083463"/>
              </p:ext>
            </p:extLst>
          </p:nvPr>
        </p:nvGraphicFramePr>
        <p:xfrm>
          <a:off x="1507184" y="2459626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8" name="Equation" r:id="rId11" imgW="647640" imgH="279360" progId="Equation.DSMT4">
                  <p:embed/>
                </p:oleObj>
              </mc:Choice>
              <mc:Fallback>
                <p:oleObj name="Equation" r:id="rId11" imgW="64764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443DC49-DE1C-4D89-ABD6-91943B385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7184" y="2459626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FEA923D-CC55-4AAF-A86D-626217646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148765"/>
              </p:ext>
            </p:extLst>
          </p:nvPr>
        </p:nvGraphicFramePr>
        <p:xfrm>
          <a:off x="2491806" y="247740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9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9B3C58C-DB99-4B8D-B69E-3DAE00E31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91806" y="247740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68963B84-6F31-4B8C-BCD0-37F9BEE859A8}"/>
              </a:ext>
            </a:extLst>
          </p:cNvPr>
          <p:cNvSpPr txBox="1">
            <a:spLocks noChangeArrowheads="1"/>
          </p:cNvSpPr>
          <p:nvPr/>
        </p:nvSpPr>
        <p:spPr>
          <a:xfrm>
            <a:off x="824103" y="3106371"/>
            <a:ext cx="4828018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         处连续但不可导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6083793-3D54-4B2F-8011-0A27940CA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977165"/>
              </p:ext>
            </p:extLst>
          </p:nvPr>
        </p:nvGraphicFramePr>
        <p:xfrm>
          <a:off x="2522627" y="3197917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0" name="Equation" r:id="rId15" imgW="647640" imgH="279360" progId="Equation.DSMT4">
                  <p:embed/>
                </p:oleObj>
              </mc:Choice>
              <mc:Fallback>
                <p:oleObj name="Equation" r:id="rId15" imgW="64764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443DC49-DE1C-4D89-ABD6-91943B385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22627" y="3197917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CFAC06B-8492-4C29-BCEF-EEE4957C6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90527"/>
              </p:ext>
            </p:extLst>
          </p:nvPr>
        </p:nvGraphicFramePr>
        <p:xfrm>
          <a:off x="1475656" y="319599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1" name="Equation" r:id="rId16" imgW="622080" imgH="342720" progId="Equation.DSMT4">
                  <p:embed/>
                </p:oleObj>
              </mc:Choice>
              <mc:Fallback>
                <p:oleObj name="Equation" r:id="rId16" imgW="6220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9B3C58C-DB99-4B8D-B69E-3DAE00E31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5656" y="319599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2DA14AB3-5A8E-48F8-A990-302E9E5C9D26}"/>
              </a:ext>
            </a:extLst>
          </p:cNvPr>
          <p:cNvSpPr txBox="1">
            <a:spLocks noChangeArrowheads="1"/>
          </p:cNvSpPr>
          <p:nvPr/>
        </p:nvSpPr>
        <p:spPr>
          <a:xfrm>
            <a:off x="794295" y="3776693"/>
            <a:ext cx="356168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         处可导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C7D9FE5-FD3A-4D66-B631-B6B1CB1F9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170049"/>
              </p:ext>
            </p:extLst>
          </p:nvPr>
        </p:nvGraphicFramePr>
        <p:xfrm>
          <a:off x="2492819" y="3868239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2" name="Equation" r:id="rId17" imgW="647640" imgH="279360" progId="Equation.DSMT4">
                  <p:embed/>
                </p:oleObj>
              </mc:Choice>
              <mc:Fallback>
                <p:oleObj name="Equation" r:id="rId17" imgW="647640" imgH="279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6083793-3D54-4B2F-8011-0A27940CA6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2819" y="3868239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3297E56-B288-44DC-81D4-81CA259ED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529967"/>
              </p:ext>
            </p:extLst>
          </p:nvPr>
        </p:nvGraphicFramePr>
        <p:xfrm>
          <a:off x="1445848" y="386631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3" name="Equation" r:id="rId18" imgW="622080" imgH="342720" progId="Equation.DSMT4">
                  <p:embed/>
                </p:oleObj>
              </mc:Choice>
              <mc:Fallback>
                <p:oleObj name="Equation" r:id="rId18" imgW="62208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CFAC06B-8492-4C29-BCEF-EEE4957C61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5848" y="386631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3933A019-AFBC-4459-AB87-1DECB696F9F5}"/>
              </a:ext>
            </a:extLst>
          </p:cNvPr>
          <p:cNvSpPr/>
          <p:nvPr/>
        </p:nvSpPr>
        <p:spPr>
          <a:xfrm>
            <a:off x="7634766" y="641828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A0397B-2714-45C0-94A5-492F31B4E501}"/>
              </a:ext>
            </a:extLst>
          </p:cNvPr>
          <p:cNvSpPr/>
          <p:nvPr/>
        </p:nvSpPr>
        <p:spPr>
          <a:xfrm>
            <a:off x="7376176" y="1118618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P85,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1(4)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65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EE28BE3-DC5A-4B3A-8478-8AA38F662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555564"/>
              </p:ext>
            </p:extLst>
          </p:nvPr>
        </p:nvGraphicFramePr>
        <p:xfrm>
          <a:off x="2267744" y="437754"/>
          <a:ext cx="3340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6" name="Equation" r:id="rId3" imgW="3340080" imgH="1244520" progId="Equation.DSMT4">
                  <p:embed/>
                </p:oleObj>
              </mc:Choice>
              <mc:Fallback>
                <p:oleObj name="Equation" r:id="rId3" imgW="3340080" imgH="1244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C3CF5A3-4718-45D1-97B9-629424107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37754"/>
                        <a:ext cx="33401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B575E18-A81F-44D1-A859-C9A3A899C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071104"/>
              </p:ext>
            </p:extLst>
          </p:nvPr>
        </p:nvGraphicFramePr>
        <p:xfrm>
          <a:off x="5744220" y="894954"/>
          <a:ext cx="1447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7" name="Equation" r:id="rId5" imgW="1447560" imgH="330120" progId="Equation.DSMT4">
                  <p:embed/>
                </p:oleObj>
              </mc:Choice>
              <mc:Fallback>
                <p:oleObj name="Equation" r:id="rId5" imgW="144756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C3527B8-6A58-445B-AFB0-EDB9C618B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44220" y="894954"/>
                        <a:ext cx="1447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A39BD3C-8803-4D84-8845-107147C768CA}"/>
              </a:ext>
            </a:extLst>
          </p:cNvPr>
          <p:cNvSpPr/>
          <p:nvPr/>
        </p:nvSpPr>
        <p:spPr>
          <a:xfrm>
            <a:off x="539552" y="1851670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35ECF67-1EED-486C-A561-389DE0CAB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965207"/>
              </p:ext>
            </p:extLst>
          </p:nvPr>
        </p:nvGraphicFramePr>
        <p:xfrm>
          <a:off x="1547664" y="1923678"/>
          <a:ext cx="2514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8" name="Equation" r:id="rId7" imgW="2514600" imgH="495000" progId="Equation.DSMT4">
                  <p:embed/>
                </p:oleObj>
              </mc:Choice>
              <mc:Fallback>
                <p:oleObj name="Equation" r:id="rId7" imgW="25146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1923678"/>
                        <a:ext cx="25146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8455EE1-B394-40D7-8D22-8803ACBAF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363475"/>
              </p:ext>
            </p:extLst>
          </p:nvPr>
        </p:nvGraphicFramePr>
        <p:xfrm>
          <a:off x="4283968" y="1682378"/>
          <a:ext cx="346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9" name="Equation" r:id="rId9" imgW="3466800" imgH="736560" progId="Equation.DSMT4">
                  <p:embed/>
                </p:oleObj>
              </mc:Choice>
              <mc:Fallback>
                <p:oleObj name="Equation" r:id="rId9" imgW="3466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3968" y="1682378"/>
                        <a:ext cx="3467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22874272-CAEA-493D-987D-F8604924EB14}"/>
              </a:ext>
            </a:extLst>
          </p:cNvPr>
          <p:cNvGrpSpPr/>
          <p:nvPr/>
        </p:nvGrpSpPr>
        <p:grpSpPr>
          <a:xfrm>
            <a:off x="683568" y="2508263"/>
            <a:ext cx="3744416" cy="489837"/>
            <a:chOff x="683568" y="2508263"/>
            <a:chExt cx="3744416" cy="48983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316DA13-DAC9-46D0-8E8B-0A672B578332}"/>
                </a:ext>
              </a:extLst>
            </p:cNvPr>
            <p:cNvSpPr/>
            <p:nvPr/>
          </p:nvSpPr>
          <p:spPr>
            <a:xfrm>
              <a:off x="683568" y="2536435"/>
              <a:ext cx="3744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</a:t>
              </a:r>
              <a:endParaRPr lang="zh-CN" altLang="en-US" sz="2400" dirty="0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5CB591B2-66D4-4C76-8264-D2CD783DE6E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03649" y="2508263"/>
              <a:ext cx="2952328" cy="43252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          处连续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C92E9B8-34DE-45FE-85B3-B0B2099895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7297122"/>
                </p:ext>
              </p:extLst>
            </p:nvPr>
          </p:nvGraphicFramePr>
          <p:xfrm>
            <a:off x="1403648" y="259164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0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8CFAC06B-8492-4C29-BCEF-EEE4957C611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03648" y="259164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8394152-F65A-4F11-8E73-731CC39782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4554367"/>
                </p:ext>
              </p:extLst>
            </p:nvPr>
          </p:nvGraphicFramePr>
          <p:xfrm>
            <a:off x="2422178" y="263168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1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22178" y="263168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40BED1B-8B3C-49F0-8BDF-D022CF42C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61965"/>
              </p:ext>
            </p:extLst>
          </p:nvPr>
        </p:nvGraphicFramePr>
        <p:xfrm>
          <a:off x="1329978" y="3125568"/>
          <a:ext cx="347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2" name="Equation" r:id="rId15" imgW="3479760" imgH="736560" progId="Equation.DSMT4">
                  <p:embed/>
                </p:oleObj>
              </mc:Choice>
              <mc:Fallback>
                <p:oleObj name="Equation" r:id="rId15" imgW="3479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29978" y="3125568"/>
                        <a:ext cx="3479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9FEDD2F-1A15-4145-A922-CE3A28B84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109961"/>
              </p:ext>
            </p:extLst>
          </p:nvPr>
        </p:nvGraphicFramePr>
        <p:xfrm>
          <a:off x="5607844" y="3303368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3" name="Equation" r:id="rId17" imgW="1180800" imgH="380880" progId="Equation.DSMT4">
                  <p:embed/>
                </p:oleObj>
              </mc:Choice>
              <mc:Fallback>
                <p:oleObj name="Equation" r:id="rId17" imgW="1180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07844" y="3303368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940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89C1323-9517-4F2A-B0F9-3756575E1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820443"/>
              </p:ext>
            </p:extLst>
          </p:nvPr>
        </p:nvGraphicFramePr>
        <p:xfrm>
          <a:off x="1880535" y="267494"/>
          <a:ext cx="3340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1" name="Equation" r:id="rId3" imgW="3340080" imgH="1244520" progId="Equation.DSMT4">
                  <p:embed/>
                </p:oleObj>
              </mc:Choice>
              <mc:Fallback>
                <p:oleObj name="Equation" r:id="rId3" imgW="3340080" imgH="1244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EE28BE3-DC5A-4B3A-8478-8AA38F662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0535" y="267494"/>
                        <a:ext cx="33401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A5334C6-3020-42CD-A84D-5D5B1F800A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965927"/>
              </p:ext>
            </p:extLst>
          </p:nvPr>
        </p:nvGraphicFramePr>
        <p:xfrm>
          <a:off x="5245670" y="724694"/>
          <a:ext cx="1447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2" name="Equation" r:id="rId5" imgW="1447560" imgH="330120" progId="Equation.DSMT4">
                  <p:embed/>
                </p:oleObj>
              </mc:Choice>
              <mc:Fallback>
                <p:oleObj name="Equation" r:id="rId5" imgW="144756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B575E18-A81F-44D1-A859-C9A3A899C8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5670" y="724694"/>
                        <a:ext cx="1447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B6D714B-07E9-4F1D-A58A-F6A84974ED5A}"/>
              </a:ext>
            </a:extLst>
          </p:cNvPr>
          <p:cNvSpPr/>
          <p:nvPr/>
        </p:nvSpPr>
        <p:spPr>
          <a:xfrm>
            <a:off x="152343" y="2139702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604A44C-436D-4A2B-906F-C127F18C0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612891"/>
              </p:ext>
            </p:extLst>
          </p:nvPr>
        </p:nvGraphicFramePr>
        <p:xfrm>
          <a:off x="1140239" y="1599952"/>
          <a:ext cx="3149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3" name="Equation" r:id="rId7" imgW="3149280" imgH="1079280" progId="Equation.DSMT4">
                  <p:embed/>
                </p:oleObj>
              </mc:Choice>
              <mc:Fallback>
                <p:oleObj name="Equation" r:id="rId7" imgW="3149280" imgH="1079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6B239DE-FFBE-433D-8710-5695B5C8AC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0239" y="1599952"/>
                        <a:ext cx="31496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FDA097C-2BDB-4B93-93AF-4F2D0502F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616109"/>
              </p:ext>
            </p:extLst>
          </p:nvPr>
        </p:nvGraphicFramePr>
        <p:xfrm>
          <a:off x="4745632" y="1875073"/>
          <a:ext cx="167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4" name="Equation" r:id="rId9" imgW="1676160" imgH="736560" progId="Equation.DSMT4">
                  <p:embed/>
                </p:oleObj>
              </mc:Choice>
              <mc:Fallback>
                <p:oleObj name="Equation" r:id="rId9" imgW="1676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45632" y="1875073"/>
                        <a:ext cx="1676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3328DE0-9D86-42D4-8522-E9247EF586AE}"/>
              </a:ext>
            </a:extLst>
          </p:cNvPr>
          <p:cNvSpPr/>
          <p:nvPr/>
        </p:nvSpPr>
        <p:spPr>
          <a:xfrm>
            <a:off x="4325349" y="2085790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E550407-047B-4307-9477-E46DFAFDB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130466"/>
              </p:ext>
            </p:extLst>
          </p:nvPr>
        </p:nvGraphicFramePr>
        <p:xfrm>
          <a:off x="6877825" y="1828640"/>
          <a:ext cx="2235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5" name="Equation" r:id="rId11" imgW="2234880" imgH="1104840" progId="Equation.DSMT4">
                  <p:embed/>
                </p:oleObj>
              </mc:Choice>
              <mc:Fallback>
                <p:oleObj name="Equation" r:id="rId11" imgW="223488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77825" y="1828640"/>
                        <a:ext cx="22352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EA27A80-A38D-4A99-BCFD-22F7CB730191}"/>
              </a:ext>
            </a:extLst>
          </p:cNvPr>
          <p:cNvSpPr/>
          <p:nvPr/>
        </p:nvSpPr>
        <p:spPr>
          <a:xfrm>
            <a:off x="6396273" y="2038077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FFB836A-27F4-4C07-9D3C-A268D445E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999017"/>
              </p:ext>
            </p:extLst>
          </p:nvPr>
        </p:nvGraphicFramePr>
        <p:xfrm>
          <a:off x="888506" y="2822926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6" name="Equation" r:id="rId13" imgW="1523880" imgH="736560" progId="Equation.DSMT4">
                  <p:embed/>
                </p:oleObj>
              </mc:Choice>
              <mc:Fallback>
                <p:oleObj name="Equation" r:id="rId13" imgW="1523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88506" y="2822926"/>
                        <a:ext cx="1524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2FF3F90-7FA3-49C8-85A4-8FEC182D66EA}"/>
              </a:ext>
            </a:extLst>
          </p:cNvPr>
          <p:cNvSpPr/>
          <p:nvPr/>
        </p:nvSpPr>
        <p:spPr>
          <a:xfrm>
            <a:off x="296359" y="3003798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3730EE-0726-44CF-BA00-8C966AB23B66}"/>
              </a:ext>
            </a:extLst>
          </p:cNvPr>
          <p:cNvSpPr/>
          <p:nvPr/>
        </p:nvSpPr>
        <p:spPr>
          <a:xfrm>
            <a:off x="2433916" y="3003797"/>
            <a:ext cx="1966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由夹逼准则，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2DF06BA-377F-410E-868A-BCD95D964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105781"/>
              </p:ext>
            </p:extLst>
          </p:nvPr>
        </p:nvGraphicFramePr>
        <p:xfrm>
          <a:off x="4568966" y="2637855"/>
          <a:ext cx="1270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7" name="Equation" r:id="rId15" imgW="1269720" imgH="1104840" progId="Equation.DSMT4">
                  <p:embed/>
                </p:oleObj>
              </mc:Choice>
              <mc:Fallback>
                <p:oleObj name="Equation" r:id="rId15" imgW="126972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68966" y="2637855"/>
                        <a:ext cx="1270000" cy="1104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E03630D-D495-4296-8EE1-C36C74740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228278"/>
              </p:ext>
            </p:extLst>
          </p:nvPr>
        </p:nvGraphicFramePr>
        <p:xfrm>
          <a:off x="1398929" y="3510516"/>
          <a:ext cx="4546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8" name="Equation" r:id="rId17" imgW="4546440" imgH="1079280" progId="Equation.DSMT4">
                  <p:embed/>
                </p:oleObj>
              </mc:Choice>
              <mc:Fallback>
                <p:oleObj name="Equation" r:id="rId17" imgW="454644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98929" y="3510516"/>
                        <a:ext cx="45466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B6D80498-6C12-4252-BD3C-A8273C25DBF9}"/>
              </a:ext>
            </a:extLst>
          </p:cNvPr>
          <p:cNvSpPr/>
          <p:nvPr/>
        </p:nvSpPr>
        <p:spPr>
          <a:xfrm>
            <a:off x="279621" y="4050266"/>
            <a:ext cx="9528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lang="zh-CN" alt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8059CC-3AB6-4B78-85AF-367FE75DA00A}"/>
              </a:ext>
            </a:extLst>
          </p:cNvPr>
          <p:cNvSpPr/>
          <p:nvPr/>
        </p:nvSpPr>
        <p:spPr>
          <a:xfrm>
            <a:off x="5886289" y="3003796"/>
            <a:ext cx="1826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等价无穷小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692828-0906-40F6-9532-12F33EDED7D3}"/>
              </a:ext>
            </a:extLst>
          </p:cNvPr>
          <p:cNvSpPr/>
          <p:nvPr/>
        </p:nvSpPr>
        <p:spPr>
          <a:xfrm>
            <a:off x="6017812" y="4005358"/>
            <a:ext cx="615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D1E8C3C-3EE2-4BB3-B5A5-A36544990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819321"/>
              </p:ext>
            </p:extLst>
          </p:nvPr>
        </p:nvGraphicFramePr>
        <p:xfrm>
          <a:off x="6551098" y="4050266"/>
          <a:ext cx="1168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9" name="Equation" r:id="rId19" imgW="1168200" imgH="355320" progId="Equation.DSMT4">
                  <p:embed/>
                </p:oleObj>
              </mc:Choice>
              <mc:Fallback>
                <p:oleObj name="Equation" r:id="rId19" imgW="11682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51098" y="4050266"/>
                        <a:ext cx="1168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737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2" grpId="0"/>
      <p:bldP spid="15" grpId="0"/>
      <p:bldP spid="16" grpId="0"/>
      <p:bldP spid="1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042D736-B9F5-4E49-B06E-CE7754AD3CDD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267494"/>
            <a:ext cx="5629069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满足                 且         存在，求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DCCEAB5-D081-4DAB-9B88-D563609EA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247512"/>
              </p:ext>
            </p:extLst>
          </p:nvPr>
        </p:nvGraphicFramePr>
        <p:xfrm>
          <a:off x="1187624" y="34804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34804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0063F48-582E-46B1-AB74-11A9803A0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929729"/>
              </p:ext>
            </p:extLst>
          </p:nvPr>
        </p:nvGraphicFramePr>
        <p:xfrm>
          <a:off x="2483768" y="34804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3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3768" y="348045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AEBBEF7-5D53-48B2-B9C1-3EB3753A36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253945"/>
              </p:ext>
            </p:extLst>
          </p:nvPr>
        </p:nvGraphicFramePr>
        <p:xfrm>
          <a:off x="4067944" y="348045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4" name="Equation" r:id="rId7" imgW="685800" imgH="355320" progId="Equation.DSMT4">
                  <p:embed/>
                </p:oleObj>
              </mc:Choice>
              <mc:Fallback>
                <p:oleObj name="Equation" r:id="rId7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7944" y="348045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8C12255-68AE-4BFA-AFE7-B8D9F0B8A1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287904"/>
              </p:ext>
            </p:extLst>
          </p:nvPr>
        </p:nvGraphicFramePr>
        <p:xfrm>
          <a:off x="6012160" y="49613"/>
          <a:ext cx="2222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5" name="Equation" r:id="rId9" imgW="2222280" imgH="850680" progId="Equation.DSMT4">
                  <p:embed/>
                </p:oleObj>
              </mc:Choice>
              <mc:Fallback>
                <p:oleObj name="Equation" r:id="rId9" imgW="222228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12160" y="49613"/>
                        <a:ext cx="22225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610C093-5BFB-455D-BF53-7479BDEB032C}"/>
              </a:ext>
            </a:extLst>
          </p:cNvPr>
          <p:cNvSpPr/>
          <p:nvPr/>
        </p:nvSpPr>
        <p:spPr>
          <a:xfrm>
            <a:off x="467544" y="1253093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04BCE5B-D088-4CBE-B06E-2886B1DD9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490024"/>
              </p:ext>
            </p:extLst>
          </p:nvPr>
        </p:nvGraphicFramePr>
        <p:xfrm>
          <a:off x="1187624" y="1001450"/>
          <a:ext cx="2146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6" name="Equation" r:id="rId11" imgW="2145960" imgH="850680" progId="Equation.DSMT4">
                  <p:embed/>
                </p:oleObj>
              </mc:Choice>
              <mc:Fallback>
                <p:oleObj name="Equation" r:id="rId11" imgW="214596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624" y="1001450"/>
                        <a:ext cx="21463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B57D17F-9B8E-4FCF-9041-E6A5C5A01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053320"/>
              </p:ext>
            </p:extLst>
          </p:nvPr>
        </p:nvGraphicFramePr>
        <p:xfrm>
          <a:off x="850702" y="2103993"/>
          <a:ext cx="5956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7" name="Equation" r:id="rId13" imgW="5956200" imgH="965160" progId="Equation.DSMT4">
                  <p:embed/>
                </p:oleObj>
              </mc:Choice>
              <mc:Fallback>
                <p:oleObj name="Equation" r:id="rId13" imgW="595620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0702" y="2103993"/>
                        <a:ext cx="59563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869E6C-0B5B-4308-B141-8D49DE2C2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336746"/>
              </p:ext>
            </p:extLst>
          </p:nvPr>
        </p:nvGraphicFramePr>
        <p:xfrm>
          <a:off x="886240" y="3468498"/>
          <a:ext cx="7073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8" name="Equation" r:id="rId15" imgW="7073640" imgH="939600" progId="Equation.DSMT4">
                  <p:embed/>
                </p:oleObj>
              </mc:Choice>
              <mc:Fallback>
                <p:oleObj name="Equation" r:id="rId15" imgW="70736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86240" y="3468498"/>
                        <a:ext cx="70739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F9BE66B-7E1B-41B9-A199-2C8B86F0A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760229"/>
              </p:ext>
            </p:extLst>
          </p:nvPr>
        </p:nvGraphicFramePr>
        <p:xfrm>
          <a:off x="4860032" y="918053"/>
          <a:ext cx="20574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9" name="Equation" r:id="rId17" imgW="2057400" imgH="1168200" progId="Equation.DSMT4">
                  <p:embed/>
                </p:oleObj>
              </mc:Choice>
              <mc:Fallback>
                <p:oleObj name="Equation" r:id="rId17" imgW="205740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60032" y="918053"/>
                        <a:ext cx="2057400" cy="1168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3A76944-ABBE-43F7-AE48-24D330913327}"/>
              </a:ext>
            </a:extLst>
          </p:cNvPr>
          <p:cNvSpPr/>
          <p:nvPr/>
        </p:nvSpPr>
        <p:spPr>
          <a:xfrm>
            <a:off x="7164288" y="967199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P85,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2(3)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0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906646D-F77B-428C-9249-384EE132D837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339502"/>
            <a:ext cx="7704856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与         均可导，如果                         试证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C3C1728-34FD-4E6F-B3D6-3A0C3A3FB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299908"/>
              </p:ext>
            </p:extLst>
          </p:nvPr>
        </p:nvGraphicFramePr>
        <p:xfrm>
          <a:off x="1403648" y="44462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44462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7D3627A-8A7D-47FE-B62C-71E246964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805843"/>
              </p:ext>
            </p:extLst>
          </p:nvPr>
        </p:nvGraphicFramePr>
        <p:xfrm>
          <a:off x="2411760" y="384312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7" name="Equation" r:id="rId5" imgW="596880" imgH="342720" progId="Equation.DSMT4">
                  <p:embed/>
                </p:oleObj>
              </mc:Choice>
              <mc:Fallback>
                <p:oleObj name="Equation" r:id="rId5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760" y="384312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7EAD866-1974-4FD7-B68C-0B2444DD3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274958"/>
              </p:ext>
            </p:extLst>
          </p:nvPr>
        </p:nvGraphicFramePr>
        <p:xfrm>
          <a:off x="4910708" y="413355"/>
          <a:ext cx="186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8" name="Equation" r:id="rId7" imgW="1866600" imgH="342720" progId="Equation.DSMT4">
                  <p:embed/>
                </p:oleObj>
              </mc:Choice>
              <mc:Fallback>
                <p:oleObj name="Equation" r:id="rId7" imgW="1866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10708" y="413355"/>
                        <a:ext cx="186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8508594-3688-4063-9E58-82925879CF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420082"/>
              </p:ext>
            </p:extLst>
          </p:nvPr>
        </p:nvGraphicFramePr>
        <p:xfrm>
          <a:off x="3280346" y="965805"/>
          <a:ext cx="1841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9" name="Equation" r:id="rId9" imgW="1841400" imgH="355320" progId="Equation.DSMT4">
                  <p:embed/>
                </p:oleObj>
              </mc:Choice>
              <mc:Fallback>
                <p:oleObj name="Equation" r:id="rId9" imgW="18414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0346" y="965805"/>
                        <a:ext cx="1841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7872D13-762D-4935-A992-568BE22C78AE}"/>
              </a:ext>
            </a:extLst>
          </p:cNvPr>
          <p:cNvSpPr/>
          <p:nvPr/>
        </p:nvSpPr>
        <p:spPr>
          <a:xfrm>
            <a:off x="529752" y="1402432"/>
            <a:ext cx="3970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题目的意思为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0DE1D82-0B46-41DC-8592-34D7357DE6CA}"/>
              </a:ext>
            </a:extLst>
          </p:cNvPr>
          <p:cNvGrpSpPr/>
          <p:nvPr/>
        </p:nvGrpSpPr>
        <p:grpSpPr>
          <a:xfrm>
            <a:off x="1511152" y="1826221"/>
            <a:ext cx="6877272" cy="1090397"/>
            <a:chOff x="1439144" y="2136766"/>
            <a:chExt cx="6877272" cy="1090397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A2B01F38-4432-4507-903B-314CC81E9FC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39144" y="2136766"/>
              <a:ext cx="6877272" cy="109039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与         均可导，如果                          试证         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010A596-3A49-4F08-AA89-8D57887EE5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9273640"/>
                </p:ext>
              </p:extLst>
            </p:nvPr>
          </p:nvGraphicFramePr>
          <p:xfrm>
            <a:off x="3082925" y="2787650"/>
            <a:ext cx="1803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0" name="Equation" r:id="rId11" imgW="1803240" imgH="355320" progId="Equation.DSMT4">
                    <p:embed/>
                  </p:oleObj>
                </mc:Choice>
                <mc:Fallback>
                  <p:oleObj name="Equation" r:id="rId11" imgW="1803240" imgH="3553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88508594-3688-4063-9E58-82925879CF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82925" y="2787650"/>
                          <a:ext cx="18034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336240A-AC41-463E-8071-F59B46A62F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4681517"/>
                </p:ext>
              </p:extLst>
            </p:nvPr>
          </p:nvGraphicFramePr>
          <p:xfrm>
            <a:off x="1835696" y="218157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1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2C3C1728-34FD-4E6F-B3D6-3A0C3A3FBE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5696" y="218157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1B6C55B-D128-451A-AC96-DFDF26DCE0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604078"/>
                </p:ext>
              </p:extLst>
            </p:nvPr>
          </p:nvGraphicFramePr>
          <p:xfrm>
            <a:off x="2866079" y="2189399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2" name="Equation" r:id="rId14" imgW="596880" imgH="342720" progId="Equation.DSMT4">
                    <p:embed/>
                  </p:oleObj>
                </mc:Choice>
                <mc:Fallback>
                  <p:oleObj name="Equation" r:id="rId14" imgW="5968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47D3627A-8A7D-47FE-B62C-71E2469646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66079" y="2189399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8215A3B-0E58-41FA-9B7E-014F8D4E6C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1092674"/>
                </p:ext>
              </p:extLst>
            </p:nvPr>
          </p:nvGraphicFramePr>
          <p:xfrm>
            <a:off x="5316538" y="2222500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3" name="Equation" r:id="rId15" imgW="1968480" imgH="342720" progId="Equation.DSMT4">
                    <p:embed/>
                  </p:oleObj>
                </mc:Choice>
                <mc:Fallback>
                  <p:oleObj name="Equation" r:id="rId15" imgW="1968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16538" y="2222500"/>
                          <a:ext cx="196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CC8FCC48-EEB5-4103-BA8E-50FE08666BCA}"/>
              </a:ext>
            </a:extLst>
          </p:cNvPr>
          <p:cNvSpPr/>
          <p:nvPr/>
        </p:nvSpPr>
        <p:spPr>
          <a:xfrm>
            <a:off x="554549" y="3022115"/>
            <a:ext cx="6578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45FD79E-3754-4AFB-AA1D-E96EB1728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940951"/>
              </p:ext>
            </p:extLst>
          </p:nvPr>
        </p:nvGraphicFramePr>
        <p:xfrm>
          <a:off x="2067778" y="3788262"/>
          <a:ext cx="320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4" name="Equation" r:id="rId17" imgW="3200400" imgH="355320" progId="Equation.DSMT4">
                  <p:embed/>
                </p:oleObj>
              </mc:Choice>
              <mc:Fallback>
                <p:oleObj name="Equation" r:id="rId17" imgW="32004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7778" y="3788262"/>
                        <a:ext cx="320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F47ED220-B891-453B-B87F-4709A9645228}"/>
              </a:ext>
            </a:extLst>
          </p:cNvPr>
          <p:cNvGrpSpPr/>
          <p:nvPr/>
        </p:nvGrpSpPr>
        <p:grpSpPr>
          <a:xfrm>
            <a:off x="1121987" y="3022114"/>
            <a:ext cx="6685549" cy="461665"/>
            <a:chOff x="1049979" y="3332659"/>
            <a:chExt cx="6685549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41BC841-D900-4052-91B2-5634D7A0DB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54342"/>
                </p:ext>
              </p:extLst>
            </p:nvPr>
          </p:nvGraphicFramePr>
          <p:xfrm>
            <a:off x="1049979" y="3384405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5" name="Equation" r:id="rId19" imgW="1815840" imgH="342720" progId="Equation.DSMT4">
                    <p:embed/>
                  </p:oleObj>
                </mc:Choice>
                <mc:Fallback>
                  <p:oleObj name="Equation" r:id="rId19" imgW="181584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F8215A3B-0E58-41FA-9B7E-014F8D4E6C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49979" y="3384405"/>
                          <a:ext cx="181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0857DD8-A5B6-4E32-9FBB-238399ADD2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9487984"/>
                </p:ext>
              </p:extLst>
            </p:nvPr>
          </p:nvGraphicFramePr>
          <p:xfrm>
            <a:off x="5728928" y="3385691"/>
            <a:ext cx="2006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6" name="Equation" r:id="rId21" imgW="2006280" imgH="355320" progId="Equation.DSMT4">
                    <p:embed/>
                  </p:oleObj>
                </mc:Choice>
                <mc:Fallback>
                  <p:oleObj name="Equation" r:id="rId21" imgW="2006280" imgH="3553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041BC841-D900-4052-91B2-5634D7A0DB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728928" y="3385691"/>
                          <a:ext cx="2006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A177BD-BB52-4607-B08D-4F073330AC1E}"/>
                </a:ext>
              </a:extLst>
            </p:cNvPr>
            <p:cNvSpPr/>
            <p:nvPr/>
          </p:nvSpPr>
          <p:spPr>
            <a:xfrm>
              <a:off x="2909212" y="3332659"/>
              <a:ext cx="29589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两边对   求导，得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566279B-1DFF-4BDC-B973-3912E88B65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605839"/>
                </p:ext>
              </p:extLst>
            </p:nvPr>
          </p:nvGraphicFramePr>
          <p:xfrm>
            <a:off x="3975101" y="3447529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7" name="Equation" r:id="rId23" imgW="126720" imgH="241200" progId="Equation.DSMT4">
                    <p:embed/>
                  </p:oleObj>
                </mc:Choice>
                <mc:Fallback>
                  <p:oleObj name="Equation" r:id="rId23" imgW="1267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975101" y="3447529"/>
                          <a:ext cx="127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9047AA9-11B8-438D-8944-9E2956C20A5C}"/>
              </a:ext>
            </a:extLst>
          </p:cNvPr>
          <p:cNvGrpSpPr/>
          <p:nvPr/>
        </p:nvGrpSpPr>
        <p:grpSpPr>
          <a:xfrm>
            <a:off x="548522" y="3694052"/>
            <a:ext cx="1717754" cy="488856"/>
            <a:chOff x="476514" y="4004597"/>
            <a:chExt cx="1717754" cy="48885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7FC057A-8693-4572-9691-A8270330A657}"/>
                </a:ext>
              </a:extLst>
            </p:cNvPr>
            <p:cNvSpPr/>
            <p:nvPr/>
          </p:nvSpPr>
          <p:spPr>
            <a:xfrm>
              <a:off x="476514" y="4004597"/>
              <a:ext cx="6578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6F5E6CB-DFAA-4057-B994-2868C48570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740949"/>
                </p:ext>
              </p:extLst>
            </p:nvPr>
          </p:nvGraphicFramePr>
          <p:xfrm>
            <a:off x="899592" y="4153060"/>
            <a:ext cx="6731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8" name="Equation" r:id="rId25" imgW="672840" imgH="291960" progId="Equation.DSMT4">
                    <p:embed/>
                  </p:oleObj>
                </mc:Choice>
                <mc:Fallback>
                  <p:oleObj name="Equation" r:id="rId25" imgW="67284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899592" y="4153060"/>
                          <a:ext cx="6731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30FADA1-834E-435F-9FB9-6460AE216514}"/>
                </a:ext>
              </a:extLst>
            </p:cNvPr>
            <p:cNvSpPr/>
            <p:nvPr/>
          </p:nvSpPr>
          <p:spPr>
            <a:xfrm>
              <a:off x="1536395" y="4031788"/>
              <a:ext cx="6578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zh-CN" altLang="en-US" sz="2400" dirty="0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3F322B44-9D8E-432F-9BAC-067F8E6D7466}"/>
              </a:ext>
            </a:extLst>
          </p:cNvPr>
          <p:cNvSpPr/>
          <p:nvPr/>
        </p:nvSpPr>
        <p:spPr>
          <a:xfrm>
            <a:off x="7141462" y="911638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25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43F1FF5-B1BC-41A7-B72D-696F6FA7723B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650047"/>
            <a:ext cx="7704856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                                           求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9124560-5E4B-48A5-94E5-9607AB621F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428880"/>
              </p:ext>
            </p:extLst>
          </p:nvPr>
        </p:nvGraphicFramePr>
        <p:xfrm>
          <a:off x="1979712" y="396407"/>
          <a:ext cx="2641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2" name="Equation" r:id="rId3" imgW="2641320" imgH="939600" progId="Equation.DSMT4">
                  <p:embed/>
                </p:oleObj>
              </mc:Choice>
              <mc:Fallback>
                <p:oleObj name="Equation" r:id="rId3" imgW="26413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396407"/>
                        <a:ext cx="26416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A7FDFC7-9F41-4CAD-85B0-D53B7F3AA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8204"/>
              </p:ext>
            </p:extLst>
          </p:nvPr>
        </p:nvGraphicFramePr>
        <p:xfrm>
          <a:off x="4716016" y="677265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3" name="Equation" r:id="rId5" imgW="1587240" imgH="342720" progId="Equation.DSMT4">
                  <p:embed/>
                </p:oleObj>
              </mc:Choice>
              <mc:Fallback>
                <p:oleObj name="Equation" r:id="rId5" imgW="1587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6016" y="677265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33D5FEE-8372-4263-B2CB-DDFCB9949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43088"/>
              </p:ext>
            </p:extLst>
          </p:nvPr>
        </p:nvGraphicFramePr>
        <p:xfrm>
          <a:off x="6713438" y="480415"/>
          <a:ext cx="90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4" name="Equation" r:id="rId7" imgW="901440" imgH="736560" progId="Equation.DSMT4">
                  <p:embed/>
                </p:oleObj>
              </mc:Choice>
              <mc:Fallback>
                <p:oleObj name="Equation" r:id="rId7" imgW="901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13438" y="480415"/>
                        <a:ext cx="90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3F5A80D-83EC-4A38-9D71-0D27B49E0626}"/>
              </a:ext>
            </a:extLst>
          </p:cNvPr>
          <p:cNvSpPr/>
          <p:nvPr/>
        </p:nvSpPr>
        <p:spPr>
          <a:xfrm>
            <a:off x="480871" y="1707654"/>
            <a:ext cx="6578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8A1FC74-1281-4625-828E-4044A95558DD}"/>
              </a:ext>
            </a:extLst>
          </p:cNvPr>
          <p:cNvGrpSpPr/>
          <p:nvPr/>
        </p:nvGrpSpPr>
        <p:grpSpPr>
          <a:xfrm>
            <a:off x="1138744" y="1701937"/>
            <a:ext cx="4844928" cy="467382"/>
            <a:chOff x="1138744" y="1701937"/>
            <a:chExt cx="4844928" cy="467382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38E201B-C373-4B7F-AD42-15427B7D5E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039136"/>
                </p:ext>
              </p:extLst>
            </p:nvPr>
          </p:nvGraphicFramePr>
          <p:xfrm>
            <a:off x="1138744" y="1830536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5" name="Equation" r:id="rId9" imgW="634680" imgH="215640" progId="Equation.DSMT4">
                    <p:embed/>
                  </p:oleObj>
                </mc:Choice>
                <mc:Fallback>
                  <p:oleObj name="Equation" r:id="rId9" imgW="6346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38744" y="1830536"/>
                          <a:ext cx="6350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E13D1EA-FBC2-4C48-8484-10986E39B250}"/>
                </a:ext>
              </a:extLst>
            </p:cNvPr>
            <p:cNvSpPr/>
            <p:nvPr/>
          </p:nvSpPr>
          <p:spPr>
            <a:xfrm>
              <a:off x="1773744" y="1707654"/>
              <a:ext cx="33023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时，对应的函数为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FA400E5-57DD-4DDF-A1E1-094BB74A16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913881"/>
                </p:ext>
              </p:extLst>
            </p:nvPr>
          </p:nvGraphicFramePr>
          <p:xfrm>
            <a:off x="4319972" y="1701937"/>
            <a:ext cx="1663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6" name="Equation" r:id="rId11" imgW="1663560" imgH="431640" progId="Equation.DSMT4">
                    <p:embed/>
                  </p:oleObj>
                </mc:Choice>
                <mc:Fallback>
                  <p:oleObj name="Equation" r:id="rId11" imgW="166356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19972" y="1701937"/>
                          <a:ext cx="1663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5963884-B771-4CF5-951C-12C2D4031236}"/>
              </a:ext>
            </a:extLst>
          </p:cNvPr>
          <p:cNvGrpSpPr/>
          <p:nvPr/>
        </p:nvGrpSpPr>
        <p:grpSpPr>
          <a:xfrm>
            <a:off x="895126" y="2209800"/>
            <a:ext cx="2252367" cy="723900"/>
            <a:chOff x="895126" y="2209800"/>
            <a:chExt cx="2252367" cy="7239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622CDCF-C12D-4F6D-B17D-5019DDCD7C5B}"/>
                </a:ext>
              </a:extLst>
            </p:cNvPr>
            <p:cNvSpPr/>
            <p:nvPr/>
          </p:nvSpPr>
          <p:spPr>
            <a:xfrm>
              <a:off x="895126" y="2332740"/>
              <a:ext cx="6013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而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F7ADAE7-7E71-41B4-9FA1-0C23E334C8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6364054"/>
                </p:ext>
              </p:extLst>
            </p:nvPr>
          </p:nvGraphicFramePr>
          <p:xfrm>
            <a:off x="1496493" y="2209800"/>
            <a:ext cx="1651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7" name="Equation" r:id="rId13" imgW="1650960" imgH="723600" progId="Equation.DSMT4">
                    <p:embed/>
                  </p:oleObj>
                </mc:Choice>
                <mc:Fallback>
                  <p:oleObj name="Equation" r:id="rId13" imgW="16509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96493" y="2209800"/>
                          <a:ext cx="1651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4B809DE8-D710-4584-B38D-606F8243DC65}"/>
              </a:ext>
            </a:extLst>
          </p:cNvPr>
          <p:cNvSpPr/>
          <p:nvPr/>
        </p:nvSpPr>
        <p:spPr>
          <a:xfrm>
            <a:off x="3333965" y="2340917"/>
            <a:ext cx="3302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故对应的复合函数为</a:t>
            </a:r>
            <a:endParaRPr lang="zh-CN" altLang="en-US" sz="2400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303196E-C56E-4D51-A0E3-19C4D3604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514913"/>
              </p:ext>
            </p:extLst>
          </p:nvPr>
        </p:nvGraphicFramePr>
        <p:xfrm>
          <a:off x="1773744" y="2967311"/>
          <a:ext cx="448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8" name="Equation" r:id="rId15" imgW="4483080" imgH="431640" progId="Equation.DSMT4">
                  <p:embed/>
                </p:oleObj>
              </mc:Choice>
              <mc:Fallback>
                <p:oleObj name="Equation" r:id="rId15" imgW="4483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73744" y="2967311"/>
                        <a:ext cx="44831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220FFC0-4F8D-4C0C-BF40-1DA56510C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111166"/>
              </p:ext>
            </p:extLst>
          </p:nvPr>
        </p:nvGraphicFramePr>
        <p:xfrm>
          <a:off x="1583244" y="3731692"/>
          <a:ext cx="4864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9" name="Equation" r:id="rId17" imgW="4863960" imgH="838080" progId="Equation.DSMT4">
                  <p:embed/>
                </p:oleObj>
              </mc:Choice>
              <mc:Fallback>
                <p:oleObj name="Equation" r:id="rId17" imgW="48639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3244" y="3731692"/>
                        <a:ext cx="48641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F99ED5F4-594A-455F-867B-6370B5636F0C}"/>
              </a:ext>
            </a:extLst>
          </p:cNvPr>
          <p:cNvSpPr/>
          <p:nvPr/>
        </p:nvSpPr>
        <p:spPr>
          <a:xfrm>
            <a:off x="7069454" y="1222183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1(1)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13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4C095A1-DF48-4D66-ADFD-F00FE28AA16D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555526"/>
            <a:ext cx="856895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                                                                        求                                                                       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A6BAFB8-A1D1-4586-8DF0-2561CC1F51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053383"/>
              </p:ext>
            </p:extLst>
          </p:nvPr>
        </p:nvGraphicFramePr>
        <p:xfrm>
          <a:off x="1659322" y="645146"/>
          <a:ext cx="532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6" name="Equation" r:id="rId3" imgW="5321160" imgH="342720" progId="Equation.DSMT4">
                  <p:embed/>
                </p:oleObj>
              </mc:Choice>
              <mc:Fallback>
                <p:oleObj name="Equation" r:id="rId3" imgW="5321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9322" y="645146"/>
                        <a:ext cx="5321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1402862-7108-4D4B-A778-0D5F2FFF7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229760"/>
              </p:ext>
            </p:extLst>
          </p:nvPr>
        </p:nvGraphicFramePr>
        <p:xfrm>
          <a:off x="7411659" y="632446"/>
          <a:ext cx="119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7" name="Equation" r:id="rId5" imgW="1193760" imgH="355320" progId="Equation.DSMT4">
                  <p:embed/>
                </p:oleObj>
              </mc:Choice>
              <mc:Fallback>
                <p:oleObj name="Equation" r:id="rId5" imgW="1193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11659" y="632446"/>
                        <a:ext cx="119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A52F0B0-3150-42FB-BAC7-45F32BBF47E1}"/>
              </a:ext>
            </a:extLst>
          </p:cNvPr>
          <p:cNvSpPr/>
          <p:nvPr/>
        </p:nvSpPr>
        <p:spPr>
          <a:xfrm>
            <a:off x="7069454" y="1222183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1(3)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95D607-D7B5-45AB-ABC9-11FB17F2F67A}"/>
              </a:ext>
            </a:extLst>
          </p:cNvPr>
          <p:cNvSpPr/>
          <p:nvPr/>
        </p:nvSpPr>
        <p:spPr>
          <a:xfrm>
            <a:off x="467544" y="1347788"/>
            <a:ext cx="6578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B776DCF-37C1-4258-B4C2-34DE23512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271052"/>
              </p:ext>
            </p:extLst>
          </p:nvPr>
        </p:nvGraphicFramePr>
        <p:xfrm>
          <a:off x="1131888" y="1406525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8" name="Equation" r:id="rId7" imgW="1587240" imgH="342720" progId="Equation.DSMT4">
                  <p:embed/>
                </p:oleObj>
              </mc:Choice>
              <mc:Fallback>
                <p:oleObj name="Equation" r:id="rId7" imgW="1587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31888" y="1406525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54B8DF0-E6EB-4F2A-8F7C-BB74EEDF0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433475"/>
              </p:ext>
            </p:extLst>
          </p:nvPr>
        </p:nvGraphicFramePr>
        <p:xfrm>
          <a:off x="1163638" y="1809750"/>
          <a:ext cx="402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9" name="Equation" r:id="rId9" imgW="4025880" imgH="736560" progId="Equation.DSMT4">
                  <p:embed/>
                </p:oleObj>
              </mc:Choice>
              <mc:Fallback>
                <p:oleObj name="Equation" r:id="rId9" imgW="4025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63638" y="1809750"/>
                        <a:ext cx="402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9FA9E40-FD71-4537-B884-9221BD3C8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504130"/>
              </p:ext>
            </p:extLst>
          </p:nvPr>
        </p:nvGraphicFramePr>
        <p:xfrm>
          <a:off x="2346325" y="2630488"/>
          <a:ext cx="529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0" name="Equation" r:id="rId11" imgW="5295600" imgH="736560" progId="Equation.DSMT4">
                  <p:embed/>
                </p:oleObj>
              </mc:Choice>
              <mc:Fallback>
                <p:oleObj name="Equation" r:id="rId11" imgW="5295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46325" y="2630488"/>
                        <a:ext cx="529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7F95512-85B0-47F0-85A9-26E6856E97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510484"/>
              </p:ext>
            </p:extLst>
          </p:nvPr>
        </p:nvGraphicFramePr>
        <p:xfrm>
          <a:off x="2390552" y="3867894"/>
          <a:ext cx="520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1" name="Equation" r:id="rId13" imgW="5206680" imgH="507960" progId="Equation.DSMT4">
                  <p:embed/>
                </p:oleObj>
              </mc:Choice>
              <mc:Fallback>
                <p:oleObj name="Equation" r:id="rId13" imgW="52066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90552" y="3867894"/>
                        <a:ext cx="5207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033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9CF21EF-0E64-4755-BF4D-862564AB4849}"/>
              </a:ext>
            </a:extLst>
          </p:cNvPr>
          <p:cNvSpPr/>
          <p:nvPr/>
        </p:nvSpPr>
        <p:spPr>
          <a:xfrm>
            <a:off x="251520" y="670223"/>
            <a:ext cx="1008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或令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8CBBDE4-0C2E-49F3-AACF-6F1E51A463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006655"/>
              </p:ext>
            </p:extLst>
          </p:nvPr>
        </p:nvGraphicFramePr>
        <p:xfrm>
          <a:off x="1331640" y="761575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4" name="Equation" r:id="rId3" imgW="1968480" imgH="342720" progId="Equation.DSMT4">
                  <p:embed/>
                </p:oleObj>
              </mc:Choice>
              <mc:Fallback>
                <p:oleObj name="Equation" r:id="rId3" imgW="1968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761575"/>
                        <a:ext cx="1968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0ABE8F-C7EA-47BB-A0A3-FA5F1FE11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394966"/>
              </p:ext>
            </p:extLst>
          </p:nvPr>
        </p:nvGraphicFramePr>
        <p:xfrm>
          <a:off x="3491880" y="744781"/>
          <a:ext cx="401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5" name="Equation" r:id="rId5" imgW="4012920" imgH="342720" progId="Equation.DSMT4">
                  <p:embed/>
                </p:oleObj>
              </mc:Choice>
              <mc:Fallback>
                <p:oleObj name="Equation" r:id="rId5" imgW="4012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1880" y="744781"/>
                        <a:ext cx="4013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24EA492-412E-4F43-8532-B48F6D8F1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194048"/>
              </p:ext>
            </p:extLst>
          </p:nvPr>
        </p:nvGraphicFramePr>
        <p:xfrm>
          <a:off x="1331640" y="1491630"/>
          <a:ext cx="292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6" name="Equation" r:id="rId7" imgW="2920680" imgH="355320" progId="Equation.DSMT4">
                  <p:embed/>
                </p:oleObj>
              </mc:Choice>
              <mc:Fallback>
                <p:oleObj name="Equation" r:id="rId7" imgW="292068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1402862-7108-4D4B-A778-0D5F2FFF7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1640" y="1491630"/>
                        <a:ext cx="2921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E99BF44-FEC9-46B2-A553-91B45315D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958582"/>
              </p:ext>
            </p:extLst>
          </p:nvPr>
        </p:nvGraphicFramePr>
        <p:xfrm>
          <a:off x="1187450" y="2251075"/>
          <a:ext cx="337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7" name="Equation" r:id="rId9" imgW="3377880" imgH="355320" progId="Equation.DSMT4">
                  <p:embed/>
                </p:oleObj>
              </mc:Choice>
              <mc:Fallback>
                <p:oleObj name="Equation" r:id="rId9" imgW="337788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24EA492-412E-4F43-8532-B48F6D8F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450" y="2251075"/>
                        <a:ext cx="3378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13339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46B7425-4C34-4083-A07E-18DE59507FCF}"/>
              </a:ext>
            </a:extLst>
          </p:cNvPr>
          <p:cNvSpPr txBox="1">
            <a:spLocks noChangeArrowheads="1"/>
          </p:cNvSpPr>
          <p:nvPr/>
        </p:nvSpPr>
        <p:spPr>
          <a:xfrm>
            <a:off x="455610" y="425728"/>
            <a:ext cx="856895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                                        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导函数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        连续，求     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155CC93-4581-4537-9EF3-EAA69C96A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19752"/>
              </p:ext>
            </p:extLst>
          </p:nvPr>
        </p:nvGraphicFramePr>
        <p:xfrm>
          <a:off x="1612900" y="19688"/>
          <a:ext cx="2959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6" name="Equation" r:id="rId3" imgW="2958840" imgH="1244520" progId="Equation.DSMT4">
                  <p:embed/>
                </p:oleObj>
              </mc:Choice>
              <mc:Fallback>
                <p:oleObj name="Equation" r:id="rId3" imgW="295884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2900" y="19688"/>
                        <a:ext cx="29591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F0FE769-040E-4ABF-860B-AAF24E0628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591753"/>
              </p:ext>
            </p:extLst>
          </p:nvPr>
        </p:nvGraphicFramePr>
        <p:xfrm>
          <a:off x="6216250" y="506430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7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16250" y="506430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043A897-684B-4E33-9836-C6D472DE7D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964479"/>
              </p:ext>
            </p:extLst>
          </p:nvPr>
        </p:nvGraphicFramePr>
        <p:xfrm>
          <a:off x="8233886" y="50643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8" name="Equation" r:id="rId7" imgW="228600" imgH="279360" progId="Equation.DSMT4">
                  <p:embed/>
                </p:oleObj>
              </mc:Choice>
              <mc:Fallback>
                <p:oleObj name="Equation" r:id="rId7" imgW="2286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33886" y="506430"/>
                        <a:ext cx="22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176B9D4-5FF1-419F-BEFE-3C805A547CA0}"/>
              </a:ext>
            </a:extLst>
          </p:cNvPr>
          <p:cNvSpPr txBox="1">
            <a:spLocks noChangeArrowheads="1"/>
          </p:cNvSpPr>
          <p:nvPr/>
        </p:nvSpPr>
        <p:spPr>
          <a:xfrm>
            <a:off x="184191" y="1048028"/>
            <a:ext cx="1596110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取值范围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B12C8A-6E95-4795-8332-CB9C90633E0B}"/>
              </a:ext>
            </a:extLst>
          </p:cNvPr>
          <p:cNvSpPr/>
          <p:nvPr/>
        </p:nvSpPr>
        <p:spPr>
          <a:xfrm>
            <a:off x="455610" y="1678785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9573918-5E7A-47A9-85B5-A97D4C8CA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21940"/>
              </p:ext>
            </p:extLst>
          </p:nvPr>
        </p:nvGraphicFramePr>
        <p:xfrm>
          <a:off x="982185" y="1214679"/>
          <a:ext cx="7480301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9" name="Equation" r:id="rId9" imgW="7480080" imgH="1130040" progId="Equation.DSMT4">
                  <p:embed/>
                </p:oleObj>
              </mc:Choice>
              <mc:Fallback>
                <p:oleObj name="Equation" r:id="rId9" imgW="748008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2185" y="1214679"/>
                        <a:ext cx="7480301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CAAF127-918D-49F6-B272-34E458FB4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940824"/>
              </p:ext>
            </p:extLst>
          </p:nvPr>
        </p:nvGraphicFramePr>
        <p:xfrm>
          <a:off x="7814786" y="2334336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0" name="Equation" r:id="rId11" imgW="838080" imgH="342720" progId="Equation.DSMT4">
                  <p:embed/>
                </p:oleObj>
              </mc:Choice>
              <mc:Fallback>
                <p:oleObj name="Equation" r:id="rId11" imgW="838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14786" y="2334336"/>
                        <a:ext cx="83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8189570-712D-454D-A6AE-E7F07A548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10458"/>
              </p:ext>
            </p:extLst>
          </p:nvPr>
        </p:nvGraphicFramePr>
        <p:xfrm>
          <a:off x="1943881" y="2472316"/>
          <a:ext cx="382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1" name="Equation" r:id="rId13" imgW="3822480" imgH="736560" progId="Equation.DSMT4">
                  <p:embed/>
                </p:oleObj>
              </mc:Choice>
              <mc:Fallback>
                <p:oleObj name="Equation" r:id="rId13" imgW="38224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43881" y="2472316"/>
                        <a:ext cx="3822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9422718-ABFA-402C-B3DC-09ED7DB6A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287759"/>
              </p:ext>
            </p:extLst>
          </p:nvPr>
        </p:nvGraphicFramePr>
        <p:xfrm>
          <a:off x="988616" y="2647853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2" name="Equation" r:id="rId15" imgW="723600" imgH="330120" progId="Equation.DSMT4">
                  <p:embed/>
                </p:oleObj>
              </mc:Choice>
              <mc:Fallback>
                <p:oleObj name="Equation" r:id="rId15" imgW="723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8616" y="2647853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FA7B90F-823D-43D7-ADA2-63B03CB0F639}"/>
              </a:ext>
            </a:extLst>
          </p:cNvPr>
          <p:cNvSpPr/>
          <p:nvPr/>
        </p:nvSpPr>
        <p:spPr>
          <a:xfrm>
            <a:off x="629960" y="3526099"/>
            <a:ext cx="1134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要使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D1537DA-2B74-4B92-A0C0-C526B1F12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514713"/>
              </p:ext>
            </p:extLst>
          </p:nvPr>
        </p:nvGraphicFramePr>
        <p:xfrm>
          <a:off x="1435099" y="3368712"/>
          <a:ext cx="62738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3" name="Equation" r:id="rId17" imgW="6273720" imgH="736560" progId="Equation.DSMT4">
                  <p:embed/>
                </p:oleObj>
              </mc:Choice>
              <mc:Fallback>
                <p:oleObj name="Equation" r:id="rId17" imgW="6273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35099" y="3368712"/>
                        <a:ext cx="6273801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B7D81CA-2C5F-4189-8FE5-B2CA83AC6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048547"/>
              </p:ext>
            </p:extLst>
          </p:nvPr>
        </p:nvGraphicFramePr>
        <p:xfrm>
          <a:off x="7871170" y="3571912"/>
          <a:ext cx="74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4" name="Equation" r:id="rId19" imgW="749160" imgH="330120" progId="Equation.DSMT4">
                  <p:embed/>
                </p:oleObj>
              </mc:Choice>
              <mc:Fallback>
                <p:oleObj name="Equation" r:id="rId19" imgW="749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71170" y="3571912"/>
                        <a:ext cx="749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942E149-52F1-486A-95B3-56A959434A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563097"/>
              </p:ext>
            </p:extLst>
          </p:nvPr>
        </p:nvGraphicFramePr>
        <p:xfrm>
          <a:off x="1547664" y="4371751"/>
          <a:ext cx="736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5" name="Equation" r:id="rId21" imgW="736560" imgH="279360" progId="Equation.DSMT4">
                  <p:embed/>
                </p:oleObj>
              </mc:Choice>
              <mc:Fallback>
                <p:oleObj name="Equation" r:id="rId21" imgW="736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47664" y="4371751"/>
                        <a:ext cx="736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E171ECAA-1FF0-4C17-A84E-48DD370C7C15}"/>
              </a:ext>
            </a:extLst>
          </p:cNvPr>
          <p:cNvSpPr/>
          <p:nvPr/>
        </p:nvSpPr>
        <p:spPr>
          <a:xfrm>
            <a:off x="696371" y="4232649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AE6A88-F4B5-4DAA-93C0-16F4A654B819}"/>
              </a:ext>
            </a:extLst>
          </p:cNvPr>
          <p:cNvSpPr/>
          <p:nvPr/>
        </p:nvSpPr>
        <p:spPr>
          <a:xfrm>
            <a:off x="7057520" y="876125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1(4)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55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8A7B8B1-E59C-4E50-9F53-A32DDA26D4A2}"/>
              </a:ext>
            </a:extLst>
          </p:cNvPr>
          <p:cNvSpPr txBox="1">
            <a:spLocks noChangeArrowheads="1"/>
          </p:cNvSpPr>
          <p:nvPr/>
        </p:nvSpPr>
        <p:spPr>
          <a:xfrm>
            <a:off x="287524" y="195486"/>
            <a:ext cx="856895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         在         处有一阶连续导数，且     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963A694-1984-4EF8-8457-A36A0D48C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766921"/>
              </p:ext>
            </p:extLst>
          </p:nvPr>
        </p:nvGraphicFramePr>
        <p:xfrm>
          <a:off x="1511660" y="24029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1660" y="24029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9BE2122-799C-4808-B19B-044DBA3A4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993933"/>
              </p:ext>
            </p:extLst>
          </p:nvPr>
        </p:nvGraphicFramePr>
        <p:xfrm>
          <a:off x="2447764" y="353281"/>
          <a:ext cx="635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7" name="Equation" r:id="rId5" imgW="634680" imgH="215640" progId="Equation.DSMT4">
                  <p:embed/>
                </p:oleObj>
              </mc:Choice>
              <mc:Fallback>
                <p:oleObj name="Equation" r:id="rId5" imgW="634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7764" y="353281"/>
                        <a:ext cx="635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D943B87-B357-487A-9363-1E93BD88D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71531"/>
              </p:ext>
            </p:extLst>
          </p:nvPr>
        </p:nvGraphicFramePr>
        <p:xfrm>
          <a:off x="6226832" y="240296"/>
          <a:ext cx="1333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8" name="Equation" r:id="rId7" imgW="1333440" imgH="355320" progId="Equation.DSMT4">
                  <p:embed/>
                </p:oleObj>
              </mc:Choice>
              <mc:Fallback>
                <p:oleObj name="Equation" r:id="rId7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26832" y="240296"/>
                        <a:ext cx="1333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8615F0-A6BB-4F87-9CE9-41B8123EA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750100"/>
              </p:ext>
            </p:extLst>
          </p:nvPr>
        </p:nvGraphicFramePr>
        <p:xfrm>
          <a:off x="791580" y="843558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9" name="Equation" r:id="rId9" imgW="2222280" imgH="736560" progId="Equation.DSMT4">
                  <p:embed/>
                </p:oleObj>
              </mc:Choice>
              <mc:Fallback>
                <p:oleObj name="Equation" r:id="rId9" imgW="2222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1580" y="843558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BBA9E27-C119-4DE3-BEEC-746BB0538C76}"/>
              </a:ext>
            </a:extLst>
          </p:cNvPr>
          <p:cNvSpPr/>
          <p:nvPr/>
        </p:nvSpPr>
        <p:spPr>
          <a:xfrm>
            <a:off x="591096" y="1836839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9B8D346-A1B2-4BA6-B8A6-8A3D0AC67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869443"/>
              </p:ext>
            </p:extLst>
          </p:nvPr>
        </p:nvGraphicFramePr>
        <p:xfrm>
          <a:off x="1187624" y="1679575"/>
          <a:ext cx="5918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0" name="Equation" r:id="rId11" imgW="5918040" imgH="774360" progId="Equation.DSMT4">
                  <p:embed/>
                </p:oleObj>
              </mc:Choice>
              <mc:Fallback>
                <p:oleObj name="Equation" r:id="rId11" imgW="5918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624" y="1679575"/>
                        <a:ext cx="5918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035E3AD-A147-452E-A056-29CBA095A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366454"/>
              </p:ext>
            </p:extLst>
          </p:nvPr>
        </p:nvGraphicFramePr>
        <p:xfrm>
          <a:off x="663104" y="2485739"/>
          <a:ext cx="7073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1" name="Equation" r:id="rId13" imgW="7073640" imgH="838080" progId="Equation.DSMT4">
                  <p:embed/>
                </p:oleObj>
              </mc:Choice>
              <mc:Fallback>
                <p:oleObj name="Equation" r:id="rId13" imgW="70736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3104" y="2485739"/>
                        <a:ext cx="7073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D48BA3A-3745-4FCE-8232-B01E57422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868481"/>
              </p:ext>
            </p:extLst>
          </p:nvPr>
        </p:nvGraphicFramePr>
        <p:xfrm>
          <a:off x="560826" y="3501404"/>
          <a:ext cx="4394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2" name="Equation" r:id="rId15" imgW="4394160" imgH="939600" progId="Equation.DSMT4">
                  <p:embed/>
                </p:oleObj>
              </mc:Choice>
              <mc:Fallback>
                <p:oleObj name="Equation" r:id="rId15" imgW="43941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0826" y="3501404"/>
                        <a:ext cx="43942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54B8193-21CB-43CB-8A18-2B105C9EE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48552"/>
              </p:ext>
            </p:extLst>
          </p:nvPr>
        </p:nvGraphicFramePr>
        <p:xfrm>
          <a:off x="5016822" y="3581277"/>
          <a:ext cx="2451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3" name="Equation" r:id="rId17" imgW="2450880" imgH="723600" progId="Equation.DSMT4">
                  <p:embed/>
                </p:oleObj>
              </mc:Choice>
              <mc:Fallback>
                <p:oleObj name="Equation" r:id="rId17" imgW="2450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16822" y="3581277"/>
                        <a:ext cx="2451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61FD15F-092F-469B-BBF5-02ECCA170A68}"/>
              </a:ext>
            </a:extLst>
          </p:cNvPr>
          <p:cNvSpPr/>
          <p:nvPr/>
        </p:nvSpPr>
        <p:spPr>
          <a:xfrm>
            <a:off x="7033450" y="862143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1(5)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0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5952033-BB0A-4843-873B-7DC4BF1297E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555526"/>
            <a:ext cx="4464496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1C2F4BB-B2E8-426E-9768-4E06F1A4E3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662644"/>
              </p:ext>
            </p:extLst>
          </p:nvPr>
        </p:nvGraphicFramePr>
        <p:xfrm>
          <a:off x="1187624" y="327286"/>
          <a:ext cx="303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2" name="Equation" r:id="rId3" imgW="3035160" imgH="888840" progId="Equation.DSMT4">
                  <p:embed/>
                </p:oleObj>
              </mc:Choice>
              <mc:Fallback>
                <p:oleObj name="Equation" r:id="rId3" imgW="30351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327286"/>
                        <a:ext cx="3035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05FD16-D269-437A-8C7C-52ED0B23D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422644"/>
              </p:ext>
            </p:extLst>
          </p:nvPr>
        </p:nvGraphicFramePr>
        <p:xfrm>
          <a:off x="4622921" y="63244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3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22921" y="63244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CE05A62-53C0-4143-B70D-092AA283AF82}"/>
              </a:ext>
            </a:extLst>
          </p:cNvPr>
          <p:cNvSpPr/>
          <p:nvPr/>
        </p:nvSpPr>
        <p:spPr>
          <a:xfrm>
            <a:off x="323528" y="1420884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084156-6F46-45B4-92B5-011B057789C8}"/>
              </a:ext>
            </a:extLst>
          </p:cNvPr>
          <p:cNvSpPr/>
          <p:nvPr/>
        </p:nvSpPr>
        <p:spPr>
          <a:xfrm>
            <a:off x="794161" y="1455883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3E721A9-2C28-4E3F-AFFC-F47B6058E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157235"/>
              </p:ext>
            </p:extLst>
          </p:nvPr>
        </p:nvGraphicFramePr>
        <p:xfrm>
          <a:off x="1490663" y="1206560"/>
          <a:ext cx="300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4" name="Equation" r:id="rId7" imgW="3009600" imgH="888840" progId="Equation.DSMT4">
                  <p:embed/>
                </p:oleObj>
              </mc:Choice>
              <mc:Fallback>
                <p:oleObj name="Equation" r:id="rId7" imgW="30096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0663" y="1206560"/>
                        <a:ext cx="3009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317B982-B458-4430-92E8-8F3D41250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942856"/>
              </p:ext>
            </p:extLst>
          </p:nvPr>
        </p:nvGraphicFramePr>
        <p:xfrm>
          <a:off x="4975016" y="1216286"/>
          <a:ext cx="2857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5" name="Equation" r:id="rId9" imgW="2857320" imgH="812520" progId="Equation.DSMT4">
                  <p:embed/>
                </p:oleObj>
              </mc:Choice>
              <mc:Fallback>
                <p:oleObj name="Equation" r:id="rId9" imgW="28573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75016" y="1216286"/>
                        <a:ext cx="2857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E7891E5-B96C-4E94-AB6C-882FA1694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363394"/>
              </p:ext>
            </p:extLst>
          </p:nvPr>
        </p:nvGraphicFramePr>
        <p:xfrm>
          <a:off x="1490663" y="2171914"/>
          <a:ext cx="3149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6" name="Equation" r:id="rId11" imgW="3149280" imgH="812520" progId="Equation.DSMT4">
                  <p:embed/>
                </p:oleObj>
              </mc:Choice>
              <mc:Fallback>
                <p:oleObj name="Equation" r:id="rId11" imgW="31492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90663" y="2171914"/>
                        <a:ext cx="3149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E5CCC73-9F59-466F-87D8-F46984EBD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64697"/>
              </p:ext>
            </p:extLst>
          </p:nvPr>
        </p:nvGraphicFramePr>
        <p:xfrm>
          <a:off x="1478632" y="2951968"/>
          <a:ext cx="5715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7" name="Equation" r:id="rId13" imgW="5715000" imgH="939600" progId="Equation.DSMT4">
                  <p:embed/>
                </p:oleObj>
              </mc:Choice>
              <mc:Fallback>
                <p:oleObj name="Equation" r:id="rId13" imgW="57150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8632" y="2951968"/>
                        <a:ext cx="57150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894DB07-3634-497A-B272-2CF2DF0D4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226040"/>
              </p:ext>
            </p:extLst>
          </p:nvPr>
        </p:nvGraphicFramePr>
        <p:xfrm>
          <a:off x="2123728" y="4022710"/>
          <a:ext cx="468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8" name="Equation" r:id="rId15" imgW="4686120" imgH="812520" progId="Equation.DSMT4">
                  <p:embed/>
                </p:oleObj>
              </mc:Choice>
              <mc:Fallback>
                <p:oleObj name="Equation" r:id="rId15" imgW="4686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23728" y="4022710"/>
                        <a:ext cx="4686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09644FB-3775-449D-8951-DB012B5729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291364"/>
              </p:ext>
            </p:extLst>
          </p:nvPr>
        </p:nvGraphicFramePr>
        <p:xfrm>
          <a:off x="6948264" y="3993008"/>
          <a:ext cx="187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9" name="Equation" r:id="rId17" imgW="1879560" imgH="723600" progId="Equation.DSMT4">
                  <p:embed/>
                </p:oleObj>
              </mc:Choice>
              <mc:Fallback>
                <p:oleObj name="Equation" r:id="rId17" imgW="1879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48264" y="3993008"/>
                        <a:ext cx="1879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9968E53-E3AC-4550-919A-682B2D2C4207}"/>
              </a:ext>
            </a:extLst>
          </p:cNvPr>
          <p:cNvSpPr/>
          <p:nvPr/>
        </p:nvSpPr>
        <p:spPr>
          <a:xfrm>
            <a:off x="6535910" y="632446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35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C752B2-B7C9-43C9-8099-4486F26DA388}"/>
              </a:ext>
            </a:extLst>
          </p:cNvPr>
          <p:cNvSpPr txBox="1">
            <a:spLocks noChangeArrowheads="1"/>
          </p:cNvSpPr>
          <p:nvPr/>
        </p:nvSpPr>
        <p:spPr>
          <a:xfrm>
            <a:off x="205453" y="367260"/>
            <a:ext cx="98274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          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A2196BC-4A00-4F13-BD59-3C6CE6AD1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833424"/>
              </p:ext>
            </p:extLst>
          </p:nvPr>
        </p:nvGraphicFramePr>
        <p:xfrm>
          <a:off x="1188195" y="-38780"/>
          <a:ext cx="3390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2" name="Equation" r:id="rId3" imgW="3390840" imgH="1244520" progId="Equation.DSMT4">
                  <p:embed/>
                </p:oleObj>
              </mc:Choice>
              <mc:Fallback>
                <p:oleObj name="Equation" r:id="rId3" imgW="339084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8195" y="-38780"/>
                        <a:ext cx="33909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B904D262-C6DE-4BA5-8DC7-62D3544CD4FF}"/>
              </a:ext>
            </a:extLst>
          </p:cNvPr>
          <p:cNvSpPr txBox="1">
            <a:spLocks noChangeArrowheads="1"/>
          </p:cNvSpPr>
          <p:nvPr/>
        </p:nvSpPr>
        <p:spPr>
          <a:xfrm>
            <a:off x="4500563" y="357742"/>
            <a:ext cx="3959869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讨论          在         的连续性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E6B321B-291F-42D5-A888-E32835FE8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316800"/>
              </p:ext>
            </p:extLst>
          </p:nvPr>
        </p:nvGraphicFramePr>
        <p:xfrm>
          <a:off x="5218937" y="40985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3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18937" y="40985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BBCD96-CEA0-4020-8CE2-0079E5A62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127710"/>
              </p:ext>
            </p:extLst>
          </p:nvPr>
        </p:nvGraphicFramePr>
        <p:xfrm>
          <a:off x="6300763" y="434302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4" name="Equation" r:id="rId7" imgW="647640" imgH="279360" progId="Equation.DSMT4">
                  <p:embed/>
                </p:oleObj>
              </mc:Choice>
              <mc:Fallback>
                <p:oleObj name="Equation" r:id="rId7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0763" y="434302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37C3356-A5E6-457D-9610-739F0ABB149B}"/>
              </a:ext>
            </a:extLst>
          </p:cNvPr>
          <p:cNvSpPr/>
          <p:nvPr/>
        </p:nvSpPr>
        <p:spPr>
          <a:xfrm>
            <a:off x="7095880" y="848230"/>
            <a:ext cx="1332148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P99,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BFC85F-1A2F-4481-B278-41A63409EDB1}"/>
              </a:ext>
            </a:extLst>
          </p:cNvPr>
          <p:cNvSpPr/>
          <p:nvPr/>
        </p:nvSpPr>
        <p:spPr>
          <a:xfrm>
            <a:off x="305089" y="1715374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707FB5C-3BEC-4D6A-8DFD-2DA97CF35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02202"/>
              </p:ext>
            </p:extLst>
          </p:nvPr>
        </p:nvGraphicFramePr>
        <p:xfrm>
          <a:off x="960562" y="1205820"/>
          <a:ext cx="7480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5" name="Equation" r:id="rId9" imgW="7480080" imgH="1079280" progId="Equation.DSMT4">
                  <p:embed/>
                </p:oleObj>
              </mc:Choice>
              <mc:Fallback>
                <p:oleObj name="Equation" r:id="rId9" imgW="748008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0562" y="1205820"/>
                        <a:ext cx="74803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91649DF-5EE4-4EF8-973A-DB1B93302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45127"/>
              </p:ext>
            </p:extLst>
          </p:nvPr>
        </p:nvGraphicFramePr>
        <p:xfrm>
          <a:off x="444744" y="2727617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6" name="Equation" r:id="rId11" imgW="723600" imgH="330120" progId="Equation.DSMT4">
                  <p:embed/>
                </p:oleObj>
              </mc:Choice>
              <mc:Fallback>
                <p:oleObj name="Equation" r:id="rId11" imgW="723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4744" y="2727617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50EC150-2C89-4641-AABC-BACA49503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805356"/>
              </p:ext>
            </p:extLst>
          </p:nvPr>
        </p:nvGraphicFramePr>
        <p:xfrm>
          <a:off x="1464199" y="2458973"/>
          <a:ext cx="73406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7" name="Equation" r:id="rId13" imgW="7340400" imgH="1282680" progId="Equation.DSMT4">
                  <p:embed/>
                </p:oleObj>
              </mc:Choice>
              <mc:Fallback>
                <p:oleObj name="Equation" r:id="rId13" imgW="734040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64199" y="2458973"/>
                        <a:ext cx="73406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8CDAD16-4071-423F-A5A5-30D1630F04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632487"/>
              </p:ext>
            </p:extLst>
          </p:nvPr>
        </p:nvGraphicFramePr>
        <p:xfrm>
          <a:off x="611560" y="3885758"/>
          <a:ext cx="5778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8" name="Equation" r:id="rId15" imgW="5778360" imgH="888840" progId="Equation.DSMT4">
                  <p:embed/>
                </p:oleObj>
              </mc:Choice>
              <mc:Fallback>
                <p:oleObj name="Equation" r:id="rId15" imgW="57783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1560" y="3885758"/>
                        <a:ext cx="5778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469B91D1-0947-4AD4-A248-8BE654F9B1BA}"/>
              </a:ext>
            </a:extLst>
          </p:cNvPr>
          <p:cNvSpPr/>
          <p:nvPr/>
        </p:nvSpPr>
        <p:spPr>
          <a:xfrm>
            <a:off x="6624613" y="406443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92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3F8179D-7AB7-4E18-9943-2A14084848D6}"/>
              </a:ext>
            </a:extLst>
          </p:cNvPr>
          <p:cNvSpPr txBox="1">
            <a:spLocks noChangeArrowheads="1"/>
          </p:cNvSpPr>
          <p:nvPr/>
        </p:nvSpPr>
        <p:spPr>
          <a:xfrm>
            <a:off x="327591" y="489022"/>
            <a:ext cx="98274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                    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4D4DDAD-8FD1-4883-8BA1-B6C09AA48D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24797"/>
              </p:ext>
            </p:extLst>
          </p:nvPr>
        </p:nvGraphicFramePr>
        <p:xfrm>
          <a:off x="1238325" y="336982"/>
          <a:ext cx="307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0" name="Equation" r:id="rId3" imgW="3073320" imgH="736560" progId="Equation.DSMT4">
                  <p:embed/>
                </p:oleObj>
              </mc:Choice>
              <mc:Fallback>
                <p:oleObj name="Equation" r:id="rId3" imgW="30733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8325" y="336982"/>
                        <a:ext cx="3073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891C6B8-92BE-4AAE-BBF1-338CBB8BC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982678"/>
              </p:ext>
            </p:extLst>
          </p:nvPr>
        </p:nvGraphicFramePr>
        <p:xfrm>
          <a:off x="4479256" y="565942"/>
          <a:ext cx="1231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Equation" r:id="rId5" imgW="1231560" imgH="355320" progId="Equation.DSMT4">
                  <p:embed/>
                </p:oleObj>
              </mc:Choice>
              <mc:Fallback>
                <p:oleObj name="Equation" r:id="rId5" imgW="1231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79256" y="565942"/>
                        <a:ext cx="1231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6A5EE096-C39E-408F-837F-BDD25C5B6392}"/>
              </a:ext>
            </a:extLst>
          </p:cNvPr>
          <p:cNvSpPr txBox="1">
            <a:spLocks noChangeArrowheads="1"/>
          </p:cNvSpPr>
          <p:nvPr/>
        </p:nvSpPr>
        <p:spPr>
          <a:xfrm>
            <a:off x="5724128" y="489022"/>
            <a:ext cx="1490862" cy="4325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   的值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89E7AFD-2BFE-489C-8BB5-8012234DA5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124445"/>
              </p:ext>
            </p:extLst>
          </p:nvPr>
        </p:nvGraphicFramePr>
        <p:xfrm>
          <a:off x="6198941" y="642142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2" name="Equation" r:id="rId7" imgW="203040" imgH="203040" progId="Equation.DSMT4">
                  <p:embed/>
                </p:oleObj>
              </mc:Choice>
              <mc:Fallback>
                <p:oleObj name="Equation" r:id="rId7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8941" y="642142"/>
                        <a:ext cx="20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1EA1F56-90E6-4A0D-81A6-06E09DF995BB}"/>
              </a:ext>
            </a:extLst>
          </p:cNvPr>
          <p:cNvSpPr/>
          <p:nvPr/>
        </p:nvSpPr>
        <p:spPr>
          <a:xfrm>
            <a:off x="472504" y="1330557"/>
            <a:ext cx="786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C85ED93-6F4E-472F-AF73-166832BCE1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177232"/>
              </p:ext>
            </p:extLst>
          </p:nvPr>
        </p:nvGraphicFramePr>
        <p:xfrm>
          <a:off x="1069306" y="1148640"/>
          <a:ext cx="6819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3" name="Equation" r:id="rId9" imgW="6819840" imgH="825480" progId="Equation.DSMT4">
                  <p:embed/>
                </p:oleObj>
              </mc:Choice>
              <mc:Fallback>
                <p:oleObj name="Equation" r:id="rId9" imgW="68198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9306" y="1148640"/>
                        <a:ext cx="6819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62E7520-F57A-4D81-9B21-7FC912EFC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042341"/>
              </p:ext>
            </p:extLst>
          </p:nvPr>
        </p:nvGraphicFramePr>
        <p:xfrm>
          <a:off x="1043906" y="2041440"/>
          <a:ext cx="5270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4" name="Equation" r:id="rId11" imgW="5270400" imgH="787320" progId="Equation.DSMT4">
                  <p:embed/>
                </p:oleObj>
              </mc:Choice>
              <mc:Fallback>
                <p:oleObj name="Equation" r:id="rId11" imgW="52704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3906" y="2041440"/>
                        <a:ext cx="5270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717C3FA-B35A-4DBE-A6D7-02B3835501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905840"/>
              </p:ext>
            </p:extLst>
          </p:nvPr>
        </p:nvGraphicFramePr>
        <p:xfrm>
          <a:off x="1031330" y="3072328"/>
          <a:ext cx="5918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5" name="Equation" r:id="rId13" imgW="5918040" imgH="825480" progId="Equation.DSMT4">
                  <p:embed/>
                </p:oleObj>
              </mc:Choice>
              <mc:Fallback>
                <p:oleObj name="Equation" r:id="rId13" imgW="59180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1330" y="3072328"/>
                        <a:ext cx="59182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CA27786-A9D2-4325-A991-1EF2A7379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457927"/>
              </p:ext>
            </p:extLst>
          </p:nvPr>
        </p:nvGraphicFramePr>
        <p:xfrm>
          <a:off x="1043583" y="4170164"/>
          <a:ext cx="2438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6" name="Equation" r:id="rId15" imgW="2438280" imgH="355320" progId="Equation.DSMT4">
                  <p:embed/>
                </p:oleObj>
              </mc:Choice>
              <mc:Fallback>
                <p:oleObj name="Equation" r:id="rId15" imgW="24382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43583" y="4170164"/>
                        <a:ext cx="2438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ADDAFA2-BAE9-468D-91E1-52F86E665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457270"/>
              </p:ext>
            </p:extLst>
          </p:nvPr>
        </p:nvGraphicFramePr>
        <p:xfrm>
          <a:off x="3713163" y="3994860"/>
          <a:ext cx="78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7" name="Equation" r:id="rId17" imgW="787320" imgH="723600" progId="Equation.DSMT4">
                  <p:embed/>
                </p:oleObj>
              </mc:Choice>
              <mc:Fallback>
                <p:oleObj name="Equation" r:id="rId17" imgW="787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13163" y="3994860"/>
                        <a:ext cx="787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5D686301-66DB-4B54-B7BB-F86B1037C498}"/>
              </a:ext>
            </a:extLst>
          </p:cNvPr>
          <p:cNvSpPr/>
          <p:nvPr/>
        </p:nvSpPr>
        <p:spPr>
          <a:xfrm>
            <a:off x="7380312" y="396665"/>
            <a:ext cx="1584176" cy="33855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P107, 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1(2)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0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074">
            <a:extLst>
              <a:ext uri="{FF2B5EF4-FFF2-40B4-BE49-F238E27FC236}">
                <a16:creationId xmlns:a16="http://schemas.microsoft.com/office/drawing/2014/main" id="{8F9E562A-0726-4942-9A81-8BC30274B04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585788"/>
            <a:ext cx="1857388" cy="5143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_GB2312" pitchFamily="49" charset="-122"/>
                <a:cs typeface="+mj-cs"/>
              </a:rPr>
              <a:t>作业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楷体" panose="02010609060101010101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B4AC5889-6220-40B4-8DC2-73C9B158D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40" y="2110085"/>
            <a:ext cx="28878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总习题二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2134225A-2F3C-46F1-8746-655D50FA5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40" y="1491630"/>
            <a:ext cx="3056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习题课二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5612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7766</TotalTime>
  <Words>1218</Words>
  <Application>Microsoft Office PowerPoint</Application>
  <PresentationFormat>全屏显示(16:9)</PresentationFormat>
  <Paragraphs>309</Paragraphs>
  <Slides>60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3" baseType="lpstr">
      <vt:lpstr>等线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Equation</vt:lpstr>
      <vt:lpstr>MathType 7.0 Equation</vt:lpstr>
      <vt:lpstr>PowerPoint 演示文稿</vt:lpstr>
      <vt:lpstr>一、 导数和微分的概念及应用</vt:lpstr>
      <vt:lpstr> 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846</cp:revision>
  <dcterms:created xsi:type="dcterms:W3CDTF">2018-09-27T06:48:00Z</dcterms:created>
  <dcterms:modified xsi:type="dcterms:W3CDTF">2023-10-22T14:29:57Z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