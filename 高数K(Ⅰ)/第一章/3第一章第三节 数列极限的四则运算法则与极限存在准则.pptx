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88" r:id="rId2"/>
    <p:sldId id="588" r:id="rId3"/>
    <p:sldId id="595" r:id="rId4"/>
    <p:sldId id="596" r:id="rId5"/>
    <p:sldId id="597" r:id="rId6"/>
    <p:sldId id="598" r:id="rId7"/>
    <p:sldId id="589" r:id="rId8"/>
    <p:sldId id="590" r:id="rId9"/>
    <p:sldId id="591" r:id="rId10"/>
    <p:sldId id="592" r:id="rId11"/>
    <p:sldId id="593" r:id="rId12"/>
    <p:sldId id="594" r:id="rId13"/>
    <p:sldId id="599" r:id="rId14"/>
    <p:sldId id="600" r:id="rId15"/>
    <p:sldId id="601" r:id="rId16"/>
    <p:sldId id="602" r:id="rId17"/>
    <p:sldId id="603" r:id="rId18"/>
    <p:sldId id="604" r:id="rId19"/>
    <p:sldId id="605" r:id="rId20"/>
    <p:sldId id="606" r:id="rId21"/>
    <p:sldId id="607" r:id="rId22"/>
    <p:sldId id="608" r:id="rId23"/>
    <p:sldId id="609" r:id="rId24"/>
    <p:sldId id="610" r:id="rId25"/>
    <p:sldId id="611" r:id="rId26"/>
    <p:sldId id="612" r:id="rId27"/>
    <p:sldId id="613" r:id="rId28"/>
    <p:sldId id="615" r:id="rId29"/>
    <p:sldId id="616" r:id="rId30"/>
    <p:sldId id="617" r:id="rId31"/>
    <p:sldId id="618" r:id="rId32"/>
    <p:sldId id="619" r:id="rId33"/>
    <p:sldId id="620" r:id="rId34"/>
    <p:sldId id="621" r:id="rId35"/>
    <p:sldId id="622" r:id="rId36"/>
    <p:sldId id="623" r:id="rId37"/>
    <p:sldId id="624" r:id="rId38"/>
    <p:sldId id="625" r:id="rId39"/>
    <p:sldId id="626" r:id="rId40"/>
    <p:sldId id="627" r:id="rId41"/>
    <p:sldId id="628" r:id="rId42"/>
    <p:sldId id="629" r:id="rId43"/>
    <p:sldId id="614" r:id="rId44"/>
    <p:sldId id="587" r:id="rId45"/>
    <p:sldId id="630" r:id="rId46"/>
    <p:sldId id="631" r:id="rId47"/>
    <p:sldId id="632" r:id="rId48"/>
    <p:sldId id="633" r:id="rId49"/>
    <p:sldId id="634" r:id="rId50"/>
    <p:sldId id="285" r:id="rId51"/>
  </p:sldIdLst>
  <p:sldSz cx="9144000" cy="5143500" type="screen16x9"/>
  <p:notesSz cx="10233025" cy="71024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6" userDrawn="1">
          <p15:clr>
            <a:srgbClr val="A4A3A4"/>
          </p15:clr>
        </p15:guide>
        <p15:guide id="2" pos="2835" userDrawn="1">
          <p15:clr>
            <a:srgbClr val="A4A3A4"/>
          </p15:clr>
        </p15:guide>
        <p15:guide id="3" orient="horz" pos="14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8F52BC"/>
    <a:srgbClr val="4234FE"/>
    <a:srgbClr val="2F42FB"/>
    <a:srgbClr val="B05EAA"/>
    <a:srgbClr val="660033"/>
    <a:srgbClr val="0066FF"/>
    <a:srgbClr val="993300"/>
    <a:srgbClr val="F2B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23" autoAdjust="0"/>
    <p:restoredTop sz="84989" autoAdjust="0"/>
  </p:normalViewPr>
  <p:slideViewPr>
    <p:cSldViewPr>
      <p:cViewPr varScale="1">
        <p:scale>
          <a:sx n="123" d="100"/>
          <a:sy n="123" d="100"/>
        </p:scale>
        <p:origin x="816" y="96"/>
      </p:cViewPr>
      <p:guideLst>
        <p:guide orient="horz" pos="1756"/>
        <p:guide pos="2835"/>
        <p:guide orient="horz" pos="14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image" Target="../media/image18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12" Type="http://schemas.openxmlformats.org/officeDocument/2006/relationships/image" Target="../media/image17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11" Type="http://schemas.openxmlformats.org/officeDocument/2006/relationships/image" Target="../media/image16.wmf"/><Relationship Id="rId5" Type="http://schemas.openxmlformats.org/officeDocument/2006/relationships/image" Target="../media/image10.wmf"/><Relationship Id="rId10" Type="http://schemas.openxmlformats.org/officeDocument/2006/relationships/image" Target="../media/image15.wmf"/><Relationship Id="rId4" Type="http://schemas.openxmlformats.org/officeDocument/2006/relationships/image" Target="../media/image9.wmf"/><Relationship Id="rId9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1.wmf"/><Relationship Id="rId12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0.wmf"/><Relationship Id="rId6" Type="http://schemas.openxmlformats.org/officeDocument/2006/relationships/image" Target="../media/image8.wmf"/><Relationship Id="rId11" Type="http://schemas.openxmlformats.org/officeDocument/2006/relationships/image" Target="../media/image23.wmf"/><Relationship Id="rId5" Type="http://schemas.openxmlformats.org/officeDocument/2006/relationships/image" Target="../media/image7.wmf"/><Relationship Id="rId10" Type="http://schemas.openxmlformats.org/officeDocument/2006/relationships/image" Target="../media/image22.wmf"/><Relationship Id="rId4" Type="http://schemas.openxmlformats.org/officeDocument/2006/relationships/image" Target="../media/image6.wmf"/><Relationship Id="rId9" Type="http://schemas.openxmlformats.org/officeDocument/2006/relationships/image" Target="../media/image12.wmf"/><Relationship Id="rId14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15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14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10" Type="http://schemas.openxmlformats.org/officeDocument/2006/relationships/image" Target="../media/image38.wmf"/><Relationship Id="rId4" Type="http://schemas.openxmlformats.org/officeDocument/2006/relationships/image" Target="../media/image32.wmf"/><Relationship Id="rId9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9.wmf"/><Relationship Id="rId7" Type="http://schemas.openxmlformats.org/officeDocument/2006/relationships/image" Target="../media/image15.wmf"/><Relationship Id="rId12" Type="http://schemas.openxmlformats.org/officeDocument/2006/relationships/image" Target="../media/image46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14.wmf"/><Relationship Id="rId11" Type="http://schemas.openxmlformats.org/officeDocument/2006/relationships/image" Target="../media/image45.wmf"/><Relationship Id="rId5" Type="http://schemas.openxmlformats.org/officeDocument/2006/relationships/image" Target="../media/image41.wmf"/><Relationship Id="rId10" Type="http://schemas.openxmlformats.org/officeDocument/2006/relationships/image" Target="../media/image44.wmf"/><Relationship Id="rId4" Type="http://schemas.openxmlformats.org/officeDocument/2006/relationships/image" Target="../media/image40.wmf"/><Relationship Id="rId9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image" Target="../media/image54.wmf"/><Relationship Id="rId7" Type="http://schemas.openxmlformats.org/officeDocument/2006/relationships/image" Target="../media/image61.wmf"/><Relationship Id="rId2" Type="http://schemas.openxmlformats.org/officeDocument/2006/relationships/image" Target="../media/image53.wmf"/><Relationship Id="rId1" Type="http://schemas.openxmlformats.org/officeDocument/2006/relationships/image" Target="../media/image57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10" Type="http://schemas.openxmlformats.org/officeDocument/2006/relationships/image" Target="../media/image64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54.wmf"/><Relationship Id="rId7" Type="http://schemas.openxmlformats.org/officeDocument/2006/relationships/image" Target="../media/image68.wmf"/><Relationship Id="rId2" Type="http://schemas.openxmlformats.org/officeDocument/2006/relationships/image" Target="../media/image53.wmf"/><Relationship Id="rId1" Type="http://schemas.openxmlformats.org/officeDocument/2006/relationships/image" Target="../media/image57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10" Type="http://schemas.openxmlformats.org/officeDocument/2006/relationships/image" Target="../media/image71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4" Type="http://schemas.openxmlformats.org/officeDocument/2006/relationships/image" Target="../media/image9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4" Type="http://schemas.openxmlformats.org/officeDocument/2006/relationships/image" Target="../media/image9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image" Target="../media/image114.wmf"/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12" Type="http://schemas.openxmlformats.org/officeDocument/2006/relationships/image" Target="../media/image113.wmf"/><Relationship Id="rId2" Type="http://schemas.openxmlformats.org/officeDocument/2006/relationships/image" Target="../media/image103.wmf"/><Relationship Id="rId16" Type="http://schemas.openxmlformats.org/officeDocument/2006/relationships/image" Target="../media/image117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11" Type="http://schemas.openxmlformats.org/officeDocument/2006/relationships/image" Target="../media/image112.wmf"/><Relationship Id="rId5" Type="http://schemas.openxmlformats.org/officeDocument/2006/relationships/image" Target="../media/image106.wmf"/><Relationship Id="rId15" Type="http://schemas.openxmlformats.org/officeDocument/2006/relationships/image" Target="../media/image116.wmf"/><Relationship Id="rId10" Type="http://schemas.openxmlformats.org/officeDocument/2006/relationships/image" Target="../media/image111.wmf"/><Relationship Id="rId4" Type="http://schemas.openxmlformats.org/officeDocument/2006/relationships/image" Target="../media/image105.wmf"/><Relationship Id="rId9" Type="http://schemas.openxmlformats.org/officeDocument/2006/relationships/image" Target="../media/image110.wmf"/><Relationship Id="rId14" Type="http://schemas.openxmlformats.org/officeDocument/2006/relationships/image" Target="../media/image11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image" Target="../media/image138.wmf"/><Relationship Id="rId18" Type="http://schemas.openxmlformats.org/officeDocument/2006/relationships/image" Target="../media/image143.wmf"/><Relationship Id="rId3" Type="http://schemas.openxmlformats.org/officeDocument/2006/relationships/image" Target="../media/image128.wmf"/><Relationship Id="rId7" Type="http://schemas.openxmlformats.org/officeDocument/2006/relationships/image" Target="../media/image132.wmf"/><Relationship Id="rId12" Type="http://schemas.openxmlformats.org/officeDocument/2006/relationships/image" Target="../media/image137.wmf"/><Relationship Id="rId17" Type="http://schemas.openxmlformats.org/officeDocument/2006/relationships/image" Target="../media/image142.wmf"/><Relationship Id="rId2" Type="http://schemas.openxmlformats.org/officeDocument/2006/relationships/image" Target="../media/image127.wmf"/><Relationship Id="rId16" Type="http://schemas.openxmlformats.org/officeDocument/2006/relationships/image" Target="../media/image141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11" Type="http://schemas.openxmlformats.org/officeDocument/2006/relationships/image" Target="../media/image136.wmf"/><Relationship Id="rId5" Type="http://schemas.openxmlformats.org/officeDocument/2006/relationships/image" Target="../media/image130.wmf"/><Relationship Id="rId15" Type="http://schemas.openxmlformats.org/officeDocument/2006/relationships/image" Target="../media/image140.wmf"/><Relationship Id="rId10" Type="http://schemas.openxmlformats.org/officeDocument/2006/relationships/image" Target="../media/image135.wmf"/><Relationship Id="rId4" Type="http://schemas.openxmlformats.org/officeDocument/2006/relationships/image" Target="../media/image129.wmf"/><Relationship Id="rId9" Type="http://schemas.openxmlformats.org/officeDocument/2006/relationships/image" Target="../media/image134.wmf"/><Relationship Id="rId14" Type="http://schemas.openxmlformats.org/officeDocument/2006/relationships/image" Target="../media/image139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image" Target="../media/image146.wmf"/><Relationship Id="rId7" Type="http://schemas.openxmlformats.org/officeDocument/2006/relationships/image" Target="../media/image111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8.wmf"/><Relationship Id="rId11" Type="http://schemas.openxmlformats.org/officeDocument/2006/relationships/image" Target="../media/image151.wmf"/><Relationship Id="rId5" Type="http://schemas.openxmlformats.org/officeDocument/2006/relationships/image" Target="../media/image147.wmf"/><Relationship Id="rId10" Type="http://schemas.openxmlformats.org/officeDocument/2006/relationships/image" Target="../media/image150.wmf"/><Relationship Id="rId4" Type="http://schemas.openxmlformats.org/officeDocument/2006/relationships/image" Target="../media/image102.wmf"/><Relationship Id="rId9" Type="http://schemas.openxmlformats.org/officeDocument/2006/relationships/image" Target="../media/image11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image" Target="../media/image154.wmf"/><Relationship Id="rId7" Type="http://schemas.openxmlformats.org/officeDocument/2006/relationships/image" Target="../media/image158.wmf"/><Relationship Id="rId12" Type="http://schemas.openxmlformats.org/officeDocument/2006/relationships/image" Target="../media/image163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wmf"/><Relationship Id="rId11" Type="http://schemas.openxmlformats.org/officeDocument/2006/relationships/image" Target="../media/image162.wmf"/><Relationship Id="rId5" Type="http://schemas.openxmlformats.org/officeDocument/2006/relationships/image" Target="../media/image156.wmf"/><Relationship Id="rId10" Type="http://schemas.openxmlformats.org/officeDocument/2006/relationships/image" Target="../media/image161.wmf"/><Relationship Id="rId4" Type="http://schemas.openxmlformats.org/officeDocument/2006/relationships/image" Target="../media/image155.wmf"/><Relationship Id="rId9" Type="http://schemas.openxmlformats.org/officeDocument/2006/relationships/image" Target="../media/image16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image" Target="../media/image166.wmf"/><Relationship Id="rId7" Type="http://schemas.openxmlformats.org/officeDocument/2006/relationships/image" Target="../media/image170.wmf"/><Relationship Id="rId12" Type="http://schemas.openxmlformats.org/officeDocument/2006/relationships/image" Target="../media/image175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6" Type="http://schemas.openxmlformats.org/officeDocument/2006/relationships/image" Target="../media/image169.wmf"/><Relationship Id="rId11" Type="http://schemas.openxmlformats.org/officeDocument/2006/relationships/image" Target="../media/image174.wmf"/><Relationship Id="rId5" Type="http://schemas.openxmlformats.org/officeDocument/2006/relationships/image" Target="../media/image168.wmf"/><Relationship Id="rId10" Type="http://schemas.openxmlformats.org/officeDocument/2006/relationships/image" Target="../media/image173.wmf"/><Relationship Id="rId4" Type="http://schemas.openxmlformats.org/officeDocument/2006/relationships/image" Target="../media/image167.wmf"/><Relationship Id="rId9" Type="http://schemas.openxmlformats.org/officeDocument/2006/relationships/image" Target="../media/image17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4" Type="http://schemas.openxmlformats.org/officeDocument/2006/relationships/image" Target="../media/image18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image" Target="../media/image200.wmf"/><Relationship Id="rId3" Type="http://schemas.openxmlformats.org/officeDocument/2006/relationships/image" Target="../media/image190.wmf"/><Relationship Id="rId7" Type="http://schemas.openxmlformats.org/officeDocument/2006/relationships/image" Target="../media/image194.wmf"/><Relationship Id="rId12" Type="http://schemas.openxmlformats.org/officeDocument/2006/relationships/image" Target="../media/image199.wmf"/><Relationship Id="rId2" Type="http://schemas.openxmlformats.org/officeDocument/2006/relationships/image" Target="../media/image189.wmf"/><Relationship Id="rId16" Type="http://schemas.openxmlformats.org/officeDocument/2006/relationships/image" Target="../media/image203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11" Type="http://schemas.openxmlformats.org/officeDocument/2006/relationships/image" Target="../media/image198.wmf"/><Relationship Id="rId5" Type="http://schemas.openxmlformats.org/officeDocument/2006/relationships/image" Target="../media/image192.wmf"/><Relationship Id="rId15" Type="http://schemas.openxmlformats.org/officeDocument/2006/relationships/image" Target="../media/image202.wmf"/><Relationship Id="rId10" Type="http://schemas.openxmlformats.org/officeDocument/2006/relationships/image" Target="../media/image197.wmf"/><Relationship Id="rId4" Type="http://schemas.openxmlformats.org/officeDocument/2006/relationships/image" Target="../media/image191.wmf"/><Relationship Id="rId9" Type="http://schemas.openxmlformats.org/officeDocument/2006/relationships/image" Target="../media/image196.wmf"/><Relationship Id="rId14" Type="http://schemas.openxmlformats.org/officeDocument/2006/relationships/image" Target="../media/image201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3" Type="http://schemas.openxmlformats.org/officeDocument/2006/relationships/image" Target="../media/image206.wmf"/><Relationship Id="rId7" Type="http://schemas.openxmlformats.org/officeDocument/2006/relationships/image" Target="../media/image210.wmf"/><Relationship Id="rId12" Type="http://schemas.openxmlformats.org/officeDocument/2006/relationships/image" Target="../media/image215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Relationship Id="rId6" Type="http://schemas.openxmlformats.org/officeDocument/2006/relationships/image" Target="../media/image209.wmf"/><Relationship Id="rId11" Type="http://schemas.openxmlformats.org/officeDocument/2006/relationships/image" Target="../media/image214.wmf"/><Relationship Id="rId5" Type="http://schemas.openxmlformats.org/officeDocument/2006/relationships/image" Target="../media/image208.wmf"/><Relationship Id="rId10" Type="http://schemas.openxmlformats.org/officeDocument/2006/relationships/image" Target="../media/image213.wmf"/><Relationship Id="rId4" Type="http://schemas.openxmlformats.org/officeDocument/2006/relationships/image" Target="../media/image207.wmf"/><Relationship Id="rId9" Type="http://schemas.openxmlformats.org/officeDocument/2006/relationships/image" Target="../media/image212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image" Target="../media/image218.wmf"/><Relationship Id="rId7" Type="http://schemas.openxmlformats.org/officeDocument/2006/relationships/image" Target="../media/image222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Relationship Id="rId6" Type="http://schemas.openxmlformats.org/officeDocument/2006/relationships/image" Target="../media/image221.wmf"/><Relationship Id="rId5" Type="http://schemas.openxmlformats.org/officeDocument/2006/relationships/image" Target="../media/image220.wmf"/><Relationship Id="rId4" Type="http://schemas.openxmlformats.org/officeDocument/2006/relationships/image" Target="../media/image219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3" Type="http://schemas.openxmlformats.org/officeDocument/2006/relationships/image" Target="../media/image226.wmf"/><Relationship Id="rId7" Type="http://schemas.openxmlformats.org/officeDocument/2006/relationships/image" Target="../media/image230.wmf"/><Relationship Id="rId12" Type="http://schemas.openxmlformats.org/officeDocument/2006/relationships/image" Target="../media/image235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11" Type="http://schemas.openxmlformats.org/officeDocument/2006/relationships/image" Target="../media/image234.wmf"/><Relationship Id="rId5" Type="http://schemas.openxmlformats.org/officeDocument/2006/relationships/image" Target="../media/image228.wmf"/><Relationship Id="rId10" Type="http://schemas.openxmlformats.org/officeDocument/2006/relationships/image" Target="../media/image233.wmf"/><Relationship Id="rId4" Type="http://schemas.openxmlformats.org/officeDocument/2006/relationships/image" Target="../media/image227.wmf"/><Relationship Id="rId9" Type="http://schemas.openxmlformats.org/officeDocument/2006/relationships/image" Target="../media/image232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wmf"/><Relationship Id="rId3" Type="http://schemas.openxmlformats.org/officeDocument/2006/relationships/image" Target="../media/image237.wmf"/><Relationship Id="rId7" Type="http://schemas.openxmlformats.org/officeDocument/2006/relationships/image" Target="../media/image241.wmf"/><Relationship Id="rId2" Type="http://schemas.openxmlformats.org/officeDocument/2006/relationships/image" Target="../media/image236.wmf"/><Relationship Id="rId1" Type="http://schemas.openxmlformats.org/officeDocument/2006/relationships/image" Target="../media/image224.wmf"/><Relationship Id="rId6" Type="http://schemas.openxmlformats.org/officeDocument/2006/relationships/image" Target="../media/image240.wmf"/><Relationship Id="rId11" Type="http://schemas.openxmlformats.org/officeDocument/2006/relationships/image" Target="../media/image245.wmf"/><Relationship Id="rId5" Type="http://schemas.openxmlformats.org/officeDocument/2006/relationships/image" Target="../media/image239.wmf"/><Relationship Id="rId10" Type="http://schemas.openxmlformats.org/officeDocument/2006/relationships/image" Target="../media/image244.wmf"/><Relationship Id="rId4" Type="http://schemas.openxmlformats.org/officeDocument/2006/relationships/image" Target="../media/image238.wmf"/><Relationship Id="rId9" Type="http://schemas.openxmlformats.org/officeDocument/2006/relationships/image" Target="../media/image243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13" Type="http://schemas.openxmlformats.org/officeDocument/2006/relationships/image" Target="../media/image260.wmf"/><Relationship Id="rId18" Type="http://schemas.openxmlformats.org/officeDocument/2006/relationships/image" Target="../media/image265.wmf"/><Relationship Id="rId3" Type="http://schemas.openxmlformats.org/officeDocument/2006/relationships/image" Target="../media/image250.wmf"/><Relationship Id="rId7" Type="http://schemas.openxmlformats.org/officeDocument/2006/relationships/image" Target="../media/image254.wmf"/><Relationship Id="rId12" Type="http://schemas.openxmlformats.org/officeDocument/2006/relationships/image" Target="../media/image259.wmf"/><Relationship Id="rId17" Type="http://schemas.openxmlformats.org/officeDocument/2006/relationships/image" Target="../media/image264.wmf"/><Relationship Id="rId2" Type="http://schemas.openxmlformats.org/officeDocument/2006/relationships/image" Target="../media/image249.wmf"/><Relationship Id="rId16" Type="http://schemas.openxmlformats.org/officeDocument/2006/relationships/image" Target="../media/image263.wmf"/><Relationship Id="rId1" Type="http://schemas.openxmlformats.org/officeDocument/2006/relationships/image" Target="../media/image248.wmf"/><Relationship Id="rId6" Type="http://schemas.openxmlformats.org/officeDocument/2006/relationships/image" Target="../media/image253.wmf"/><Relationship Id="rId11" Type="http://schemas.openxmlformats.org/officeDocument/2006/relationships/image" Target="../media/image258.wmf"/><Relationship Id="rId5" Type="http://schemas.openxmlformats.org/officeDocument/2006/relationships/image" Target="../media/image252.wmf"/><Relationship Id="rId15" Type="http://schemas.openxmlformats.org/officeDocument/2006/relationships/image" Target="../media/image262.wmf"/><Relationship Id="rId10" Type="http://schemas.openxmlformats.org/officeDocument/2006/relationships/image" Target="../media/image257.wmf"/><Relationship Id="rId19" Type="http://schemas.openxmlformats.org/officeDocument/2006/relationships/image" Target="../media/image266.wmf"/><Relationship Id="rId4" Type="http://schemas.openxmlformats.org/officeDocument/2006/relationships/image" Target="../media/image251.wmf"/><Relationship Id="rId9" Type="http://schemas.openxmlformats.org/officeDocument/2006/relationships/image" Target="../media/image256.wmf"/><Relationship Id="rId14" Type="http://schemas.openxmlformats.org/officeDocument/2006/relationships/image" Target="../media/image261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wmf"/><Relationship Id="rId13" Type="http://schemas.openxmlformats.org/officeDocument/2006/relationships/image" Target="../media/image279.wmf"/><Relationship Id="rId3" Type="http://schemas.openxmlformats.org/officeDocument/2006/relationships/image" Target="../media/image269.wmf"/><Relationship Id="rId7" Type="http://schemas.openxmlformats.org/officeDocument/2006/relationships/image" Target="../media/image273.wmf"/><Relationship Id="rId12" Type="http://schemas.openxmlformats.org/officeDocument/2006/relationships/image" Target="../media/image278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Relationship Id="rId6" Type="http://schemas.openxmlformats.org/officeDocument/2006/relationships/image" Target="../media/image272.wmf"/><Relationship Id="rId11" Type="http://schemas.openxmlformats.org/officeDocument/2006/relationships/image" Target="../media/image277.wmf"/><Relationship Id="rId5" Type="http://schemas.openxmlformats.org/officeDocument/2006/relationships/image" Target="../media/image271.wmf"/><Relationship Id="rId10" Type="http://schemas.openxmlformats.org/officeDocument/2006/relationships/image" Target="../media/image276.wmf"/><Relationship Id="rId4" Type="http://schemas.openxmlformats.org/officeDocument/2006/relationships/image" Target="../media/image270.wmf"/><Relationship Id="rId9" Type="http://schemas.openxmlformats.org/officeDocument/2006/relationships/image" Target="../media/image275.wmf"/><Relationship Id="rId14" Type="http://schemas.openxmlformats.org/officeDocument/2006/relationships/image" Target="../media/image280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wmf"/><Relationship Id="rId3" Type="http://schemas.openxmlformats.org/officeDocument/2006/relationships/image" Target="../media/image283.wmf"/><Relationship Id="rId7" Type="http://schemas.openxmlformats.org/officeDocument/2006/relationships/image" Target="../media/image287.wmf"/><Relationship Id="rId2" Type="http://schemas.openxmlformats.org/officeDocument/2006/relationships/image" Target="../media/image282.wmf"/><Relationship Id="rId1" Type="http://schemas.openxmlformats.org/officeDocument/2006/relationships/image" Target="../media/image281.wmf"/><Relationship Id="rId6" Type="http://schemas.openxmlformats.org/officeDocument/2006/relationships/image" Target="../media/image286.wmf"/><Relationship Id="rId5" Type="http://schemas.openxmlformats.org/officeDocument/2006/relationships/image" Target="../media/image285.wmf"/><Relationship Id="rId10" Type="http://schemas.openxmlformats.org/officeDocument/2006/relationships/image" Target="../media/image273.wmf"/><Relationship Id="rId4" Type="http://schemas.openxmlformats.org/officeDocument/2006/relationships/image" Target="../media/image284.wmf"/><Relationship Id="rId9" Type="http://schemas.openxmlformats.org/officeDocument/2006/relationships/image" Target="../media/image289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w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Relationship Id="rId4" Type="http://schemas.openxmlformats.org/officeDocument/2006/relationships/image" Target="../media/image293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3" Type="http://schemas.openxmlformats.org/officeDocument/2006/relationships/image" Target="../media/image296.wmf"/><Relationship Id="rId7" Type="http://schemas.openxmlformats.org/officeDocument/2006/relationships/image" Target="../media/image300.wmf"/><Relationship Id="rId2" Type="http://schemas.openxmlformats.org/officeDocument/2006/relationships/image" Target="../media/image295.wmf"/><Relationship Id="rId1" Type="http://schemas.openxmlformats.org/officeDocument/2006/relationships/image" Target="../media/image294.wmf"/><Relationship Id="rId6" Type="http://schemas.openxmlformats.org/officeDocument/2006/relationships/image" Target="../media/image299.wmf"/><Relationship Id="rId11" Type="http://schemas.openxmlformats.org/officeDocument/2006/relationships/image" Target="../media/image304.wmf"/><Relationship Id="rId5" Type="http://schemas.openxmlformats.org/officeDocument/2006/relationships/image" Target="../media/image298.wmf"/><Relationship Id="rId10" Type="http://schemas.openxmlformats.org/officeDocument/2006/relationships/image" Target="../media/image303.wmf"/><Relationship Id="rId4" Type="http://schemas.openxmlformats.org/officeDocument/2006/relationships/image" Target="../media/image297.wmf"/><Relationship Id="rId9" Type="http://schemas.openxmlformats.org/officeDocument/2006/relationships/image" Target="../media/image302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wmf"/><Relationship Id="rId13" Type="http://schemas.openxmlformats.org/officeDocument/2006/relationships/image" Target="../media/image317.wmf"/><Relationship Id="rId3" Type="http://schemas.openxmlformats.org/officeDocument/2006/relationships/image" Target="../media/image307.wmf"/><Relationship Id="rId7" Type="http://schemas.openxmlformats.org/officeDocument/2006/relationships/image" Target="../media/image311.wmf"/><Relationship Id="rId12" Type="http://schemas.openxmlformats.org/officeDocument/2006/relationships/image" Target="../media/image316.wmf"/><Relationship Id="rId17" Type="http://schemas.openxmlformats.org/officeDocument/2006/relationships/image" Target="../media/image321.wmf"/><Relationship Id="rId2" Type="http://schemas.openxmlformats.org/officeDocument/2006/relationships/image" Target="../media/image306.wmf"/><Relationship Id="rId16" Type="http://schemas.openxmlformats.org/officeDocument/2006/relationships/image" Target="../media/image320.wmf"/><Relationship Id="rId1" Type="http://schemas.openxmlformats.org/officeDocument/2006/relationships/image" Target="../media/image305.wmf"/><Relationship Id="rId6" Type="http://schemas.openxmlformats.org/officeDocument/2006/relationships/image" Target="../media/image310.wmf"/><Relationship Id="rId11" Type="http://schemas.openxmlformats.org/officeDocument/2006/relationships/image" Target="../media/image315.wmf"/><Relationship Id="rId5" Type="http://schemas.openxmlformats.org/officeDocument/2006/relationships/image" Target="../media/image309.wmf"/><Relationship Id="rId15" Type="http://schemas.openxmlformats.org/officeDocument/2006/relationships/image" Target="../media/image319.wmf"/><Relationship Id="rId10" Type="http://schemas.openxmlformats.org/officeDocument/2006/relationships/image" Target="../media/image314.wmf"/><Relationship Id="rId4" Type="http://schemas.openxmlformats.org/officeDocument/2006/relationships/image" Target="../media/image308.wmf"/><Relationship Id="rId9" Type="http://schemas.openxmlformats.org/officeDocument/2006/relationships/image" Target="../media/image313.wmf"/><Relationship Id="rId14" Type="http://schemas.openxmlformats.org/officeDocument/2006/relationships/image" Target="../media/image318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13" Type="http://schemas.openxmlformats.org/officeDocument/2006/relationships/image" Target="../media/image312.wmf"/><Relationship Id="rId18" Type="http://schemas.openxmlformats.org/officeDocument/2006/relationships/image" Target="../media/image331.wmf"/><Relationship Id="rId3" Type="http://schemas.openxmlformats.org/officeDocument/2006/relationships/image" Target="../media/image310.wmf"/><Relationship Id="rId7" Type="http://schemas.openxmlformats.org/officeDocument/2006/relationships/image" Target="../media/image325.wmf"/><Relationship Id="rId12" Type="http://schemas.openxmlformats.org/officeDocument/2006/relationships/image" Target="../media/image311.wmf"/><Relationship Id="rId17" Type="http://schemas.openxmlformats.org/officeDocument/2006/relationships/image" Target="../media/image330.wmf"/><Relationship Id="rId2" Type="http://schemas.openxmlformats.org/officeDocument/2006/relationships/image" Target="../media/image273.wmf"/><Relationship Id="rId16" Type="http://schemas.openxmlformats.org/officeDocument/2006/relationships/image" Target="../media/image329.wmf"/><Relationship Id="rId1" Type="http://schemas.openxmlformats.org/officeDocument/2006/relationships/image" Target="../media/image322.wmf"/><Relationship Id="rId6" Type="http://schemas.openxmlformats.org/officeDocument/2006/relationships/image" Target="../media/image324.wmf"/><Relationship Id="rId11" Type="http://schemas.openxmlformats.org/officeDocument/2006/relationships/image" Target="../media/image309.wmf"/><Relationship Id="rId5" Type="http://schemas.openxmlformats.org/officeDocument/2006/relationships/image" Target="../media/image323.wmf"/><Relationship Id="rId15" Type="http://schemas.openxmlformats.org/officeDocument/2006/relationships/image" Target="../media/image328.wmf"/><Relationship Id="rId10" Type="http://schemas.openxmlformats.org/officeDocument/2006/relationships/image" Target="../media/image308.wmf"/><Relationship Id="rId19" Type="http://schemas.openxmlformats.org/officeDocument/2006/relationships/image" Target="../media/image332.wmf"/><Relationship Id="rId4" Type="http://schemas.openxmlformats.org/officeDocument/2006/relationships/image" Target="../media/image306.wmf"/><Relationship Id="rId9" Type="http://schemas.openxmlformats.org/officeDocument/2006/relationships/image" Target="../media/image307.wmf"/><Relationship Id="rId14" Type="http://schemas.openxmlformats.org/officeDocument/2006/relationships/image" Target="../media/image327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4.wmf"/><Relationship Id="rId1" Type="http://schemas.openxmlformats.org/officeDocument/2006/relationships/image" Target="../media/image333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6.wmf"/><Relationship Id="rId1" Type="http://schemas.openxmlformats.org/officeDocument/2006/relationships/image" Target="../media/image335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wmf"/><Relationship Id="rId3" Type="http://schemas.openxmlformats.org/officeDocument/2006/relationships/image" Target="../media/image339.wmf"/><Relationship Id="rId7" Type="http://schemas.openxmlformats.org/officeDocument/2006/relationships/image" Target="../media/image343.wmf"/><Relationship Id="rId2" Type="http://schemas.openxmlformats.org/officeDocument/2006/relationships/image" Target="../media/image338.wmf"/><Relationship Id="rId1" Type="http://schemas.openxmlformats.org/officeDocument/2006/relationships/image" Target="../media/image337.wmf"/><Relationship Id="rId6" Type="http://schemas.openxmlformats.org/officeDocument/2006/relationships/image" Target="../media/image342.wmf"/><Relationship Id="rId5" Type="http://schemas.openxmlformats.org/officeDocument/2006/relationships/image" Target="../media/image341.wmf"/><Relationship Id="rId4" Type="http://schemas.openxmlformats.org/officeDocument/2006/relationships/image" Target="../media/image340.wmf"/><Relationship Id="rId9" Type="http://schemas.openxmlformats.org/officeDocument/2006/relationships/image" Target="../media/image345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wmf"/><Relationship Id="rId2" Type="http://schemas.openxmlformats.org/officeDocument/2006/relationships/image" Target="../media/image347.wmf"/><Relationship Id="rId1" Type="http://schemas.openxmlformats.org/officeDocument/2006/relationships/image" Target="../media/image346.wmf"/><Relationship Id="rId5" Type="http://schemas.openxmlformats.org/officeDocument/2006/relationships/image" Target="../media/image350.wmf"/><Relationship Id="rId4" Type="http://schemas.openxmlformats.org/officeDocument/2006/relationships/image" Target="../media/image349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3" Type="http://schemas.openxmlformats.org/officeDocument/2006/relationships/image" Target="../media/image353.wmf"/><Relationship Id="rId7" Type="http://schemas.openxmlformats.org/officeDocument/2006/relationships/image" Target="../media/image357.wmf"/><Relationship Id="rId2" Type="http://schemas.openxmlformats.org/officeDocument/2006/relationships/image" Target="../media/image352.wmf"/><Relationship Id="rId1" Type="http://schemas.openxmlformats.org/officeDocument/2006/relationships/image" Target="../media/image351.wmf"/><Relationship Id="rId6" Type="http://schemas.openxmlformats.org/officeDocument/2006/relationships/image" Target="../media/image356.wmf"/><Relationship Id="rId5" Type="http://schemas.openxmlformats.org/officeDocument/2006/relationships/image" Target="../media/image355.wmf"/><Relationship Id="rId4" Type="http://schemas.openxmlformats.org/officeDocument/2006/relationships/image" Target="../media/image354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wmf"/><Relationship Id="rId3" Type="http://schemas.openxmlformats.org/officeDocument/2006/relationships/image" Target="../media/image361.wmf"/><Relationship Id="rId7" Type="http://schemas.openxmlformats.org/officeDocument/2006/relationships/image" Target="../media/image365.wmf"/><Relationship Id="rId2" Type="http://schemas.openxmlformats.org/officeDocument/2006/relationships/image" Target="../media/image360.wmf"/><Relationship Id="rId1" Type="http://schemas.openxmlformats.org/officeDocument/2006/relationships/image" Target="../media/image359.wmf"/><Relationship Id="rId6" Type="http://schemas.openxmlformats.org/officeDocument/2006/relationships/image" Target="../media/image364.wmf"/><Relationship Id="rId5" Type="http://schemas.openxmlformats.org/officeDocument/2006/relationships/image" Target="../media/image363.wmf"/><Relationship Id="rId4" Type="http://schemas.openxmlformats.org/officeDocument/2006/relationships/image" Target="../media/image362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9.wmf"/><Relationship Id="rId2" Type="http://schemas.openxmlformats.org/officeDocument/2006/relationships/image" Target="../media/image368.wmf"/><Relationship Id="rId1" Type="http://schemas.openxmlformats.org/officeDocument/2006/relationships/image" Target="../media/image367.wmf"/><Relationship Id="rId5" Type="http://schemas.openxmlformats.org/officeDocument/2006/relationships/image" Target="../media/image371.wmf"/><Relationship Id="rId4" Type="http://schemas.openxmlformats.org/officeDocument/2006/relationships/image" Target="../media/image370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4.wmf"/><Relationship Id="rId2" Type="http://schemas.openxmlformats.org/officeDocument/2006/relationships/image" Target="../media/image373.wmf"/><Relationship Id="rId1" Type="http://schemas.openxmlformats.org/officeDocument/2006/relationships/image" Target="../media/image372.wmf"/><Relationship Id="rId5" Type="http://schemas.openxmlformats.org/officeDocument/2006/relationships/image" Target="../media/image376.wmf"/><Relationship Id="rId4" Type="http://schemas.openxmlformats.org/officeDocument/2006/relationships/image" Target="../media/image375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wmf"/><Relationship Id="rId3" Type="http://schemas.openxmlformats.org/officeDocument/2006/relationships/image" Target="../media/image378.wmf"/><Relationship Id="rId7" Type="http://schemas.openxmlformats.org/officeDocument/2006/relationships/image" Target="../media/image381.wmf"/><Relationship Id="rId2" Type="http://schemas.openxmlformats.org/officeDocument/2006/relationships/image" Target="../media/image377.wmf"/><Relationship Id="rId1" Type="http://schemas.openxmlformats.org/officeDocument/2006/relationships/image" Target="../media/image376.wmf"/><Relationship Id="rId6" Type="http://schemas.openxmlformats.org/officeDocument/2006/relationships/image" Target="../media/image370.wmf"/><Relationship Id="rId5" Type="http://schemas.openxmlformats.org/officeDocument/2006/relationships/image" Target="../media/image380.wmf"/><Relationship Id="rId4" Type="http://schemas.openxmlformats.org/officeDocument/2006/relationships/image" Target="../media/image37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4434311" cy="356357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6346" y="2"/>
            <a:ext cx="4434311" cy="356357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A71B16FA-C879-4226-B89F-E7EB85904D3A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3303" y="3418066"/>
            <a:ext cx="8186420" cy="2796600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434311" cy="356356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6346" y="6746119"/>
            <a:ext cx="4434311" cy="356356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96442D36-8605-4790-AF9E-62C1D973F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406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985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325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42D36-8605-4790-AF9E-62C1D973FAD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20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8388351" y="4624387"/>
            <a:ext cx="504825" cy="35718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964C35B-45BE-4C8F-8F6B-1FCCE04F269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537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3.wmf"/><Relationship Id="rId26" Type="http://schemas.openxmlformats.org/officeDocument/2006/relationships/image" Target="../media/image17.wmf"/><Relationship Id="rId3" Type="http://schemas.openxmlformats.org/officeDocument/2006/relationships/oleObject" Target="../embeddings/oleObject6.bin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17" Type="http://schemas.openxmlformats.org/officeDocument/2006/relationships/oleObject" Target="../embeddings/oleObject13.bin"/><Relationship Id="rId25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wmf"/><Relationship Id="rId20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16.wmf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18.wmf"/><Relationship Id="rId10" Type="http://schemas.openxmlformats.org/officeDocument/2006/relationships/image" Target="../media/image9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1.wmf"/><Relationship Id="rId22" Type="http://schemas.openxmlformats.org/officeDocument/2006/relationships/image" Target="../media/image15.wmf"/><Relationship Id="rId27" Type="http://schemas.openxmlformats.org/officeDocument/2006/relationships/oleObject" Target="../embeddings/oleObject1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26.bin"/><Relationship Id="rId26" Type="http://schemas.openxmlformats.org/officeDocument/2006/relationships/image" Target="../media/image23.wmf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28.bin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21.wmf"/><Relationship Id="rId25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.bin"/><Relationship Id="rId20" Type="http://schemas.openxmlformats.org/officeDocument/2006/relationships/image" Target="../media/image11.wmf"/><Relationship Id="rId29" Type="http://schemas.openxmlformats.org/officeDocument/2006/relationships/oleObject" Target="../embeddings/oleObject32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6.wmf"/><Relationship Id="rId24" Type="http://schemas.openxmlformats.org/officeDocument/2006/relationships/image" Target="../media/image22.wmf"/><Relationship Id="rId32" Type="http://schemas.openxmlformats.org/officeDocument/2006/relationships/image" Target="../media/image3.wmf"/><Relationship Id="rId5" Type="http://schemas.openxmlformats.org/officeDocument/2006/relationships/image" Target="../media/image10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29.bin"/><Relationship Id="rId28" Type="http://schemas.openxmlformats.org/officeDocument/2006/relationships/image" Target="../media/image24.wmf"/><Relationship Id="rId10" Type="http://schemas.openxmlformats.org/officeDocument/2006/relationships/oleObject" Target="../embeddings/oleObject22.bin"/><Relationship Id="rId19" Type="http://schemas.openxmlformats.org/officeDocument/2006/relationships/oleObject" Target="../embeddings/oleObject27.bin"/><Relationship Id="rId31" Type="http://schemas.openxmlformats.org/officeDocument/2006/relationships/oleObject" Target="../embeddings/oleObject33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4.bin"/><Relationship Id="rId22" Type="http://schemas.openxmlformats.org/officeDocument/2006/relationships/image" Target="../media/image12.wmf"/><Relationship Id="rId27" Type="http://schemas.openxmlformats.org/officeDocument/2006/relationships/oleObject" Target="../embeddings/oleObject31.bin"/><Relationship Id="rId30" Type="http://schemas.openxmlformats.org/officeDocument/2006/relationships/image" Target="../media/image2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36.wmf"/><Relationship Id="rId3" Type="http://schemas.openxmlformats.org/officeDocument/2006/relationships/oleObject" Target="../embeddings/oleObject41.bin"/><Relationship Id="rId21" Type="http://schemas.openxmlformats.org/officeDocument/2006/relationships/oleObject" Target="../embeddings/oleObject50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.wmf"/><Relationship Id="rId20" Type="http://schemas.openxmlformats.org/officeDocument/2006/relationships/image" Target="../media/image37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32.wmf"/><Relationship Id="rId19" Type="http://schemas.openxmlformats.org/officeDocument/2006/relationships/oleObject" Target="../embeddings/oleObject49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34.wmf"/><Relationship Id="rId22" Type="http://schemas.openxmlformats.org/officeDocument/2006/relationships/image" Target="../media/image3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42.wmf"/><Relationship Id="rId26" Type="http://schemas.openxmlformats.org/officeDocument/2006/relationships/image" Target="../media/image46.wmf"/><Relationship Id="rId3" Type="http://schemas.openxmlformats.org/officeDocument/2006/relationships/oleObject" Target="../embeddings/oleObject51.bin"/><Relationship Id="rId21" Type="http://schemas.openxmlformats.org/officeDocument/2006/relationships/oleObject" Target="../embeddings/oleObject60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58.bin"/><Relationship Id="rId25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20" Type="http://schemas.openxmlformats.org/officeDocument/2006/relationships/image" Target="../media/image4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55.bin"/><Relationship Id="rId24" Type="http://schemas.openxmlformats.org/officeDocument/2006/relationships/image" Target="../media/image45.wmf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23" Type="http://schemas.openxmlformats.org/officeDocument/2006/relationships/oleObject" Target="../embeddings/oleObject61.bin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59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14.wmf"/><Relationship Id="rId22" Type="http://schemas.openxmlformats.org/officeDocument/2006/relationships/image" Target="../media/image4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6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6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3.wmf"/><Relationship Id="rId11" Type="http://schemas.openxmlformats.org/officeDocument/2006/relationships/image" Target="../media/image55.wmf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5.bin"/><Relationship Id="rId10" Type="http://schemas.openxmlformats.org/officeDocument/2006/relationships/oleObject" Target="../embeddings/oleObject72.bin"/><Relationship Id="rId4" Type="http://schemas.openxmlformats.org/officeDocument/2006/relationships/image" Target="../media/image52.wmf"/><Relationship Id="rId9" Type="http://schemas.openxmlformats.org/officeDocument/2006/relationships/oleObject" Target="../embeddings/oleObject71.bin"/><Relationship Id="rId14" Type="http://schemas.openxmlformats.org/officeDocument/2006/relationships/oleObject" Target="../embeddings/oleObject7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62.wmf"/><Relationship Id="rId3" Type="http://schemas.openxmlformats.org/officeDocument/2006/relationships/oleObject" Target="../embeddings/oleObject76.bin"/><Relationship Id="rId21" Type="http://schemas.openxmlformats.org/officeDocument/2006/relationships/oleObject" Target="../embeddings/oleObject85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wmf"/><Relationship Id="rId20" Type="http://schemas.openxmlformats.org/officeDocument/2006/relationships/image" Target="../media/image6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60.wmf"/><Relationship Id="rId22" Type="http://schemas.openxmlformats.org/officeDocument/2006/relationships/image" Target="../media/image6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66.wmf"/><Relationship Id="rId18" Type="http://schemas.openxmlformats.org/officeDocument/2006/relationships/image" Target="../media/image68.wmf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6.bin"/><Relationship Id="rId7" Type="http://schemas.openxmlformats.org/officeDocument/2006/relationships/oleObject" Target="../embeddings/oleObject88.bin"/><Relationship Id="rId12" Type="http://schemas.openxmlformats.org/officeDocument/2006/relationships/oleObject" Target="../embeddings/oleObject91.bin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3.wmf"/><Relationship Id="rId11" Type="http://schemas.openxmlformats.org/officeDocument/2006/relationships/image" Target="../media/image65.wmf"/><Relationship Id="rId24" Type="http://schemas.openxmlformats.org/officeDocument/2006/relationships/image" Target="../media/image71.w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3.bin"/><Relationship Id="rId23" Type="http://schemas.openxmlformats.org/officeDocument/2006/relationships/oleObject" Target="../embeddings/oleObject97.bin"/><Relationship Id="rId10" Type="http://schemas.openxmlformats.org/officeDocument/2006/relationships/oleObject" Target="../embeddings/oleObject90.bin"/><Relationship Id="rId19" Type="http://schemas.openxmlformats.org/officeDocument/2006/relationships/oleObject" Target="../embeddings/oleObject95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89.bin"/><Relationship Id="rId14" Type="http://schemas.openxmlformats.org/officeDocument/2006/relationships/oleObject" Target="../embeddings/oleObject92.bin"/><Relationship Id="rId22" Type="http://schemas.openxmlformats.org/officeDocument/2006/relationships/image" Target="../media/image7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79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7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11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8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92.wmf"/><Relationship Id="rId5" Type="http://schemas.openxmlformats.org/officeDocument/2006/relationships/image" Target="../media/image89.w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9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12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0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26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09.wmf"/><Relationship Id="rId26" Type="http://schemas.openxmlformats.org/officeDocument/2006/relationships/image" Target="../media/image113.wmf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37.bin"/><Relationship Id="rId34" Type="http://schemas.openxmlformats.org/officeDocument/2006/relationships/image" Target="../media/image117.wmf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39.bin"/><Relationship Id="rId33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8.wmf"/><Relationship Id="rId20" Type="http://schemas.openxmlformats.org/officeDocument/2006/relationships/image" Target="../media/image110.wmf"/><Relationship Id="rId29" Type="http://schemas.openxmlformats.org/officeDocument/2006/relationships/oleObject" Target="../embeddings/oleObject141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32.bin"/><Relationship Id="rId24" Type="http://schemas.openxmlformats.org/officeDocument/2006/relationships/image" Target="../media/image112.wmf"/><Relationship Id="rId32" Type="http://schemas.openxmlformats.org/officeDocument/2006/relationships/image" Target="../media/image116.wmf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138.bin"/><Relationship Id="rId28" Type="http://schemas.openxmlformats.org/officeDocument/2006/relationships/image" Target="../media/image114.wmf"/><Relationship Id="rId10" Type="http://schemas.openxmlformats.org/officeDocument/2006/relationships/image" Target="../media/image105.wmf"/><Relationship Id="rId19" Type="http://schemas.openxmlformats.org/officeDocument/2006/relationships/oleObject" Target="../embeddings/oleObject136.bin"/><Relationship Id="rId31" Type="http://schemas.openxmlformats.org/officeDocument/2006/relationships/oleObject" Target="../embeddings/oleObject142.bin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07.wmf"/><Relationship Id="rId22" Type="http://schemas.openxmlformats.org/officeDocument/2006/relationships/image" Target="../media/image111.wmf"/><Relationship Id="rId27" Type="http://schemas.openxmlformats.org/officeDocument/2006/relationships/oleObject" Target="../embeddings/oleObject140.bin"/><Relationship Id="rId30" Type="http://schemas.openxmlformats.org/officeDocument/2006/relationships/image" Target="../media/image115.wmf"/><Relationship Id="rId8" Type="http://schemas.openxmlformats.org/officeDocument/2006/relationships/image" Target="../media/image10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image" Target="../media/image125.gi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22.wmf"/><Relationship Id="rId17" Type="http://schemas.openxmlformats.org/officeDocument/2006/relationships/image" Target="../media/image12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0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5" Type="http://schemas.openxmlformats.org/officeDocument/2006/relationships/image" Target="../media/image123.wmf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47.bin"/><Relationship Id="rId14" Type="http://schemas.openxmlformats.org/officeDocument/2006/relationships/oleObject" Target="../embeddings/oleObject149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6.bin"/><Relationship Id="rId18" Type="http://schemas.openxmlformats.org/officeDocument/2006/relationships/image" Target="../media/image133.wmf"/><Relationship Id="rId26" Type="http://schemas.openxmlformats.org/officeDocument/2006/relationships/image" Target="../media/image137.wmf"/><Relationship Id="rId21" Type="http://schemas.openxmlformats.org/officeDocument/2006/relationships/oleObject" Target="../embeddings/oleObject160.bin"/><Relationship Id="rId34" Type="http://schemas.openxmlformats.org/officeDocument/2006/relationships/image" Target="../media/image141.wmf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30.wmf"/><Relationship Id="rId17" Type="http://schemas.openxmlformats.org/officeDocument/2006/relationships/oleObject" Target="../embeddings/oleObject158.bin"/><Relationship Id="rId25" Type="http://schemas.openxmlformats.org/officeDocument/2006/relationships/oleObject" Target="../embeddings/oleObject162.bin"/><Relationship Id="rId33" Type="http://schemas.openxmlformats.org/officeDocument/2006/relationships/oleObject" Target="../embeddings/oleObject166.bin"/><Relationship Id="rId38" Type="http://schemas.openxmlformats.org/officeDocument/2006/relationships/image" Target="../media/image14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2.wmf"/><Relationship Id="rId20" Type="http://schemas.openxmlformats.org/officeDocument/2006/relationships/image" Target="../media/image134.wmf"/><Relationship Id="rId29" Type="http://schemas.openxmlformats.org/officeDocument/2006/relationships/oleObject" Target="../embeddings/oleObject164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55.bin"/><Relationship Id="rId24" Type="http://schemas.openxmlformats.org/officeDocument/2006/relationships/image" Target="../media/image136.wmf"/><Relationship Id="rId32" Type="http://schemas.openxmlformats.org/officeDocument/2006/relationships/image" Target="../media/image140.wmf"/><Relationship Id="rId37" Type="http://schemas.openxmlformats.org/officeDocument/2006/relationships/oleObject" Target="../embeddings/oleObject168.bin"/><Relationship Id="rId5" Type="http://schemas.openxmlformats.org/officeDocument/2006/relationships/oleObject" Target="../embeddings/oleObject152.bin"/><Relationship Id="rId15" Type="http://schemas.openxmlformats.org/officeDocument/2006/relationships/oleObject" Target="../embeddings/oleObject157.bin"/><Relationship Id="rId23" Type="http://schemas.openxmlformats.org/officeDocument/2006/relationships/oleObject" Target="../embeddings/oleObject161.bin"/><Relationship Id="rId28" Type="http://schemas.openxmlformats.org/officeDocument/2006/relationships/image" Target="../media/image138.wmf"/><Relationship Id="rId36" Type="http://schemas.openxmlformats.org/officeDocument/2006/relationships/image" Target="../media/image142.wmf"/><Relationship Id="rId10" Type="http://schemas.openxmlformats.org/officeDocument/2006/relationships/image" Target="../media/image129.wmf"/><Relationship Id="rId19" Type="http://schemas.openxmlformats.org/officeDocument/2006/relationships/oleObject" Target="../embeddings/oleObject159.bin"/><Relationship Id="rId31" Type="http://schemas.openxmlformats.org/officeDocument/2006/relationships/oleObject" Target="../embeddings/oleObject165.bin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131.wmf"/><Relationship Id="rId22" Type="http://schemas.openxmlformats.org/officeDocument/2006/relationships/image" Target="../media/image135.wmf"/><Relationship Id="rId27" Type="http://schemas.openxmlformats.org/officeDocument/2006/relationships/oleObject" Target="../embeddings/oleObject163.bin"/><Relationship Id="rId30" Type="http://schemas.openxmlformats.org/officeDocument/2006/relationships/image" Target="../media/image139.wmf"/><Relationship Id="rId35" Type="http://schemas.openxmlformats.org/officeDocument/2006/relationships/oleObject" Target="../embeddings/oleObject167.bin"/><Relationship Id="rId8" Type="http://schemas.openxmlformats.org/officeDocument/2006/relationships/image" Target="../media/image128.wmf"/><Relationship Id="rId3" Type="http://schemas.openxmlformats.org/officeDocument/2006/relationships/oleObject" Target="../embeddings/oleObject15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73.bin"/><Relationship Id="rId18" Type="http://schemas.openxmlformats.org/officeDocument/2006/relationships/image" Target="../media/image149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5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wmf"/><Relationship Id="rId20" Type="http://schemas.openxmlformats.org/officeDocument/2006/relationships/image" Target="../media/image11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72.bin"/><Relationship Id="rId24" Type="http://schemas.openxmlformats.org/officeDocument/2006/relationships/image" Target="../media/image151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37.bin"/><Relationship Id="rId23" Type="http://schemas.openxmlformats.org/officeDocument/2006/relationships/oleObject" Target="../embeddings/oleObject176.bin"/><Relationship Id="rId10" Type="http://schemas.openxmlformats.org/officeDocument/2006/relationships/image" Target="../media/image102.wmf"/><Relationship Id="rId19" Type="http://schemas.openxmlformats.org/officeDocument/2006/relationships/oleObject" Target="../embeddings/oleObject140.bin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48.wmf"/><Relationship Id="rId22" Type="http://schemas.openxmlformats.org/officeDocument/2006/relationships/image" Target="../media/image15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182.bin"/><Relationship Id="rId18" Type="http://schemas.openxmlformats.org/officeDocument/2006/relationships/image" Target="../media/image159.wmf"/><Relationship Id="rId26" Type="http://schemas.openxmlformats.org/officeDocument/2006/relationships/image" Target="../media/image163.wmf"/><Relationship Id="rId3" Type="http://schemas.openxmlformats.org/officeDocument/2006/relationships/oleObject" Target="../embeddings/oleObject177.bin"/><Relationship Id="rId21" Type="http://schemas.openxmlformats.org/officeDocument/2006/relationships/oleObject" Target="../embeddings/oleObject186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56.wmf"/><Relationship Id="rId17" Type="http://schemas.openxmlformats.org/officeDocument/2006/relationships/oleObject" Target="../embeddings/oleObject184.bin"/><Relationship Id="rId25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8.wmf"/><Relationship Id="rId20" Type="http://schemas.openxmlformats.org/officeDocument/2006/relationships/image" Target="../media/image160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81.bin"/><Relationship Id="rId24" Type="http://schemas.openxmlformats.org/officeDocument/2006/relationships/image" Target="../media/image162.wmf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3.bin"/><Relationship Id="rId23" Type="http://schemas.openxmlformats.org/officeDocument/2006/relationships/oleObject" Target="../embeddings/oleObject187.bin"/><Relationship Id="rId10" Type="http://schemas.openxmlformats.org/officeDocument/2006/relationships/image" Target="../media/image155.wmf"/><Relationship Id="rId19" Type="http://schemas.openxmlformats.org/officeDocument/2006/relationships/oleObject" Target="../embeddings/oleObject185.bin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157.wmf"/><Relationship Id="rId22" Type="http://schemas.openxmlformats.org/officeDocument/2006/relationships/image" Target="../media/image16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194.bin"/><Relationship Id="rId18" Type="http://schemas.openxmlformats.org/officeDocument/2006/relationships/image" Target="../media/image171.wmf"/><Relationship Id="rId26" Type="http://schemas.openxmlformats.org/officeDocument/2006/relationships/image" Target="../media/image175.wmf"/><Relationship Id="rId3" Type="http://schemas.openxmlformats.org/officeDocument/2006/relationships/oleObject" Target="../embeddings/oleObject189.bin"/><Relationship Id="rId21" Type="http://schemas.openxmlformats.org/officeDocument/2006/relationships/oleObject" Target="../embeddings/oleObject198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68.wmf"/><Relationship Id="rId17" Type="http://schemas.openxmlformats.org/officeDocument/2006/relationships/oleObject" Target="../embeddings/oleObject196.bin"/><Relationship Id="rId25" Type="http://schemas.openxmlformats.org/officeDocument/2006/relationships/oleObject" Target="../embeddings/oleObject2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0.wmf"/><Relationship Id="rId20" Type="http://schemas.openxmlformats.org/officeDocument/2006/relationships/image" Target="../media/image172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93.bin"/><Relationship Id="rId24" Type="http://schemas.openxmlformats.org/officeDocument/2006/relationships/image" Target="../media/image174.wmf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5.bin"/><Relationship Id="rId23" Type="http://schemas.openxmlformats.org/officeDocument/2006/relationships/oleObject" Target="../embeddings/oleObject199.bin"/><Relationship Id="rId10" Type="http://schemas.openxmlformats.org/officeDocument/2006/relationships/image" Target="../media/image167.wmf"/><Relationship Id="rId19" Type="http://schemas.openxmlformats.org/officeDocument/2006/relationships/oleObject" Target="../embeddings/oleObject197.bin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69.wmf"/><Relationship Id="rId22" Type="http://schemas.openxmlformats.org/officeDocument/2006/relationships/image" Target="../media/image17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18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0" Type="http://schemas.openxmlformats.org/officeDocument/2006/relationships/image" Target="../media/image179.wmf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20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oleObject" Target="../embeddings/oleObject206.bin"/><Relationship Id="rId7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82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181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oleObject" Target="../embeddings/oleObject209.bin"/><Relationship Id="rId7" Type="http://schemas.openxmlformats.org/officeDocument/2006/relationships/oleObject" Target="../embeddings/oleObject2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210.bin"/><Relationship Id="rId10" Type="http://schemas.openxmlformats.org/officeDocument/2006/relationships/image" Target="../media/image187.w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212.bin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195.wmf"/><Relationship Id="rId26" Type="http://schemas.openxmlformats.org/officeDocument/2006/relationships/image" Target="../media/image199.wmf"/><Relationship Id="rId3" Type="http://schemas.openxmlformats.org/officeDocument/2006/relationships/oleObject" Target="../embeddings/oleObject213.bin"/><Relationship Id="rId21" Type="http://schemas.openxmlformats.org/officeDocument/2006/relationships/oleObject" Target="../embeddings/oleObject222.bin"/><Relationship Id="rId34" Type="http://schemas.openxmlformats.org/officeDocument/2006/relationships/image" Target="../media/image203.wmf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192.wmf"/><Relationship Id="rId17" Type="http://schemas.openxmlformats.org/officeDocument/2006/relationships/oleObject" Target="../embeddings/oleObject220.bin"/><Relationship Id="rId25" Type="http://schemas.openxmlformats.org/officeDocument/2006/relationships/oleObject" Target="../embeddings/oleObject224.bin"/><Relationship Id="rId33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4.wmf"/><Relationship Id="rId20" Type="http://schemas.openxmlformats.org/officeDocument/2006/relationships/image" Target="../media/image196.wmf"/><Relationship Id="rId29" Type="http://schemas.openxmlformats.org/officeDocument/2006/relationships/oleObject" Target="../embeddings/oleObject226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217.bin"/><Relationship Id="rId24" Type="http://schemas.openxmlformats.org/officeDocument/2006/relationships/image" Target="../media/image198.wmf"/><Relationship Id="rId32" Type="http://schemas.openxmlformats.org/officeDocument/2006/relationships/image" Target="../media/image202.wmf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23" Type="http://schemas.openxmlformats.org/officeDocument/2006/relationships/oleObject" Target="../embeddings/oleObject223.bin"/><Relationship Id="rId28" Type="http://schemas.openxmlformats.org/officeDocument/2006/relationships/image" Target="../media/image200.wmf"/><Relationship Id="rId10" Type="http://schemas.openxmlformats.org/officeDocument/2006/relationships/image" Target="../media/image191.wmf"/><Relationship Id="rId19" Type="http://schemas.openxmlformats.org/officeDocument/2006/relationships/oleObject" Target="../embeddings/oleObject221.bin"/><Relationship Id="rId31" Type="http://schemas.openxmlformats.org/officeDocument/2006/relationships/oleObject" Target="../embeddings/oleObject227.bin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93.wmf"/><Relationship Id="rId22" Type="http://schemas.openxmlformats.org/officeDocument/2006/relationships/image" Target="../media/image197.wmf"/><Relationship Id="rId27" Type="http://schemas.openxmlformats.org/officeDocument/2006/relationships/oleObject" Target="../embeddings/oleObject225.bin"/><Relationship Id="rId30" Type="http://schemas.openxmlformats.org/officeDocument/2006/relationships/image" Target="../media/image201.wmf"/><Relationship Id="rId8" Type="http://schemas.openxmlformats.org/officeDocument/2006/relationships/image" Target="../media/image19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13" Type="http://schemas.openxmlformats.org/officeDocument/2006/relationships/oleObject" Target="../embeddings/oleObject234.bin"/><Relationship Id="rId18" Type="http://schemas.openxmlformats.org/officeDocument/2006/relationships/image" Target="../media/image211.wmf"/><Relationship Id="rId26" Type="http://schemas.openxmlformats.org/officeDocument/2006/relationships/image" Target="../media/image215.wmf"/><Relationship Id="rId3" Type="http://schemas.openxmlformats.org/officeDocument/2006/relationships/oleObject" Target="../embeddings/oleObject229.bin"/><Relationship Id="rId21" Type="http://schemas.openxmlformats.org/officeDocument/2006/relationships/oleObject" Target="../embeddings/oleObject238.bin"/><Relationship Id="rId7" Type="http://schemas.openxmlformats.org/officeDocument/2006/relationships/oleObject" Target="../embeddings/oleObject231.bin"/><Relationship Id="rId12" Type="http://schemas.openxmlformats.org/officeDocument/2006/relationships/image" Target="../media/image208.wmf"/><Relationship Id="rId17" Type="http://schemas.openxmlformats.org/officeDocument/2006/relationships/oleObject" Target="../embeddings/oleObject236.bin"/><Relationship Id="rId25" Type="http://schemas.openxmlformats.org/officeDocument/2006/relationships/oleObject" Target="../embeddings/oleObject2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0.wmf"/><Relationship Id="rId20" Type="http://schemas.openxmlformats.org/officeDocument/2006/relationships/image" Target="../media/image212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05.wmf"/><Relationship Id="rId11" Type="http://schemas.openxmlformats.org/officeDocument/2006/relationships/oleObject" Target="../embeddings/oleObject233.bin"/><Relationship Id="rId24" Type="http://schemas.openxmlformats.org/officeDocument/2006/relationships/image" Target="../media/image214.wmf"/><Relationship Id="rId5" Type="http://schemas.openxmlformats.org/officeDocument/2006/relationships/oleObject" Target="../embeddings/oleObject230.bin"/><Relationship Id="rId15" Type="http://schemas.openxmlformats.org/officeDocument/2006/relationships/oleObject" Target="../embeddings/oleObject235.bin"/><Relationship Id="rId23" Type="http://schemas.openxmlformats.org/officeDocument/2006/relationships/oleObject" Target="../embeddings/oleObject239.bin"/><Relationship Id="rId10" Type="http://schemas.openxmlformats.org/officeDocument/2006/relationships/image" Target="../media/image207.wmf"/><Relationship Id="rId19" Type="http://schemas.openxmlformats.org/officeDocument/2006/relationships/oleObject" Target="../embeddings/oleObject237.bin"/><Relationship Id="rId4" Type="http://schemas.openxmlformats.org/officeDocument/2006/relationships/image" Target="../media/image204.wmf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209.wmf"/><Relationship Id="rId22" Type="http://schemas.openxmlformats.org/officeDocument/2006/relationships/image" Target="../media/image21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13" Type="http://schemas.openxmlformats.org/officeDocument/2006/relationships/oleObject" Target="../embeddings/oleObject246.bin"/><Relationship Id="rId18" Type="http://schemas.openxmlformats.org/officeDocument/2006/relationships/image" Target="../media/image223.wmf"/><Relationship Id="rId3" Type="http://schemas.openxmlformats.org/officeDocument/2006/relationships/oleObject" Target="../embeddings/oleObject241.bin"/><Relationship Id="rId7" Type="http://schemas.openxmlformats.org/officeDocument/2006/relationships/oleObject" Target="../embeddings/oleObject243.bin"/><Relationship Id="rId12" Type="http://schemas.openxmlformats.org/officeDocument/2006/relationships/image" Target="../media/image220.wmf"/><Relationship Id="rId17" Type="http://schemas.openxmlformats.org/officeDocument/2006/relationships/oleObject" Target="../embeddings/oleObject2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2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45.bin"/><Relationship Id="rId5" Type="http://schemas.openxmlformats.org/officeDocument/2006/relationships/oleObject" Target="../embeddings/oleObject242.bin"/><Relationship Id="rId15" Type="http://schemas.openxmlformats.org/officeDocument/2006/relationships/oleObject" Target="../embeddings/oleObject247.bin"/><Relationship Id="rId10" Type="http://schemas.openxmlformats.org/officeDocument/2006/relationships/image" Target="../media/image219.wmf"/><Relationship Id="rId4" Type="http://schemas.openxmlformats.org/officeDocument/2006/relationships/image" Target="../media/image216.wmf"/><Relationship Id="rId9" Type="http://schemas.openxmlformats.org/officeDocument/2006/relationships/oleObject" Target="../embeddings/oleObject244.bin"/><Relationship Id="rId14" Type="http://schemas.openxmlformats.org/officeDocument/2006/relationships/image" Target="../media/image22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13" Type="http://schemas.openxmlformats.org/officeDocument/2006/relationships/oleObject" Target="../embeddings/oleObject254.bin"/><Relationship Id="rId18" Type="http://schemas.openxmlformats.org/officeDocument/2006/relationships/image" Target="../media/image231.wmf"/><Relationship Id="rId26" Type="http://schemas.openxmlformats.org/officeDocument/2006/relationships/image" Target="../media/image235.wmf"/><Relationship Id="rId3" Type="http://schemas.openxmlformats.org/officeDocument/2006/relationships/oleObject" Target="../embeddings/oleObject249.bin"/><Relationship Id="rId21" Type="http://schemas.openxmlformats.org/officeDocument/2006/relationships/oleObject" Target="../embeddings/oleObject258.bin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228.wmf"/><Relationship Id="rId17" Type="http://schemas.openxmlformats.org/officeDocument/2006/relationships/oleObject" Target="../embeddings/oleObject256.bin"/><Relationship Id="rId25" Type="http://schemas.openxmlformats.org/officeDocument/2006/relationships/oleObject" Target="../embeddings/oleObject2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0.wmf"/><Relationship Id="rId20" Type="http://schemas.openxmlformats.org/officeDocument/2006/relationships/image" Target="../media/image232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253.bin"/><Relationship Id="rId24" Type="http://schemas.openxmlformats.org/officeDocument/2006/relationships/image" Target="../media/image234.wmf"/><Relationship Id="rId5" Type="http://schemas.openxmlformats.org/officeDocument/2006/relationships/oleObject" Target="../embeddings/oleObject250.bin"/><Relationship Id="rId15" Type="http://schemas.openxmlformats.org/officeDocument/2006/relationships/oleObject" Target="../embeddings/oleObject255.bin"/><Relationship Id="rId23" Type="http://schemas.openxmlformats.org/officeDocument/2006/relationships/oleObject" Target="../embeddings/oleObject259.bin"/><Relationship Id="rId10" Type="http://schemas.openxmlformats.org/officeDocument/2006/relationships/image" Target="../media/image227.wmf"/><Relationship Id="rId19" Type="http://schemas.openxmlformats.org/officeDocument/2006/relationships/oleObject" Target="../embeddings/oleObject257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229.wmf"/><Relationship Id="rId22" Type="http://schemas.openxmlformats.org/officeDocument/2006/relationships/image" Target="../media/image23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13" Type="http://schemas.openxmlformats.org/officeDocument/2006/relationships/oleObject" Target="../embeddings/oleObject266.bin"/><Relationship Id="rId18" Type="http://schemas.openxmlformats.org/officeDocument/2006/relationships/image" Target="../media/image242.wmf"/><Relationship Id="rId3" Type="http://schemas.openxmlformats.org/officeDocument/2006/relationships/oleObject" Target="../embeddings/oleObject261.bin"/><Relationship Id="rId21" Type="http://schemas.openxmlformats.org/officeDocument/2006/relationships/oleObject" Target="../embeddings/oleObject270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39.wmf"/><Relationship Id="rId17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1.wmf"/><Relationship Id="rId20" Type="http://schemas.openxmlformats.org/officeDocument/2006/relationships/image" Target="../media/image243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36.wmf"/><Relationship Id="rId11" Type="http://schemas.openxmlformats.org/officeDocument/2006/relationships/oleObject" Target="../embeddings/oleObject265.bin"/><Relationship Id="rId24" Type="http://schemas.openxmlformats.org/officeDocument/2006/relationships/image" Target="../media/image245.wmf"/><Relationship Id="rId5" Type="http://schemas.openxmlformats.org/officeDocument/2006/relationships/oleObject" Target="../embeddings/oleObject262.bin"/><Relationship Id="rId15" Type="http://schemas.openxmlformats.org/officeDocument/2006/relationships/oleObject" Target="../embeddings/oleObject267.bin"/><Relationship Id="rId23" Type="http://schemas.openxmlformats.org/officeDocument/2006/relationships/oleObject" Target="../embeddings/oleObject271.bin"/><Relationship Id="rId10" Type="http://schemas.openxmlformats.org/officeDocument/2006/relationships/image" Target="../media/image238.wmf"/><Relationship Id="rId19" Type="http://schemas.openxmlformats.org/officeDocument/2006/relationships/oleObject" Target="../embeddings/oleObject269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240.wmf"/><Relationship Id="rId22" Type="http://schemas.openxmlformats.org/officeDocument/2006/relationships/image" Target="../media/image24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2.bin"/><Relationship Id="rId7" Type="http://schemas.openxmlformats.org/officeDocument/2006/relationships/oleObject" Target="../embeddings/oleObject2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47.wmf"/><Relationship Id="rId5" Type="http://schemas.openxmlformats.org/officeDocument/2006/relationships/oleObject" Target="../embeddings/oleObject273.bin"/><Relationship Id="rId4" Type="http://schemas.openxmlformats.org/officeDocument/2006/relationships/image" Target="../media/image246.w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0.bin"/><Relationship Id="rId18" Type="http://schemas.openxmlformats.org/officeDocument/2006/relationships/image" Target="../media/image255.wmf"/><Relationship Id="rId26" Type="http://schemas.openxmlformats.org/officeDocument/2006/relationships/image" Target="../media/image259.wmf"/><Relationship Id="rId39" Type="http://schemas.openxmlformats.org/officeDocument/2006/relationships/oleObject" Target="../embeddings/oleObject293.bin"/><Relationship Id="rId21" Type="http://schemas.openxmlformats.org/officeDocument/2006/relationships/oleObject" Target="../embeddings/oleObject284.bin"/><Relationship Id="rId34" Type="http://schemas.openxmlformats.org/officeDocument/2006/relationships/image" Target="../media/image263.wmf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252.wmf"/><Relationship Id="rId17" Type="http://schemas.openxmlformats.org/officeDocument/2006/relationships/oleObject" Target="../embeddings/oleObject282.bin"/><Relationship Id="rId25" Type="http://schemas.openxmlformats.org/officeDocument/2006/relationships/oleObject" Target="../embeddings/oleObject286.bin"/><Relationship Id="rId33" Type="http://schemas.openxmlformats.org/officeDocument/2006/relationships/oleObject" Target="../embeddings/oleObject290.bin"/><Relationship Id="rId38" Type="http://schemas.openxmlformats.org/officeDocument/2006/relationships/image" Target="../media/image26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4.wmf"/><Relationship Id="rId20" Type="http://schemas.openxmlformats.org/officeDocument/2006/relationships/image" Target="../media/image256.wmf"/><Relationship Id="rId29" Type="http://schemas.openxmlformats.org/officeDocument/2006/relationships/oleObject" Target="../embeddings/oleObject288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49.wmf"/><Relationship Id="rId11" Type="http://schemas.openxmlformats.org/officeDocument/2006/relationships/oleObject" Target="../embeddings/oleObject279.bin"/><Relationship Id="rId24" Type="http://schemas.openxmlformats.org/officeDocument/2006/relationships/image" Target="../media/image258.wmf"/><Relationship Id="rId32" Type="http://schemas.openxmlformats.org/officeDocument/2006/relationships/image" Target="../media/image262.wmf"/><Relationship Id="rId37" Type="http://schemas.openxmlformats.org/officeDocument/2006/relationships/oleObject" Target="../embeddings/oleObject292.bin"/><Relationship Id="rId40" Type="http://schemas.openxmlformats.org/officeDocument/2006/relationships/image" Target="../media/image266.wmf"/><Relationship Id="rId5" Type="http://schemas.openxmlformats.org/officeDocument/2006/relationships/oleObject" Target="../embeddings/oleObject276.bin"/><Relationship Id="rId15" Type="http://schemas.openxmlformats.org/officeDocument/2006/relationships/oleObject" Target="../embeddings/oleObject281.bin"/><Relationship Id="rId23" Type="http://schemas.openxmlformats.org/officeDocument/2006/relationships/oleObject" Target="../embeddings/oleObject285.bin"/><Relationship Id="rId28" Type="http://schemas.openxmlformats.org/officeDocument/2006/relationships/image" Target="../media/image260.wmf"/><Relationship Id="rId36" Type="http://schemas.openxmlformats.org/officeDocument/2006/relationships/image" Target="../media/image264.wmf"/><Relationship Id="rId10" Type="http://schemas.openxmlformats.org/officeDocument/2006/relationships/image" Target="../media/image251.wmf"/><Relationship Id="rId19" Type="http://schemas.openxmlformats.org/officeDocument/2006/relationships/oleObject" Target="../embeddings/oleObject283.bin"/><Relationship Id="rId31" Type="http://schemas.openxmlformats.org/officeDocument/2006/relationships/oleObject" Target="../embeddings/oleObject289.bin"/><Relationship Id="rId4" Type="http://schemas.openxmlformats.org/officeDocument/2006/relationships/image" Target="../media/image248.wmf"/><Relationship Id="rId9" Type="http://schemas.openxmlformats.org/officeDocument/2006/relationships/oleObject" Target="../embeddings/oleObject278.bin"/><Relationship Id="rId14" Type="http://schemas.openxmlformats.org/officeDocument/2006/relationships/image" Target="../media/image253.wmf"/><Relationship Id="rId22" Type="http://schemas.openxmlformats.org/officeDocument/2006/relationships/image" Target="../media/image257.wmf"/><Relationship Id="rId27" Type="http://schemas.openxmlformats.org/officeDocument/2006/relationships/oleObject" Target="../embeddings/oleObject287.bin"/><Relationship Id="rId30" Type="http://schemas.openxmlformats.org/officeDocument/2006/relationships/image" Target="../media/image261.wmf"/><Relationship Id="rId35" Type="http://schemas.openxmlformats.org/officeDocument/2006/relationships/oleObject" Target="../embeddings/oleObject291.bin"/><Relationship Id="rId8" Type="http://schemas.openxmlformats.org/officeDocument/2006/relationships/image" Target="../media/image250.wmf"/><Relationship Id="rId3" Type="http://schemas.openxmlformats.org/officeDocument/2006/relationships/oleObject" Target="../embeddings/oleObject27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oleObject" Target="../embeddings/oleObject299.bin"/><Relationship Id="rId18" Type="http://schemas.openxmlformats.org/officeDocument/2006/relationships/image" Target="../media/image274.wmf"/><Relationship Id="rId26" Type="http://schemas.openxmlformats.org/officeDocument/2006/relationships/image" Target="../media/image278.wmf"/><Relationship Id="rId3" Type="http://schemas.openxmlformats.org/officeDocument/2006/relationships/oleObject" Target="../embeddings/oleObject294.bin"/><Relationship Id="rId21" Type="http://schemas.openxmlformats.org/officeDocument/2006/relationships/oleObject" Target="../embeddings/oleObject303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271.wmf"/><Relationship Id="rId17" Type="http://schemas.openxmlformats.org/officeDocument/2006/relationships/oleObject" Target="../embeddings/oleObject301.bin"/><Relationship Id="rId25" Type="http://schemas.openxmlformats.org/officeDocument/2006/relationships/oleObject" Target="../embeddings/oleObject3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3.wmf"/><Relationship Id="rId20" Type="http://schemas.openxmlformats.org/officeDocument/2006/relationships/image" Target="../media/image275.wmf"/><Relationship Id="rId29" Type="http://schemas.openxmlformats.org/officeDocument/2006/relationships/oleObject" Target="../embeddings/oleObject307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68.wmf"/><Relationship Id="rId11" Type="http://schemas.openxmlformats.org/officeDocument/2006/relationships/oleObject" Target="../embeddings/oleObject298.bin"/><Relationship Id="rId24" Type="http://schemas.openxmlformats.org/officeDocument/2006/relationships/image" Target="../media/image277.wmf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300.bin"/><Relationship Id="rId23" Type="http://schemas.openxmlformats.org/officeDocument/2006/relationships/oleObject" Target="../embeddings/oleObject304.bin"/><Relationship Id="rId28" Type="http://schemas.openxmlformats.org/officeDocument/2006/relationships/image" Target="../media/image279.wmf"/><Relationship Id="rId10" Type="http://schemas.openxmlformats.org/officeDocument/2006/relationships/image" Target="../media/image270.wmf"/><Relationship Id="rId19" Type="http://schemas.openxmlformats.org/officeDocument/2006/relationships/oleObject" Target="../embeddings/oleObject302.bin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297.bin"/><Relationship Id="rId14" Type="http://schemas.openxmlformats.org/officeDocument/2006/relationships/image" Target="../media/image272.wmf"/><Relationship Id="rId22" Type="http://schemas.openxmlformats.org/officeDocument/2006/relationships/image" Target="../media/image276.wmf"/><Relationship Id="rId27" Type="http://schemas.openxmlformats.org/officeDocument/2006/relationships/oleObject" Target="../embeddings/oleObject306.bin"/><Relationship Id="rId30" Type="http://schemas.openxmlformats.org/officeDocument/2006/relationships/image" Target="../media/image280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13" Type="http://schemas.openxmlformats.org/officeDocument/2006/relationships/oleObject" Target="../embeddings/oleObject313.bin"/><Relationship Id="rId18" Type="http://schemas.openxmlformats.org/officeDocument/2006/relationships/image" Target="../media/image288.wmf"/><Relationship Id="rId3" Type="http://schemas.openxmlformats.org/officeDocument/2006/relationships/oleObject" Target="../embeddings/oleObject308.bin"/><Relationship Id="rId21" Type="http://schemas.openxmlformats.org/officeDocument/2006/relationships/oleObject" Target="../embeddings/oleObject300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285.wmf"/><Relationship Id="rId17" Type="http://schemas.openxmlformats.org/officeDocument/2006/relationships/oleObject" Target="../embeddings/oleObject3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7.wmf"/><Relationship Id="rId20" Type="http://schemas.openxmlformats.org/officeDocument/2006/relationships/image" Target="../media/image289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82.wmf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9.bin"/><Relationship Id="rId15" Type="http://schemas.openxmlformats.org/officeDocument/2006/relationships/oleObject" Target="../embeddings/oleObject314.bin"/><Relationship Id="rId10" Type="http://schemas.openxmlformats.org/officeDocument/2006/relationships/image" Target="../media/image284.wmf"/><Relationship Id="rId19" Type="http://schemas.openxmlformats.org/officeDocument/2006/relationships/oleObject" Target="../embeddings/oleObject316.bin"/><Relationship Id="rId4" Type="http://schemas.openxmlformats.org/officeDocument/2006/relationships/image" Target="../media/image281.wmf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286.wmf"/><Relationship Id="rId22" Type="http://schemas.openxmlformats.org/officeDocument/2006/relationships/image" Target="../media/image273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wmf"/><Relationship Id="rId3" Type="http://schemas.openxmlformats.org/officeDocument/2006/relationships/oleObject" Target="../embeddings/oleObject317.bin"/><Relationship Id="rId7" Type="http://schemas.openxmlformats.org/officeDocument/2006/relationships/oleObject" Target="../embeddings/oleObject3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91.wmf"/><Relationship Id="rId5" Type="http://schemas.openxmlformats.org/officeDocument/2006/relationships/oleObject" Target="../embeddings/oleObject318.bin"/><Relationship Id="rId10" Type="http://schemas.openxmlformats.org/officeDocument/2006/relationships/image" Target="../media/image293.wmf"/><Relationship Id="rId4" Type="http://schemas.openxmlformats.org/officeDocument/2006/relationships/image" Target="../media/image290.wmf"/><Relationship Id="rId9" Type="http://schemas.openxmlformats.org/officeDocument/2006/relationships/oleObject" Target="../embeddings/oleObject32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13" Type="http://schemas.openxmlformats.org/officeDocument/2006/relationships/oleObject" Target="../embeddings/oleObject326.bin"/><Relationship Id="rId18" Type="http://schemas.openxmlformats.org/officeDocument/2006/relationships/image" Target="../media/image301.wmf"/><Relationship Id="rId3" Type="http://schemas.openxmlformats.org/officeDocument/2006/relationships/oleObject" Target="../embeddings/oleObject321.bin"/><Relationship Id="rId21" Type="http://schemas.openxmlformats.org/officeDocument/2006/relationships/oleObject" Target="../embeddings/oleObject330.bin"/><Relationship Id="rId7" Type="http://schemas.openxmlformats.org/officeDocument/2006/relationships/oleObject" Target="../embeddings/oleObject323.bin"/><Relationship Id="rId12" Type="http://schemas.openxmlformats.org/officeDocument/2006/relationships/image" Target="../media/image298.wmf"/><Relationship Id="rId17" Type="http://schemas.openxmlformats.org/officeDocument/2006/relationships/oleObject" Target="../embeddings/oleObject3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0.wmf"/><Relationship Id="rId20" Type="http://schemas.openxmlformats.org/officeDocument/2006/relationships/image" Target="../media/image302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95.wmf"/><Relationship Id="rId11" Type="http://schemas.openxmlformats.org/officeDocument/2006/relationships/oleObject" Target="../embeddings/oleObject325.bin"/><Relationship Id="rId24" Type="http://schemas.openxmlformats.org/officeDocument/2006/relationships/image" Target="../media/image304.wmf"/><Relationship Id="rId5" Type="http://schemas.openxmlformats.org/officeDocument/2006/relationships/oleObject" Target="../embeddings/oleObject322.bin"/><Relationship Id="rId15" Type="http://schemas.openxmlformats.org/officeDocument/2006/relationships/oleObject" Target="../embeddings/oleObject327.bin"/><Relationship Id="rId23" Type="http://schemas.openxmlformats.org/officeDocument/2006/relationships/oleObject" Target="../embeddings/oleObject331.bin"/><Relationship Id="rId10" Type="http://schemas.openxmlformats.org/officeDocument/2006/relationships/image" Target="../media/image297.wmf"/><Relationship Id="rId19" Type="http://schemas.openxmlformats.org/officeDocument/2006/relationships/oleObject" Target="../embeddings/oleObject329.bin"/><Relationship Id="rId4" Type="http://schemas.openxmlformats.org/officeDocument/2006/relationships/image" Target="../media/image294.wmf"/><Relationship Id="rId9" Type="http://schemas.openxmlformats.org/officeDocument/2006/relationships/oleObject" Target="../embeddings/oleObject324.bin"/><Relationship Id="rId14" Type="http://schemas.openxmlformats.org/officeDocument/2006/relationships/image" Target="../media/image299.wmf"/><Relationship Id="rId22" Type="http://schemas.openxmlformats.org/officeDocument/2006/relationships/image" Target="../media/image303.wmf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7.bin"/><Relationship Id="rId18" Type="http://schemas.openxmlformats.org/officeDocument/2006/relationships/image" Target="../media/image312.wmf"/><Relationship Id="rId26" Type="http://schemas.openxmlformats.org/officeDocument/2006/relationships/image" Target="../media/image316.wmf"/><Relationship Id="rId3" Type="http://schemas.openxmlformats.org/officeDocument/2006/relationships/oleObject" Target="../embeddings/oleObject332.bin"/><Relationship Id="rId21" Type="http://schemas.openxmlformats.org/officeDocument/2006/relationships/oleObject" Target="../embeddings/oleObject341.bin"/><Relationship Id="rId34" Type="http://schemas.openxmlformats.org/officeDocument/2006/relationships/image" Target="../media/image320.wmf"/><Relationship Id="rId7" Type="http://schemas.openxmlformats.org/officeDocument/2006/relationships/oleObject" Target="../embeddings/oleObject334.bin"/><Relationship Id="rId12" Type="http://schemas.openxmlformats.org/officeDocument/2006/relationships/image" Target="../media/image309.wmf"/><Relationship Id="rId17" Type="http://schemas.openxmlformats.org/officeDocument/2006/relationships/oleObject" Target="../embeddings/oleObject339.bin"/><Relationship Id="rId25" Type="http://schemas.openxmlformats.org/officeDocument/2006/relationships/oleObject" Target="../embeddings/oleObject343.bin"/><Relationship Id="rId33" Type="http://schemas.openxmlformats.org/officeDocument/2006/relationships/oleObject" Target="../embeddings/oleObject3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1.wmf"/><Relationship Id="rId20" Type="http://schemas.openxmlformats.org/officeDocument/2006/relationships/image" Target="../media/image313.wmf"/><Relationship Id="rId29" Type="http://schemas.openxmlformats.org/officeDocument/2006/relationships/oleObject" Target="../embeddings/oleObject345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06.wmf"/><Relationship Id="rId11" Type="http://schemas.openxmlformats.org/officeDocument/2006/relationships/oleObject" Target="../embeddings/oleObject336.bin"/><Relationship Id="rId24" Type="http://schemas.openxmlformats.org/officeDocument/2006/relationships/image" Target="../media/image315.wmf"/><Relationship Id="rId32" Type="http://schemas.openxmlformats.org/officeDocument/2006/relationships/image" Target="../media/image319.wmf"/><Relationship Id="rId5" Type="http://schemas.openxmlformats.org/officeDocument/2006/relationships/oleObject" Target="../embeddings/oleObject333.bin"/><Relationship Id="rId15" Type="http://schemas.openxmlformats.org/officeDocument/2006/relationships/oleObject" Target="../embeddings/oleObject338.bin"/><Relationship Id="rId23" Type="http://schemas.openxmlformats.org/officeDocument/2006/relationships/oleObject" Target="../embeddings/oleObject342.bin"/><Relationship Id="rId28" Type="http://schemas.openxmlformats.org/officeDocument/2006/relationships/image" Target="../media/image317.wmf"/><Relationship Id="rId36" Type="http://schemas.openxmlformats.org/officeDocument/2006/relationships/image" Target="../media/image321.wmf"/><Relationship Id="rId10" Type="http://schemas.openxmlformats.org/officeDocument/2006/relationships/image" Target="../media/image308.wmf"/><Relationship Id="rId19" Type="http://schemas.openxmlformats.org/officeDocument/2006/relationships/oleObject" Target="../embeddings/oleObject340.bin"/><Relationship Id="rId31" Type="http://schemas.openxmlformats.org/officeDocument/2006/relationships/oleObject" Target="../embeddings/oleObject346.bin"/><Relationship Id="rId4" Type="http://schemas.openxmlformats.org/officeDocument/2006/relationships/image" Target="../media/image305.wmf"/><Relationship Id="rId9" Type="http://schemas.openxmlformats.org/officeDocument/2006/relationships/oleObject" Target="../embeddings/oleObject335.bin"/><Relationship Id="rId14" Type="http://schemas.openxmlformats.org/officeDocument/2006/relationships/image" Target="../media/image310.wmf"/><Relationship Id="rId22" Type="http://schemas.openxmlformats.org/officeDocument/2006/relationships/image" Target="../media/image314.wmf"/><Relationship Id="rId27" Type="http://schemas.openxmlformats.org/officeDocument/2006/relationships/oleObject" Target="../embeddings/oleObject344.bin"/><Relationship Id="rId30" Type="http://schemas.openxmlformats.org/officeDocument/2006/relationships/image" Target="../media/image318.wmf"/><Relationship Id="rId35" Type="http://schemas.openxmlformats.org/officeDocument/2006/relationships/oleObject" Target="../embeddings/oleObject348.bin"/><Relationship Id="rId8" Type="http://schemas.openxmlformats.org/officeDocument/2006/relationships/image" Target="../media/image307.wmf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3.wmf"/><Relationship Id="rId18" Type="http://schemas.openxmlformats.org/officeDocument/2006/relationships/oleObject" Target="../embeddings/oleObject354.bin"/><Relationship Id="rId26" Type="http://schemas.openxmlformats.org/officeDocument/2006/relationships/oleObject" Target="../embeddings/oleObject338.bin"/><Relationship Id="rId39" Type="http://schemas.openxmlformats.org/officeDocument/2006/relationships/oleObject" Target="../embeddings/oleObject360.bin"/><Relationship Id="rId21" Type="http://schemas.openxmlformats.org/officeDocument/2006/relationships/image" Target="../media/image307.wmf"/><Relationship Id="rId34" Type="http://schemas.openxmlformats.org/officeDocument/2006/relationships/oleObject" Target="../embeddings/oleObject357.bin"/><Relationship Id="rId42" Type="http://schemas.openxmlformats.org/officeDocument/2006/relationships/oleObject" Target="../embeddings/oleObject362.bin"/><Relationship Id="rId7" Type="http://schemas.openxmlformats.org/officeDocument/2006/relationships/image" Target="../media/image27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3.bin"/><Relationship Id="rId20" Type="http://schemas.openxmlformats.org/officeDocument/2006/relationships/oleObject" Target="../embeddings/oleObject334.bin"/><Relationship Id="rId29" Type="http://schemas.openxmlformats.org/officeDocument/2006/relationships/image" Target="../media/image312.wmf"/><Relationship Id="rId41" Type="http://schemas.openxmlformats.org/officeDocument/2006/relationships/image" Target="../media/image331.wmf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350.bin"/><Relationship Id="rId11" Type="http://schemas.openxmlformats.org/officeDocument/2006/relationships/image" Target="../media/image306.wmf"/><Relationship Id="rId24" Type="http://schemas.openxmlformats.org/officeDocument/2006/relationships/oleObject" Target="../embeddings/oleObject336.bin"/><Relationship Id="rId32" Type="http://schemas.openxmlformats.org/officeDocument/2006/relationships/oleObject" Target="../embeddings/oleObject356.bin"/><Relationship Id="rId37" Type="http://schemas.openxmlformats.org/officeDocument/2006/relationships/oleObject" Target="../embeddings/oleObject359.bin"/><Relationship Id="rId40" Type="http://schemas.openxmlformats.org/officeDocument/2006/relationships/oleObject" Target="../embeddings/oleObject361.bin"/><Relationship Id="rId5" Type="http://schemas.openxmlformats.org/officeDocument/2006/relationships/image" Target="../media/image322.wmf"/><Relationship Id="rId15" Type="http://schemas.openxmlformats.org/officeDocument/2006/relationships/image" Target="../media/image324.wmf"/><Relationship Id="rId23" Type="http://schemas.openxmlformats.org/officeDocument/2006/relationships/image" Target="../media/image308.wmf"/><Relationship Id="rId28" Type="http://schemas.openxmlformats.org/officeDocument/2006/relationships/oleObject" Target="../embeddings/oleObject339.bin"/><Relationship Id="rId36" Type="http://schemas.openxmlformats.org/officeDocument/2006/relationships/image" Target="../media/image329.wmf"/><Relationship Id="rId10" Type="http://schemas.openxmlformats.org/officeDocument/2006/relationships/oleObject" Target="../embeddings/oleObject333.bin"/><Relationship Id="rId19" Type="http://schemas.openxmlformats.org/officeDocument/2006/relationships/image" Target="../media/image326.wmf"/><Relationship Id="rId31" Type="http://schemas.openxmlformats.org/officeDocument/2006/relationships/image" Target="../media/image327.wmf"/><Relationship Id="rId4" Type="http://schemas.openxmlformats.org/officeDocument/2006/relationships/oleObject" Target="../embeddings/oleObject349.bin"/><Relationship Id="rId9" Type="http://schemas.openxmlformats.org/officeDocument/2006/relationships/image" Target="../media/image310.wmf"/><Relationship Id="rId14" Type="http://schemas.openxmlformats.org/officeDocument/2006/relationships/oleObject" Target="../embeddings/oleObject352.bin"/><Relationship Id="rId22" Type="http://schemas.openxmlformats.org/officeDocument/2006/relationships/oleObject" Target="../embeddings/oleObject335.bin"/><Relationship Id="rId27" Type="http://schemas.openxmlformats.org/officeDocument/2006/relationships/image" Target="../media/image311.wmf"/><Relationship Id="rId30" Type="http://schemas.openxmlformats.org/officeDocument/2006/relationships/oleObject" Target="../embeddings/oleObject355.bin"/><Relationship Id="rId35" Type="http://schemas.openxmlformats.org/officeDocument/2006/relationships/oleObject" Target="../embeddings/oleObject358.bin"/><Relationship Id="rId43" Type="http://schemas.openxmlformats.org/officeDocument/2006/relationships/image" Target="../media/image332.wmf"/><Relationship Id="rId8" Type="http://schemas.openxmlformats.org/officeDocument/2006/relationships/oleObject" Target="../embeddings/oleObject337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351.bin"/><Relationship Id="rId17" Type="http://schemas.openxmlformats.org/officeDocument/2006/relationships/image" Target="../media/image325.wmf"/><Relationship Id="rId25" Type="http://schemas.openxmlformats.org/officeDocument/2006/relationships/image" Target="../media/image309.wmf"/><Relationship Id="rId33" Type="http://schemas.openxmlformats.org/officeDocument/2006/relationships/image" Target="../media/image328.wmf"/><Relationship Id="rId38" Type="http://schemas.openxmlformats.org/officeDocument/2006/relationships/image" Target="../media/image330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34.wmf"/><Relationship Id="rId5" Type="http://schemas.openxmlformats.org/officeDocument/2006/relationships/oleObject" Target="../embeddings/oleObject364.bin"/><Relationship Id="rId4" Type="http://schemas.openxmlformats.org/officeDocument/2006/relationships/image" Target="../media/image333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36.wmf"/><Relationship Id="rId5" Type="http://schemas.openxmlformats.org/officeDocument/2006/relationships/oleObject" Target="../embeddings/oleObject366.bin"/><Relationship Id="rId4" Type="http://schemas.openxmlformats.org/officeDocument/2006/relationships/image" Target="../media/image335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oleObject" Target="../embeddings/oleObject372.bin"/><Relationship Id="rId18" Type="http://schemas.openxmlformats.org/officeDocument/2006/relationships/image" Target="../media/image344.wmf"/><Relationship Id="rId3" Type="http://schemas.openxmlformats.org/officeDocument/2006/relationships/oleObject" Target="../embeddings/oleObject367.bin"/><Relationship Id="rId7" Type="http://schemas.openxmlformats.org/officeDocument/2006/relationships/oleObject" Target="../embeddings/oleObject369.bin"/><Relationship Id="rId12" Type="http://schemas.openxmlformats.org/officeDocument/2006/relationships/image" Target="../media/image341.wmf"/><Relationship Id="rId17" Type="http://schemas.openxmlformats.org/officeDocument/2006/relationships/oleObject" Target="../embeddings/oleObject3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3.wmf"/><Relationship Id="rId20" Type="http://schemas.openxmlformats.org/officeDocument/2006/relationships/image" Target="../media/image345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38.wmf"/><Relationship Id="rId11" Type="http://schemas.openxmlformats.org/officeDocument/2006/relationships/oleObject" Target="../embeddings/oleObject371.bin"/><Relationship Id="rId5" Type="http://schemas.openxmlformats.org/officeDocument/2006/relationships/oleObject" Target="../embeddings/oleObject368.bin"/><Relationship Id="rId15" Type="http://schemas.openxmlformats.org/officeDocument/2006/relationships/oleObject" Target="../embeddings/oleObject373.bin"/><Relationship Id="rId10" Type="http://schemas.openxmlformats.org/officeDocument/2006/relationships/image" Target="../media/image340.wmf"/><Relationship Id="rId19" Type="http://schemas.openxmlformats.org/officeDocument/2006/relationships/oleObject" Target="../embeddings/oleObject375.bin"/><Relationship Id="rId4" Type="http://schemas.openxmlformats.org/officeDocument/2006/relationships/image" Target="../media/image337.wmf"/><Relationship Id="rId9" Type="http://schemas.openxmlformats.org/officeDocument/2006/relationships/oleObject" Target="../embeddings/oleObject370.bin"/><Relationship Id="rId14" Type="http://schemas.openxmlformats.org/officeDocument/2006/relationships/image" Target="../media/image342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3" Type="http://schemas.openxmlformats.org/officeDocument/2006/relationships/oleObject" Target="../embeddings/oleObject376.bin"/><Relationship Id="rId7" Type="http://schemas.openxmlformats.org/officeDocument/2006/relationships/oleObject" Target="../embeddings/oleObject378.bin"/><Relationship Id="rId12" Type="http://schemas.openxmlformats.org/officeDocument/2006/relationships/image" Target="../media/image35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47.wmf"/><Relationship Id="rId11" Type="http://schemas.openxmlformats.org/officeDocument/2006/relationships/oleObject" Target="../embeddings/oleObject380.bin"/><Relationship Id="rId5" Type="http://schemas.openxmlformats.org/officeDocument/2006/relationships/oleObject" Target="../embeddings/oleObject377.bin"/><Relationship Id="rId10" Type="http://schemas.openxmlformats.org/officeDocument/2006/relationships/image" Target="../media/image349.wmf"/><Relationship Id="rId4" Type="http://schemas.openxmlformats.org/officeDocument/2006/relationships/image" Target="../media/image346.wmf"/><Relationship Id="rId9" Type="http://schemas.openxmlformats.org/officeDocument/2006/relationships/oleObject" Target="../embeddings/oleObject379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13" Type="http://schemas.openxmlformats.org/officeDocument/2006/relationships/oleObject" Target="../embeddings/oleObject386.bin"/><Relationship Id="rId18" Type="http://schemas.openxmlformats.org/officeDocument/2006/relationships/image" Target="../media/image358.wmf"/><Relationship Id="rId3" Type="http://schemas.openxmlformats.org/officeDocument/2006/relationships/oleObject" Target="../embeddings/oleObject381.bin"/><Relationship Id="rId7" Type="http://schemas.openxmlformats.org/officeDocument/2006/relationships/oleObject" Target="../embeddings/oleObject383.bin"/><Relationship Id="rId12" Type="http://schemas.openxmlformats.org/officeDocument/2006/relationships/image" Target="../media/image355.wmf"/><Relationship Id="rId17" Type="http://schemas.openxmlformats.org/officeDocument/2006/relationships/oleObject" Target="../embeddings/oleObject3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7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52.wmf"/><Relationship Id="rId11" Type="http://schemas.openxmlformats.org/officeDocument/2006/relationships/oleObject" Target="../embeddings/oleObject385.bin"/><Relationship Id="rId5" Type="http://schemas.openxmlformats.org/officeDocument/2006/relationships/oleObject" Target="../embeddings/oleObject382.bin"/><Relationship Id="rId15" Type="http://schemas.openxmlformats.org/officeDocument/2006/relationships/oleObject" Target="../embeddings/oleObject387.bin"/><Relationship Id="rId10" Type="http://schemas.openxmlformats.org/officeDocument/2006/relationships/image" Target="../media/image354.wmf"/><Relationship Id="rId4" Type="http://schemas.openxmlformats.org/officeDocument/2006/relationships/image" Target="../media/image351.wmf"/><Relationship Id="rId9" Type="http://schemas.openxmlformats.org/officeDocument/2006/relationships/oleObject" Target="../embeddings/oleObject384.bin"/><Relationship Id="rId14" Type="http://schemas.openxmlformats.org/officeDocument/2006/relationships/image" Target="../media/image356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wmf"/><Relationship Id="rId13" Type="http://schemas.openxmlformats.org/officeDocument/2006/relationships/oleObject" Target="../embeddings/oleObject394.bin"/><Relationship Id="rId18" Type="http://schemas.openxmlformats.org/officeDocument/2006/relationships/image" Target="../media/image366.wmf"/><Relationship Id="rId3" Type="http://schemas.openxmlformats.org/officeDocument/2006/relationships/oleObject" Target="../embeddings/oleObject389.bin"/><Relationship Id="rId7" Type="http://schemas.openxmlformats.org/officeDocument/2006/relationships/oleObject" Target="../embeddings/oleObject391.bin"/><Relationship Id="rId12" Type="http://schemas.openxmlformats.org/officeDocument/2006/relationships/image" Target="../media/image363.wmf"/><Relationship Id="rId17" Type="http://schemas.openxmlformats.org/officeDocument/2006/relationships/oleObject" Target="../embeddings/oleObject3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5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60.wmf"/><Relationship Id="rId11" Type="http://schemas.openxmlformats.org/officeDocument/2006/relationships/oleObject" Target="../embeddings/oleObject393.bin"/><Relationship Id="rId5" Type="http://schemas.openxmlformats.org/officeDocument/2006/relationships/oleObject" Target="../embeddings/oleObject390.bin"/><Relationship Id="rId15" Type="http://schemas.openxmlformats.org/officeDocument/2006/relationships/oleObject" Target="../embeddings/oleObject395.bin"/><Relationship Id="rId10" Type="http://schemas.openxmlformats.org/officeDocument/2006/relationships/image" Target="../media/image362.wmf"/><Relationship Id="rId4" Type="http://schemas.openxmlformats.org/officeDocument/2006/relationships/image" Target="../media/image359.wmf"/><Relationship Id="rId9" Type="http://schemas.openxmlformats.org/officeDocument/2006/relationships/oleObject" Target="../embeddings/oleObject392.bin"/><Relationship Id="rId14" Type="http://schemas.openxmlformats.org/officeDocument/2006/relationships/image" Target="../media/image364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9.wmf"/><Relationship Id="rId3" Type="http://schemas.openxmlformats.org/officeDocument/2006/relationships/oleObject" Target="../embeddings/oleObject397.bin"/><Relationship Id="rId7" Type="http://schemas.openxmlformats.org/officeDocument/2006/relationships/oleObject" Target="../embeddings/oleObject399.bin"/><Relationship Id="rId12" Type="http://schemas.openxmlformats.org/officeDocument/2006/relationships/image" Target="../media/image3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68.wmf"/><Relationship Id="rId11" Type="http://schemas.openxmlformats.org/officeDocument/2006/relationships/oleObject" Target="../embeddings/oleObject401.bin"/><Relationship Id="rId5" Type="http://schemas.openxmlformats.org/officeDocument/2006/relationships/oleObject" Target="../embeddings/oleObject398.bin"/><Relationship Id="rId10" Type="http://schemas.openxmlformats.org/officeDocument/2006/relationships/image" Target="../media/image370.wmf"/><Relationship Id="rId4" Type="http://schemas.openxmlformats.org/officeDocument/2006/relationships/image" Target="../media/image367.wmf"/><Relationship Id="rId9" Type="http://schemas.openxmlformats.org/officeDocument/2006/relationships/oleObject" Target="../embeddings/oleObject400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4.wmf"/><Relationship Id="rId3" Type="http://schemas.openxmlformats.org/officeDocument/2006/relationships/oleObject" Target="../embeddings/oleObject402.bin"/><Relationship Id="rId7" Type="http://schemas.openxmlformats.org/officeDocument/2006/relationships/oleObject" Target="../embeddings/oleObject404.bin"/><Relationship Id="rId12" Type="http://schemas.openxmlformats.org/officeDocument/2006/relationships/image" Target="../media/image3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73.wmf"/><Relationship Id="rId11" Type="http://schemas.openxmlformats.org/officeDocument/2006/relationships/oleObject" Target="../embeddings/oleObject406.bin"/><Relationship Id="rId5" Type="http://schemas.openxmlformats.org/officeDocument/2006/relationships/oleObject" Target="../embeddings/oleObject403.bin"/><Relationship Id="rId10" Type="http://schemas.openxmlformats.org/officeDocument/2006/relationships/image" Target="../media/image375.wmf"/><Relationship Id="rId4" Type="http://schemas.openxmlformats.org/officeDocument/2006/relationships/image" Target="../media/image372.wmf"/><Relationship Id="rId9" Type="http://schemas.openxmlformats.org/officeDocument/2006/relationships/oleObject" Target="../embeddings/oleObject40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wmf"/><Relationship Id="rId13" Type="http://schemas.openxmlformats.org/officeDocument/2006/relationships/oleObject" Target="../embeddings/oleObject412.bin"/><Relationship Id="rId18" Type="http://schemas.openxmlformats.org/officeDocument/2006/relationships/image" Target="../media/image372.wmf"/><Relationship Id="rId3" Type="http://schemas.openxmlformats.org/officeDocument/2006/relationships/oleObject" Target="../embeddings/oleObject407.bin"/><Relationship Id="rId7" Type="http://schemas.openxmlformats.org/officeDocument/2006/relationships/oleObject" Target="../embeddings/oleObject409.bin"/><Relationship Id="rId12" Type="http://schemas.openxmlformats.org/officeDocument/2006/relationships/image" Target="../media/image380.wmf"/><Relationship Id="rId17" Type="http://schemas.openxmlformats.org/officeDocument/2006/relationships/oleObject" Target="../embeddings/oleObject4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1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77.wmf"/><Relationship Id="rId11" Type="http://schemas.openxmlformats.org/officeDocument/2006/relationships/oleObject" Target="../embeddings/oleObject411.bin"/><Relationship Id="rId5" Type="http://schemas.openxmlformats.org/officeDocument/2006/relationships/oleObject" Target="../embeddings/oleObject408.bin"/><Relationship Id="rId15" Type="http://schemas.openxmlformats.org/officeDocument/2006/relationships/oleObject" Target="../embeddings/oleObject413.bin"/><Relationship Id="rId10" Type="http://schemas.openxmlformats.org/officeDocument/2006/relationships/image" Target="../media/image379.wmf"/><Relationship Id="rId4" Type="http://schemas.openxmlformats.org/officeDocument/2006/relationships/image" Target="../media/image376.wmf"/><Relationship Id="rId9" Type="http://schemas.openxmlformats.org/officeDocument/2006/relationships/oleObject" Target="../embeddings/oleObject410.bin"/><Relationship Id="rId14" Type="http://schemas.openxmlformats.org/officeDocument/2006/relationships/image" Target="../media/image370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F341A752-2E77-4779-82D4-024622920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1101725"/>
          </a:xfrm>
        </p:spPr>
        <p:txBody>
          <a:bodyPr/>
          <a:lstStyle/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 函数与极限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539552" y="1980808"/>
            <a:ext cx="8064896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数列极限的四则运算法则与极限存在准则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4CC302-38AB-4184-9E7A-3DD062FCFC08}"/>
              </a:ext>
            </a:extLst>
          </p:cNvPr>
          <p:cNvSpPr/>
          <p:nvPr/>
        </p:nvSpPr>
        <p:spPr>
          <a:xfrm>
            <a:off x="1763688" y="3655772"/>
            <a:ext cx="53285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郭晓峰</a:t>
            </a:r>
          </a:p>
        </p:txBody>
      </p:sp>
    </p:spTree>
    <p:extLst>
      <p:ext uri="{BB962C8B-B14F-4D97-AF65-F5344CB8AC3E}">
        <p14:creationId xmlns:p14="http://schemas.microsoft.com/office/powerpoint/2010/main" val="422597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DB3F57DB-D5DB-4644-97E3-B53071325948}"/>
              </a:ext>
            </a:extLst>
          </p:cNvPr>
          <p:cNvSpPr txBox="1"/>
          <p:nvPr/>
        </p:nvSpPr>
        <p:spPr>
          <a:xfrm>
            <a:off x="899592" y="267494"/>
            <a:ext cx="4844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一、数列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极限的四则运算法则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FE1739-BB34-4994-A2AC-5D9D1897FCB9}"/>
              </a:ext>
            </a:extLst>
          </p:cNvPr>
          <p:cNvSpPr txBox="1">
            <a:spLocks noChangeArrowheads="1"/>
          </p:cNvSpPr>
          <p:nvPr/>
        </p:nvSpPr>
        <p:spPr>
          <a:xfrm>
            <a:off x="879662" y="915566"/>
            <a:ext cx="1796210" cy="482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 </a:t>
            </a:r>
            <a:r>
              <a:rPr lang="zh-CN" altLang="en-US" sz="2400" b="1" dirty="0">
                <a:latin typeface="+mn-ea"/>
                <a:ea typeface="+mn-ea"/>
              </a:rPr>
              <a:t>若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E986BFE8-2095-4398-8F7F-356F367D5D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8848665"/>
              </p:ext>
            </p:extLst>
          </p:nvPr>
        </p:nvGraphicFramePr>
        <p:xfrm>
          <a:off x="2327275" y="981075"/>
          <a:ext cx="27813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53" name="Equation" r:id="rId3" imgW="2781000" imgH="482400" progId="Equation.DSMT4">
                  <p:embed/>
                </p:oleObj>
              </mc:Choice>
              <mc:Fallback>
                <p:oleObj name="Equation" r:id="rId3" imgW="2781000" imgH="48240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85EAE097-C673-4073-85CD-64AF19E48C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981075"/>
                        <a:ext cx="2781300" cy="48418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FA978CBA-F279-48B1-AD04-FDDD0F571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020" y="910617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则有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F414C83C-E628-4CCD-A4AC-7D81EF0C2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046490"/>
              </p:ext>
            </p:extLst>
          </p:nvPr>
        </p:nvGraphicFramePr>
        <p:xfrm>
          <a:off x="1777767" y="1750771"/>
          <a:ext cx="4521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54" name="Equation" r:id="rId5" imgW="4520880" imgH="482400" progId="Equation.DSMT4">
                  <p:embed/>
                </p:oleObj>
              </mc:Choice>
              <mc:Fallback>
                <p:oleObj name="Equation" r:id="rId5" imgW="4520880" imgH="482400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DA9B7EEB-6DF0-4A10-8A30-B62BEF6A62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767" y="1750771"/>
                        <a:ext cx="4521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E78E0E0A-50CB-4C44-B749-231FD8FA5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299395"/>
              </p:ext>
            </p:extLst>
          </p:nvPr>
        </p:nvGraphicFramePr>
        <p:xfrm>
          <a:off x="1819602" y="2484534"/>
          <a:ext cx="3924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55" name="Equation" r:id="rId7" imgW="3924000" imgH="482400" progId="Equation.DSMT4">
                  <p:embed/>
                </p:oleObj>
              </mc:Choice>
              <mc:Fallback>
                <p:oleObj name="Equation" r:id="rId7" imgW="3924000" imgH="48240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61AAF206-A631-45FC-A517-C7A361E7A1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602" y="2484534"/>
                        <a:ext cx="3924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C995868B-D150-412A-96B3-35FEE1F46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380534"/>
              </p:ext>
            </p:extLst>
          </p:nvPr>
        </p:nvGraphicFramePr>
        <p:xfrm>
          <a:off x="1924050" y="3284538"/>
          <a:ext cx="397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56" name="Equation" r:id="rId9" imgW="3974760" imgH="393480" progId="Equation.DSMT4">
                  <p:embed/>
                </p:oleObj>
              </mc:Choice>
              <mc:Fallback>
                <p:oleObj name="Equation" r:id="rId9" imgW="3974760" imgH="39348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1F3750A3-E0A8-414D-B7FC-54F18E9F29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3284538"/>
                        <a:ext cx="3975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1E51799A-D68B-479F-99EF-FA9BD38ECD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264387"/>
              </p:ext>
            </p:extLst>
          </p:nvPr>
        </p:nvGraphicFramePr>
        <p:xfrm>
          <a:off x="5961856" y="2978944"/>
          <a:ext cx="2516187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57" name="Equation" r:id="rId11" imgW="2527200" imgH="1002960" progId="Equation.DSMT4">
                  <p:embed/>
                </p:oleObj>
              </mc:Choice>
              <mc:Fallback>
                <p:oleObj name="Equation" r:id="rId11" imgW="2527200" imgH="100296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B8E1307E-3F93-4E3E-A0CF-C8C35DDF32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856" y="2978944"/>
                        <a:ext cx="2516187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>
            <a:extLst>
              <a:ext uri="{FF2B5EF4-FFF2-40B4-BE49-F238E27FC236}">
                <a16:creationId xmlns:a16="http://schemas.microsoft.com/office/drawing/2014/main" id="{A9551ED6-21A4-465B-A369-FC24FF5E0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289" y="1675407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(1)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8BDD205-04C4-49E2-A97A-D50CCADA0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651" y="2437878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(2)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5E83997A-0ACD-40AC-AF98-5F0FD9F3F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289" y="3216947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(3)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13" name="Text Box 41">
            <a:extLst>
              <a:ext uri="{FF2B5EF4-FFF2-40B4-BE49-F238E27FC236}">
                <a16:creationId xmlns:a16="http://schemas.microsoft.com/office/drawing/2014/main" id="{1BC10ED5-8B2D-41DE-9D70-96E201CE4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070" y="4150977"/>
            <a:ext cx="75703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注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可推广到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有限个</a:t>
            </a:r>
            <a:r>
              <a:rPr kumimoji="1" lang="zh-CN" altLang="en-US" sz="2400" b="1" dirty="0">
                <a:latin typeface="+mn-ea"/>
              </a:rPr>
              <a:t>函数</a:t>
            </a:r>
            <a:r>
              <a:rPr kumimoji="1" lang="en-US" altLang="zh-CN" sz="2400" b="1" dirty="0">
                <a:latin typeface="+mn-ea"/>
              </a:rPr>
              <a:t>(</a:t>
            </a:r>
            <a:r>
              <a:rPr kumimoji="1" lang="zh-CN" altLang="en-US" sz="2400" b="1" dirty="0">
                <a:latin typeface="+mn-ea"/>
              </a:rPr>
              <a:t>数列</a:t>
            </a:r>
            <a:r>
              <a:rPr kumimoji="1" lang="en-US" altLang="zh-CN" sz="2400" b="1" dirty="0">
                <a:latin typeface="+mn-ea"/>
              </a:rPr>
              <a:t>)</a:t>
            </a:r>
            <a:r>
              <a:rPr kumimoji="1" lang="zh-CN" altLang="en-US" sz="2400" b="1" dirty="0">
                <a:latin typeface="+mn-ea"/>
              </a:rPr>
              <a:t>相加减，相乘的情形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651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D2509A-2DAC-4905-B26F-3665FBC6EEB8}"/>
              </a:ext>
            </a:extLst>
          </p:cNvPr>
          <p:cNvSpPr/>
          <p:nvPr/>
        </p:nvSpPr>
        <p:spPr>
          <a:xfrm>
            <a:off x="683568" y="26749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E243271-566B-460B-B3B8-9D19705664AC}"/>
              </a:ext>
            </a:extLst>
          </p:cNvPr>
          <p:cNvGrpSpPr/>
          <p:nvPr/>
        </p:nvGrpSpPr>
        <p:grpSpPr>
          <a:xfrm>
            <a:off x="1161858" y="291546"/>
            <a:ext cx="7730621" cy="508554"/>
            <a:chOff x="1161858" y="291546"/>
            <a:chExt cx="7730621" cy="50855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4596BAD-BB0C-485A-A8DD-85F6B1E5A1BC}"/>
                </a:ext>
              </a:extLst>
            </p:cNvPr>
            <p:cNvSpPr/>
            <p:nvPr/>
          </p:nvSpPr>
          <p:spPr>
            <a:xfrm>
              <a:off x="1161858" y="291546"/>
              <a:ext cx="773062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latin typeface="宋体" panose="02010600030101010101" pitchFamily="2" charset="-122"/>
                </a:rPr>
                <a:t>(1)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因为          故                当      时，有</a:t>
              </a:r>
              <a:endParaRPr lang="zh-CN" altLang="en-US" dirty="0"/>
            </a:p>
          </p:txBody>
        </p:sp>
        <p:graphicFrame>
          <p:nvGraphicFramePr>
            <p:cNvPr id="4" name="Object 4">
              <a:extLst>
                <a:ext uri="{FF2B5EF4-FFF2-40B4-BE49-F238E27FC236}">
                  <a16:creationId xmlns:a16="http://schemas.microsoft.com/office/drawing/2014/main" id="{70B86503-7411-4AB0-807C-FFFA440EBDC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40086365"/>
                </p:ext>
              </p:extLst>
            </p:nvPr>
          </p:nvGraphicFramePr>
          <p:xfrm>
            <a:off x="2436813" y="315913"/>
            <a:ext cx="1320800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76" name="Equation" r:id="rId3" imgW="1320480" imgH="482400" progId="Equation.DSMT4">
                    <p:embed/>
                  </p:oleObj>
                </mc:Choice>
                <mc:Fallback>
                  <p:oleObj name="Equation" r:id="rId3" imgW="1320480" imgH="482400" progId="Equation.DSMT4">
                    <p:embed/>
                    <p:pic>
                      <p:nvPicPr>
                        <p:cNvPr id="4" name="Object 4">
                          <a:extLst>
                            <a:ext uri="{FF2B5EF4-FFF2-40B4-BE49-F238E27FC236}">
                              <a16:creationId xmlns:a16="http://schemas.microsoft.com/office/drawing/2014/main" id="{E986BFE8-2095-4398-8F7F-356F367D5D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6813" y="315913"/>
                          <a:ext cx="1320800" cy="484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835DA53C-8394-4748-8A23-4A7196C30D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0643890"/>
                </p:ext>
              </p:extLst>
            </p:nvPr>
          </p:nvGraphicFramePr>
          <p:xfrm>
            <a:off x="4268442" y="330836"/>
            <a:ext cx="2184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77" name="Equation" r:id="rId5" imgW="2184120" imgH="419040" progId="Equation.DSMT4">
                    <p:embed/>
                  </p:oleObj>
                </mc:Choice>
                <mc:Fallback>
                  <p:oleObj name="Equation" r:id="rId5" imgW="218412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68442" y="330836"/>
                          <a:ext cx="21844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A5FCF97-5542-445C-9B0B-020832E30D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7343830"/>
                </p:ext>
              </p:extLst>
            </p:nvPr>
          </p:nvGraphicFramePr>
          <p:xfrm>
            <a:off x="7020272" y="346334"/>
            <a:ext cx="80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78" name="Equation" r:id="rId7" imgW="799920" imgH="380880" progId="Equation.DSMT4">
                    <p:embed/>
                  </p:oleObj>
                </mc:Choice>
                <mc:Fallback>
                  <p:oleObj name="Equation" r:id="rId7" imgW="7999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20272" y="346334"/>
                          <a:ext cx="800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A656C09-0D3B-4DFC-8EA5-73568B51A6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430857"/>
              </p:ext>
            </p:extLst>
          </p:nvPr>
        </p:nvGraphicFramePr>
        <p:xfrm>
          <a:off x="3635896" y="824467"/>
          <a:ext cx="1485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79" name="Equation" r:id="rId9" imgW="1485720" imgH="723600" progId="Equation.DSMT4">
                  <p:embed/>
                </p:oleObj>
              </mc:Choice>
              <mc:Fallback>
                <p:oleObj name="Equation" r:id="rId9" imgW="14857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35896" y="824467"/>
                        <a:ext cx="1485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0075A506-1C3E-4527-A7C5-D7E0390783D3}"/>
              </a:ext>
            </a:extLst>
          </p:cNvPr>
          <p:cNvGrpSpPr/>
          <p:nvPr/>
        </p:nvGrpSpPr>
        <p:grpSpPr>
          <a:xfrm>
            <a:off x="666494" y="1527590"/>
            <a:ext cx="8496944" cy="529489"/>
            <a:chOff x="666494" y="1527590"/>
            <a:chExt cx="8496944" cy="52948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75C5752-A3A5-4AAF-8D96-F0EBC5811494}"/>
                </a:ext>
              </a:extLst>
            </p:cNvPr>
            <p:cNvSpPr/>
            <p:nvPr/>
          </p:nvSpPr>
          <p:spPr>
            <a:xfrm>
              <a:off x="666494" y="1527590"/>
              <a:ext cx="84969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又因为         故对上述               当      时，有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BEA2BE0C-7AE6-4DBE-BD7B-E695B09729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0339320"/>
                </p:ext>
              </p:extLst>
            </p:nvPr>
          </p:nvGraphicFramePr>
          <p:xfrm>
            <a:off x="1674606" y="1574479"/>
            <a:ext cx="1333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80" name="Equation" r:id="rId11" imgW="1333440" imgH="482400" progId="Equation.DSMT4">
                    <p:embed/>
                  </p:oleObj>
                </mc:Choice>
                <mc:Fallback>
                  <p:oleObj name="Equation" r:id="rId11" imgW="133344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74606" y="1574479"/>
                          <a:ext cx="13335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AA94EF63-3CA3-4EAF-A8B4-56E3C7301D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4058843"/>
                </p:ext>
              </p:extLst>
            </p:nvPr>
          </p:nvGraphicFramePr>
          <p:xfrm>
            <a:off x="4337242" y="1548367"/>
            <a:ext cx="22098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81" name="Equation" r:id="rId13" imgW="2209680" imgH="419040" progId="Equation.DSMT4">
                    <p:embed/>
                  </p:oleObj>
                </mc:Choice>
                <mc:Fallback>
                  <p:oleObj name="Equation" r:id="rId13" imgW="220968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37242" y="1548367"/>
                          <a:ext cx="22098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9B53E8D-02AF-44C7-96F7-F0A9A844D2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945102"/>
                </p:ext>
              </p:extLst>
            </p:nvPr>
          </p:nvGraphicFramePr>
          <p:xfrm>
            <a:off x="6953887" y="1577281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82" name="Equation" r:id="rId15" imgW="825480" imgH="380880" progId="Equation.DSMT4">
                    <p:embed/>
                  </p:oleObj>
                </mc:Choice>
                <mc:Fallback>
                  <p:oleObj name="Equation" r:id="rId15" imgW="825480" imgH="3808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AA5FCF97-5542-445C-9B0B-020832E30D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953887" y="1577281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46C5B67-ED91-4618-871A-E5086624D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655712"/>
              </p:ext>
            </p:extLst>
          </p:nvPr>
        </p:nvGraphicFramePr>
        <p:xfrm>
          <a:off x="3635896" y="2010032"/>
          <a:ext cx="1498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83" name="Equation" r:id="rId17" imgW="1498320" imgH="723600" progId="Equation.DSMT4">
                  <p:embed/>
                </p:oleObj>
              </mc:Choice>
              <mc:Fallback>
                <p:oleObj name="Equation" r:id="rId17" imgW="149832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A656C09-0D3B-4DFC-8EA5-73568B51A6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35896" y="2010032"/>
                        <a:ext cx="1498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3AD255A1-6D79-4300-8775-F9ADD5E18105}"/>
              </a:ext>
            </a:extLst>
          </p:cNvPr>
          <p:cNvGrpSpPr/>
          <p:nvPr/>
        </p:nvGrpSpPr>
        <p:grpSpPr>
          <a:xfrm>
            <a:off x="683567" y="2653021"/>
            <a:ext cx="5256585" cy="461665"/>
            <a:chOff x="683567" y="2653021"/>
            <a:chExt cx="5256585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B6F7D10-79A2-46BB-B597-7307D694B08A}"/>
                </a:ext>
              </a:extLst>
            </p:cNvPr>
            <p:cNvSpPr/>
            <p:nvPr/>
          </p:nvSpPr>
          <p:spPr>
            <a:xfrm>
              <a:off x="683567" y="2653021"/>
              <a:ext cx="525658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取                当      时，有</a:t>
              </a:r>
              <a:endParaRPr lang="zh-CN" altLang="en-US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7FE4C28E-531A-423D-A8D0-7D62B30178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5934341"/>
                </p:ext>
              </p:extLst>
            </p:nvPr>
          </p:nvGraphicFramePr>
          <p:xfrm>
            <a:off x="1177614" y="2733686"/>
            <a:ext cx="2247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84" name="Equation" r:id="rId19" imgW="2247840" imgH="380880" progId="Equation.DSMT4">
                    <p:embed/>
                  </p:oleObj>
                </mc:Choice>
                <mc:Fallback>
                  <p:oleObj name="Equation" r:id="rId19" imgW="22478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77614" y="2733686"/>
                          <a:ext cx="2247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17C23E31-5EC3-47FF-B146-FF0C049D1A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3243381"/>
                </p:ext>
              </p:extLst>
            </p:nvPr>
          </p:nvGraphicFramePr>
          <p:xfrm>
            <a:off x="4004196" y="2777710"/>
            <a:ext cx="749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85" name="Equation" r:id="rId21" imgW="749160" imgH="279360" progId="Equation.DSMT4">
                    <p:embed/>
                  </p:oleObj>
                </mc:Choice>
                <mc:Fallback>
                  <p:oleObj name="Equation" r:id="rId21" imgW="7491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004196" y="2777710"/>
                          <a:ext cx="749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63DAF00-3A5D-4E1B-BAA2-25557AC7CD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670298"/>
              </p:ext>
            </p:extLst>
          </p:nvPr>
        </p:nvGraphicFramePr>
        <p:xfrm>
          <a:off x="1306513" y="3329874"/>
          <a:ext cx="490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86" name="Equation" r:id="rId23" imgW="4902120" imgH="380880" progId="Equation.DSMT4">
                  <p:embed/>
                </p:oleObj>
              </mc:Choice>
              <mc:Fallback>
                <p:oleObj name="Equation" r:id="rId23" imgW="4902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06513" y="3329874"/>
                        <a:ext cx="4902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E30D1A0-0373-46FD-BF3C-59E6FCEE4B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744860"/>
              </p:ext>
            </p:extLst>
          </p:nvPr>
        </p:nvGraphicFramePr>
        <p:xfrm>
          <a:off x="3623022" y="3710628"/>
          <a:ext cx="3797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87" name="Equation" r:id="rId25" imgW="3797280" imgH="723600" progId="Equation.DSMT4">
                  <p:embed/>
                </p:oleObj>
              </mc:Choice>
              <mc:Fallback>
                <p:oleObj name="Equation" r:id="rId25" imgW="37972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23022" y="3710628"/>
                        <a:ext cx="3797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1F0CB7-ADFB-4C8A-9176-9D70160F6A61}"/>
              </a:ext>
            </a:extLst>
          </p:cNvPr>
          <p:cNvGrpSpPr/>
          <p:nvPr/>
        </p:nvGrpSpPr>
        <p:grpSpPr>
          <a:xfrm>
            <a:off x="811952" y="4299942"/>
            <a:ext cx="5371154" cy="550646"/>
            <a:chOff x="811952" y="4299942"/>
            <a:chExt cx="5371154" cy="55064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A09FE94-243E-4B76-8D3A-CEDF9F4944BA}"/>
                </a:ext>
              </a:extLst>
            </p:cNvPr>
            <p:cNvSpPr/>
            <p:nvPr/>
          </p:nvSpPr>
          <p:spPr>
            <a:xfrm>
              <a:off x="811952" y="4299942"/>
              <a:ext cx="91172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从而</a:t>
              </a:r>
              <a:endParaRPr lang="zh-CN" altLang="en-US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CE730D7A-C81D-4260-9C06-29604F6BCA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35468"/>
                </p:ext>
              </p:extLst>
            </p:nvPr>
          </p:nvGraphicFramePr>
          <p:xfrm>
            <a:off x="1674606" y="4367988"/>
            <a:ext cx="4508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88" name="Equation" r:id="rId27" imgW="4508280" imgH="482400" progId="Equation.DSMT4">
                    <p:embed/>
                  </p:oleObj>
                </mc:Choice>
                <mc:Fallback>
                  <p:oleObj name="Equation" r:id="rId27" imgW="450828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674606" y="4367988"/>
                          <a:ext cx="45085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036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A1C02BB8-3A31-43E7-A296-BA8FD82CD020}"/>
              </a:ext>
            </a:extLst>
          </p:cNvPr>
          <p:cNvGrpSpPr/>
          <p:nvPr/>
        </p:nvGrpSpPr>
        <p:grpSpPr>
          <a:xfrm>
            <a:off x="1188629" y="633108"/>
            <a:ext cx="8185791" cy="514071"/>
            <a:chOff x="671300" y="113246"/>
            <a:chExt cx="8185791" cy="514071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26E4B29-4BE8-47E6-9AE3-4319E1947F24}"/>
                </a:ext>
              </a:extLst>
            </p:cNvPr>
            <p:cNvSpPr/>
            <p:nvPr/>
          </p:nvSpPr>
          <p:spPr>
            <a:xfrm>
              <a:off x="671300" y="113246"/>
              <a:ext cx="818579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因为         由收敛数列的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有界性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知，       使得</a:t>
              </a:r>
              <a:endParaRPr lang="zh-CN" altLang="en-US" dirty="0"/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4E604052-10C7-46A5-94DF-22491B14C6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1891063"/>
                </p:ext>
              </p:extLst>
            </p:nvPr>
          </p:nvGraphicFramePr>
          <p:xfrm>
            <a:off x="1432788" y="144717"/>
            <a:ext cx="1333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02" name="Equation" r:id="rId4" imgW="1333440" imgH="482400" progId="Equation.DSMT4">
                    <p:embed/>
                  </p:oleObj>
                </mc:Choice>
                <mc:Fallback>
                  <p:oleObj name="Equation" r:id="rId4" imgW="1333440" imgH="48240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BEA2BE0C-7AE6-4DBE-BD7B-E695B09729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32788" y="144717"/>
                          <a:ext cx="13335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9A6AE95E-807E-4EFE-B81A-286BF11850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9207754"/>
                </p:ext>
              </p:extLst>
            </p:nvPr>
          </p:nvGraphicFramePr>
          <p:xfrm>
            <a:off x="6023421" y="232325"/>
            <a:ext cx="1028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03" name="Equation" r:id="rId6" imgW="1028520" imgH="330120" progId="Equation.DSMT4">
                    <p:embed/>
                  </p:oleObj>
                </mc:Choice>
                <mc:Fallback>
                  <p:oleObj name="Equation" r:id="rId6" imgW="10285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023421" y="232325"/>
                          <a:ext cx="1028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23E11CF-D4EB-44DA-94F0-84651C5EAA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426526"/>
              </p:ext>
            </p:extLst>
          </p:nvPr>
        </p:nvGraphicFramePr>
        <p:xfrm>
          <a:off x="3830004" y="1157108"/>
          <a:ext cx="1155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04" name="Equation" r:id="rId8" imgW="1155600" imgH="380880" progId="Equation.DSMT4">
                  <p:embed/>
                </p:oleObj>
              </mc:Choice>
              <mc:Fallback>
                <p:oleObj name="Equation" r:id="rId8" imgW="1155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30004" y="1157108"/>
                        <a:ext cx="1155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B10B694E-EC33-4BF4-859B-A14E4A4022EC}"/>
              </a:ext>
            </a:extLst>
          </p:cNvPr>
          <p:cNvGrpSpPr/>
          <p:nvPr/>
        </p:nvGrpSpPr>
        <p:grpSpPr>
          <a:xfrm>
            <a:off x="629394" y="1632974"/>
            <a:ext cx="7730621" cy="552810"/>
            <a:chOff x="1161858" y="291546"/>
            <a:chExt cx="7730621" cy="55281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DA4CFB8-07B9-4772-AD17-A63D4604CF17}"/>
                </a:ext>
              </a:extLst>
            </p:cNvPr>
            <p:cNvSpPr/>
            <p:nvPr/>
          </p:nvSpPr>
          <p:spPr>
            <a:xfrm>
              <a:off x="1161858" y="291546"/>
              <a:ext cx="773062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又因为          故                当      时，有</a:t>
              </a:r>
              <a:endParaRPr lang="zh-CN" altLang="en-US" dirty="0"/>
            </a:p>
          </p:txBody>
        </p:sp>
        <p:graphicFrame>
          <p:nvGraphicFramePr>
            <p:cNvPr id="11" name="Object 4">
              <a:extLst>
                <a:ext uri="{FF2B5EF4-FFF2-40B4-BE49-F238E27FC236}">
                  <a16:creationId xmlns:a16="http://schemas.microsoft.com/office/drawing/2014/main" id="{99188C66-A9EB-4457-935F-29FC48DC339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29824376"/>
                </p:ext>
              </p:extLst>
            </p:nvPr>
          </p:nvGraphicFramePr>
          <p:xfrm>
            <a:off x="2315096" y="360169"/>
            <a:ext cx="1320800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05" name="Equation" r:id="rId10" imgW="1320480" imgH="482400" progId="Equation.DSMT4">
                    <p:embed/>
                  </p:oleObj>
                </mc:Choice>
                <mc:Fallback>
                  <p:oleObj name="Equation" r:id="rId10" imgW="1320480" imgH="482400" progId="Equation.DSMT4">
                    <p:embed/>
                    <p:pic>
                      <p:nvPicPr>
                        <p:cNvPr id="4" name="Object 4">
                          <a:extLst>
                            <a:ext uri="{FF2B5EF4-FFF2-40B4-BE49-F238E27FC236}">
                              <a16:creationId xmlns:a16="http://schemas.microsoft.com/office/drawing/2014/main" id="{70B86503-7411-4AB0-807C-FFFA440EBD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5096" y="360169"/>
                          <a:ext cx="1320800" cy="484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D7F04154-45BB-46F8-B2A6-6750D50DDA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3119254"/>
                </p:ext>
              </p:extLst>
            </p:nvPr>
          </p:nvGraphicFramePr>
          <p:xfrm>
            <a:off x="4268442" y="330836"/>
            <a:ext cx="2184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06" name="Equation" r:id="rId12" imgW="2184120" imgH="419040" progId="Equation.DSMT4">
                    <p:embed/>
                  </p:oleObj>
                </mc:Choice>
                <mc:Fallback>
                  <p:oleObj name="Equation" r:id="rId12" imgW="2184120" imgH="41904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835DA53C-8394-4748-8A23-4A7196C30D2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268442" y="330836"/>
                          <a:ext cx="21844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39B1516-CFF7-4D73-B7AC-93CD11F7A7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8659607"/>
                </p:ext>
              </p:extLst>
            </p:nvPr>
          </p:nvGraphicFramePr>
          <p:xfrm>
            <a:off x="6858101" y="349886"/>
            <a:ext cx="80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07" name="Equation" r:id="rId14" imgW="799920" imgH="380880" progId="Equation.DSMT4">
                    <p:embed/>
                  </p:oleObj>
                </mc:Choice>
                <mc:Fallback>
                  <p:oleObj name="Equation" r:id="rId14" imgW="799920" imgH="3808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AA5FCF97-5542-445C-9B0B-020832E30D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858101" y="349886"/>
                          <a:ext cx="800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94C78D4-ACB0-499C-B45C-EA44A8CBB9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877241"/>
              </p:ext>
            </p:extLst>
          </p:nvPr>
        </p:nvGraphicFramePr>
        <p:xfrm>
          <a:off x="3567113" y="2081213"/>
          <a:ext cx="1790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08" name="Equation" r:id="rId16" imgW="1790640" imgH="723600" progId="Equation.DSMT4">
                  <p:embed/>
                </p:oleObj>
              </mc:Choice>
              <mc:Fallback>
                <p:oleObj name="Equation" r:id="rId16" imgW="179064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A656C09-0D3B-4DFC-8EA5-73568B51A6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67113" y="2081213"/>
                        <a:ext cx="1790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8AA6943F-DCAD-44CC-AD18-02919F1B3FAA}"/>
              </a:ext>
            </a:extLst>
          </p:cNvPr>
          <p:cNvGrpSpPr/>
          <p:nvPr/>
        </p:nvGrpSpPr>
        <p:grpSpPr>
          <a:xfrm>
            <a:off x="511812" y="2911814"/>
            <a:ext cx="8496944" cy="551745"/>
            <a:chOff x="666494" y="1527590"/>
            <a:chExt cx="8496944" cy="55174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9739992-1BFE-48FA-A2F5-D331957827AC}"/>
                </a:ext>
              </a:extLst>
            </p:cNvPr>
            <p:cNvSpPr/>
            <p:nvPr/>
          </p:nvSpPr>
          <p:spPr>
            <a:xfrm>
              <a:off x="666494" y="1527590"/>
              <a:ext cx="84969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且          故对上述               当      时，有</a:t>
              </a:r>
              <a:endParaRPr lang="zh-CN" altLang="en-US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EF89858F-E567-4C01-B12F-DEE4530587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2056294"/>
                </p:ext>
              </p:extLst>
            </p:nvPr>
          </p:nvGraphicFramePr>
          <p:xfrm>
            <a:off x="1168368" y="1596735"/>
            <a:ext cx="1333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09" name="Equation" r:id="rId18" imgW="1333440" imgH="482400" progId="Equation.DSMT4">
                    <p:embed/>
                  </p:oleObj>
                </mc:Choice>
                <mc:Fallback>
                  <p:oleObj name="Equation" r:id="rId18" imgW="1333440" imgH="48240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BEA2BE0C-7AE6-4DBE-BD7B-E695B09729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168368" y="1596735"/>
                          <a:ext cx="13335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1CB2394E-17BC-4761-AE1A-F0014E3ADD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8741238"/>
                </p:ext>
              </p:extLst>
            </p:nvPr>
          </p:nvGraphicFramePr>
          <p:xfrm>
            <a:off x="3831621" y="1563668"/>
            <a:ext cx="22098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10" name="Equation" r:id="rId19" imgW="2209680" imgH="419040" progId="Equation.DSMT4">
                    <p:embed/>
                  </p:oleObj>
                </mc:Choice>
                <mc:Fallback>
                  <p:oleObj name="Equation" r:id="rId19" imgW="2209680" imgH="41904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AA94EF63-3CA3-4EAF-A8B4-56E3C7301D3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831621" y="1563668"/>
                          <a:ext cx="22098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A74E1F39-0A88-4DD9-8C88-19A9F158F1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9235365"/>
                </p:ext>
              </p:extLst>
            </p:nvPr>
          </p:nvGraphicFramePr>
          <p:xfrm>
            <a:off x="6500257" y="1577444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11" name="Equation" r:id="rId21" imgW="825480" imgH="380880" progId="Equation.DSMT4">
                    <p:embed/>
                  </p:oleObj>
                </mc:Choice>
                <mc:Fallback>
                  <p:oleObj name="Equation" r:id="rId21" imgW="825480" imgH="3808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89B53E8D-02AF-44C7-96F7-F0A9A844D26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500257" y="1577444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E99765F-1098-4306-A328-4CD645314D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568676"/>
              </p:ext>
            </p:extLst>
          </p:nvPr>
        </p:nvGraphicFramePr>
        <p:xfrm>
          <a:off x="3615328" y="3409169"/>
          <a:ext cx="2425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12" name="Equation" r:id="rId23" imgW="2425680" imgH="787320" progId="Equation.DSMT4">
                  <p:embed/>
                </p:oleObj>
              </mc:Choice>
              <mc:Fallback>
                <p:oleObj name="Equation" r:id="rId23" imgW="2425680" imgH="787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46C5B67-ED91-4618-871A-E5086624D5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615328" y="3409169"/>
                        <a:ext cx="2425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E4D2C465-3BED-4E7C-9CF7-744D5B972F72}"/>
              </a:ext>
            </a:extLst>
          </p:cNvPr>
          <p:cNvGrpSpPr/>
          <p:nvPr/>
        </p:nvGrpSpPr>
        <p:grpSpPr>
          <a:xfrm>
            <a:off x="529366" y="4190654"/>
            <a:ext cx="8085266" cy="461665"/>
            <a:chOff x="807214" y="3902241"/>
            <a:chExt cx="8085266" cy="46166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FAA5F03-8216-4CDB-A5CA-1C801D09678F}"/>
                </a:ext>
              </a:extLst>
            </p:cNvPr>
            <p:cNvSpPr/>
            <p:nvPr/>
          </p:nvSpPr>
          <p:spPr>
            <a:xfrm>
              <a:off x="807214" y="3902241"/>
              <a:ext cx="80852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latin typeface="宋体" panose="02010600030101010101" pitchFamily="2" charset="-122"/>
                </a:rPr>
                <a:t>(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注 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因为  可能取  这里取     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,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是为了避免分母为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0.)</a:t>
              </a:r>
              <a:endParaRPr lang="zh-CN" altLang="en-US" dirty="0"/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5596B333-C87A-4113-85FF-D8BAF08BB4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1316335"/>
                </p:ext>
              </p:extLst>
            </p:nvPr>
          </p:nvGraphicFramePr>
          <p:xfrm>
            <a:off x="2195736" y="4092480"/>
            <a:ext cx="203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13" name="Equation" r:id="rId25" imgW="203040" imgH="203040" progId="Equation.DSMT4">
                    <p:embed/>
                  </p:oleObj>
                </mc:Choice>
                <mc:Fallback>
                  <p:oleObj name="Equation" r:id="rId25" imgW="2030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195736" y="4092480"/>
                          <a:ext cx="203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98518970-05F5-4682-97D8-58A4D432D4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2448310"/>
                </p:ext>
              </p:extLst>
            </p:nvPr>
          </p:nvGraphicFramePr>
          <p:xfrm>
            <a:off x="3369808" y="4022038"/>
            <a:ext cx="254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14" name="Equation" r:id="rId27" imgW="253800" imgH="330120" progId="Equation.DSMT4">
                    <p:embed/>
                  </p:oleObj>
                </mc:Choice>
                <mc:Fallback>
                  <p:oleObj name="Equation" r:id="rId27" imgW="2538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369808" y="4022038"/>
                          <a:ext cx="254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CF58B1F1-36E9-446F-A595-ECC0079EFC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1939080"/>
                </p:ext>
              </p:extLst>
            </p:nvPr>
          </p:nvGraphicFramePr>
          <p:xfrm>
            <a:off x="4571480" y="3989180"/>
            <a:ext cx="762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15" name="Equation" r:id="rId29" imgW="761760" imgH="330120" progId="Equation.DSMT4">
                    <p:embed/>
                  </p:oleObj>
                </mc:Choice>
                <mc:Fallback>
                  <p:oleObj name="Equation" r:id="rId29" imgW="7617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571480" y="3989180"/>
                          <a:ext cx="762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Object 7">
            <a:extLst>
              <a:ext uri="{FF2B5EF4-FFF2-40B4-BE49-F238E27FC236}">
                <a16:creationId xmlns:a16="http://schemas.microsoft.com/office/drawing/2014/main" id="{A0923994-CACC-4A22-A35A-E74CA3082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522870"/>
              </p:ext>
            </p:extLst>
          </p:nvPr>
        </p:nvGraphicFramePr>
        <p:xfrm>
          <a:off x="1301930" y="128798"/>
          <a:ext cx="3924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16" name="Equation" r:id="rId31" imgW="3924000" imgH="482400" progId="Equation.DSMT4">
                  <p:embed/>
                </p:oleObj>
              </mc:Choice>
              <mc:Fallback>
                <p:oleObj name="Equation" r:id="rId31" imgW="3924000" imgH="48240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E78E0E0A-50CB-4C44-B749-231FD8FA50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930" y="128798"/>
                        <a:ext cx="3924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5">
            <a:extLst>
              <a:ext uri="{FF2B5EF4-FFF2-40B4-BE49-F238E27FC236}">
                <a16:creationId xmlns:a16="http://schemas.microsoft.com/office/drawing/2014/main" id="{436068D0-96BE-4BD6-A598-F4D10FCD4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979" y="82142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(2)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B29458E-8730-4C52-9D58-9840648BC797}"/>
              </a:ext>
            </a:extLst>
          </p:cNvPr>
          <p:cNvSpPr/>
          <p:nvPr/>
        </p:nvSpPr>
        <p:spPr>
          <a:xfrm>
            <a:off x="694583" y="64983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522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D677B03-1372-4B93-8A67-93330FE69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779648"/>
              </p:ext>
            </p:extLst>
          </p:nvPr>
        </p:nvGraphicFramePr>
        <p:xfrm>
          <a:off x="1115616" y="843558"/>
          <a:ext cx="4940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5" name="Equation" r:id="rId3" imgW="4940280" imgH="380880" progId="Equation.DSMT4">
                  <p:embed/>
                </p:oleObj>
              </mc:Choice>
              <mc:Fallback>
                <p:oleObj name="Equation" r:id="rId3" imgW="4940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843558"/>
                        <a:ext cx="4940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3E7A84C-3008-4134-99DD-1477D3A7BD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469237"/>
              </p:ext>
            </p:extLst>
          </p:nvPr>
        </p:nvGraphicFramePr>
        <p:xfrm>
          <a:off x="2627784" y="1635646"/>
          <a:ext cx="3556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6" name="Equation" r:id="rId5" imgW="3555720" imgH="380880" progId="Equation.DSMT4">
                  <p:embed/>
                </p:oleObj>
              </mc:Choice>
              <mc:Fallback>
                <p:oleObj name="Equation" r:id="rId5" imgW="3555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7784" y="1635646"/>
                        <a:ext cx="3556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215BBEF-F0F1-425A-8DCB-694A0F07E2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288085"/>
              </p:ext>
            </p:extLst>
          </p:nvPr>
        </p:nvGraphicFramePr>
        <p:xfrm>
          <a:off x="2555776" y="2145085"/>
          <a:ext cx="3187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7" name="Equation" r:id="rId7" imgW="3187440" imgH="787320" progId="Equation.DSMT4">
                  <p:embed/>
                </p:oleObj>
              </mc:Choice>
              <mc:Fallback>
                <p:oleObj name="Equation" r:id="rId7" imgW="31874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55776" y="2145085"/>
                        <a:ext cx="3187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B46C507-A602-49E7-80B4-D647F669E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690385"/>
              </p:ext>
            </p:extLst>
          </p:nvPr>
        </p:nvGraphicFramePr>
        <p:xfrm>
          <a:off x="2627784" y="3113460"/>
          <a:ext cx="3390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8" name="Equation" r:id="rId9" imgW="3390840" imgH="787320" progId="Equation.DSMT4">
                  <p:embed/>
                </p:oleObj>
              </mc:Choice>
              <mc:Fallback>
                <p:oleObj name="Equation" r:id="rId9" imgW="33908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7784" y="3113460"/>
                        <a:ext cx="3390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52A0BA14-F1B0-4DC5-9A70-01E2ED6DEEFC}"/>
              </a:ext>
            </a:extLst>
          </p:cNvPr>
          <p:cNvSpPr/>
          <p:nvPr/>
        </p:nvSpPr>
        <p:spPr>
          <a:xfrm>
            <a:off x="907064" y="4299942"/>
            <a:ext cx="10726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所以</a:t>
            </a:r>
            <a:endParaRPr lang="zh-CN" altLang="en-US" sz="2400" dirty="0"/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50BED858-003D-42ED-BFB8-5C3B0E4B3F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388364"/>
              </p:ext>
            </p:extLst>
          </p:nvPr>
        </p:nvGraphicFramePr>
        <p:xfrm>
          <a:off x="1822450" y="4300538"/>
          <a:ext cx="393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919" name="Equation" r:id="rId11" imgW="3936960" imgH="482400" progId="Equation.DSMT4">
                  <p:embed/>
                </p:oleObj>
              </mc:Choice>
              <mc:Fallback>
                <p:oleObj name="Equation" r:id="rId11" imgW="3936960" imgH="48240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E78E0E0A-50CB-4C44-B749-231FD8FA50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4300538"/>
                        <a:ext cx="3937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D9B10DAA-E93D-4533-8F62-C9A036ECB943}"/>
              </a:ext>
            </a:extLst>
          </p:cNvPr>
          <p:cNvGrpSpPr/>
          <p:nvPr/>
        </p:nvGrpSpPr>
        <p:grpSpPr>
          <a:xfrm>
            <a:off x="1115616" y="86841"/>
            <a:ext cx="5256585" cy="461665"/>
            <a:chOff x="683567" y="2653021"/>
            <a:chExt cx="5256585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3936FB0-0162-4CD8-813E-F2FEA6115572}"/>
                </a:ext>
              </a:extLst>
            </p:cNvPr>
            <p:cNvSpPr/>
            <p:nvPr/>
          </p:nvSpPr>
          <p:spPr>
            <a:xfrm>
              <a:off x="683567" y="2653021"/>
              <a:ext cx="525658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取                当      时，有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75C0336-4ED4-4568-845A-D71EAB4822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6363032"/>
                </p:ext>
              </p:extLst>
            </p:nvPr>
          </p:nvGraphicFramePr>
          <p:xfrm>
            <a:off x="1177614" y="2733686"/>
            <a:ext cx="2247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920" name="Equation" r:id="rId13" imgW="2247840" imgH="380880" progId="Equation.DSMT4">
                    <p:embed/>
                  </p:oleObj>
                </mc:Choice>
                <mc:Fallback>
                  <p:oleObj name="Equation" r:id="rId13" imgW="2247840" imgH="38088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F7A8B30D-F77E-48EC-B719-114F2C1400D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77614" y="2733686"/>
                          <a:ext cx="2247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4F3F60F-7749-40C2-A1E6-087B191B07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081044"/>
                </p:ext>
              </p:extLst>
            </p:nvPr>
          </p:nvGraphicFramePr>
          <p:xfrm>
            <a:off x="4006156" y="2720930"/>
            <a:ext cx="749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921" name="Equation" r:id="rId15" imgW="749160" imgH="279360" progId="Equation.DSMT4">
                    <p:embed/>
                  </p:oleObj>
                </mc:Choice>
                <mc:Fallback>
                  <p:oleObj name="Equation" r:id="rId15" imgW="749160" imgH="27936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29F80733-B6C6-4525-8CF0-C0163BD3870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06156" y="2720930"/>
                          <a:ext cx="749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7644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5A68C2B4-0BC4-4466-BDC2-776EA9F08D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852493"/>
              </p:ext>
            </p:extLst>
          </p:nvPr>
        </p:nvGraphicFramePr>
        <p:xfrm>
          <a:off x="1403648" y="411510"/>
          <a:ext cx="397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184" name="Equation" r:id="rId3" imgW="3974760" imgH="393480" progId="Equation.DSMT4">
                  <p:embed/>
                </p:oleObj>
              </mc:Choice>
              <mc:Fallback>
                <p:oleObj name="Equation" r:id="rId3" imgW="3974760" imgH="39348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C995868B-D150-412A-96B3-35FEE1F46A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411510"/>
                        <a:ext cx="3975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1DFFB9F6-DD47-4992-95AB-EE759499B2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698784"/>
              </p:ext>
            </p:extLst>
          </p:nvPr>
        </p:nvGraphicFramePr>
        <p:xfrm>
          <a:off x="5441454" y="105916"/>
          <a:ext cx="2516187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185" name="Equation" r:id="rId5" imgW="2527200" imgH="1002960" progId="Equation.DSMT4">
                  <p:embed/>
                </p:oleObj>
              </mc:Choice>
              <mc:Fallback>
                <p:oleObj name="Equation" r:id="rId5" imgW="2527200" imgH="100296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1E51799A-D68B-479F-99EF-FA9BD38ECD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1454" y="105916"/>
                        <a:ext cx="2516187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>
            <a:extLst>
              <a:ext uri="{FF2B5EF4-FFF2-40B4-BE49-F238E27FC236}">
                <a16:creationId xmlns:a16="http://schemas.microsoft.com/office/drawing/2014/main" id="{C026ED4F-327B-48F3-BE3B-ED75F202D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87" y="343919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(3)</a:t>
            </a:r>
            <a:endParaRPr kumimoji="1"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B61A2C-ED2C-40B1-9A35-E578ACB76440}"/>
              </a:ext>
            </a:extLst>
          </p:cNvPr>
          <p:cNvSpPr/>
          <p:nvPr/>
        </p:nvSpPr>
        <p:spPr>
          <a:xfrm>
            <a:off x="692313" y="98757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786455F-EE00-4BE1-820A-F9193765C4B5}"/>
              </a:ext>
            </a:extLst>
          </p:cNvPr>
          <p:cNvGrpSpPr/>
          <p:nvPr/>
        </p:nvGrpSpPr>
        <p:grpSpPr>
          <a:xfrm>
            <a:off x="1198377" y="821707"/>
            <a:ext cx="2437519" cy="812800"/>
            <a:chOff x="1198377" y="821707"/>
            <a:chExt cx="2437519" cy="8128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ED213BD-A832-4FF6-8618-551C462F67C2}"/>
                </a:ext>
              </a:extLst>
            </p:cNvPr>
            <p:cNvSpPr/>
            <p:nvPr/>
          </p:nvSpPr>
          <p:spPr>
            <a:xfrm>
              <a:off x="1198377" y="987574"/>
              <a:ext cx="24375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先证</a:t>
              </a:r>
              <a:endParaRPr lang="zh-CN" altLang="en-US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38C180E9-54C3-4201-94DE-0C5FE78718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2633279"/>
                </p:ext>
              </p:extLst>
            </p:nvPr>
          </p:nvGraphicFramePr>
          <p:xfrm>
            <a:off x="1993377" y="821707"/>
            <a:ext cx="13970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186" name="Equation" r:id="rId7" imgW="1396800" imgH="812520" progId="Equation.DSMT4">
                    <p:embed/>
                  </p:oleObj>
                </mc:Choice>
                <mc:Fallback>
                  <p:oleObj name="Equation" r:id="rId7" imgW="139680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93377" y="821707"/>
                          <a:ext cx="13970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A58E2F7-7347-4924-8AE4-C5CC3AAA4C42}"/>
              </a:ext>
            </a:extLst>
          </p:cNvPr>
          <p:cNvGrpSpPr/>
          <p:nvPr/>
        </p:nvGrpSpPr>
        <p:grpSpPr>
          <a:xfrm>
            <a:off x="759637" y="1631229"/>
            <a:ext cx="7916819" cy="523704"/>
            <a:chOff x="759637" y="1631229"/>
            <a:chExt cx="7916819" cy="52370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21AA99A-7F3E-46CD-A0CD-F4CF8B661A78}"/>
                </a:ext>
              </a:extLst>
            </p:cNvPr>
            <p:cNvSpPr/>
            <p:nvPr/>
          </p:nvSpPr>
          <p:spPr>
            <a:xfrm>
              <a:off x="759637" y="1631229"/>
              <a:ext cx="79168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因为          且      故         当      时，有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781E123-E783-44EA-B0BC-C4D9141FA3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1817911"/>
                </p:ext>
              </p:extLst>
            </p:nvPr>
          </p:nvGraphicFramePr>
          <p:xfrm>
            <a:off x="1390546" y="1672333"/>
            <a:ext cx="15113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187" name="Equation" r:id="rId9" imgW="1511280" imgH="482400" progId="Equation.DSMT4">
                    <p:embed/>
                  </p:oleObj>
                </mc:Choice>
                <mc:Fallback>
                  <p:oleObj name="Equation" r:id="rId9" imgW="151128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90546" y="1672333"/>
                          <a:ext cx="15113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EA910840-1212-4FE8-A8A3-FFE6C1C1E5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4149829"/>
                </p:ext>
              </p:extLst>
            </p:nvPr>
          </p:nvGraphicFramePr>
          <p:xfrm>
            <a:off x="3425653" y="1736934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188" name="Equation" r:id="rId11" imgW="711000" imgH="330120" progId="Equation.DSMT4">
                    <p:embed/>
                  </p:oleObj>
                </mc:Choice>
                <mc:Fallback>
                  <p:oleObj name="Equation" r:id="rId11" imgW="7110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25653" y="1736934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3A53CC0-29B4-4593-8E4C-079A9D1326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9755141"/>
                </p:ext>
              </p:extLst>
            </p:nvPr>
          </p:nvGraphicFramePr>
          <p:xfrm>
            <a:off x="4572000" y="1673794"/>
            <a:ext cx="1244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189" name="Equation" r:id="rId13" imgW="1244520" imgH="419040" progId="Equation.DSMT4">
                    <p:embed/>
                  </p:oleObj>
                </mc:Choice>
                <mc:Fallback>
                  <p:oleObj name="Equation" r:id="rId13" imgW="124452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72000" y="1673794"/>
                          <a:ext cx="12446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5E9CEA9-3C01-4A1E-8CB5-F6E9D433FE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3995854"/>
                </p:ext>
              </p:extLst>
            </p:nvPr>
          </p:nvGraphicFramePr>
          <p:xfrm>
            <a:off x="6263775" y="1703898"/>
            <a:ext cx="80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190" name="Equation" r:id="rId15" imgW="799920" imgH="380880" progId="Equation.DSMT4">
                    <p:embed/>
                  </p:oleObj>
                </mc:Choice>
                <mc:Fallback>
                  <p:oleObj name="Equation" r:id="rId15" imgW="7999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263775" y="1703898"/>
                          <a:ext cx="800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E590C51-CDB7-4226-91CF-A1B24DEFE5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05660"/>
              </p:ext>
            </p:extLst>
          </p:nvPr>
        </p:nvGraphicFramePr>
        <p:xfrm>
          <a:off x="3727450" y="2115329"/>
          <a:ext cx="1689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191" name="Equation" r:id="rId17" imgW="1688760" imgH="723600" progId="Equation.DSMT4">
                  <p:embed/>
                </p:oleObj>
              </mc:Choice>
              <mc:Fallback>
                <p:oleObj name="Equation" r:id="rId17" imgW="16887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27450" y="2115329"/>
                        <a:ext cx="1689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A26CD187-3672-4186-94FB-ED0E9601519C}"/>
              </a:ext>
            </a:extLst>
          </p:cNvPr>
          <p:cNvGrpSpPr/>
          <p:nvPr/>
        </p:nvGrpSpPr>
        <p:grpSpPr>
          <a:xfrm>
            <a:off x="523251" y="2816808"/>
            <a:ext cx="8165585" cy="723900"/>
            <a:chOff x="564515" y="3030907"/>
            <a:chExt cx="8165585" cy="7239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649FBE9-BE92-4552-A040-210BDFE59502}"/>
                </a:ext>
              </a:extLst>
            </p:cNvPr>
            <p:cNvSpPr/>
            <p:nvPr/>
          </p:nvSpPr>
          <p:spPr>
            <a:xfrm>
              <a:off x="564515" y="3200212"/>
              <a:ext cx="816558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sz="2400" b="1" dirty="0">
                  <a:latin typeface="宋体" panose="02010600030101010101" pitchFamily="2" charset="-122"/>
                </a:rPr>
                <a:t>(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注</a:t>
              </a: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 上面不等式可令       由数列极限的定义得证，方法</a:t>
              </a:r>
              <a:endParaRPr lang="zh-CN" altLang="en-US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0AA73300-AABD-44F3-BBFC-C6E42ECAE9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6702839"/>
                </p:ext>
              </p:extLst>
            </p:nvPr>
          </p:nvGraphicFramePr>
          <p:xfrm>
            <a:off x="3476625" y="3030907"/>
            <a:ext cx="10033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192" name="Equation" r:id="rId19" imgW="1002960" imgH="723600" progId="Equation.DSMT4">
                    <p:embed/>
                  </p:oleObj>
                </mc:Choice>
                <mc:Fallback>
                  <p:oleObj name="Equation" r:id="rId19" imgW="10029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476625" y="3030907"/>
                          <a:ext cx="10033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2685620D-4630-4DC5-B095-6E0B041EC58F}"/>
              </a:ext>
            </a:extLst>
          </p:cNvPr>
          <p:cNvSpPr/>
          <p:nvPr/>
        </p:nvSpPr>
        <p:spPr>
          <a:xfrm>
            <a:off x="645694" y="3617083"/>
            <a:ext cx="53622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类似数列极限的局部保号性</a:t>
            </a:r>
            <a:r>
              <a:rPr kumimoji="1"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.)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6141AA-B4F3-4CED-A8FD-A03FFAFDB98D}"/>
              </a:ext>
            </a:extLst>
          </p:cNvPr>
          <p:cNvSpPr/>
          <p:nvPr/>
        </p:nvSpPr>
        <p:spPr>
          <a:xfrm>
            <a:off x="692312" y="4259442"/>
            <a:ext cx="18634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83B2622-3956-4665-8C2D-36407451FC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865982"/>
              </p:ext>
            </p:extLst>
          </p:nvPr>
        </p:nvGraphicFramePr>
        <p:xfrm>
          <a:off x="3663950" y="4155123"/>
          <a:ext cx="1816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193" name="Equation" r:id="rId21" imgW="1815840" imgH="812520" progId="Equation.DSMT4">
                  <p:embed/>
                </p:oleObj>
              </mc:Choice>
              <mc:Fallback>
                <p:oleObj name="Equation" r:id="rId21" imgW="18158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63950" y="4155123"/>
                        <a:ext cx="1816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130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673BE8F-9485-4B67-969C-0ECBA3873CB3}"/>
              </a:ext>
            </a:extLst>
          </p:cNvPr>
          <p:cNvGrpSpPr/>
          <p:nvPr/>
        </p:nvGrpSpPr>
        <p:grpSpPr>
          <a:xfrm>
            <a:off x="705199" y="367917"/>
            <a:ext cx="7916819" cy="523704"/>
            <a:chOff x="759637" y="1631229"/>
            <a:chExt cx="7916819" cy="52370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F4289CC-0909-4443-8D4A-CBAE9E8B93C7}"/>
                </a:ext>
              </a:extLst>
            </p:cNvPr>
            <p:cNvSpPr/>
            <p:nvPr/>
          </p:nvSpPr>
          <p:spPr>
            <a:xfrm>
              <a:off x="759637" y="1631229"/>
              <a:ext cx="79168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因为          且      故         当      时，有</a:t>
              </a:r>
              <a:endParaRPr lang="zh-CN" altLang="en-US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40398CC3-713C-4672-96AD-B9F0DC313E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6553894"/>
                </p:ext>
              </p:extLst>
            </p:nvPr>
          </p:nvGraphicFramePr>
          <p:xfrm>
            <a:off x="1390546" y="1672333"/>
            <a:ext cx="15113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217" name="Equation" r:id="rId3" imgW="1511280" imgH="482400" progId="Equation.DSMT4">
                    <p:embed/>
                  </p:oleObj>
                </mc:Choice>
                <mc:Fallback>
                  <p:oleObj name="Equation" r:id="rId3" imgW="1511280" imgH="48240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C781E123-E783-44EA-B0BC-C4D9141FA3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90546" y="1672333"/>
                          <a:ext cx="15113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57282FA-A48C-4EB8-B998-95DA258C74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1714942"/>
                </p:ext>
              </p:extLst>
            </p:nvPr>
          </p:nvGraphicFramePr>
          <p:xfrm>
            <a:off x="3425653" y="1736934"/>
            <a:ext cx="711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218" name="Equation" r:id="rId5" imgW="711000" imgH="330120" progId="Equation.DSMT4">
                    <p:embed/>
                  </p:oleObj>
                </mc:Choice>
                <mc:Fallback>
                  <p:oleObj name="Equation" r:id="rId5" imgW="711000" imgH="3301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EA910840-1212-4FE8-A8A3-FFE6C1C1E51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25653" y="1736934"/>
                          <a:ext cx="711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79DB29A0-2025-40E0-B827-04FAF69A19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924734"/>
                </p:ext>
              </p:extLst>
            </p:nvPr>
          </p:nvGraphicFramePr>
          <p:xfrm>
            <a:off x="4552249" y="1673744"/>
            <a:ext cx="1282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219" name="Equation" r:id="rId7" imgW="1282680" imgH="419040" progId="Equation.DSMT4">
                    <p:embed/>
                  </p:oleObj>
                </mc:Choice>
                <mc:Fallback>
                  <p:oleObj name="Equation" r:id="rId7" imgW="1282680" imgH="41904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83A53CC0-29B4-4593-8E4C-079A9D1326F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552249" y="1673744"/>
                          <a:ext cx="12827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6208993-555A-42D3-A840-5469352709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9779331"/>
                </p:ext>
              </p:extLst>
            </p:nvPr>
          </p:nvGraphicFramePr>
          <p:xfrm>
            <a:off x="6250874" y="1703907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220" name="Equation" r:id="rId9" imgW="825480" imgH="380880" progId="Equation.DSMT4">
                    <p:embed/>
                  </p:oleObj>
                </mc:Choice>
                <mc:Fallback>
                  <p:oleObj name="Equation" r:id="rId9" imgW="825480" imgH="3808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25E9CEA9-3C01-4A1E-8CB5-F6E9D433FE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250874" y="1703907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6FD2E6C-277F-4AB3-8501-38A173D992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581339"/>
              </p:ext>
            </p:extLst>
          </p:nvPr>
        </p:nvGraphicFramePr>
        <p:xfrm>
          <a:off x="3722276" y="856602"/>
          <a:ext cx="1727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221" name="Equation" r:id="rId11" imgW="1726920" imgH="761760" progId="Equation.DSMT4">
                  <p:embed/>
                </p:oleObj>
              </mc:Choice>
              <mc:Fallback>
                <p:oleObj name="Equation" r:id="rId11" imgW="1726920" imgH="7617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FE99765F-1098-4306-A328-4CD645314D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22276" y="856602"/>
                        <a:ext cx="17272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E230B9B8-DF11-459F-9D5A-6FD33F7EF4FB}"/>
              </a:ext>
            </a:extLst>
          </p:cNvPr>
          <p:cNvGrpSpPr/>
          <p:nvPr/>
        </p:nvGrpSpPr>
        <p:grpSpPr>
          <a:xfrm>
            <a:off x="891535" y="1718461"/>
            <a:ext cx="5256585" cy="461665"/>
            <a:chOff x="683567" y="2653021"/>
            <a:chExt cx="5256585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C240F4C-8802-452D-8CDF-ECDCADFFE869}"/>
                </a:ext>
              </a:extLst>
            </p:cNvPr>
            <p:cNvSpPr/>
            <p:nvPr/>
          </p:nvSpPr>
          <p:spPr>
            <a:xfrm>
              <a:off x="683567" y="2653021"/>
              <a:ext cx="525658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取                当      时，有</a:t>
              </a:r>
              <a:endParaRPr lang="zh-CN" altLang="en-US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328F2F3-5C91-448C-BF73-1D55916177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2519004"/>
                </p:ext>
              </p:extLst>
            </p:nvPr>
          </p:nvGraphicFramePr>
          <p:xfrm>
            <a:off x="1177614" y="2733686"/>
            <a:ext cx="2247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222" name="Equation" r:id="rId13" imgW="2247840" imgH="380880" progId="Equation.DSMT4">
                    <p:embed/>
                  </p:oleObj>
                </mc:Choice>
                <mc:Fallback>
                  <p:oleObj name="Equation" r:id="rId13" imgW="2247840" imgH="3808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A75C0336-4ED4-4568-845A-D71EAB4822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77614" y="2733686"/>
                          <a:ext cx="2247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E4B878FB-8EE5-400A-9A80-BE456533DD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3698285"/>
                </p:ext>
              </p:extLst>
            </p:nvPr>
          </p:nvGraphicFramePr>
          <p:xfrm>
            <a:off x="4006156" y="2720930"/>
            <a:ext cx="749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223" name="Equation" r:id="rId15" imgW="749160" imgH="279360" progId="Equation.DSMT4">
                    <p:embed/>
                  </p:oleObj>
                </mc:Choice>
                <mc:Fallback>
                  <p:oleObj name="Equation" r:id="rId15" imgW="749160" imgH="2793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34F3F60F-7749-40C2-A1E6-087B191B071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06156" y="2720930"/>
                          <a:ext cx="749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9D6DED1-EE29-4E75-96A8-5D4B90F43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0057"/>
              </p:ext>
            </p:extLst>
          </p:nvPr>
        </p:nvGraphicFramePr>
        <p:xfrm>
          <a:off x="1880132" y="2547720"/>
          <a:ext cx="231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224" name="Equation" r:id="rId17" imgW="2311200" imgH="914400" progId="Equation.DSMT4">
                  <p:embed/>
                </p:oleObj>
              </mc:Choice>
              <mc:Fallback>
                <p:oleObj name="Equation" r:id="rId17" imgW="23112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80132" y="2547720"/>
                        <a:ext cx="2311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EBFD58D-1D4D-4422-8910-E0B5F1470C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836093"/>
              </p:ext>
            </p:extLst>
          </p:nvPr>
        </p:nvGraphicFramePr>
        <p:xfrm>
          <a:off x="4250754" y="2571750"/>
          <a:ext cx="2336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225" name="Equation" r:id="rId19" imgW="2336760" imgH="825480" progId="Equation.DSMT4">
                  <p:embed/>
                </p:oleObj>
              </mc:Choice>
              <mc:Fallback>
                <p:oleObj name="Equation" r:id="rId19" imgW="23367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50754" y="2571750"/>
                        <a:ext cx="23368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7410FE4-A32B-4A62-8BE7-ABDA4101B8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128244"/>
              </p:ext>
            </p:extLst>
          </p:nvPr>
        </p:nvGraphicFramePr>
        <p:xfrm>
          <a:off x="6894818" y="1926070"/>
          <a:ext cx="1727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226" name="Equation" r:id="rId21" imgW="1726920" imgH="812520" progId="Equation.DSMT4">
                  <p:embed/>
                </p:oleObj>
              </mc:Choice>
              <mc:Fallback>
                <p:oleObj name="Equation" r:id="rId21" imgW="1726920" imgH="8125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A83B2622-3956-4665-8C2D-36407451FC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894818" y="1926070"/>
                        <a:ext cx="1727200" cy="812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C8A69728-7D49-4991-BED3-CF10DE5E1EF0}"/>
              </a:ext>
            </a:extLst>
          </p:cNvPr>
          <p:cNvSpPr/>
          <p:nvPr/>
        </p:nvSpPr>
        <p:spPr>
          <a:xfrm>
            <a:off x="803880" y="3800737"/>
            <a:ext cx="11634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所以</a:t>
            </a:r>
            <a:endParaRPr lang="zh-CN" altLang="en-US" sz="2400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F01167A-E104-4144-83BD-7128E71337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748191"/>
              </p:ext>
            </p:extLst>
          </p:nvPr>
        </p:nvGraphicFramePr>
        <p:xfrm>
          <a:off x="1608138" y="3625850"/>
          <a:ext cx="1422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227" name="Equation" r:id="rId23" imgW="1422360" imgH="812520" progId="Equation.DSMT4">
                  <p:embed/>
                </p:oleObj>
              </mc:Choice>
              <mc:Fallback>
                <p:oleObj name="Equation" r:id="rId23" imgW="1422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608138" y="3625850"/>
                        <a:ext cx="1422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>
            <a:extLst>
              <a:ext uri="{FF2B5EF4-FFF2-40B4-BE49-F238E27FC236}">
                <a16:creationId xmlns:a16="http://schemas.microsoft.com/office/drawing/2014/main" id="{F4A5749A-1EE3-4E5A-87BC-190C6934EC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126390"/>
              </p:ext>
            </p:extLst>
          </p:nvPr>
        </p:nvGraphicFramePr>
        <p:xfrm>
          <a:off x="4197350" y="3651870"/>
          <a:ext cx="3338512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228" name="Equation" r:id="rId25" imgW="3352680" imgH="901440" progId="Equation.DSMT4">
                  <p:embed/>
                </p:oleObj>
              </mc:Choice>
              <mc:Fallback>
                <p:oleObj name="Equation" r:id="rId25" imgW="3352680" imgH="901440" progId="Equation.DSMT4">
                  <p:embed/>
                  <p:pic>
                    <p:nvPicPr>
                      <p:cNvPr id="2" name="Object 9">
                        <a:extLst>
                          <a:ext uri="{FF2B5EF4-FFF2-40B4-BE49-F238E27FC236}">
                            <a16:creationId xmlns:a16="http://schemas.microsoft.com/office/drawing/2014/main" id="{84826263-8B49-471D-BED2-4D1AC4A94E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3651870"/>
                        <a:ext cx="3338512" cy="903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CB4A417B-6042-4F5E-A974-1174F2690821}"/>
              </a:ext>
            </a:extLst>
          </p:cNvPr>
          <p:cNvSpPr/>
          <p:nvPr/>
        </p:nvSpPr>
        <p:spPr>
          <a:xfrm>
            <a:off x="3253094" y="3796320"/>
            <a:ext cx="11634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从而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2485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F617F7EA-34A9-4CCE-AD12-5F5BC3E4F9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1649962"/>
              </p:ext>
            </p:extLst>
          </p:nvPr>
        </p:nvGraphicFramePr>
        <p:xfrm>
          <a:off x="2365265" y="1348444"/>
          <a:ext cx="2844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903" name="Equation" r:id="rId3" imgW="2844720" imgH="482400" progId="Equation.DSMT4">
                  <p:embed/>
                </p:oleObj>
              </mc:Choice>
              <mc:Fallback>
                <p:oleObj name="Equation" r:id="rId3" imgW="2844720" imgH="482400" progId="Equation.DSMT4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B19A9C5E-7948-4218-A7FC-7A3C2B9B3E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265" y="1348444"/>
                        <a:ext cx="28448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>
            <a:extLst>
              <a:ext uri="{FF2B5EF4-FFF2-40B4-BE49-F238E27FC236}">
                <a16:creationId xmlns:a16="http://schemas.microsoft.com/office/drawing/2014/main" id="{3580F77C-8164-4D0E-9B61-FD5A294C5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702" y="2276878"/>
            <a:ext cx="1200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推论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2 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AEAC012-9C7B-4470-87CE-E0F4A99ACFE7}"/>
              </a:ext>
            </a:extLst>
          </p:cNvPr>
          <p:cNvGrpSpPr/>
          <p:nvPr/>
        </p:nvGrpSpPr>
        <p:grpSpPr>
          <a:xfrm>
            <a:off x="984710" y="435174"/>
            <a:ext cx="4817294" cy="548596"/>
            <a:chOff x="984710" y="435174"/>
            <a:chExt cx="4817294" cy="548596"/>
          </a:xfrm>
        </p:grpSpPr>
        <p:sp>
          <p:nvSpPr>
            <p:cNvPr id="3" name="Text Box 11">
              <a:extLst>
                <a:ext uri="{FF2B5EF4-FFF2-40B4-BE49-F238E27FC236}">
                  <a16:creationId xmlns:a16="http://schemas.microsoft.com/office/drawing/2014/main" id="{E404642A-D133-4298-91CF-927BB66E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710" y="435174"/>
              <a:ext cx="12001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66FF"/>
                  </a:solidFill>
                  <a:latin typeface="宋体" panose="02010600030101010101" pitchFamily="2" charset="-122"/>
                </a:rPr>
                <a:t>推论</a:t>
              </a:r>
              <a:r>
                <a:rPr kumimoji="1" lang="en-US" altLang="zh-CN" sz="2400" b="1" dirty="0">
                  <a:solidFill>
                    <a:srgbClr val="0066FF"/>
                  </a:solidFill>
                  <a:latin typeface="宋体" panose="02010600030101010101" pitchFamily="2" charset="-122"/>
                </a:rPr>
                <a:t>1 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30953BF-2202-4D04-A22D-62AD6FED3634}"/>
                </a:ext>
              </a:extLst>
            </p:cNvPr>
            <p:cNvSpPr txBox="1"/>
            <p:nvPr/>
          </p:nvSpPr>
          <p:spPr>
            <a:xfrm>
              <a:off x="3705972" y="456203"/>
              <a:ext cx="17435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 </a:t>
              </a:r>
              <a:r>
                <a:rPr lang="zh-CN" altLang="en-US" sz="2400" b="1" dirty="0">
                  <a:latin typeface="+mn-ea"/>
                </a:rPr>
                <a:t>为常数，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F0139A3-856E-4523-A01C-7FD15738BCA7}"/>
                </a:ext>
              </a:extLst>
            </p:cNvPr>
            <p:cNvSpPr/>
            <p:nvPr/>
          </p:nvSpPr>
          <p:spPr>
            <a:xfrm>
              <a:off x="1974228" y="466840"/>
              <a:ext cx="4375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若        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45C5762D-01F4-4E91-830F-FA31115C9E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4922122"/>
                </p:ext>
              </p:extLst>
            </p:nvPr>
          </p:nvGraphicFramePr>
          <p:xfrm>
            <a:off x="2411760" y="501170"/>
            <a:ext cx="1282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904" name="Equation" r:id="rId5" imgW="1282680" imgH="482400" progId="Equation.DSMT4">
                    <p:embed/>
                  </p:oleObj>
                </mc:Choice>
                <mc:Fallback>
                  <p:oleObj name="Equation" r:id="rId5" imgW="128268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11760" y="501170"/>
                          <a:ext cx="12827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2A64B1-5C29-4E75-9F2F-9FD782A0332C}"/>
                </a:ext>
              </a:extLst>
            </p:cNvPr>
            <p:cNvSpPr/>
            <p:nvPr/>
          </p:nvSpPr>
          <p:spPr>
            <a:xfrm>
              <a:off x="5097080" y="445977"/>
              <a:ext cx="7049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则        </a:t>
              </a:r>
              <a:endParaRPr lang="zh-CN" altLang="en-US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52444B4-6C7A-4CE6-8209-3034DC8D6987}"/>
              </a:ext>
            </a:extLst>
          </p:cNvPr>
          <p:cNvGrpSpPr/>
          <p:nvPr/>
        </p:nvGrpSpPr>
        <p:grpSpPr>
          <a:xfrm>
            <a:off x="1927733" y="2296120"/>
            <a:ext cx="3425056" cy="516930"/>
            <a:chOff x="1927733" y="2296120"/>
            <a:chExt cx="3425056" cy="51693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3733A71-10D7-49A7-B7AF-E9468223A21D}"/>
                </a:ext>
              </a:extLst>
            </p:cNvPr>
            <p:cNvSpPr/>
            <p:nvPr/>
          </p:nvSpPr>
          <p:spPr>
            <a:xfrm>
              <a:off x="1927733" y="2296120"/>
              <a:ext cx="4375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若        </a:t>
              </a:r>
              <a:endParaRPr lang="zh-CN" altLang="en-US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A2723662-FE01-416C-ADA7-E2A264030A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3168254"/>
                </p:ext>
              </p:extLst>
            </p:nvPr>
          </p:nvGraphicFramePr>
          <p:xfrm>
            <a:off x="2365265" y="2330450"/>
            <a:ext cx="1282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905" name="Equation" r:id="rId7" imgW="1282680" imgH="482400" progId="Equation.DSMT4">
                    <p:embed/>
                  </p:oleObj>
                </mc:Choice>
                <mc:Fallback>
                  <p:oleObj name="Equation" r:id="rId7" imgW="1282680" imgH="48240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45C5762D-01F4-4E91-830F-FA31115C9E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65265" y="2330450"/>
                          <a:ext cx="12827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3688662-3226-4A04-BDF6-0EF923B9A8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3039791"/>
                </p:ext>
              </p:extLst>
            </p:nvPr>
          </p:nvGraphicFramePr>
          <p:xfrm>
            <a:off x="3773611" y="2322912"/>
            <a:ext cx="10160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906" name="Equation" r:id="rId9" imgW="1015920" imgH="393480" progId="Equation.DSMT4">
                    <p:embed/>
                  </p:oleObj>
                </mc:Choice>
                <mc:Fallback>
                  <p:oleObj name="Equation" r:id="rId9" imgW="10159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73611" y="2322912"/>
                          <a:ext cx="10160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373DDD7-E53A-4B6A-B261-CDFD59831E94}"/>
                </a:ext>
              </a:extLst>
            </p:cNvPr>
            <p:cNvSpPr/>
            <p:nvPr/>
          </p:nvSpPr>
          <p:spPr>
            <a:xfrm>
              <a:off x="4915257" y="2325985"/>
              <a:ext cx="4375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则        </a:t>
              </a:r>
              <a:endParaRPr lang="zh-CN" altLang="en-US" dirty="0"/>
            </a:p>
          </p:txBody>
        </p:sp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63D6E35-2107-4633-A59C-63331F8CA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388106"/>
              </p:ext>
            </p:extLst>
          </p:nvPr>
        </p:nvGraphicFramePr>
        <p:xfrm>
          <a:off x="2354429" y="3328617"/>
          <a:ext cx="3162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907" name="Equation" r:id="rId11" imgW="3162240" imgH="520560" progId="Equation.DSMT4">
                  <p:embed/>
                </p:oleObj>
              </mc:Choice>
              <mc:Fallback>
                <p:oleObj name="Equation" r:id="rId11" imgW="316224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54429" y="3328617"/>
                        <a:ext cx="31623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192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114855EF-C7D9-4809-AEDD-594727267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411510"/>
            <a:ext cx="1200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推论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3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CB444C-F770-4E1B-A704-EACF484E9FCF}"/>
              </a:ext>
            </a:extLst>
          </p:cNvPr>
          <p:cNvSpPr/>
          <p:nvPr/>
        </p:nvSpPr>
        <p:spPr>
          <a:xfrm>
            <a:off x="1974228" y="466840"/>
            <a:ext cx="4375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若        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0B0D95B-1789-4EEE-AC14-1626703E8B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025749"/>
              </p:ext>
            </p:extLst>
          </p:nvPr>
        </p:nvGraphicFramePr>
        <p:xfrm>
          <a:off x="2483767" y="451842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97" name="Equation" r:id="rId3" imgW="1739880" imgH="482400" progId="Equation.DSMT4">
                  <p:embed/>
                </p:oleObj>
              </mc:Choice>
              <mc:Fallback>
                <p:oleObj name="Equation" r:id="rId3" imgW="173988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5C5762D-01F4-4E91-830F-FA31115C9E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3767" y="451842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41DC4C4-2AC7-4C09-B4A8-4D57D7D088EC}"/>
              </a:ext>
            </a:extLst>
          </p:cNvPr>
          <p:cNvSpPr/>
          <p:nvPr/>
        </p:nvSpPr>
        <p:spPr>
          <a:xfrm>
            <a:off x="4209942" y="411510"/>
            <a:ext cx="4682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数列    发散，则数列        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43233D5-924D-4C5B-8C11-ACA03786A5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121781"/>
              </p:ext>
            </p:extLst>
          </p:nvPr>
        </p:nvGraphicFramePr>
        <p:xfrm>
          <a:off x="4920334" y="466840"/>
          <a:ext cx="54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98" name="Equation" r:id="rId5" imgW="545760" imgH="380880" progId="Equation.DSMT4">
                  <p:embed/>
                </p:oleObj>
              </mc:Choice>
              <mc:Fallback>
                <p:oleObj name="Equation" r:id="rId5" imgW="545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0334" y="466840"/>
                        <a:ext cx="546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FB17501-D9DD-4626-87FC-B796A8A648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701861"/>
              </p:ext>
            </p:extLst>
          </p:nvPr>
        </p:nvGraphicFramePr>
        <p:xfrm>
          <a:off x="7452320" y="451842"/>
          <a:ext cx="96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99" name="Equation" r:id="rId7" imgW="965160" imgH="380880" progId="Equation.DSMT4">
                  <p:embed/>
                </p:oleObj>
              </mc:Choice>
              <mc:Fallback>
                <p:oleObj name="Equation" r:id="rId7" imgW="965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52320" y="451842"/>
                        <a:ext cx="965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EA8CFC4-2F20-4D99-9015-50AE474E5657}"/>
              </a:ext>
            </a:extLst>
          </p:cNvPr>
          <p:cNvSpPr/>
          <p:nvPr/>
        </p:nvSpPr>
        <p:spPr>
          <a:xfrm>
            <a:off x="395536" y="1011434"/>
            <a:ext cx="1578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一定发散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        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031969-CDB6-4D2E-B126-391C2738AA2C}"/>
              </a:ext>
            </a:extLst>
          </p:cNvPr>
          <p:cNvSpPr/>
          <p:nvPr/>
        </p:nvSpPr>
        <p:spPr>
          <a:xfrm>
            <a:off x="899592" y="156782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AA47CFB-C376-4331-9C61-B65184448DF5}"/>
              </a:ext>
            </a:extLst>
          </p:cNvPr>
          <p:cNvGrpSpPr/>
          <p:nvPr/>
        </p:nvGrpSpPr>
        <p:grpSpPr>
          <a:xfrm>
            <a:off x="1393638" y="1563673"/>
            <a:ext cx="5985872" cy="527065"/>
            <a:chOff x="1393638" y="1563673"/>
            <a:chExt cx="5985872" cy="5270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A3FF546-CCF3-4F09-9931-C40722CFC782}"/>
                </a:ext>
              </a:extLst>
            </p:cNvPr>
            <p:cNvSpPr/>
            <p:nvPr/>
          </p:nvSpPr>
          <p:spPr>
            <a:xfrm>
              <a:off x="1393638" y="1578411"/>
              <a:ext cx="376097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反设数列       收敛，且</a:t>
              </a:r>
              <a:endParaRPr lang="zh-CN" altLang="en-US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1C5FF736-8A04-4CED-9185-361D8969EA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8764907"/>
                </p:ext>
              </p:extLst>
            </p:nvPr>
          </p:nvGraphicFramePr>
          <p:xfrm>
            <a:off x="2699792" y="1608153"/>
            <a:ext cx="965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100" name="Equation" r:id="rId9" imgW="965160" imgH="380880" progId="Equation.DSMT4">
                    <p:embed/>
                  </p:oleObj>
                </mc:Choice>
                <mc:Fallback>
                  <p:oleObj name="Equation" r:id="rId9" imgW="96516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FB17501-D9DD-4626-87FC-B796A8A6487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699792" y="1608153"/>
                          <a:ext cx="965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162ADE66-ED14-4502-AFC0-390801C999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6169323"/>
                </p:ext>
              </p:extLst>
            </p:nvPr>
          </p:nvGraphicFramePr>
          <p:xfrm>
            <a:off x="5154613" y="1608138"/>
            <a:ext cx="1714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101" name="Equation" r:id="rId10" imgW="1714320" imgH="482400" progId="Equation.DSMT4">
                    <p:embed/>
                  </p:oleObj>
                </mc:Choice>
                <mc:Fallback>
                  <p:oleObj name="Equation" r:id="rId10" imgW="171432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154613" y="1608138"/>
                          <a:ext cx="17145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CF28595-1ADF-4E61-8A88-B9F202BF785F}"/>
                </a:ext>
              </a:extLst>
            </p:cNvPr>
            <p:cNvSpPr/>
            <p:nvPr/>
          </p:nvSpPr>
          <p:spPr>
            <a:xfrm>
              <a:off x="6885464" y="1563673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则</a:t>
              </a:r>
              <a:endParaRPr lang="zh-CN" altLang="en-US" dirty="0"/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3946B13-A801-48F6-BEFD-83F98C105B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324694"/>
              </p:ext>
            </p:extLst>
          </p:nvPr>
        </p:nvGraphicFramePr>
        <p:xfrm>
          <a:off x="2192994" y="2286000"/>
          <a:ext cx="4394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02" name="Equation" r:id="rId12" imgW="4394160" imgH="1002960" progId="Equation.DSMT4">
                  <p:embed/>
                </p:oleObj>
              </mc:Choice>
              <mc:Fallback>
                <p:oleObj name="Equation" r:id="rId12" imgW="4394160" imgH="1002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92994" y="2286000"/>
                        <a:ext cx="4394200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39369DA4-3075-48AA-A2D4-C64B93729A62}"/>
              </a:ext>
            </a:extLst>
          </p:cNvPr>
          <p:cNvGrpSpPr/>
          <p:nvPr/>
        </p:nvGrpSpPr>
        <p:grpSpPr>
          <a:xfrm>
            <a:off x="827584" y="3439569"/>
            <a:ext cx="8136904" cy="461665"/>
            <a:chOff x="827584" y="3439569"/>
            <a:chExt cx="8136904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FC8CA34-08F9-4E7D-89EC-157ED37F070C}"/>
                </a:ext>
              </a:extLst>
            </p:cNvPr>
            <p:cNvSpPr/>
            <p:nvPr/>
          </p:nvSpPr>
          <p:spPr>
            <a:xfrm>
              <a:off x="827584" y="3439569"/>
              <a:ext cx="81369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这与条件    发散相矛盾，从而假设错误，即       发散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B155CA0-9DBF-4A3F-BA98-B9C1C51374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7504832"/>
                </p:ext>
              </p:extLst>
            </p:nvPr>
          </p:nvGraphicFramePr>
          <p:xfrm>
            <a:off x="2153692" y="3467200"/>
            <a:ext cx="546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103" name="Equation" r:id="rId14" imgW="545760" imgH="380880" progId="Equation.DSMT4">
                    <p:embed/>
                  </p:oleObj>
                </mc:Choice>
                <mc:Fallback>
                  <p:oleObj name="Equation" r:id="rId14" imgW="545760" imgH="3808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643233D5-924D-4C5B-8C11-ACA03786A5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53692" y="3467200"/>
                          <a:ext cx="546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9C046058-08CA-4733-9209-9D8FA92639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4354623"/>
                </p:ext>
              </p:extLst>
            </p:nvPr>
          </p:nvGraphicFramePr>
          <p:xfrm>
            <a:off x="7092280" y="3479901"/>
            <a:ext cx="965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104" name="Equation" r:id="rId15" imgW="965160" imgH="380880" progId="Equation.DSMT4">
                    <p:embed/>
                  </p:oleObj>
                </mc:Choice>
                <mc:Fallback>
                  <p:oleObj name="Equation" r:id="rId15" imgW="96516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FB17501-D9DD-4626-87FC-B796A8A6487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92280" y="3479901"/>
                          <a:ext cx="965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0153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0571B0-7FF9-4EF2-AF91-C6CAF0A8FCB0}"/>
              </a:ext>
            </a:extLst>
          </p:cNvPr>
          <p:cNvSpPr/>
          <p:nvPr/>
        </p:nvSpPr>
        <p:spPr>
          <a:xfrm>
            <a:off x="755576" y="356996"/>
            <a:ext cx="78614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注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1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若</a:t>
            </a:r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C4D5BEC-B59E-4EE4-B36D-0F488F8AAC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817876"/>
              </p:ext>
            </p:extLst>
          </p:nvPr>
        </p:nvGraphicFramePr>
        <p:xfrm>
          <a:off x="1806894" y="397904"/>
          <a:ext cx="1270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55" name="Equation" r:id="rId3" imgW="1269720" imgH="482400" progId="Equation.DSMT4">
                  <p:embed/>
                </p:oleObj>
              </mc:Choice>
              <mc:Fallback>
                <p:oleObj name="Equation" r:id="rId3" imgW="1269720" imgH="482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0B0D95B-1789-4EEE-AC14-1626703E8B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6894" y="397904"/>
                        <a:ext cx="1270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42D3671-8F66-414C-A7A6-5DE4DABA4599}"/>
              </a:ext>
            </a:extLst>
          </p:cNvPr>
          <p:cNvSpPr/>
          <p:nvPr/>
        </p:nvSpPr>
        <p:spPr>
          <a:xfrm>
            <a:off x="3151483" y="347355"/>
            <a:ext cx="55689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数列    发散，则数列       可能收敛，         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82526E-75FE-4F98-92F2-EC3E20525951}"/>
              </a:ext>
            </a:extLst>
          </p:cNvPr>
          <p:cNvSpPr/>
          <p:nvPr/>
        </p:nvSpPr>
        <p:spPr>
          <a:xfrm>
            <a:off x="226368" y="904464"/>
            <a:ext cx="1944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prstClr val="black"/>
                </a:solidFill>
                <a:latin typeface="宋体" panose="02010600030101010101" pitchFamily="2" charset="-122"/>
              </a:rPr>
              <a:t>也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可能发散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        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A15FF0C-A821-4E36-AE9F-DB29759954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893252"/>
              </p:ext>
            </p:extLst>
          </p:nvPr>
        </p:nvGraphicFramePr>
        <p:xfrm>
          <a:off x="3967391" y="379834"/>
          <a:ext cx="54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56" name="Equation" r:id="rId5" imgW="545760" imgH="380880" progId="Equation.DSMT4">
                  <p:embed/>
                </p:oleObj>
              </mc:Choice>
              <mc:Fallback>
                <p:oleObj name="Equation" r:id="rId5" imgW="54576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43233D5-924D-4C5B-8C11-ACA03786A5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7391" y="379834"/>
                        <a:ext cx="546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14ED136-2022-4E2C-9963-ED63EBB83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863824"/>
              </p:ext>
            </p:extLst>
          </p:nvPr>
        </p:nvGraphicFramePr>
        <p:xfrm>
          <a:off x="6371906" y="379834"/>
          <a:ext cx="96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57" name="Equation" r:id="rId7" imgW="965160" imgH="380880" progId="Equation.DSMT4">
                  <p:embed/>
                </p:oleObj>
              </mc:Choice>
              <mc:Fallback>
                <p:oleObj name="Equation" r:id="rId7" imgW="96516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FB17501-D9DD-4626-87FC-B796A8A648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1906" y="379834"/>
                        <a:ext cx="965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2FE7ECA-C1BC-4AD5-A6F7-D1177CB1830E}"/>
              </a:ext>
            </a:extLst>
          </p:cNvPr>
          <p:cNvSpPr/>
          <p:nvPr/>
        </p:nvSpPr>
        <p:spPr>
          <a:xfrm>
            <a:off x="744609" y="156363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例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4B3ED22-6AA1-44C4-958A-3C40736788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491800"/>
              </p:ext>
            </p:extLst>
          </p:nvPr>
        </p:nvGraphicFramePr>
        <p:xfrm>
          <a:off x="1453504" y="1390089"/>
          <a:ext cx="222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58" name="Equation" r:id="rId9" imgW="2222280" imgH="736560" progId="Equation.DSMT4">
                  <p:embed/>
                </p:oleObj>
              </mc:Choice>
              <mc:Fallback>
                <p:oleObj name="Equation" r:id="rId9" imgW="2222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53504" y="1390089"/>
                        <a:ext cx="222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E2659D1-7B78-403C-947A-4C7A74D8E2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098623"/>
              </p:ext>
            </p:extLst>
          </p:nvPr>
        </p:nvGraphicFramePr>
        <p:xfrm>
          <a:off x="3779913" y="1560491"/>
          <a:ext cx="132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59" name="Equation" r:id="rId11" imgW="1320480" imgH="380880" progId="Equation.DSMT4">
                  <p:embed/>
                </p:oleObj>
              </mc:Choice>
              <mc:Fallback>
                <p:oleObj name="Equation" r:id="rId11" imgW="13204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79913" y="1560491"/>
                        <a:ext cx="1320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24A65D1F-8702-4269-A53C-40925D349621}"/>
              </a:ext>
            </a:extLst>
          </p:cNvPr>
          <p:cNvSpPr/>
          <p:nvPr/>
        </p:nvSpPr>
        <p:spPr>
          <a:xfrm>
            <a:off x="5364088" y="156363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则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8441552-B0BA-49FF-91E0-8E0183A3D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92791"/>
              </p:ext>
            </p:extLst>
          </p:nvPr>
        </p:nvGraphicFramePr>
        <p:xfrm>
          <a:off x="2564754" y="2284413"/>
          <a:ext cx="292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60" name="Equation" r:id="rId13" imgW="2920680" imgH="736560" progId="Equation.DSMT4">
                  <p:embed/>
                </p:oleObj>
              </mc:Choice>
              <mc:Fallback>
                <p:oleObj name="Equation" r:id="rId13" imgW="2920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64754" y="2284413"/>
                        <a:ext cx="2921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5587A93E-F1B3-410D-9AEA-2A1796F10987}"/>
              </a:ext>
            </a:extLst>
          </p:cNvPr>
          <p:cNvSpPr/>
          <p:nvPr/>
        </p:nvSpPr>
        <p:spPr>
          <a:xfrm>
            <a:off x="755576" y="317177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例</a:t>
            </a:r>
            <a:endParaRPr lang="zh-CN" altLang="en-US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AF50126-EB99-4F20-9154-FDD5CFB61A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757021"/>
              </p:ext>
            </p:extLst>
          </p:nvPr>
        </p:nvGraphicFramePr>
        <p:xfrm>
          <a:off x="1421754" y="3034305"/>
          <a:ext cx="114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61" name="Equation" r:id="rId15" imgW="1143000" imgH="736560" progId="Equation.DSMT4">
                  <p:embed/>
                </p:oleObj>
              </mc:Choice>
              <mc:Fallback>
                <p:oleObj name="Equation" r:id="rId15" imgW="11430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21754" y="3034305"/>
                        <a:ext cx="1143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9A6F14D-33FA-4749-8423-62226485C2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300771"/>
              </p:ext>
            </p:extLst>
          </p:nvPr>
        </p:nvGraphicFramePr>
        <p:xfrm>
          <a:off x="3012742" y="3199311"/>
          <a:ext cx="1981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62" name="Equation" r:id="rId17" imgW="1981080" imgH="419040" progId="Equation.DSMT4">
                  <p:embed/>
                </p:oleObj>
              </mc:Choice>
              <mc:Fallback>
                <p:oleObj name="Equation" r:id="rId17" imgW="1981080" imgH="419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E2659D1-7B78-403C-947A-4C7A74D8E2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12742" y="3199311"/>
                        <a:ext cx="1981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BD0BCEAE-198E-4361-A591-DA5B2510DB97}"/>
              </a:ext>
            </a:extLst>
          </p:cNvPr>
          <p:cNvSpPr/>
          <p:nvPr/>
        </p:nvSpPr>
        <p:spPr>
          <a:xfrm>
            <a:off x="5441931" y="318744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则</a:t>
            </a:r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C41E1B8-1727-455F-8F8B-518EA78E9F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143522"/>
              </p:ext>
            </p:extLst>
          </p:nvPr>
        </p:nvGraphicFramePr>
        <p:xfrm>
          <a:off x="3120692" y="3850426"/>
          <a:ext cx="1765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63" name="Equation" r:id="rId19" imgW="1765080" imgH="419040" progId="Equation.DSMT4">
                  <p:embed/>
                </p:oleObj>
              </mc:Choice>
              <mc:Fallback>
                <p:oleObj name="Equation" r:id="rId19" imgW="17650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20692" y="3850426"/>
                        <a:ext cx="1765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7674D96B-B9E0-42E1-B3E3-7DF2FAE52EEE}"/>
              </a:ext>
            </a:extLst>
          </p:cNvPr>
          <p:cNvSpPr/>
          <p:nvPr/>
        </p:nvSpPr>
        <p:spPr>
          <a:xfrm>
            <a:off x="905340" y="4342333"/>
            <a:ext cx="26585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显然       发散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CBBE666-B788-48D9-B1D5-F19E580034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782820"/>
              </p:ext>
            </p:extLst>
          </p:nvPr>
        </p:nvGraphicFramePr>
        <p:xfrm>
          <a:off x="1713384" y="4342333"/>
          <a:ext cx="91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64" name="Equation" r:id="rId21" imgW="914400" imgH="406080" progId="Equation.DSMT4">
                  <p:embed/>
                </p:oleObj>
              </mc:Choice>
              <mc:Fallback>
                <p:oleObj name="Equation" r:id="rId21" imgW="914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13384" y="4342333"/>
                        <a:ext cx="914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711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6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BB81EC1-7502-497A-A369-D5CA02149834}"/>
              </a:ext>
            </a:extLst>
          </p:cNvPr>
          <p:cNvSpPr/>
          <p:nvPr/>
        </p:nvSpPr>
        <p:spPr>
          <a:xfrm>
            <a:off x="755576" y="339502"/>
            <a:ext cx="78614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注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2</a:t>
            </a:r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 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若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BBEB200-3883-4278-9FB9-04962A6A22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104651"/>
              </p:ext>
            </p:extLst>
          </p:nvPr>
        </p:nvGraphicFramePr>
        <p:xfrm>
          <a:off x="1929754" y="385357"/>
          <a:ext cx="1270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25" name="Equation" r:id="rId3" imgW="1269720" imgH="482400" progId="Equation.DSMT4">
                  <p:embed/>
                </p:oleObj>
              </mc:Choice>
              <mc:Fallback>
                <p:oleObj name="Equation" r:id="rId3" imgW="1269720" imgH="482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C4D5BEC-B59E-4EE4-B36D-0F488F8AA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9754" y="385357"/>
                        <a:ext cx="1270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CEA47D1-BA63-4F84-807F-5DF9001CDF84}"/>
              </a:ext>
            </a:extLst>
          </p:cNvPr>
          <p:cNvSpPr/>
          <p:nvPr/>
        </p:nvSpPr>
        <p:spPr>
          <a:xfrm>
            <a:off x="3323492" y="339502"/>
            <a:ext cx="55689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数列   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发散且有界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，则数列         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4C2C47-A454-41AE-B094-7BB089BFA609}"/>
              </a:ext>
            </a:extLst>
          </p:cNvPr>
          <p:cNvSpPr/>
          <p:nvPr/>
        </p:nvSpPr>
        <p:spPr>
          <a:xfrm>
            <a:off x="251520" y="913812"/>
            <a:ext cx="1944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收敛于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54627AB-2192-4AA7-923F-E645EE5AD0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001386"/>
              </p:ext>
            </p:extLst>
          </p:nvPr>
        </p:nvGraphicFramePr>
        <p:xfrm>
          <a:off x="4100882" y="379834"/>
          <a:ext cx="54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26" name="Equation" r:id="rId5" imgW="545760" imgH="380880" progId="Equation.DSMT4">
                  <p:embed/>
                </p:oleObj>
              </mc:Choice>
              <mc:Fallback>
                <p:oleObj name="Equation" r:id="rId5" imgW="54576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A15FF0C-A821-4E36-AE9F-DB29759954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00882" y="379834"/>
                        <a:ext cx="546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18808CF-473F-45F5-AC74-12FC1D5CB5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111575"/>
              </p:ext>
            </p:extLst>
          </p:nvPr>
        </p:nvGraphicFramePr>
        <p:xfrm>
          <a:off x="7452320" y="379834"/>
          <a:ext cx="96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27" name="Equation" r:id="rId7" imgW="965160" imgH="380880" progId="Equation.DSMT4">
                  <p:embed/>
                </p:oleObj>
              </mc:Choice>
              <mc:Fallback>
                <p:oleObj name="Equation" r:id="rId7" imgW="96516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14ED136-2022-4E2C-9963-ED63EBB836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52320" y="379834"/>
                        <a:ext cx="965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AFC1985-12A2-4E36-87F2-A117F4DBA33F}"/>
              </a:ext>
            </a:extLst>
          </p:cNvPr>
          <p:cNvSpPr/>
          <p:nvPr/>
        </p:nvSpPr>
        <p:spPr>
          <a:xfrm>
            <a:off x="747565" y="149418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11FE422-FA45-4B3C-BB64-9C6757F925E7}"/>
              </a:ext>
            </a:extLst>
          </p:cNvPr>
          <p:cNvGrpSpPr/>
          <p:nvPr/>
        </p:nvGrpSpPr>
        <p:grpSpPr>
          <a:xfrm>
            <a:off x="1178880" y="1494755"/>
            <a:ext cx="7353560" cy="461665"/>
            <a:chOff x="1178880" y="1494755"/>
            <a:chExt cx="7353560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0327C09-3067-4363-8152-9E7418BF39AA}"/>
                </a:ext>
              </a:extLst>
            </p:cNvPr>
            <p:cNvSpPr/>
            <p:nvPr/>
          </p:nvSpPr>
          <p:spPr>
            <a:xfrm>
              <a:off x="1178880" y="1494755"/>
              <a:ext cx="73535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因为数列    有界，所以存在       使得</a:t>
              </a:r>
              <a:endParaRPr lang="zh-CN" altLang="en-US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A124C078-0E91-4C21-B322-13B19897B2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7993624"/>
                </p:ext>
              </p:extLst>
            </p:nvPr>
          </p:nvGraphicFramePr>
          <p:xfrm>
            <a:off x="2494378" y="1534512"/>
            <a:ext cx="546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28" name="Equation" r:id="rId9" imgW="545760" imgH="380880" progId="Equation.DSMT4">
                    <p:embed/>
                  </p:oleObj>
                </mc:Choice>
                <mc:Fallback>
                  <p:oleObj name="Equation" r:id="rId9" imgW="545760" imgH="3808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A54627AB-2192-4AA7-923F-E645EE5AD01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94378" y="1534512"/>
                          <a:ext cx="546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18258D82-A105-4EF1-800C-B888D3E6D1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7041798"/>
                </p:ext>
              </p:extLst>
            </p:nvPr>
          </p:nvGraphicFramePr>
          <p:xfrm>
            <a:off x="5348309" y="1585312"/>
            <a:ext cx="876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29" name="Equation" r:id="rId10" imgW="876240" imgH="330120" progId="Equation.DSMT4">
                    <p:embed/>
                  </p:oleObj>
                </mc:Choice>
                <mc:Fallback>
                  <p:oleObj name="Equation" r:id="rId10" imgW="8762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348309" y="1585312"/>
                          <a:ext cx="876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F88541BC-26CD-4F5F-A93B-AEA05C4328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3324940"/>
                </p:ext>
              </p:extLst>
            </p:nvPr>
          </p:nvGraphicFramePr>
          <p:xfrm>
            <a:off x="7020272" y="1574845"/>
            <a:ext cx="1155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30" name="Equation" r:id="rId12" imgW="1155600" imgH="380880" progId="Equation.DSMT4">
                    <p:embed/>
                  </p:oleObj>
                </mc:Choice>
                <mc:Fallback>
                  <p:oleObj name="Equation" r:id="rId12" imgW="11556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020272" y="1574845"/>
                          <a:ext cx="1155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055B7BE-368B-4329-84F0-E01A82FEF732}"/>
              </a:ext>
            </a:extLst>
          </p:cNvPr>
          <p:cNvGrpSpPr/>
          <p:nvPr/>
        </p:nvGrpSpPr>
        <p:grpSpPr>
          <a:xfrm>
            <a:off x="803144" y="2187768"/>
            <a:ext cx="8017327" cy="564285"/>
            <a:chOff x="803144" y="2187768"/>
            <a:chExt cx="8017327" cy="56428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AE869F7-ABAB-407C-8CEE-69ABE111F555}"/>
                </a:ext>
              </a:extLst>
            </p:cNvPr>
            <p:cNvSpPr/>
            <p:nvPr/>
          </p:nvSpPr>
          <p:spPr>
            <a:xfrm>
              <a:off x="803144" y="2187768"/>
              <a:ext cx="801732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又因为         故对               当      时，有</a:t>
              </a:r>
              <a:endParaRPr lang="zh-CN" altLang="en-US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E4A62AFB-20E8-44B5-B1EE-DC0E063E3D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6219002"/>
                </p:ext>
              </p:extLst>
            </p:nvPr>
          </p:nvGraphicFramePr>
          <p:xfrm>
            <a:off x="1920819" y="2269453"/>
            <a:ext cx="12700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31" name="Equation" r:id="rId14" imgW="1269720" imgH="482400" progId="Equation.DSMT4">
                    <p:embed/>
                  </p:oleObj>
                </mc:Choice>
                <mc:Fallback>
                  <p:oleObj name="Equation" r:id="rId14" imgW="1269720" imgH="48240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7BBEB200-3883-4278-9FB9-04962A6A22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20819" y="2269453"/>
                          <a:ext cx="12700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E4C3A6D-CAB5-4E35-8D17-85BA997A86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4502314"/>
                </p:ext>
              </p:extLst>
            </p:nvPr>
          </p:nvGraphicFramePr>
          <p:xfrm>
            <a:off x="3844983" y="2221750"/>
            <a:ext cx="2108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32" name="Equation" r:id="rId15" imgW="2108160" imgH="393480" progId="Equation.DSMT4">
                    <p:embed/>
                  </p:oleObj>
                </mc:Choice>
                <mc:Fallback>
                  <p:oleObj name="Equation" r:id="rId15" imgW="210816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44983" y="2221750"/>
                          <a:ext cx="2108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BAD3C298-6224-49D7-B382-DBC6173634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0299107"/>
                </p:ext>
              </p:extLst>
            </p:nvPr>
          </p:nvGraphicFramePr>
          <p:xfrm>
            <a:off x="6503104" y="2266403"/>
            <a:ext cx="749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33" name="Equation" r:id="rId17" imgW="749160" imgH="279360" progId="Equation.DSMT4">
                    <p:embed/>
                  </p:oleObj>
                </mc:Choice>
                <mc:Fallback>
                  <p:oleObj name="Equation" r:id="rId17" imgW="7491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503104" y="2266403"/>
                          <a:ext cx="749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A3C2E30-F5F2-4267-9DC9-EABCFCC7B5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978216"/>
              </p:ext>
            </p:extLst>
          </p:nvPr>
        </p:nvGraphicFramePr>
        <p:xfrm>
          <a:off x="3343275" y="2710372"/>
          <a:ext cx="2273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34" name="Equation" r:id="rId19" imgW="2273040" imgH="723600" progId="Equation.DSMT4">
                  <p:embed/>
                </p:oleObj>
              </mc:Choice>
              <mc:Fallback>
                <p:oleObj name="Equation" r:id="rId19" imgW="22730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43275" y="2710372"/>
                        <a:ext cx="2273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827538AE-86E0-43AB-AD16-9666B06E9852}"/>
              </a:ext>
            </a:extLst>
          </p:cNvPr>
          <p:cNvSpPr/>
          <p:nvPr/>
        </p:nvSpPr>
        <p:spPr>
          <a:xfrm>
            <a:off x="803145" y="3673586"/>
            <a:ext cx="960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从而</a:t>
            </a:r>
            <a:endParaRPr lang="zh-CN" altLang="en-US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64A8F63-1AB7-4F64-B039-72955FE0BA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520273"/>
              </p:ext>
            </p:extLst>
          </p:nvPr>
        </p:nvGraphicFramePr>
        <p:xfrm>
          <a:off x="1954582" y="3542469"/>
          <a:ext cx="538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35" name="Equation" r:id="rId21" imgW="5384520" imgH="723600" progId="Equation.DSMT4">
                  <p:embed/>
                </p:oleObj>
              </mc:Choice>
              <mc:Fallback>
                <p:oleObj name="Equation" r:id="rId21" imgW="53845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954582" y="3542469"/>
                        <a:ext cx="538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A6FE72FF-9091-46E6-A802-E6B134BEDB0B}"/>
              </a:ext>
            </a:extLst>
          </p:cNvPr>
          <p:cNvSpPr/>
          <p:nvPr/>
        </p:nvSpPr>
        <p:spPr>
          <a:xfrm>
            <a:off x="803144" y="4347987"/>
            <a:ext cx="960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所以</a:t>
            </a:r>
            <a:endParaRPr lang="zh-CN" altLang="en-US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8CA6D31D-1990-4B7C-B932-A4F72D52F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459"/>
              </p:ext>
            </p:extLst>
          </p:nvPr>
        </p:nvGraphicFramePr>
        <p:xfrm>
          <a:off x="1704919" y="4375222"/>
          <a:ext cx="170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36" name="Equation" r:id="rId23" imgW="1701720" imgH="482400" progId="Equation.DSMT4">
                  <p:embed/>
                </p:oleObj>
              </mc:Choice>
              <mc:Fallback>
                <p:oleObj name="Equation" r:id="rId23" imgW="17017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04919" y="4375222"/>
                        <a:ext cx="1701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962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278B77-AB36-4BE3-B9B8-CAD838C87A6D}"/>
              </a:ext>
            </a:extLst>
          </p:cNvPr>
          <p:cNvSpPr/>
          <p:nvPr/>
        </p:nvSpPr>
        <p:spPr>
          <a:xfrm>
            <a:off x="755576" y="267494"/>
            <a:ext cx="720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注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3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136189-07F4-4F51-A6B3-F29ECA1284AA}"/>
              </a:ext>
            </a:extLst>
          </p:cNvPr>
          <p:cNvSpPr/>
          <p:nvPr/>
        </p:nvSpPr>
        <p:spPr>
          <a:xfrm>
            <a:off x="1403648" y="261185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两个发散数列的和、差、积、商可能收敛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也可能发散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5B73EB-2E60-4D77-8425-9A6789F52E4E}"/>
              </a:ext>
            </a:extLst>
          </p:cNvPr>
          <p:cNvSpPr/>
          <p:nvPr/>
        </p:nvSpPr>
        <p:spPr>
          <a:xfrm>
            <a:off x="755576" y="105958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例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32EDF8E-BCC7-443D-9117-BDB9C6B5B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206654"/>
              </p:ext>
            </p:extLst>
          </p:nvPr>
        </p:nvGraphicFramePr>
        <p:xfrm>
          <a:off x="1403648" y="1059582"/>
          <a:ext cx="1917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274" name="Equation" r:id="rId3" imgW="1917360" imgH="419040" progId="Equation.DSMT4">
                  <p:embed/>
                </p:oleObj>
              </mc:Choice>
              <mc:Fallback>
                <p:oleObj name="Equation" r:id="rId3" imgW="1917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1059582"/>
                        <a:ext cx="1917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653E3209-8893-46FF-8D0A-890069CB9CC9}"/>
              </a:ext>
            </a:extLst>
          </p:cNvPr>
          <p:cNvSpPr/>
          <p:nvPr/>
        </p:nvSpPr>
        <p:spPr>
          <a:xfrm>
            <a:off x="3446386" y="104274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则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61A71E9-108C-4DD2-8CA5-30104969F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152015"/>
              </p:ext>
            </p:extLst>
          </p:nvPr>
        </p:nvGraphicFramePr>
        <p:xfrm>
          <a:off x="899592" y="1779662"/>
          <a:ext cx="218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275" name="Equation" r:id="rId5" imgW="2184120" imgH="419040" progId="Equation.DSMT4">
                  <p:embed/>
                </p:oleObj>
              </mc:Choice>
              <mc:Fallback>
                <p:oleObj name="Equation" r:id="rId5" imgW="2184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9592" y="1779662"/>
                        <a:ext cx="2184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C9EA997-8695-42EC-A07D-CF8635F09D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553877"/>
              </p:ext>
            </p:extLst>
          </p:nvPr>
        </p:nvGraphicFramePr>
        <p:xfrm>
          <a:off x="3321348" y="1779662"/>
          <a:ext cx="139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276" name="Equation" r:id="rId7" imgW="1396800" imgH="380880" progId="Equation.DSMT4">
                  <p:embed/>
                </p:oleObj>
              </mc:Choice>
              <mc:Fallback>
                <p:oleObj name="Equation" r:id="rId7" imgW="1396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21348" y="1779662"/>
                        <a:ext cx="1397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D69C42B-E0B2-40E6-B9FE-3CAC5CE924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812842"/>
              </p:ext>
            </p:extLst>
          </p:nvPr>
        </p:nvGraphicFramePr>
        <p:xfrm>
          <a:off x="5148064" y="1779662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277" name="Equation" r:id="rId9" imgW="1218960" imgH="380880" progId="Equation.DSMT4">
                  <p:embed/>
                </p:oleObj>
              </mc:Choice>
              <mc:Fallback>
                <p:oleObj name="Equation" r:id="rId9" imgW="12189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48064" y="1779662"/>
                        <a:ext cx="1219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5FAC9AF-3AAD-4F09-8ABA-EFD699AD8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57547"/>
              </p:ext>
            </p:extLst>
          </p:nvPr>
        </p:nvGraphicFramePr>
        <p:xfrm>
          <a:off x="6876256" y="1582812"/>
          <a:ext cx="850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278" name="Equation" r:id="rId11" imgW="850680" imgH="812520" progId="Equation.DSMT4">
                  <p:embed/>
                </p:oleObj>
              </mc:Choice>
              <mc:Fallback>
                <p:oleObj name="Equation" r:id="rId11" imgW="8506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76256" y="1582812"/>
                        <a:ext cx="850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527930E9-EDF7-46CD-BACE-12BF0FAC3DDE}"/>
              </a:ext>
            </a:extLst>
          </p:cNvPr>
          <p:cNvGrpSpPr/>
          <p:nvPr/>
        </p:nvGrpSpPr>
        <p:grpSpPr>
          <a:xfrm>
            <a:off x="755576" y="2643758"/>
            <a:ext cx="3384376" cy="461665"/>
            <a:chOff x="755576" y="2643758"/>
            <a:chExt cx="3384376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1B35E84-64D3-4FDC-875D-1FE007C63FAF}"/>
                </a:ext>
              </a:extLst>
            </p:cNvPr>
            <p:cNvSpPr/>
            <p:nvPr/>
          </p:nvSpPr>
          <p:spPr>
            <a:xfrm>
              <a:off x="755576" y="2643758"/>
              <a:ext cx="33843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宋体" panose="02010600030101010101" pitchFamily="2" charset="-122"/>
                </a:rPr>
                <a:t>显然数列        发散， 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003D7F0-07D3-4F85-B776-DC9B0BC3DC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8488049"/>
                </p:ext>
              </p:extLst>
            </p:nvPr>
          </p:nvGraphicFramePr>
          <p:xfrm>
            <a:off x="2123728" y="2684090"/>
            <a:ext cx="1092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279" name="Equation" r:id="rId13" imgW="1091880" imgH="380880" progId="Equation.DSMT4">
                    <p:embed/>
                  </p:oleObj>
                </mc:Choice>
                <mc:Fallback>
                  <p:oleObj name="Equation" r:id="rId13" imgW="10918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123728" y="2684090"/>
                          <a:ext cx="1092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7CF89AB6-0B1F-477A-A326-C16B0ECDCAB2}"/>
              </a:ext>
            </a:extLst>
          </p:cNvPr>
          <p:cNvSpPr/>
          <p:nvPr/>
        </p:nvSpPr>
        <p:spPr>
          <a:xfrm>
            <a:off x="4128316" y="2637783"/>
            <a:ext cx="1163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而数列</a:t>
            </a:r>
            <a:endParaRPr lang="zh-CN" altLang="en-US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A049803-4969-41F5-BB1A-CDCEE09878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456658"/>
              </p:ext>
            </p:extLst>
          </p:nvPr>
        </p:nvGraphicFramePr>
        <p:xfrm>
          <a:off x="5292080" y="2668345"/>
          <a:ext cx="118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280" name="Equation" r:id="rId15" imgW="1180800" imgH="380880" progId="Equation.DSMT4">
                  <p:embed/>
                </p:oleObj>
              </mc:Choice>
              <mc:Fallback>
                <p:oleObj name="Equation" r:id="rId15" imgW="1180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92080" y="2668345"/>
                        <a:ext cx="118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0B10AA4-48BF-4379-B168-25F462774E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83971"/>
              </p:ext>
            </p:extLst>
          </p:nvPr>
        </p:nvGraphicFramePr>
        <p:xfrm>
          <a:off x="6660356" y="2649149"/>
          <a:ext cx="1066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281" name="Equation" r:id="rId17" imgW="1066680" imgH="380880" progId="Equation.DSMT4">
                  <p:embed/>
                </p:oleObj>
              </mc:Choice>
              <mc:Fallback>
                <p:oleObj name="Equation" r:id="rId17" imgW="10666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60356" y="2649149"/>
                        <a:ext cx="1066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0FCDC06-FBCD-460E-88D4-E42D229A9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757345"/>
              </p:ext>
            </p:extLst>
          </p:nvPr>
        </p:nvGraphicFramePr>
        <p:xfrm>
          <a:off x="7914332" y="2401645"/>
          <a:ext cx="698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282" name="Equation" r:id="rId19" imgW="698400" imgH="914400" progId="Equation.DSMT4">
                  <p:embed/>
                </p:oleObj>
              </mc:Choice>
              <mc:Fallback>
                <p:oleObj name="Equation" r:id="rId19" imgW="6984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914332" y="2401645"/>
                        <a:ext cx="6985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06F3039C-3FCE-43F6-AE45-2D237520A46A}"/>
              </a:ext>
            </a:extLst>
          </p:cNvPr>
          <p:cNvSpPr/>
          <p:nvPr/>
        </p:nvSpPr>
        <p:spPr>
          <a:xfrm>
            <a:off x="173694" y="3308784"/>
            <a:ext cx="1163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均收敛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022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4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7FC08-3888-424F-8E1C-22FAD39C7614}"/>
              </a:ext>
            </a:extLst>
          </p:cNvPr>
          <p:cNvSpPr/>
          <p:nvPr/>
        </p:nvSpPr>
        <p:spPr>
          <a:xfrm>
            <a:off x="683568" y="267494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1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B634BA-5405-4214-84C1-623FBECE66A1}"/>
              </a:ext>
            </a:extLst>
          </p:cNvPr>
          <p:cNvSpPr/>
          <p:nvPr/>
        </p:nvSpPr>
        <p:spPr>
          <a:xfrm>
            <a:off x="1294610" y="267493"/>
            <a:ext cx="1477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计算极限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90107A2-E4F8-4D95-B8D6-78CA25AC4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972774"/>
              </p:ext>
            </p:extLst>
          </p:nvPr>
        </p:nvGraphicFramePr>
        <p:xfrm>
          <a:off x="2771800" y="130025"/>
          <a:ext cx="2476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0" name="Equation" r:id="rId3" imgW="2476440" imgH="736560" progId="Equation.DSMT4">
                  <p:embed/>
                </p:oleObj>
              </mc:Choice>
              <mc:Fallback>
                <p:oleObj name="Equation" r:id="rId3" imgW="24764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800" y="130025"/>
                        <a:ext cx="2476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9611BE0-8BE4-4CC1-8701-6B58BB79A176}"/>
              </a:ext>
            </a:extLst>
          </p:cNvPr>
          <p:cNvSpPr/>
          <p:nvPr/>
        </p:nvSpPr>
        <p:spPr>
          <a:xfrm>
            <a:off x="5364088" y="267493"/>
            <a:ext cx="1827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和式极限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7D87B3-5A7F-4D4C-A9FF-D106CA792D92}"/>
              </a:ext>
            </a:extLst>
          </p:cNvPr>
          <p:cNvSpPr/>
          <p:nvPr/>
        </p:nvSpPr>
        <p:spPr>
          <a:xfrm>
            <a:off x="683568" y="105958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6383F6C-F1A1-4F9E-B8FE-EFF5A3C8B0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627251"/>
              </p:ext>
            </p:extLst>
          </p:nvPr>
        </p:nvGraphicFramePr>
        <p:xfrm>
          <a:off x="1475656" y="922114"/>
          <a:ext cx="240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1" name="Equation" r:id="rId5" imgW="2400120" imgH="736560" progId="Equation.DSMT4">
                  <p:embed/>
                </p:oleObj>
              </mc:Choice>
              <mc:Fallback>
                <p:oleObj name="Equation" r:id="rId5" imgW="24001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5656" y="922114"/>
                        <a:ext cx="2400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781C7D8-E935-492A-93F4-07091D822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183104"/>
              </p:ext>
            </p:extLst>
          </p:nvPr>
        </p:nvGraphicFramePr>
        <p:xfrm>
          <a:off x="1294610" y="2051050"/>
          <a:ext cx="163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2" name="Equation" r:id="rId7" imgW="1638000" imgH="736560" progId="Equation.DSMT4">
                  <p:embed/>
                </p:oleObj>
              </mc:Choice>
              <mc:Fallback>
                <p:oleObj name="Equation" r:id="rId7" imgW="16380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94610" y="2051050"/>
                        <a:ext cx="163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997D2CD-EDCD-4450-AF8D-E60DAF96D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546995"/>
              </p:ext>
            </p:extLst>
          </p:nvPr>
        </p:nvGraphicFramePr>
        <p:xfrm>
          <a:off x="3102000" y="2012950"/>
          <a:ext cx="1816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3" name="Equation" r:id="rId9" imgW="1815840" imgH="812520" progId="Equation.DSMT4">
                  <p:embed/>
                </p:oleObj>
              </mc:Choice>
              <mc:Fallback>
                <p:oleObj name="Equation" r:id="rId9" imgW="18158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02000" y="2012950"/>
                        <a:ext cx="1816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5540A2A-E974-4117-857E-989D6FB8A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241629"/>
              </p:ext>
            </p:extLst>
          </p:nvPr>
        </p:nvGraphicFramePr>
        <p:xfrm>
          <a:off x="1294610" y="3179986"/>
          <a:ext cx="558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4" name="Equation" r:id="rId11" imgW="558720" imgH="723600" progId="Equation.DSMT4">
                  <p:embed/>
                </p:oleObj>
              </mc:Choice>
              <mc:Fallback>
                <p:oleObj name="Equation" r:id="rId11" imgW="5587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94610" y="3179986"/>
                        <a:ext cx="558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107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3D02C4-2E4C-4151-9F8B-B3565A755DBE}"/>
              </a:ext>
            </a:extLst>
          </p:cNvPr>
          <p:cNvSpPr/>
          <p:nvPr/>
        </p:nvSpPr>
        <p:spPr>
          <a:xfrm>
            <a:off x="648590" y="483519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2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5CFC8-B83D-4073-BD61-4928B57D5625}"/>
              </a:ext>
            </a:extLst>
          </p:cNvPr>
          <p:cNvSpPr/>
          <p:nvPr/>
        </p:nvSpPr>
        <p:spPr>
          <a:xfrm>
            <a:off x="1259632" y="483518"/>
            <a:ext cx="1477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计算极限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5CA0AB0-3744-4D3B-8D93-7D10EBD311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564793"/>
              </p:ext>
            </p:extLst>
          </p:nvPr>
        </p:nvGraphicFramePr>
        <p:xfrm>
          <a:off x="2682875" y="195263"/>
          <a:ext cx="3543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99" name="Equation" r:id="rId3" imgW="3543120" imgH="990360" progId="Equation.DSMT4">
                  <p:embed/>
                </p:oleObj>
              </mc:Choice>
              <mc:Fallback>
                <p:oleObj name="Equation" r:id="rId3" imgW="3543120" imgH="990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82875" y="195263"/>
                        <a:ext cx="35433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9C4552E-D560-4A3F-971B-CFD25F0E7643}"/>
              </a:ext>
            </a:extLst>
          </p:cNvPr>
          <p:cNvSpPr/>
          <p:nvPr/>
        </p:nvSpPr>
        <p:spPr>
          <a:xfrm>
            <a:off x="6239900" y="483518"/>
            <a:ext cx="1827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和式极限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AA72BE-C9C0-4D6E-BFD0-DBC23405A239}"/>
              </a:ext>
            </a:extLst>
          </p:cNvPr>
          <p:cNvSpPr/>
          <p:nvPr/>
        </p:nvSpPr>
        <p:spPr>
          <a:xfrm>
            <a:off x="648590" y="149790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EEF1A10-806F-4340-AB72-164B3413A2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317053"/>
              </p:ext>
            </p:extLst>
          </p:nvPr>
        </p:nvGraphicFramePr>
        <p:xfrm>
          <a:off x="1331640" y="1257361"/>
          <a:ext cx="3467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00" name="Equation" r:id="rId5" imgW="3466800" imgH="990360" progId="Equation.DSMT4">
                  <p:embed/>
                </p:oleObj>
              </mc:Choice>
              <mc:Fallback>
                <p:oleObj name="Equation" r:id="rId5" imgW="3466800" imgH="990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5CA0AB0-3744-4D3B-8D93-7D10EBD311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640" y="1257361"/>
                        <a:ext cx="34671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873EE91-1D69-4756-A8FF-EAC6AA08DF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683129"/>
              </p:ext>
            </p:extLst>
          </p:nvPr>
        </p:nvGraphicFramePr>
        <p:xfrm>
          <a:off x="1001268" y="2643758"/>
          <a:ext cx="24384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01" name="Equation" r:id="rId7" imgW="2438280" imgH="1726920" progId="Equation.DSMT4">
                  <p:embed/>
                </p:oleObj>
              </mc:Choice>
              <mc:Fallback>
                <p:oleObj name="Equation" r:id="rId7" imgW="2438280" imgH="1726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01268" y="2643758"/>
                        <a:ext cx="2438400" cy="172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0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9B6AD7-DA50-4545-8CC5-9C20BE4FBCA5}"/>
              </a:ext>
            </a:extLst>
          </p:cNvPr>
          <p:cNvSpPr/>
          <p:nvPr/>
        </p:nvSpPr>
        <p:spPr>
          <a:xfrm>
            <a:off x="648590" y="483519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3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918D3A-B03C-40F1-9BF2-3A35DB3D21A4}"/>
              </a:ext>
            </a:extLst>
          </p:cNvPr>
          <p:cNvSpPr/>
          <p:nvPr/>
        </p:nvSpPr>
        <p:spPr>
          <a:xfrm>
            <a:off x="1259632" y="483518"/>
            <a:ext cx="1477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计算极限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9D8E93-DF29-4AA8-92A8-2440535E1A5E}"/>
              </a:ext>
            </a:extLst>
          </p:cNvPr>
          <p:cNvSpPr/>
          <p:nvPr/>
        </p:nvSpPr>
        <p:spPr>
          <a:xfrm>
            <a:off x="6239900" y="483518"/>
            <a:ext cx="1827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和式极限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781C2CF-B0A6-46A9-B75A-1C693EAA88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255759"/>
              </p:ext>
            </p:extLst>
          </p:nvPr>
        </p:nvGraphicFramePr>
        <p:xfrm>
          <a:off x="2679302" y="282550"/>
          <a:ext cx="3683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686" name="Equation" r:id="rId4" imgW="3682800" imgH="863280" progId="Equation.DSMT4">
                  <p:embed/>
                </p:oleObj>
              </mc:Choice>
              <mc:Fallback>
                <p:oleObj name="Equation" r:id="rId4" imgW="36828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9302" y="282550"/>
                        <a:ext cx="36830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B4C8B85-81EE-4DCC-AA6A-1CBB4ADA51B1}"/>
              </a:ext>
            </a:extLst>
          </p:cNvPr>
          <p:cNvSpPr/>
          <p:nvPr/>
        </p:nvSpPr>
        <p:spPr>
          <a:xfrm>
            <a:off x="648590" y="149163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C1628AA-0298-4A12-AB00-E8B14DA0B9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337753"/>
              </p:ext>
            </p:extLst>
          </p:nvPr>
        </p:nvGraphicFramePr>
        <p:xfrm>
          <a:off x="1263650" y="1347788"/>
          <a:ext cx="3606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687" name="Equation" r:id="rId6" imgW="3606480" imgH="863280" progId="Equation.DSMT4">
                  <p:embed/>
                </p:oleObj>
              </mc:Choice>
              <mc:Fallback>
                <p:oleObj name="Equation" r:id="rId6" imgW="3606480" imgH="8632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781C2CF-B0A6-46A9-B75A-1C693EAA88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63650" y="1347788"/>
                        <a:ext cx="36068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6E205E2-473E-4D7B-8559-F0335D170E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144162"/>
              </p:ext>
            </p:extLst>
          </p:nvPr>
        </p:nvGraphicFramePr>
        <p:xfrm>
          <a:off x="990689" y="2571750"/>
          <a:ext cx="4330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688" name="Equation" r:id="rId8" imgW="4330440" imgH="812520" progId="Equation.DSMT4">
                  <p:embed/>
                </p:oleObj>
              </mc:Choice>
              <mc:Fallback>
                <p:oleObj name="Equation" r:id="rId8" imgW="43304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90689" y="2571750"/>
                        <a:ext cx="4330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7F9C387-F311-46F6-B1E2-727759C13F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437764"/>
              </p:ext>
            </p:extLst>
          </p:nvPr>
        </p:nvGraphicFramePr>
        <p:xfrm>
          <a:off x="998050" y="3670004"/>
          <a:ext cx="2070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689" name="Equation" r:id="rId10" imgW="2070000" imgH="812520" progId="Equation.DSMT4">
                  <p:embed/>
                </p:oleObj>
              </mc:Choice>
              <mc:Fallback>
                <p:oleObj name="Equation" r:id="rId10" imgW="20700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8050" y="3670004"/>
                        <a:ext cx="2070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316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85FB8C1-B769-49E1-A8B4-2CAFFF2D0A05}"/>
              </a:ext>
            </a:extLst>
          </p:cNvPr>
          <p:cNvSpPr/>
          <p:nvPr/>
        </p:nvSpPr>
        <p:spPr>
          <a:xfrm>
            <a:off x="648590" y="483519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4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DFE143-DC2C-4667-94C0-4A542B1865E4}"/>
              </a:ext>
            </a:extLst>
          </p:cNvPr>
          <p:cNvSpPr/>
          <p:nvPr/>
        </p:nvSpPr>
        <p:spPr>
          <a:xfrm>
            <a:off x="1259632" y="483518"/>
            <a:ext cx="1477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计算极限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AF48B27-20DB-4867-8DCB-C24D45D3F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153106"/>
              </p:ext>
            </p:extLst>
          </p:nvPr>
        </p:nvGraphicFramePr>
        <p:xfrm>
          <a:off x="2736822" y="483517"/>
          <a:ext cx="298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07" name="Equation" r:id="rId3" imgW="2984400" imgH="571320" progId="Equation.DSMT4">
                  <p:embed/>
                </p:oleObj>
              </mc:Choice>
              <mc:Fallback>
                <p:oleObj name="Equation" r:id="rId3" imgW="298440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6822" y="483517"/>
                        <a:ext cx="29845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4BB88B1-CBBD-42CC-8A9D-D699439F30E2}"/>
              </a:ext>
            </a:extLst>
          </p:cNvPr>
          <p:cNvSpPr/>
          <p:nvPr/>
        </p:nvSpPr>
        <p:spPr>
          <a:xfrm>
            <a:off x="653812" y="146387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7ECC8DC-9190-41E7-B38B-6D65181EE0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254458"/>
              </p:ext>
            </p:extLst>
          </p:nvPr>
        </p:nvGraphicFramePr>
        <p:xfrm>
          <a:off x="1403648" y="1415019"/>
          <a:ext cx="2908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08" name="Equation" r:id="rId5" imgW="2908080" imgH="571320" progId="Equation.DSMT4">
                  <p:embed/>
                </p:oleObj>
              </mc:Choice>
              <mc:Fallback>
                <p:oleObj name="Equation" r:id="rId5" imgW="2908080" imgH="57132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B6926705-4583-420E-AE44-7F9CA831C3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648" y="1415019"/>
                        <a:ext cx="29083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FB0FE4E-692C-46D2-85E4-A2A0A13807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870024"/>
              </p:ext>
            </p:extLst>
          </p:nvPr>
        </p:nvGraphicFramePr>
        <p:xfrm>
          <a:off x="1103147" y="2368550"/>
          <a:ext cx="2540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09" name="Equation" r:id="rId7" imgW="2539800" imgH="838080" progId="Equation.DSMT4">
                  <p:embed/>
                </p:oleObj>
              </mc:Choice>
              <mc:Fallback>
                <p:oleObj name="Equation" r:id="rId7" imgW="253980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03147" y="2368550"/>
                        <a:ext cx="25400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D83C57F-B37F-442D-80FA-6D0DF6F19B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15734"/>
              </p:ext>
            </p:extLst>
          </p:nvPr>
        </p:nvGraphicFramePr>
        <p:xfrm>
          <a:off x="1103147" y="3570771"/>
          <a:ext cx="31242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10" name="Equation" r:id="rId9" imgW="3124080" imgH="1206360" progId="Equation.DSMT4">
                  <p:embed/>
                </p:oleObj>
              </mc:Choice>
              <mc:Fallback>
                <p:oleObj name="Equation" r:id="rId9" imgW="312408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03147" y="3570771"/>
                        <a:ext cx="3124200" cy="120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499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24C8610-D3F2-46A6-8E38-B088FF6F3FD7}"/>
              </a:ext>
            </a:extLst>
          </p:cNvPr>
          <p:cNvSpPr/>
          <p:nvPr/>
        </p:nvSpPr>
        <p:spPr>
          <a:xfrm>
            <a:off x="633363" y="250406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5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3487BD-88D7-404F-B3F3-589D05DBED3F}"/>
              </a:ext>
            </a:extLst>
          </p:cNvPr>
          <p:cNvSpPr/>
          <p:nvPr/>
        </p:nvSpPr>
        <p:spPr>
          <a:xfrm>
            <a:off x="1244405" y="250405"/>
            <a:ext cx="1477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计算极限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762C44C-78A9-4E94-8C3F-FF37189F5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37290"/>
              </p:ext>
            </p:extLst>
          </p:nvPr>
        </p:nvGraphicFramePr>
        <p:xfrm>
          <a:off x="2699792" y="195486"/>
          <a:ext cx="4622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58" name="Equation" r:id="rId3" imgW="4622760" imgH="571320" progId="Equation.DSMT4">
                  <p:embed/>
                </p:oleObj>
              </mc:Choice>
              <mc:Fallback>
                <p:oleObj name="Equation" r:id="rId3" imgW="462276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9792" y="195486"/>
                        <a:ext cx="46228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F8F3E2B2-4928-4C26-B60F-74C7DA893985}"/>
              </a:ext>
            </a:extLst>
          </p:cNvPr>
          <p:cNvSpPr/>
          <p:nvPr/>
        </p:nvSpPr>
        <p:spPr>
          <a:xfrm>
            <a:off x="623086" y="104249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</a:rPr>
              <a:t>解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335C58B-14DB-4AF6-85CF-8433E3A272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808465"/>
              </p:ext>
            </p:extLst>
          </p:nvPr>
        </p:nvGraphicFramePr>
        <p:xfrm>
          <a:off x="1273858" y="1042493"/>
          <a:ext cx="4965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59" name="Equation" r:id="rId5" imgW="4965480" imgH="571320" progId="Equation.DSMT4">
                  <p:embed/>
                </p:oleObj>
              </mc:Choice>
              <mc:Fallback>
                <p:oleObj name="Equation" r:id="rId5" imgW="496548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73858" y="1042493"/>
                        <a:ext cx="49657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065F282-E98C-44EA-8C7A-925C5E06C1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083195"/>
              </p:ext>
            </p:extLst>
          </p:nvPr>
        </p:nvGraphicFramePr>
        <p:xfrm>
          <a:off x="1132359" y="1716007"/>
          <a:ext cx="5016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60" name="Equation" r:id="rId7" imgW="5016240" imgH="838080" progId="Equation.DSMT4">
                  <p:embed/>
                </p:oleObj>
              </mc:Choice>
              <mc:Fallback>
                <p:oleObj name="Equation" r:id="rId7" imgW="501624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32359" y="1716007"/>
                        <a:ext cx="50165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132E7D7-AE40-46F2-B746-987B8FC7B7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300513"/>
              </p:ext>
            </p:extLst>
          </p:nvPr>
        </p:nvGraphicFramePr>
        <p:xfrm>
          <a:off x="1089176" y="2589294"/>
          <a:ext cx="66802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61" name="Equation" r:id="rId9" imgW="6680160" imgH="1257120" progId="Equation.DSMT4">
                  <p:embed/>
                </p:oleObj>
              </mc:Choice>
              <mc:Fallback>
                <p:oleObj name="Equation" r:id="rId9" imgW="6680160" imgH="1257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89176" y="2589294"/>
                        <a:ext cx="668020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B4C154E-D7A7-4CE8-8256-1DE4812923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73887"/>
              </p:ext>
            </p:extLst>
          </p:nvPr>
        </p:nvGraphicFramePr>
        <p:xfrm>
          <a:off x="1070460" y="3847230"/>
          <a:ext cx="35814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62" name="Equation" r:id="rId11" imgW="3581280" imgH="1168200" progId="Equation.DSMT4">
                  <p:embed/>
                </p:oleObj>
              </mc:Choice>
              <mc:Fallback>
                <p:oleObj name="Equation" r:id="rId11" imgW="3581280" imgH="1168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70460" y="3847230"/>
                        <a:ext cx="3581400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053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BDB2976-6869-4148-9620-CB2AE6D80A3F}"/>
              </a:ext>
            </a:extLst>
          </p:cNvPr>
          <p:cNvSpPr txBox="1"/>
          <p:nvPr/>
        </p:nvSpPr>
        <p:spPr>
          <a:xfrm>
            <a:off x="777620" y="46655"/>
            <a:ext cx="444855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二、数列极限的存在准则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EE81BDD-0313-45D6-9759-779F1EB92C56}"/>
              </a:ext>
            </a:extLst>
          </p:cNvPr>
          <p:cNvSpPr/>
          <p:nvPr/>
        </p:nvSpPr>
        <p:spPr>
          <a:xfrm>
            <a:off x="4875768" y="1663782"/>
            <a:ext cx="922036" cy="417980"/>
          </a:xfrm>
          <a:prstGeom prst="ellipse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3B936F6-E15D-4CF1-9DAA-17AAD591D4B9}"/>
              </a:ext>
            </a:extLst>
          </p:cNvPr>
          <p:cNvSpPr/>
          <p:nvPr/>
        </p:nvSpPr>
        <p:spPr>
          <a:xfrm>
            <a:off x="2612048" y="1665450"/>
            <a:ext cx="879832" cy="416312"/>
          </a:xfrm>
          <a:prstGeom prst="ellipse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781087-97FD-4488-97FB-CB627D880495}"/>
              </a:ext>
            </a:extLst>
          </p:cNvPr>
          <p:cNvSpPr txBox="1"/>
          <p:nvPr/>
        </p:nvSpPr>
        <p:spPr>
          <a:xfrm>
            <a:off x="773508" y="611375"/>
            <a:ext cx="5555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引例</a:t>
            </a: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504380A9-B46D-47B4-855A-DC42530615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474327"/>
              </p:ext>
            </p:extLst>
          </p:nvPr>
        </p:nvGraphicFramePr>
        <p:xfrm>
          <a:off x="3098281" y="487363"/>
          <a:ext cx="37369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66" name="Equation" r:id="rId3" imgW="4152600" imgH="812520" progId="Equation.DSMT4">
                  <p:embed/>
                </p:oleObj>
              </mc:Choice>
              <mc:Fallback>
                <p:oleObj name="Equation" r:id="rId3" imgW="4152600" imgH="81252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808478F9-A5ED-41F6-9E3D-26791338DE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281" y="487363"/>
                        <a:ext cx="3736975" cy="7318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6D375FB-C6A3-423D-BC25-438DB0668BB0}"/>
              </a:ext>
            </a:extLst>
          </p:cNvPr>
          <p:cNvSpPr/>
          <p:nvPr/>
        </p:nvSpPr>
        <p:spPr>
          <a:xfrm>
            <a:off x="1691680" y="61137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计算极限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47F482DF-68B2-4329-9538-039D07F42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320508"/>
              </p:ext>
            </p:extLst>
          </p:nvPr>
        </p:nvGraphicFramePr>
        <p:xfrm>
          <a:off x="2655888" y="1312863"/>
          <a:ext cx="3095625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67" name="Equation" r:id="rId5" imgW="3441600" imgH="736560" progId="Equation.DSMT4">
                  <p:embed/>
                </p:oleObj>
              </mc:Choice>
              <mc:Fallback>
                <p:oleObj name="Equation" r:id="rId5" imgW="3441600" imgH="73656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59BAB9CA-CA7E-4525-8DE9-C7E2FAB5E6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1312863"/>
                        <a:ext cx="3095625" cy="66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0AA2B12-D030-4CE8-B329-CC16FACC403C}"/>
              </a:ext>
            </a:extLst>
          </p:cNvPr>
          <p:cNvSpPr txBox="1"/>
          <p:nvPr/>
        </p:nvSpPr>
        <p:spPr>
          <a:xfrm>
            <a:off x="1705313" y="1400841"/>
            <a:ext cx="878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4FC389-2775-4BCB-BE01-E7F5217CB106}"/>
              </a:ext>
            </a:extLst>
          </p:cNvPr>
          <p:cNvSpPr txBox="1"/>
          <p:nvPr/>
        </p:nvSpPr>
        <p:spPr>
          <a:xfrm>
            <a:off x="755576" y="1419622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5FA8B7D9-B871-4390-8D3F-3033238318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074076"/>
              </p:ext>
            </p:extLst>
          </p:nvPr>
        </p:nvGraphicFramePr>
        <p:xfrm>
          <a:off x="2123728" y="1491630"/>
          <a:ext cx="49053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68" name="Equation" r:id="rId7" imgW="545760" imgH="380880" progId="Equation.DSMT4">
                  <p:embed/>
                </p:oleObj>
              </mc:Choice>
              <mc:Fallback>
                <p:oleObj name="Equation" r:id="rId7" imgW="545760" imgH="3808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73601334-6387-4CD7-840C-C8495D5549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491630"/>
                        <a:ext cx="490538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31F8D7DF-1159-4FC4-919E-E21120CC05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072037"/>
              </p:ext>
            </p:extLst>
          </p:nvPr>
        </p:nvGraphicFramePr>
        <p:xfrm>
          <a:off x="1403648" y="2485827"/>
          <a:ext cx="754062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69" name="Equation" r:id="rId9" imgW="838080" imgH="215640" progId="Equation.DSMT4">
                  <p:embed/>
                </p:oleObj>
              </mc:Choice>
              <mc:Fallback>
                <p:oleObj name="Equation" r:id="rId9" imgW="838080" imgH="21564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1A2B2ECD-640E-4622-ABD2-0D254F18E8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485827"/>
                        <a:ext cx="754062" cy="193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0AD7FD93-587F-4027-8C68-E4994782B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159747"/>
              </p:ext>
            </p:extLst>
          </p:nvPr>
        </p:nvGraphicFramePr>
        <p:xfrm>
          <a:off x="2766715" y="2197100"/>
          <a:ext cx="447992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70" name="Equation" r:id="rId11" imgW="4978080" imgH="736560" progId="Equation.DSMT4">
                  <p:embed/>
                </p:oleObj>
              </mc:Choice>
              <mc:Fallback>
                <p:oleObj name="Equation" r:id="rId11" imgW="4978080" imgH="73656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FE6DF22B-2C00-4ACC-B4C3-844AC176EE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715" y="2197100"/>
                        <a:ext cx="4479925" cy="66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08B887DB-D425-483D-A3CD-550051B64FB8}"/>
              </a:ext>
            </a:extLst>
          </p:cNvPr>
          <p:cNvSpPr txBox="1"/>
          <p:nvPr/>
        </p:nvSpPr>
        <p:spPr>
          <a:xfrm>
            <a:off x="2123729" y="2341811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时，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47212FE-3CDF-48B5-910E-AF6CD76A1FC3}"/>
              </a:ext>
            </a:extLst>
          </p:cNvPr>
          <p:cNvGrpSpPr/>
          <p:nvPr/>
        </p:nvGrpSpPr>
        <p:grpSpPr>
          <a:xfrm>
            <a:off x="1259632" y="3310965"/>
            <a:ext cx="792088" cy="360040"/>
            <a:chOff x="1259632" y="3075806"/>
            <a:chExt cx="792088" cy="360040"/>
          </a:xfrm>
        </p:grpSpPr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3D5BE8AA-4638-4BCC-A20E-A44CBD1C62B2}"/>
                </a:ext>
              </a:extLst>
            </p:cNvPr>
            <p:cNvSpPr/>
            <p:nvPr/>
          </p:nvSpPr>
          <p:spPr>
            <a:xfrm>
              <a:off x="1259632" y="3147814"/>
              <a:ext cx="792088" cy="216024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2355DA0-65A1-4643-BFE0-AA08C166F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7664" y="3075806"/>
              <a:ext cx="216024" cy="36004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3689CBFA-250D-4774-9AA3-03011F7AF8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846738"/>
              </p:ext>
            </p:extLst>
          </p:nvPr>
        </p:nvGraphicFramePr>
        <p:xfrm>
          <a:off x="2195736" y="3141908"/>
          <a:ext cx="4046537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71" name="Equation" r:id="rId13" imgW="4495680" imgH="736560" progId="Equation.DSMT4">
                  <p:embed/>
                </p:oleObj>
              </mc:Choice>
              <mc:Fallback>
                <p:oleObj name="Equation" r:id="rId13" imgW="4495680" imgH="73656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6B9936BD-7696-4650-BB51-9FF547674A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3141908"/>
                        <a:ext cx="4046537" cy="66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51E77CB8-3A3F-4297-96A4-3EA2491D5684}"/>
              </a:ext>
            </a:extLst>
          </p:cNvPr>
          <p:cNvSpPr/>
          <p:nvPr/>
        </p:nvSpPr>
        <p:spPr>
          <a:xfrm>
            <a:off x="657718" y="2219334"/>
            <a:ext cx="756084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C6A71BA6-9581-4B2D-971F-6870C5965B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684022"/>
              </p:ext>
            </p:extLst>
          </p:nvPr>
        </p:nvGraphicFramePr>
        <p:xfrm>
          <a:off x="5018088" y="2054225"/>
          <a:ext cx="29813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72" name="Equation" r:id="rId15" imgW="3314520" imgH="736560" progId="Equation.DSMT4">
                  <p:embed/>
                </p:oleObj>
              </mc:Choice>
              <mc:Fallback>
                <p:oleObj name="Equation" r:id="rId15" imgW="3314520" imgH="73656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9B7B22A5-6C38-48BB-B1C5-141FFF5C42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088" y="2054225"/>
                        <a:ext cx="2981325" cy="663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A315A3D4-AC1D-4089-9154-7D9B95D3F7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109460"/>
              </p:ext>
            </p:extLst>
          </p:nvPr>
        </p:nvGraphicFramePr>
        <p:xfrm>
          <a:off x="2915816" y="3083555"/>
          <a:ext cx="42386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73" name="Equation" r:id="rId17" imgW="469800" imgH="723600" progId="Equation.DSMT4">
                  <p:embed/>
                </p:oleObj>
              </mc:Choice>
              <mc:Fallback>
                <p:oleObj name="Equation" r:id="rId17" imgW="469800" imgH="72360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736D1D24-90B0-488B-AD7E-0EEE39261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083555"/>
                        <a:ext cx="423862" cy="6508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箭头: 下 21">
            <a:extLst>
              <a:ext uri="{FF2B5EF4-FFF2-40B4-BE49-F238E27FC236}">
                <a16:creationId xmlns:a16="http://schemas.microsoft.com/office/drawing/2014/main" id="{87B98641-FE30-4CBE-84D6-945995196002}"/>
              </a:ext>
            </a:extLst>
          </p:cNvPr>
          <p:cNvSpPr/>
          <p:nvPr/>
        </p:nvSpPr>
        <p:spPr>
          <a:xfrm rot="16200000">
            <a:off x="3420453" y="3759375"/>
            <a:ext cx="113152" cy="978408"/>
          </a:xfrm>
          <a:prstGeom prst="downArrow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7F76ABB6-22CF-41E6-9A8F-9E843506FD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25407"/>
              </p:ext>
            </p:extLst>
          </p:nvPr>
        </p:nvGraphicFramePr>
        <p:xfrm>
          <a:off x="4060436" y="3915189"/>
          <a:ext cx="127635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74" name="Equation" r:id="rId19" imgW="1358640" imgH="723600" progId="Equation.DSMT4">
                  <p:embed/>
                </p:oleObj>
              </mc:Choice>
              <mc:Fallback>
                <p:oleObj name="Equation" r:id="rId19" imgW="1358640" imgH="723600" progId="Equation.DSMT4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DBF83587-A5FF-4B1F-BB2C-49EC5CA928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436" y="3915189"/>
                        <a:ext cx="1276350" cy="681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E7D3ECFF-3C5E-4152-AC53-AD827BE10D82}"/>
              </a:ext>
            </a:extLst>
          </p:cNvPr>
          <p:cNvSpPr txBox="1"/>
          <p:nvPr/>
        </p:nvSpPr>
        <p:spPr>
          <a:xfrm>
            <a:off x="5989488" y="3961171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理论：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夹逼准则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552DFA0E-2B70-466A-A680-EE93B97007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331135"/>
              </p:ext>
            </p:extLst>
          </p:nvPr>
        </p:nvGraphicFramePr>
        <p:xfrm>
          <a:off x="4253988" y="2313698"/>
          <a:ext cx="18415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75" name="Equation" r:id="rId21" imgW="203040" imgH="241200" progId="Equation.DSMT4">
                  <p:embed/>
                </p:oleObj>
              </mc:Choice>
              <mc:Fallback>
                <p:oleObj name="Equation" r:id="rId21" imgW="203040" imgH="241200" progId="Equation.DSMT4">
                  <p:embed/>
                  <p:pic>
                    <p:nvPicPr>
                      <p:cNvPr id="45" name="Object 24">
                        <a:extLst>
                          <a:ext uri="{FF2B5EF4-FFF2-40B4-BE49-F238E27FC236}">
                            <a16:creationId xmlns:a16="http://schemas.microsoft.com/office/drawing/2014/main" id="{25A3A9DD-22EF-4F9B-BE3B-88F00C922A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3988" y="2313698"/>
                        <a:ext cx="184150" cy="215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8417AA55-77EC-4F2F-92B6-3AC936711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476698"/>
              </p:ext>
            </p:extLst>
          </p:nvPr>
        </p:nvGraphicFramePr>
        <p:xfrm>
          <a:off x="970843" y="3892227"/>
          <a:ext cx="1887537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76" name="Equation" r:id="rId23" imgW="2095200" imgH="787320" progId="Equation.DSMT4">
                  <p:embed/>
                </p:oleObj>
              </mc:Choice>
              <mc:Fallback>
                <p:oleObj name="Equation" r:id="rId23" imgW="2095200" imgH="787320" progId="Equation.DSMT4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F24C8C21-8CE9-4A5A-90B3-6A3010E166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843" y="3892227"/>
                        <a:ext cx="1887537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76EFAD3F-814D-444D-9D9A-907A01BAD8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92769"/>
              </p:ext>
            </p:extLst>
          </p:nvPr>
        </p:nvGraphicFramePr>
        <p:xfrm>
          <a:off x="4499992" y="2251075"/>
          <a:ext cx="2508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77" name="Equation" r:id="rId25" imgW="279360" imgH="380880" progId="Equation.DSMT4">
                  <p:embed/>
                </p:oleObj>
              </mc:Choice>
              <mc:Fallback>
                <p:oleObj name="Equation" r:id="rId25" imgW="279360" imgH="380880" progId="Equation.DSMT4">
                  <p:embed/>
                  <p:pic>
                    <p:nvPicPr>
                      <p:cNvPr id="47" name="Object 24">
                        <a:extLst>
                          <a:ext uri="{FF2B5EF4-FFF2-40B4-BE49-F238E27FC236}">
                            <a16:creationId xmlns:a16="http://schemas.microsoft.com/office/drawing/2014/main" id="{AC20D7B1-E645-4271-BF86-834DD0A553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2251075"/>
                        <a:ext cx="250825" cy="3444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7D6EA2EB-33C8-4E93-8356-B29FE1D0E1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143530"/>
              </p:ext>
            </p:extLst>
          </p:nvPr>
        </p:nvGraphicFramePr>
        <p:xfrm>
          <a:off x="1115616" y="2067694"/>
          <a:ext cx="30638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78" name="Equation" r:id="rId27" imgW="3403440" imgH="736560" progId="Equation.DSMT4">
                  <p:embed/>
                </p:oleObj>
              </mc:Choice>
              <mc:Fallback>
                <p:oleObj name="Equation" r:id="rId27" imgW="3403440" imgH="736560" progId="Equation.DSMT4">
                  <p:embed/>
                  <p:pic>
                    <p:nvPicPr>
                      <p:cNvPr id="48" name="Object 24">
                        <a:extLst>
                          <a:ext uri="{FF2B5EF4-FFF2-40B4-BE49-F238E27FC236}">
                            <a16:creationId xmlns:a16="http://schemas.microsoft.com/office/drawing/2014/main" id="{25B4E724-DD27-4D1E-A382-19BBD61097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067694"/>
                        <a:ext cx="3063875" cy="663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CDE645C7-298E-4AFA-8E56-C7CFE10D66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414680"/>
              </p:ext>
            </p:extLst>
          </p:nvPr>
        </p:nvGraphicFramePr>
        <p:xfrm>
          <a:off x="4788024" y="2291467"/>
          <a:ext cx="182563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79" name="Equation" r:id="rId29" imgW="203040" imgH="241200" progId="Equation.DSMT4">
                  <p:embed/>
                </p:oleObj>
              </mc:Choice>
              <mc:Fallback>
                <p:oleObj name="Equation" r:id="rId29" imgW="203040" imgH="241200" progId="Equation.DSMT4">
                  <p:embed/>
                  <p:pic>
                    <p:nvPicPr>
                      <p:cNvPr id="49" name="Object 24">
                        <a:extLst>
                          <a:ext uri="{FF2B5EF4-FFF2-40B4-BE49-F238E27FC236}">
                            <a16:creationId xmlns:a16="http://schemas.microsoft.com/office/drawing/2014/main" id="{D75AA4C0-4FEC-427A-8411-69F5A41DE3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2291467"/>
                        <a:ext cx="182563" cy="2174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E1DC7ADF-1DA9-487E-A38B-2DE479AD80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633754"/>
              </p:ext>
            </p:extLst>
          </p:nvPr>
        </p:nvGraphicFramePr>
        <p:xfrm>
          <a:off x="4579749" y="2931790"/>
          <a:ext cx="224631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80" name="Equation" r:id="rId31" imgW="2641320" imgH="1130040" progId="Equation.DSMT4">
                  <p:embed/>
                </p:oleObj>
              </mc:Choice>
              <mc:Fallback>
                <p:oleObj name="Equation" r:id="rId31" imgW="2641320" imgH="113004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1664C174-600D-4B8D-8DFE-78AD1B3259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749" y="2931790"/>
                        <a:ext cx="2246312" cy="9604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C8459391-CE2E-4CBE-A89E-72F1556221D3}"/>
              </a:ext>
            </a:extLst>
          </p:cNvPr>
          <p:cNvSpPr/>
          <p:nvPr/>
        </p:nvSpPr>
        <p:spPr>
          <a:xfrm>
            <a:off x="4572000" y="2931790"/>
            <a:ext cx="2448272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88961FAD-B8C8-406C-9E9D-C05153644D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836041"/>
              </p:ext>
            </p:extLst>
          </p:nvPr>
        </p:nvGraphicFramePr>
        <p:xfrm>
          <a:off x="3384178" y="3076575"/>
          <a:ext cx="151288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681" name="Equation" r:id="rId33" imgW="1777680" imgH="787320" progId="Equation.DSMT4">
                  <p:embed/>
                </p:oleObj>
              </mc:Choice>
              <mc:Fallback>
                <p:oleObj name="Equation" r:id="rId33" imgW="1777680" imgH="787320" progId="Equation.DSMT4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365B71DD-27C5-493E-A172-20180082EB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178" y="3076575"/>
                        <a:ext cx="1512888" cy="6699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00C4895C-17F7-4184-971B-86D01CAC010E}"/>
              </a:ext>
            </a:extLst>
          </p:cNvPr>
          <p:cNvSpPr txBox="1"/>
          <p:nvPr/>
        </p:nvSpPr>
        <p:spPr>
          <a:xfrm>
            <a:off x="960939" y="3208274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F8CB08A-1294-4343-B383-712A92CD332F}"/>
              </a:ext>
            </a:extLst>
          </p:cNvPr>
          <p:cNvSpPr txBox="1"/>
          <p:nvPr/>
        </p:nvSpPr>
        <p:spPr>
          <a:xfrm>
            <a:off x="6984268" y="648138"/>
            <a:ext cx="15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和式极限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65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/>
      <p:bldP spid="10" grpId="0"/>
      <p:bldP spid="14" grpId="0"/>
      <p:bldP spid="19" grpId="0" animBg="1"/>
      <p:bldP spid="22" grpId="0" animBg="1"/>
      <p:bldP spid="24" grpId="0"/>
      <p:bldP spid="31" grpId="0" animBg="1"/>
      <p:bldP spid="33" grpId="0"/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1AD4BA-608E-4402-9BC7-7F2DCAA6DF7D}"/>
              </a:ext>
            </a:extLst>
          </p:cNvPr>
          <p:cNvSpPr txBox="1"/>
          <p:nvPr/>
        </p:nvSpPr>
        <p:spPr>
          <a:xfrm>
            <a:off x="842232" y="234772"/>
            <a:ext cx="2554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准则Ⅰ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夹逼准则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BE6334-FD43-4A26-8C9B-8CFA081D2BE5}"/>
              </a:ext>
            </a:extLst>
          </p:cNvPr>
          <p:cNvSpPr txBox="1"/>
          <p:nvPr/>
        </p:nvSpPr>
        <p:spPr>
          <a:xfrm>
            <a:off x="3568911" y="227699"/>
            <a:ext cx="5718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如果</a:t>
            </a:r>
            <a:r>
              <a:rPr lang="zh-CN" altLang="zh-CN" sz="2400" b="1" dirty="0">
                <a:latin typeface="+mn-ea"/>
              </a:rPr>
              <a:t>数列</a:t>
            </a:r>
            <a:r>
              <a:rPr lang="en-US" altLang="zh-CN" sz="2400" b="1" dirty="0">
                <a:latin typeface="+mn-ea"/>
              </a:rPr>
              <a:t>          </a:t>
            </a:r>
            <a:r>
              <a:rPr lang="zh-CN" altLang="en-US" sz="2400" b="1" dirty="0">
                <a:latin typeface="+mn-ea"/>
              </a:rPr>
              <a:t>及    满足条件：</a:t>
            </a:r>
            <a:r>
              <a:rPr lang="en-US" altLang="zh-CN" sz="2400" b="1" dirty="0">
                <a:latin typeface="+mn-ea"/>
              </a:rPr>
              <a:t>       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4A83AB7B-6C72-4B22-9D5C-E9735179F5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680993"/>
              </p:ext>
            </p:extLst>
          </p:nvPr>
        </p:nvGraphicFramePr>
        <p:xfrm>
          <a:off x="6777845" y="277257"/>
          <a:ext cx="596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75" name="Equation" r:id="rId3" imgW="596880" imgH="431640" progId="Equation.DSMT4">
                  <p:embed/>
                </p:oleObj>
              </mc:Choice>
              <mc:Fallback>
                <p:oleObj name="Equation" r:id="rId3" imgW="596880" imgH="43164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61D3B424-1170-4A55-831E-BF5DCED3C4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845" y="277257"/>
                        <a:ext cx="596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0FF329E2-7615-4CB2-9B7A-72E4E0E83D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742418"/>
              </p:ext>
            </p:extLst>
          </p:nvPr>
        </p:nvGraphicFramePr>
        <p:xfrm>
          <a:off x="4912183" y="283277"/>
          <a:ext cx="135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76" name="Equation" r:id="rId5" imgW="1358640" imgH="431640" progId="Equation.DSMT4">
                  <p:embed/>
                </p:oleObj>
              </mc:Choice>
              <mc:Fallback>
                <p:oleObj name="Equation" r:id="rId5" imgW="1358640" imgH="43164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F48197FA-E0E3-4205-9E41-F8B1E6DB9C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2183" y="283277"/>
                        <a:ext cx="1358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1F034BE-7BBE-4F02-8779-962FCA28ADBC}"/>
              </a:ext>
            </a:extLst>
          </p:cNvPr>
          <p:cNvSpPr txBox="1"/>
          <p:nvPr/>
        </p:nvSpPr>
        <p:spPr>
          <a:xfrm>
            <a:off x="797756" y="947242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（</a:t>
            </a:r>
            <a:r>
              <a:rPr lang="en-US" altLang="zh-CN" sz="2400" b="1" dirty="0"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）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3CCED08E-ABB3-4E14-96C6-23D5A940B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032558"/>
              </p:ext>
            </p:extLst>
          </p:nvPr>
        </p:nvGraphicFramePr>
        <p:xfrm>
          <a:off x="3563888" y="987574"/>
          <a:ext cx="213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77" name="Equation" r:id="rId7" imgW="2133360" imgH="380880" progId="Equation.DSMT4">
                  <p:embed/>
                </p:oleObj>
              </mc:Choice>
              <mc:Fallback>
                <p:oleObj name="Equation" r:id="rId7" imgW="2133360" imgH="38088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9793E9D8-9789-4F86-A013-ACCEC241BB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987574"/>
                        <a:ext cx="2133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DDEB9F5D-3CD5-41EF-90EE-9558039FE261}"/>
              </a:ext>
            </a:extLst>
          </p:cNvPr>
          <p:cNvGrpSpPr/>
          <p:nvPr/>
        </p:nvGrpSpPr>
        <p:grpSpPr>
          <a:xfrm>
            <a:off x="797756" y="1699822"/>
            <a:ext cx="3552861" cy="507451"/>
            <a:chOff x="941717" y="2571750"/>
            <a:chExt cx="3552861" cy="507451"/>
          </a:xfrm>
        </p:grpSpPr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42001EEF-18CD-424F-93F2-89E92B9308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129254"/>
                </p:ext>
              </p:extLst>
            </p:nvPr>
          </p:nvGraphicFramePr>
          <p:xfrm>
            <a:off x="1764078" y="2596601"/>
            <a:ext cx="2730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378" name="Equation" r:id="rId9" imgW="2730240" imgH="482400" progId="Equation.DSMT4">
                    <p:embed/>
                  </p:oleObj>
                </mc:Choice>
                <mc:Fallback>
                  <p:oleObj name="Equation" r:id="rId9" imgW="2730240" imgH="482400" progId="Equation.DSMT4">
                    <p:embed/>
                    <p:pic>
                      <p:nvPicPr>
                        <p:cNvPr id="30" name="Object 24">
                          <a:extLst>
                            <a:ext uri="{FF2B5EF4-FFF2-40B4-BE49-F238E27FC236}">
                              <a16:creationId xmlns:a16="http://schemas.microsoft.com/office/drawing/2014/main" id="{3FA3FBFA-E815-44AD-98FD-DF2BC2B5F3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4078" y="2596601"/>
                          <a:ext cx="2730500" cy="482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FA06A64-18FC-4F45-A54C-435532E18716}"/>
                </a:ext>
              </a:extLst>
            </p:cNvPr>
            <p:cNvSpPr txBox="1"/>
            <p:nvPr/>
          </p:nvSpPr>
          <p:spPr>
            <a:xfrm>
              <a:off x="941717" y="2571750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（</a:t>
              </a:r>
              <a:r>
                <a:rPr lang="en-US" altLang="zh-CN" sz="2400" b="1" dirty="0">
                  <a:latin typeface="+mn-ea"/>
                </a:rPr>
                <a:t>2</a:t>
              </a:r>
              <a:r>
                <a:rPr lang="zh-CN" altLang="en-US" sz="2400" b="1" dirty="0">
                  <a:latin typeface="+mn-ea"/>
                </a:rPr>
                <a:t>）</a:t>
              </a:r>
            </a:p>
          </p:txBody>
        </p:sp>
      </p:grp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35E4F7D9-498D-409F-BE16-867E29A6BD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214743"/>
              </p:ext>
            </p:extLst>
          </p:nvPr>
        </p:nvGraphicFramePr>
        <p:xfrm>
          <a:off x="4398900" y="2403920"/>
          <a:ext cx="1295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79" name="Equation" r:id="rId11" imgW="1295280" imgH="482400" progId="Equation.DSMT4">
                  <p:embed/>
                </p:oleObj>
              </mc:Choice>
              <mc:Fallback>
                <p:oleObj name="Equation" r:id="rId11" imgW="1295280" imgH="482400" progId="Equation.DSMT4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4FD5C38C-ED11-4842-A097-B3E73691B2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00" y="2403920"/>
                        <a:ext cx="1295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7">
            <a:extLst>
              <a:ext uri="{FF2B5EF4-FFF2-40B4-BE49-F238E27FC236}">
                <a16:creationId xmlns:a16="http://schemas.microsoft.com/office/drawing/2014/main" id="{D5C90F1C-8E9C-420F-A6DD-BAA7A6462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40" y="3092120"/>
            <a:ext cx="31670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俗称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抬轿子原理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pic>
        <p:nvPicPr>
          <p:cNvPr id="14" name="Picture 48" descr="_18655649126755455[1]">
            <a:extLst>
              <a:ext uri="{FF2B5EF4-FFF2-40B4-BE49-F238E27FC236}">
                <a16:creationId xmlns:a16="http://schemas.microsoft.com/office/drawing/2014/main" id="{A404FE4B-5CFA-4BB8-8C8F-2EBEC4140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942149" y="3322952"/>
            <a:ext cx="2328934" cy="1068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F3CD4B4-D02E-4F77-9FBC-B8CF4F6FAFA5}"/>
              </a:ext>
            </a:extLst>
          </p:cNvPr>
          <p:cNvSpPr txBox="1"/>
          <p:nvPr/>
        </p:nvSpPr>
        <p:spPr>
          <a:xfrm>
            <a:off x="5821148" y="2325985"/>
            <a:ext cx="2260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称为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夹逼准则，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58610AD-60BC-4253-B9C3-583CBFACB5C7}"/>
              </a:ext>
            </a:extLst>
          </p:cNvPr>
          <p:cNvGrpSpPr/>
          <p:nvPr/>
        </p:nvGrpSpPr>
        <p:grpSpPr>
          <a:xfrm>
            <a:off x="306573" y="2339540"/>
            <a:ext cx="4176464" cy="469275"/>
            <a:chOff x="2076227" y="1188179"/>
            <a:chExt cx="4176464" cy="469275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245F399-D5F5-4798-BED0-D3A4474D0F35}"/>
                </a:ext>
              </a:extLst>
            </p:cNvPr>
            <p:cNvSpPr txBox="1"/>
            <p:nvPr/>
          </p:nvSpPr>
          <p:spPr>
            <a:xfrm>
              <a:off x="2076227" y="1188179"/>
              <a:ext cx="41764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那么</a:t>
              </a:r>
              <a:r>
                <a:rPr lang="zh-CN" altLang="zh-CN" sz="2400" b="1" dirty="0">
                  <a:latin typeface="+mn-ea"/>
                </a:rPr>
                <a:t>数列</a:t>
              </a:r>
              <a:r>
                <a:rPr lang="en-US" altLang="zh-CN" sz="2400" b="1" dirty="0"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的极限存在，且</a:t>
              </a:r>
              <a:r>
                <a:rPr lang="en-US" altLang="zh-CN" sz="2400" b="1" dirty="0">
                  <a:latin typeface="+mn-ea"/>
                </a:rPr>
                <a:t>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C710ACBA-F931-4E56-8CEF-39FA35CF5D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8171013"/>
                </p:ext>
              </p:extLst>
            </p:nvPr>
          </p:nvGraphicFramePr>
          <p:xfrm>
            <a:off x="3429389" y="1225654"/>
            <a:ext cx="5715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380" name="Equation" r:id="rId14" imgW="571320" imgH="431640" progId="Equation.DSMT4">
                    <p:embed/>
                  </p:oleObj>
                </mc:Choice>
                <mc:Fallback>
                  <p:oleObj name="Equation" r:id="rId14" imgW="571320" imgH="431640" progId="Equation.DSMT4">
                    <p:embed/>
                    <p:pic>
                      <p:nvPicPr>
                        <p:cNvPr id="23" name="Object 24">
                          <a:extLst>
                            <a:ext uri="{FF2B5EF4-FFF2-40B4-BE49-F238E27FC236}">
                              <a16:creationId xmlns:a16="http://schemas.microsoft.com/office/drawing/2014/main" id="{70721F99-5230-4B41-8E4B-53D4042A54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389" y="1225654"/>
                          <a:ext cx="571500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1C018975-85A0-4F21-B189-D0DE9179C9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393957"/>
              </p:ext>
            </p:extLst>
          </p:nvPr>
        </p:nvGraphicFramePr>
        <p:xfrm>
          <a:off x="1798466" y="968092"/>
          <a:ext cx="1511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81" name="Equation" r:id="rId16" imgW="1511280" imgH="380880" progId="Equation.DSMT4">
                  <p:embed/>
                </p:oleObj>
              </mc:Choice>
              <mc:Fallback>
                <p:oleObj name="Equation" r:id="rId16" imgW="1511280" imgH="38088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7267677D-8D1C-4897-93B5-967F820B2E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466" y="968092"/>
                        <a:ext cx="1511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153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63224D-48E1-470B-994A-6DDBB8DA4CB5}"/>
              </a:ext>
            </a:extLst>
          </p:cNvPr>
          <p:cNvSpPr txBox="1"/>
          <p:nvPr/>
        </p:nvSpPr>
        <p:spPr>
          <a:xfrm>
            <a:off x="819508" y="935845"/>
            <a:ext cx="54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A4D6C8-4345-4C4C-882C-45948F971F5B}"/>
              </a:ext>
            </a:extLst>
          </p:cNvPr>
          <p:cNvSpPr txBox="1"/>
          <p:nvPr/>
        </p:nvSpPr>
        <p:spPr>
          <a:xfrm>
            <a:off x="1347033" y="945233"/>
            <a:ext cx="179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由条件（</a:t>
            </a:r>
            <a:r>
              <a:rPr lang="en-US" altLang="zh-CN" sz="2400" b="1" dirty="0">
                <a:latin typeface="+mn-ea"/>
              </a:rPr>
              <a:t>2</a:t>
            </a:r>
            <a:r>
              <a:rPr lang="zh-CN" altLang="en-US" sz="2400" b="1" dirty="0">
                <a:latin typeface="+mn-ea"/>
              </a:rPr>
              <a:t>）</a:t>
            </a:r>
            <a:r>
              <a:rPr lang="en-US" altLang="zh-CN" sz="2400" b="1" dirty="0">
                <a:latin typeface="+mn-ea"/>
              </a:rPr>
              <a:t>                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FE82A852-A00E-4BF8-A40A-37E96A9B06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071974"/>
              </p:ext>
            </p:extLst>
          </p:nvPr>
        </p:nvGraphicFramePr>
        <p:xfrm>
          <a:off x="1763688" y="267494"/>
          <a:ext cx="158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712" name="Equation" r:id="rId3" imgW="1587240" imgH="380880" progId="Equation.DSMT4">
                  <p:embed/>
                </p:oleObj>
              </mc:Choice>
              <mc:Fallback>
                <p:oleObj name="Equation" r:id="rId3" imgW="1587240" imgH="38088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8D1AC856-D131-4292-881F-34FB52A9BB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67494"/>
                        <a:ext cx="1587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721BB23-767F-4A50-A4DC-3D02EEC827B2}"/>
              </a:ext>
            </a:extLst>
          </p:cNvPr>
          <p:cNvSpPr txBox="1"/>
          <p:nvPr/>
        </p:nvSpPr>
        <p:spPr>
          <a:xfrm>
            <a:off x="997900" y="205974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（</a:t>
            </a:r>
            <a:r>
              <a:rPr lang="en-US" altLang="zh-CN" sz="2400" b="1" dirty="0"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）</a:t>
            </a: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674333DE-6C3A-4871-81A0-7FAE51E6C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584456"/>
              </p:ext>
            </p:extLst>
          </p:nvPr>
        </p:nvGraphicFramePr>
        <p:xfrm>
          <a:off x="4190829" y="270551"/>
          <a:ext cx="2235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713" name="Equation" r:id="rId5" imgW="2234880" imgH="482400" progId="Equation.DSMT4">
                  <p:embed/>
                </p:oleObj>
              </mc:Choice>
              <mc:Fallback>
                <p:oleObj name="Equation" r:id="rId5" imgW="2234880" imgH="48240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3FA3FBFA-E815-44AD-98FD-DF2BC2B5F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829" y="270551"/>
                        <a:ext cx="2235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916A67D-CDE5-48DC-A68F-82547917D5B2}"/>
              </a:ext>
            </a:extLst>
          </p:cNvPr>
          <p:cNvSpPr txBox="1"/>
          <p:nvPr/>
        </p:nvSpPr>
        <p:spPr>
          <a:xfrm>
            <a:off x="3413339" y="201146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（</a:t>
            </a:r>
            <a:r>
              <a:rPr lang="en-US" altLang="zh-CN" sz="2400" b="1" dirty="0">
                <a:latin typeface="+mn-ea"/>
              </a:rPr>
              <a:t>2</a:t>
            </a:r>
            <a:r>
              <a:rPr lang="zh-CN" altLang="en-US" sz="2400" b="1" dirty="0">
                <a:latin typeface="+mn-ea"/>
              </a:rPr>
              <a:t>）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74D51CC5-EA2C-4653-9722-D864225A04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560664"/>
              </p:ext>
            </p:extLst>
          </p:nvPr>
        </p:nvGraphicFramePr>
        <p:xfrm>
          <a:off x="3121912" y="1071686"/>
          <a:ext cx="10414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714" name="Equation" r:id="rId7" imgW="1041120" imgH="342720" progId="Equation.DSMT4">
                  <p:embed/>
                </p:oleObj>
              </mc:Choice>
              <mc:Fallback>
                <p:oleObj name="Equation" r:id="rId7" imgW="1041120" imgH="342720" progId="Equation.DSMT4">
                  <p:embed/>
                  <p:pic>
                    <p:nvPicPr>
                      <p:cNvPr id="76" name="Object 24">
                        <a:extLst>
                          <a:ext uri="{FF2B5EF4-FFF2-40B4-BE49-F238E27FC236}">
                            <a16:creationId xmlns:a16="http://schemas.microsoft.com/office/drawing/2014/main" id="{0CCD79C8-D1A6-4557-A076-5DE3B7E5F5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1912" y="1071686"/>
                        <a:ext cx="1041400" cy="3238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5148E222-45AB-4026-BAA3-F16061A01D0B}"/>
              </a:ext>
            </a:extLst>
          </p:cNvPr>
          <p:cNvGrpSpPr/>
          <p:nvPr/>
        </p:nvGrpSpPr>
        <p:grpSpPr>
          <a:xfrm>
            <a:off x="1306052" y="1623806"/>
            <a:ext cx="3084869" cy="472430"/>
            <a:chOff x="1249869" y="1923030"/>
            <a:chExt cx="3084869" cy="472430"/>
          </a:xfrm>
        </p:grpSpPr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83D5EF38-686A-418D-98FE-C65D28CD4B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8861901"/>
                </p:ext>
              </p:extLst>
            </p:nvPr>
          </p:nvGraphicFramePr>
          <p:xfrm>
            <a:off x="3090138" y="1963660"/>
            <a:ext cx="1244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715" name="Equation" r:id="rId9" imgW="1244520" imgH="431640" progId="Equation.DSMT4">
                    <p:embed/>
                  </p:oleObj>
                </mc:Choice>
                <mc:Fallback>
                  <p:oleObj name="Equation" r:id="rId9" imgW="1244520" imgH="431640" progId="Equation.DSMT4">
                    <p:embed/>
                    <p:pic>
                      <p:nvPicPr>
                        <p:cNvPr id="27" name="Object 24">
                          <a:extLst>
                            <a:ext uri="{FF2B5EF4-FFF2-40B4-BE49-F238E27FC236}">
                              <a16:creationId xmlns:a16="http://schemas.microsoft.com/office/drawing/2014/main" id="{F48197FA-E0E3-4205-9E41-F8B1E6DB9C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0138" y="1963660"/>
                          <a:ext cx="1244600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530A880-B4BF-4B4A-AA50-525FC1BB34C9}"/>
                </a:ext>
              </a:extLst>
            </p:cNvPr>
            <p:cNvSpPr txBox="1"/>
            <p:nvPr/>
          </p:nvSpPr>
          <p:spPr>
            <a:xfrm>
              <a:off x="1249869" y="1923030"/>
              <a:ext cx="5779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2" name="Object 24">
              <a:extLst>
                <a:ext uri="{FF2B5EF4-FFF2-40B4-BE49-F238E27FC236}">
                  <a16:creationId xmlns:a16="http://schemas.microsoft.com/office/drawing/2014/main" id="{52584241-F337-414C-ADF8-1F836E9BC9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0788539"/>
                </p:ext>
              </p:extLst>
            </p:nvPr>
          </p:nvGraphicFramePr>
          <p:xfrm>
            <a:off x="1656326" y="2025920"/>
            <a:ext cx="8382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716" name="Equation" r:id="rId11" imgW="838080" imgH="380880" progId="Equation.DSMT4">
                    <p:embed/>
                  </p:oleObj>
                </mc:Choice>
                <mc:Fallback>
                  <p:oleObj name="Equation" r:id="rId11" imgW="838080" imgH="380880" progId="Equation.DSMT4">
                    <p:embed/>
                    <p:pic>
                      <p:nvPicPr>
                        <p:cNvPr id="79" name="Object 24">
                          <a:extLst>
                            <a:ext uri="{FF2B5EF4-FFF2-40B4-BE49-F238E27FC236}">
                              <a16:creationId xmlns:a16="http://schemas.microsoft.com/office/drawing/2014/main" id="{44B775E0-212A-4821-9856-D57F45137A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6326" y="2025920"/>
                          <a:ext cx="838200" cy="3587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361C99B-D91F-4CE1-BCDC-6BA86C451486}"/>
                </a:ext>
              </a:extLst>
            </p:cNvPr>
            <p:cNvSpPr txBox="1"/>
            <p:nvPr/>
          </p:nvSpPr>
          <p:spPr>
            <a:xfrm>
              <a:off x="2478165" y="1933788"/>
              <a:ext cx="5779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时，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</p:grp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A0D164D8-7AB7-453A-81A6-340A3FABE4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953560"/>
              </p:ext>
            </p:extLst>
          </p:nvPr>
        </p:nvGraphicFramePr>
        <p:xfrm>
          <a:off x="4464050" y="1712913"/>
          <a:ext cx="2603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717" name="Equation" r:id="rId13" imgW="2603160" imgH="380880" progId="Equation.DSMT4">
                  <p:embed/>
                </p:oleObj>
              </mc:Choice>
              <mc:Fallback>
                <p:oleObj name="Equation" r:id="rId13" imgW="2603160" imgH="380880" progId="Equation.DSMT4">
                  <p:embed/>
                  <p:pic>
                    <p:nvPicPr>
                      <p:cNvPr id="81" name="Object 24">
                        <a:extLst>
                          <a:ext uri="{FF2B5EF4-FFF2-40B4-BE49-F238E27FC236}">
                            <a16:creationId xmlns:a16="http://schemas.microsoft.com/office/drawing/2014/main" id="{FF6CFA73-CF6E-4A1E-855F-B6C9E5E3E6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1712913"/>
                        <a:ext cx="2603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40FE778D-D5F1-4D85-B4A0-2BAA61AA379C}"/>
              </a:ext>
            </a:extLst>
          </p:cNvPr>
          <p:cNvGrpSpPr/>
          <p:nvPr/>
        </p:nvGrpSpPr>
        <p:grpSpPr>
          <a:xfrm>
            <a:off x="1305645" y="2434340"/>
            <a:ext cx="3071713" cy="472936"/>
            <a:chOff x="1249869" y="1923030"/>
            <a:chExt cx="3071713" cy="472936"/>
          </a:xfrm>
        </p:grpSpPr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C8F14132-EF24-4DCA-A6C1-E1DBC5B5D2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3071222"/>
                </p:ext>
              </p:extLst>
            </p:nvPr>
          </p:nvGraphicFramePr>
          <p:xfrm>
            <a:off x="3102382" y="1964166"/>
            <a:ext cx="12192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718" name="Equation" r:id="rId15" imgW="1218960" imgH="431640" progId="Equation.DSMT4">
                    <p:embed/>
                  </p:oleObj>
                </mc:Choice>
                <mc:Fallback>
                  <p:oleObj name="Equation" r:id="rId15" imgW="1218960" imgH="431640" progId="Equation.DSMT4">
                    <p:embed/>
                    <p:pic>
                      <p:nvPicPr>
                        <p:cNvPr id="83" name="Object 24">
                          <a:extLst>
                            <a:ext uri="{FF2B5EF4-FFF2-40B4-BE49-F238E27FC236}">
                              <a16:creationId xmlns:a16="http://schemas.microsoft.com/office/drawing/2014/main" id="{F74EF3CD-157D-4B4F-911C-17B3A464B6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2382" y="1964166"/>
                          <a:ext cx="1219200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76C74FD-9783-4F1C-BD33-94D683237B81}"/>
                </a:ext>
              </a:extLst>
            </p:cNvPr>
            <p:cNvSpPr txBox="1"/>
            <p:nvPr/>
          </p:nvSpPr>
          <p:spPr>
            <a:xfrm>
              <a:off x="1249869" y="1923030"/>
              <a:ext cx="5779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当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8E1ACE81-4C77-4277-950C-252E1B9373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8311627"/>
                </p:ext>
              </p:extLst>
            </p:nvPr>
          </p:nvGraphicFramePr>
          <p:xfrm>
            <a:off x="1643470" y="2026078"/>
            <a:ext cx="8636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719" name="Equation" r:id="rId17" imgW="863280" imgH="380880" progId="Equation.DSMT4">
                    <p:embed/>
                  </p:oleObj>
                </mc:Choice>
                <mc:Fallback>
                  <p:oleObj name="Equation" r:id="rId17" imgW="863280" imgH="380880" progId="Equation.DSMT4">
                    <p:embed/>
                    <p:pic>
                      <p:nvPicPr>
                        <p:cNvPr id="85" name="Object 24">
                          <a:extLst>
                            <a:ext uri="{FF2B5EF4-FFF2-40B4-BE49-F238E27FC236}">
                              <a16:creationId xmlns:a16="http://schemas.microsoft.com/office/drawing/2014/main" id="{5B211237-BC72-4AC3-85EB-329393DE81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3470" y="2026078"/>
                          <a:ext cx="863600" cy="3587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F9E33B5-BC66-4745-9D1F-AC4862DA84A6}"/>
                </a:ext>
              </a:extLst>
            </p:cNvPr>
            <p:cNvSpPr txBox="1"/>
            <p:nvPr/>
          </p:nvSpPr>
          <p:spPr>
            <a:xfrm>
              <a:off x="2478165" y="1933788"/>
              <a:ext cx="5779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时，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</p:grp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6DB541CA-95DA-420A-B5F9-335EAD7F11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665164"/>
              </p:ext>
            </p:extLst>
          </p:nvPr>
        </p:nvGraphicFramePr>
        <p:xfrm>
          <a:off x="4373563" y="2514600"/>
          <a:ext cx="257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720" name="Equation" r:id="rId19" imgW="2577960" imgH="380880" progId="Equation.DSMT4">
                  <p:embed/>
                </p:oleObj>
              </mc:Choice>
              <mc:Fallback>
                <p:oleObj name="Equation" r:id="rId19" imgW="2577960" imgH="380880" progId="Equation.DSMT4">
                  <p:embed/>
                  <p:pic>
                    <p:nvPicPr>
                      <p:cNvPr id="87" name="Object 24">
                        <a:extLst>
                          <a:ext uri="{FF2B5EF4-FFF2-40B4-BE49-F238E27FC236}">
                            <a16:creationId xmlns:a16="http://schemas.microsoft.com/office/drawing/2014/main" id="{E4245B5F-5A8B-42DA-B600-F9CD0E54C6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2514600"/>
                        <a:ext cx="2578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9">
            <a:extLst>
              <a:ext uri="{FF2B5EF4-FFF2-40B4-BE49-F238E27FC236}">
                <a16:creationId xmlns:a16="http://schemas.microsoft.com/office/drawing/2014/main" id="{02E731D9-6420-44CE-93D5-3404A94A9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3213" y="1620543"/>
            <a:ext cx="1263322" cy="5767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76C2E95D-E0A1-48B8-ABD1-875AED0BC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2316" y="2412631"/>
            <a:ext cx="1312845" cy="5767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7A83EC1-DFA2-4FE8-8F4B-BBAC209105A9}"/>
              </a:ext>
            </a:extLst>
          </p:cNvPr>
          <p:cNvGrpSpPr/>
          <p:nvPr/>
        </p:nvGrpSpPr>
        <p:grpSpPr>
          <a:xfrm>
            <a:off x="451719" y="3163332"/>
            <a:ext cx="2998388" cy="467671"/>
            <a:chOff x="1249869" y="1923030"/>
            <a:chExt cx="2998388" cy="467671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F1483E9-2F50-420A-9126-0BC6AFB0FE2D}"/>
                </a:ext>
              </a:extLst>
            </p:cNvPr>
            <p:cNvSpPr txBox="1"/>
            <p:nvPr/>
          </p:nvSpPr>
          <p:spPr>
            <a:xfrm>
              <a:off x="1249869" y="1923030"/>
              <a:ext cx="5779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取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28467385-04E7-456F-975C-41EA75E015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0635739"/>
                </p:ext>
              </p:extLst>
            </p:nvPr>
          </p:nvGraphicFramePr>
          <p:xfrm>
            <a:off x="1670157" y="1984301"/>
            <a:ext cx="2578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721" name="Equation" r:id="rId21" imgW="2577960" imgH="431640" progId="Equation.DSMT4">
                    <p:embed/>
                  </p:oleObj>
                </mc:Choice>
                <mc:Fallback>
                  <p:oleObj name="Equation" r:id="rId21" imgW="2577960" imgH="431640" progId="Equation.DSMT4">
                    <p:embed/>
                    <p:pic>
                      <p:nvPicPr>
                        <p:cNvPr id="94" name="Object 24">
                          <a:extLst>
                            <a:ext uri="{FF2B5EF4-FFF2-40B4-BE49-F238E27FC236}">
                              <a16:creationId xmlns:a16="http://schemas.microsoft.com/office/drawing/2014/main" id="{9B369329-F139-4BCF-879E-42454C3FCA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0157" y="1984301"/>
                          <a:ext cx="2578100" cy="4064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7B60F224-3A0E-4D5E-ADA6-A137D3849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060335"/>
              </p:ext>
            </p:extLst>
          </p:nvPr>
        </p:nvGraphicFramePr>
        <p:xfrm>
          <a:off x="889466" y="3906471"/>
          <a:ext cx="330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722" name="Equation" r:id="rId23" imgW="3301920" imgH="380880" progId="Equation.DSMT4">
                  <p:embed/>
                </p:oleObj>
              </mc:Choice>
              <mc:Fallback>
                <p:oleObj name="Equation" r:id="rId23" imgW="3301920" imgH="380880" progId="Equation.DSMT4">
                  <p:embed/>
                  <p:pic>
                    <p:nvPicPr>
                      <p:cNvPr id="96" name="Object 24">
                        <a:extLst>
                          <a:ext uri="{FF2B5EF4-FFF2-40B4-BE49-F238E27FC236}">
                            <a16:creationId xmlns:a16="http://schemas.microsoft.com/office/drawing/2014/main" id="{21859503-5E7A-4636-9CC1-9D9983D15B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466" y="3906471"/>
                        <a:ext cx="3302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65EB3A66-2EAE-4DA1-BA6C-9A465A1AA36F}"/>
              </a:ext>
            </a:extLst>
          </p:cNvPr>
          <p:cNvGrpSpPr/>
          <p:nvPr/>
        </p:nvGrpSpPr>
        <p:grpSpPr>
          <a:xfrm>
            <a:off x="3384595" y="3170710"/>
            <a:ext cx="2107684" cy="461665"/>
            <a:chOff x="1142288" y="1909512"/>
            <a:chExt cx="2107684" cy="461665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3F02148-6979-4515-9587-BFDF3D868380}"/>
                </a:ext>
              </a:extLst>
            </p:cNvPr>
            <p:cNvSpPr txBox="1"/>
            <p:nvPr/>
          </p:nvSpPr>
          <p:spPr>
            <a:xfrm>
              <a:off x="1142288" y="1909512"/>
              <a:ext cx="2107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，当     时，</a:t>
              </a:r>
            </a:p>
          </p:txBody>
        </p:sp>
        <p:graphicFrame>
          <p:nvGraphicFramePr>
            <p:cNvPr id="29" name="Object 24">
              <a:extLst>
                <a:ext uri="{FF2B5EF4-FFF2-40B4-BE49-F238E27FC236}">
                  <a16:creationId xmlns:a16="http://schemas.microsoft.com/office/drawing/2014/main" id="{3BCD8635-EE0F-4D04-B4F2-75D04DBCB6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5200930"/>
                </p:ext>
              </p:extLst>
            </p:nvPr>
          </p:nvGraphicFramePr>
          <p:xfrm>
            <a:off x="1881820" y="2038970"/>
            <a:ext cx="762000" cy="318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723" name="Equation" r:id="rId25" imgW="761760" imgH="342720" progId="Equation.DSMT4">
                    <p:embed/>
                  </p:oleObj>
                </mc:Choice>
                <mc:Fallback>
                  <p:oleObj name="Equation" r:id="rId25" imgW="761760" imgH="342720" progId="Equation.DSMT4">
                    <p:embed/>
                    <p:pic>
                      <p:nvPicPr>
                        <p:cNvPr id="99" name="Object 24">
                          <a:extLst>
                            <a:ext uri="{FF2B5EF4-FFF2-40B4-BE49-F238E27FC236}">
                              <a16:creationId xmlns:a16="http://schemas.microsoft.com/office/drawing/2014/main" id="{8D56045C-0464-4DE0-BDC7-BF1D360105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1820" y="2038970"/>
                          <a:ext cx="762000" cy="31863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AutoShape 7">
            <a:extLst>
              <a:ext uri="{FF2B5EF4-FFF2-40B4-BE49-F238E27FC236}">
                <a16:creationId xmlns:a16="http://schemas.microsoft.com/office/drawing/2014/main" id="{FF25464B-77BD-4CB4-9C40-A2309583F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0018" y="4040985"/>
            <a:ext cx="720000" cy="144000"/>
          </a:xfrm>
          <a:prstGeom prst="rightArrow">
            <a:avLst>
              <a:gd name="adj1" fmla="val 50000"/>
              <a:gd name="adj2" fmla="val 9086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" name="Object 24">
            <a:extLst>
              <a:ext uri="{FF2B5EF4-FFF2-40B4-BE49-F238E27FC236}">
                <a16:creationId xmlns:a16="http://schemas.microsoft.com/office/drawing/2014/main" id="{1A485CCB-74ED-448E-83C3-9E796C672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644660"/>
              </p:ext>
            </p:extLst>
          </p:nvPr>
        </p:nvGraphicFramePr>
        <p:xfrm>
          <a:off x="5139734" y="3887026"/>
          <a:ext cx="1295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724" name="Equation" r:id="rId27" imgW="1295280" imgH="431640" progId="Equation.DSMT4">
                  <p:embed/>
                </p:oleObj>
              </mc:Choice>
              <mc:Fallback>
                <p:oleObj name="Equation" r:id="rId27" imgW="1295280" imgH="431640" progId="Equation.DSMT4">
                  <p:embed/>
                  <p:pic>
                    <p:nvPicPr>
                      <p:cNvPr id="102" name="Object 24">
                        <a:extLst>
                          <a:ext uri="{FF2B5EF4-FFF2-40B4-BE49-F238E27FC236}">
                            <a16:creationId xmlns:a16="http://schemas.microsoft.com/office/drawing/2014/main" id="{8E75E0F6-8F9B-4DBF-A735-E26DE897AD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9734" y="3887026"/>
                        <a:ext cx="1295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>
            <a:extLst>
              <a:ext uri="{FF2B5EF4-FFF2-40B4-BE49-F238E27FC236}">
                <a16:creationId xmlns:a16="http://schemas.microsoft.com/office/drawing/2014/main" id="{89BC287E-D3E3-4B60-BF9F-A0D0357C436C}"/>
              </a:ext>
            </a:extLst>
          </p:cNvPr>
          <p:cNvGrpSpPr/>
          <p:nvPr/>
        </p:nvGrpSpPr>
        <p:grpSpPr>
          <a:xfrm>
            <a:off x="6579894" y="3856834"/>
            <a:ext cx="1659231" cy="508791"/>
            <a:chOff x="-1610432" y="1944752"/>
            <a:chExt cx="1659231" cy="508791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D190C2F-67C9-4E79-BA28-1DC1685D065D}"/>
                </a:ext>
              </a:extLst>
            </p:cNvPr>
            <p:cNvSpPr txBox="1"/>
            <p:nvPr/>
          </p:nvSpPr>
          <p:spPr>
            <a:xfrm>
              <a:off x="-1610432" y="1944752"/>
              <a:ext cx="16518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则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4" name="Object 24">
              <a:extLst>
                <a:ext uri="{FF2B5EF4-FFF2-40B4-BE49-F238E27FC236}">
                  <a16:creationId xmlns:a16="http://schemas.microsoft.com/office/drawing/2014/main" id="{2BCEB850-2207-402C-9ADD-75A3985A76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433768"/>
                </p:ext>
              </p:extLst>
            </p:nvPr>
          </p:nvGraphicFramePr>
          <p:xfrm>
            <a:off x="-1221201" y="1999518"/>
            <a:ext cx="127000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725" name="Equation" r:id="rId29" imgW="1269720" imgH="482400" progId="Equation.DSMT4">
                    <p:embed/>
                  </p:oleObj>
                </mc:Choice>
                <mc:Fallback>
                  <p:oleObj name="Equation" r:id="rId29" imgW="1269720" imgH="482400" progId="Equation.DSMT4">
                    <p:embed/>
                    <p:pic>
                      <p:nvPicPr>
                        <p:cNvPr id="105" name="Object 24">
                          <a:extLst>
                            <a:ext uri="{FF2B5EF4-FFF2-40B4-BE49-F238E27FC236}">
                              <a16:creationId xmlns:a16="http://schemas.microsoft.com/office/drawing/2014/main" id="{EA2C395D-0683-4F49-9188-947B5728B8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221201" y="1999518"/>
                          <a:ext cx="1270000" cy="4540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E6C7714-AE4A-4B86-92C0-03A6013FF3B8}"/>
              </a:ext>
            </a:extLst>
          </p:cNvPr>
          <p:cNvCxnSpPr>
            <a:cxnSpLocks/>
          </p:cNvCxnSpPr>
          <p:nvPr/>
        </p:nvCxnSpPr>
        <p:spPr>
          <a:xfrm>
            <a:off x="0" y="848339"/>
            <a:ext cx="8892480" cy="0"/>
          </a:xfrm>
          <a:prstGeom prst="line">
            <a:avLst/>
          </a:prstGeom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E57492D-A6F2-45CA-B124-CDECB6F671DF}"/>
              </a:ext>
            </a:extLst>
          </p:cNvPr>
          <p:cNvSpPr txBox="1"/>
          <p:nvPr/>
        </p:nvSpPr>
        <p:spPr>
          <a:xfrm>
            <a:off x="1923782" y="4264618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条件（</a:t>
            </a:r>
            <a:r>
              <a:rPr lang="en-US" altLang="zh-CN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                 </a:t>
            </a:r>
            <a:endParaRPr lang="zh-CN" altLang="en-US" sz="20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37" name="Object 24">
            <a:extLst>
              <a:ext uri="{FF2B5EF4-FFF2-40B4-BE49-F238E27FC236}">
                <a16:creationId xmlns:a16="http://schemas.microsoft.com/office/drawing/2014/main" id="{59C87230-939D-44A7-A5CB-4B1B6083F3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438577"/>
              </p:ext>
            </p:extLst>
          </p:nvPr>
        </p:nvGraphicFramePr>
        <p:xfrm>
          <a:off x="2137396" y="3920449"/>
          <a:ext cx="838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726" name="Equation" r:id="rId31" imgW="838080" imgH="380880" progId="Equation.DSMT4">
                  <p:embed/>
                </p:oleObj>
              </mc:Choice>
              <mc:Fallback>
                <p:oleObj name="Equation" r:id="rId31" imgW="838080" imgH="38088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5FC6A448-32FD-4454-8BEF-A29D924EBF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7396" y="3920449"/>
                        <a:ext cx="838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4">
            <a:extLst>
              <a:ext uri="{FF2B5EF4-FFF2-40B4-BE49-F238E27FC236}">
                <a16:creationId xmlns:a16="http://schemas.microsoft.com/office/drawing/2014/main" id="{08387CE0-7D00-4975-A8E0-D283AF4079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901701"/>
              </p:ext>
            </p:extLst>
          </p:nvPr>
        </p:nvGraphicFramePr>
        <p:xfrm>
          <a:off x="5873750" y="1065213"/>
          <a:ext cx="5207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727" name="Equation" r:id="rId33" imgW="520560" imgH="380880" progId="Equation.DSMT4">
                  <p:embed/>
                </p:oleObj>
              </mc:Choice>
              <mc:Fallback>
                <p:oleObj name="Equation" r:id="rId33" imgW="520560" imgH="38088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DBDEA3C7-B04C-4A91-941B-F65030703C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1065213"/>
                        <a:ext cx="520700" cy="3587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176CCCB-9CF5-4E36-A5AE-70A02460E2D3}"/>
              </a:ext>
            </a:extLst>
          </p:cNvPr>
          <p:cNvCxnSpPr/>
          <p:nvPr/>
        </p:nvCxnSpPr>
        <p:spPr>
          <a:xfrm>
            <a:off x="3116015" y="1424403"/>
            <a:ext cx="936104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F9F6A840-D324-4FD0-9A22-71FB8A46EFE6}"/>
              </a:ext>
            </a:extLst>
          </p:cNvPr>
          <p:cNvCxnSpPr>
            <a:cxnSpLocks/>
          </p:cNvCxnSpPr>
          <p:nvPr/>
        </p:nvCxnSpPr>
        <p:spPr>
          <a:xfrm>
            <a:off x="883767" y="3680927"/>
            <a:ext cx="252028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634A88B-E635-4176-920D-A5F2BE8A98EF}"/>
              </a:ext>
            </a:extLst>
          </p:cNvPr>
          <p:cNvCxnSpPr>
            <a:cxnSpLocks/>
          </p:cNvCxnSpPr>
          <p:nvPr/>
        </p:nvCxnSpPr>
        <p:spPr>
          <a:xfrm>
            <a:off x="4124127" y="3680107"/>
            <a:ext cx="1944216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99727ED-AEE2-4F73-9C6D-CECCF76ACBD9}"/>
              </a:ext>
            </a:extLst>
          </p:cNvPr>
          <p:cNvCxnSpPr>
            <a:cxnSpLocks/>
          </p:cNvCxnSpPr>
          <p:nvPr/>
        </p:nvCxnSpPr>
        <p:spPr>
          <a:xfrm>
            <a:off x="5060231" y="4376731"/>
            <a:ext cx="1296144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2921D96-85CD-4C03-B6BF-5C0BB8464A1B}"/>
              </a:ext>
            </a:extLst>
          </p:cNvPr>
          <p:cNvGrpSpPr/>
          <p:nvPr/>
        </p:nvGrpSpPr>
        <p:grpSpPr>
          <a:xfrm>
            <a:off x="4272758" y="942925"/>
            <a:ext cx="1617311" cy="469098"/>
            <a:chOff x="4216575" y="1226176"/>
            <a:chExt cx="1617311" cy="469098"/>
          </a:xfrm>
        </p:grpSpPr>
        <p:graphicFrame>
          <p:nvGraphicFramePr>
            <p:cNvPr id="44" name="Object 24">
              <a:extLst>
                <a:ext uri="{FF2B5EF4-FFF2-40B4-BE49-F238E27FC236}">
                  <a16:creationId xmlns:a16="http://schemas.microsoft.com/office/drawing/2014/main" id="{A3A8DE49-C3DF-41E3-8E49-355FDA3089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8135710"/>
                </p:ext>
              </p:extLst>
            </p:nvPr>
          </p:nvGraphicFramePr>
          <p:xfrm>
            <a:off x="5389386" y="1336499"/>
            <a:ext cx="4445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728" name="Equation" r:id="rId35" imgW="444240" imgH="380880" progId="Equation.DSMT4">
                    <p:embed/>
                  </p:oleObj>
                </mc:Choice>
                <mc:Fallback>
                  <p:oleObj name="Equation" r:id="rId35" imgW="444240" imgH="380880" progId="Equation.DSMT4">
                    <p:embed/>
                    <p:pic>
                      <p:nvPicPr>
                        <p:cNvPr id="47" name="Object 24">
                          <a:extLst>
                            <a:ext uri="{FF2B5EF4-FFF2-40B4-BE49-F238E27FC236}">
                              <a16:creationId xmlns:a16="http://schemas.microsoft.com/office/drawing/2014/main" id="{94108278-F3D7-469A-A5E1-3C20A5A753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9386" y="1336499"/>
                          <a:ext cx="444500" cy="3587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24">
              <a:extLst>
                <a:ext uri="{FF2B5EF4-FFF2-40B4-BE49-F238E27FC236}">
                  <a16:creationId xmlns:a16="http://schemas.microsoft.com/office/drawing/2014/main" id="{4CCB8B2C-C1C3-4CAD-A4DD-5D6B1EC200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7650838"/>
                </p:ext>
              </p:extLst>
            </p:nvPr>
          </p:nvGraphicFramePr>
          <p:xfrm>
            <a:off x="4216575" y="1371600"/>
            <a:ext cx="241300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729" name="Equation" r:id="rId37" imgW="241200" imgH="330120" progId="Equation.DSMT4">
                    <p:embed/>
                  </p:oleObj>
                </mc:Choice>
                <mc:Fallback>
                  <p:oleObj name="Equation" r:id="rId37" imgW="241200" imgH="330120" progId="Equation.DSMT4">
                    <p:embed/>
                    <p:pic>
                      <p:nvPicPr>
                        <p:cNvPr id="49" name="Object 24">
                          <a:extLst>
                            <a:ext uri="{FF2B5EF4-FFF2-40B4-BE49-F238E27FC236}">
                              <a16:creationId xmlns:a16="http://schemas.microsoft.com/office/drawing/2014/main" id="{87B087F7-C72C-4FDF-BE62-402849067C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6575" y="1371600"/>
                          <a:ext cx="241300" cy="31115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CAF0A62-259B-4894-9A17-F6B105B6E4E8}"/>
                </a:ext>
              </a:extLst>
            </p:cNvPr>
            <p:cNvSpPr txBox="1"/>
            <p:nvPr/>
          </p:nvSpPr>
          <p:spPr>
            <a:xfrm>
              <a:off x="4355976" y="1226176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正整数</a:t>
              </a: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85B9742F-74C9-4F74-BF34-8547F9470436}"/>
              </a:ext>
            </a:extLst>
          </p:cNvPr>
          <p:cNvSpPr txBox="1"/>
          <p:nvPr/>
        </p:nvSpPr>
        <p:spPr>
          <a:xfrm>
            <a:off x="5348263" y="3170360"/>
            <a:ext cx="504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有</a:t>
            </a:r>
            <a:r>
              <a:rPr lang="en-US" altLang="zh-CN" sz="2400" b="1" dirty="0">
                <a:latin typeface="+mn-ea"/>
              </a:rPr>
              <a:t>                 </a:t>
            </a:r>
            <a:endParaRPr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803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repeatCount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1" grpId="0" animBg="1"/>
      <p:bldP spid="22" grpId="0" animBg="1"/>
      <p:bldP spid="30" grpId="0" animBg="1"/>
      <p:bldP spid="36" grpId="0"/>
      <p:bldP spid="4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E6C1799-4422-4851-B86C-74D0B0B51E91}"/>
              </a:ext>
            </a:extLst>
          </p:cNvPr>
          <p:cNvGrpSpPr/>
          <p:nvPr/>
        </p:nvGrpSpPr>
        <p:grpSpPr>
          <a:xfrm>
            <a:off x="5868144" y="2731925"/>
            <a:ext cx="2592288" cy="432000"/>
            <a:chOff x="5940152" y="3155371"/>
            <a:chExt cx="2592288" cy="432000"/>
          </a:xfrm>
        </p:grpSpPr>
        <p:sp>
          <p:nvSpPr>
            <p:cNvPr id="3" name="对话气泡: 圆角矩形 2">
              <a:extLst>
                <a:ext uri="{FF2B5EF4-FFF2-40B4-BE49-F238E27FC236}">
                  <a16:creationId xmlns:a16="http://schemas.microsoft.com/office/drawing/2014/main" id="{8DBAFB3C-983B-4C44-A4BE-27BE8B3D40D8}"/>
                </a:ext>
              </a:extLst>
            </p:cNvPr>
            <p:cNvSpPr/>
            <p:nvPr/>
          </p:nvSpPr>
          <p:spPr>
            <a:xfrm>
              <a:off x="6012160" y="3155371"/>
              <a:ext cx="2448272" cy="432000"/>
            </a:xfrm>
            <a:prstGeom prst="wedgeRoundRectCallout">
              <a:avLst>
                <a:gd name="adj1" fmla="val -57827"/>
                <a:gd name="adj2" fmla="val -6465"/>
                <a:gd name="adj3" fmla="val 16667"/>
              </a:avLst>
            </a:prstGeom>
            <a:solidFill>
              <a:schemeClr val="bg1"/>
            </a:solidFill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002DE8E-E786-4ADB-A66E-0072782FDBC6}"/>
                </a:ext>
              </a:extLst>
            </p:cNvPr>
            <p:cNvSpPr txBox="1"/>
            <p:nvPr/>
          </p:nvSpPr>
          <p:spPr>
            <a:xfrm>
              <a:off x="5940152" y="3178117"/>
              <a:ext cx="25922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不等式两边极限相等</a:t>
              </a:r>
              <a:endPara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FA359355-AA47-4987-81D3-2FAC12269E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301975"/>
              </p:ext>
            </p:extLst>
          </p:nvPr>
        </p:nvGraphicFramePr>
        <p:xfrm>
          <a:off x="935918" y="3520577"/>
          <a:ext cx="226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519" name="Equation" r:id="rId3" imgW="2260440" imgH="787320" progId="Equation.DSMT4">
                  <p:embed/>
                </p:oleObj>
              </mc:Choice>
              <mc:Fallback>
                <p:oleObj name="Equation" r:id="rId3" imgW="2260440" imgH="78732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2F60B012-FFA4-4295-A298-4F4C6D2B5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918" y="3520577"/>
                        <a:ext cx="22606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390FA95E-62D6-4F81-8EEC-CBE85C0E21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105951"/>
              </p:ext>
            </p:extLst>
          </p:nvPr>
        </p:nvGraphicFramePr>
        <p:xfrm>
          <a:off x="3226033" y="3528903"/>
          <a:ext cx="1727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520" name="Equation" r:id="rId5" imgW="1726920" imgH="787320" progId="Equation.DSMT4">
                  <p:embed/>
                </p:oleObj>
              </mc:Choice>
              <mc:Fallback>
                <p:oleObj name="Equation" r:id="rId5" imgW="1726920" imgH="7873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63B1CF5B-8DB9-43BD-99AD-F1431D0677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6033" y="3528903"/>
                        <a:ext cx="1727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29F767FB-DA4F-4126-B21A-5E9B386070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328093"/>
              </p:ext>
            </p:extLst>
          </p:nvPr>
        </p:nvGraphicFramePr>
        <p:xfrm>
          <a:off x="7261046" y="3529174"/>
          <a:ext cx="1333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521" name="Equation" r:id="rId7" imgW="1333440" imgH="723600" progId="Equation.DSMT4">
                  <p:embed/>
                </p:oleObj>
              </mc:Choice>
              <mc:Fallback>
                <p:oleObj name="Equation" r:id="rId7" imgW="1333440" imgH="72360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A52A2B05-2F5E-4D82-BE7D-E083A10C64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1046" y="3529174"/>
                        <a:ext cx="1333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E6D9252-8A10-4F3D-9C5F-B4EF27A764A6}"/>
              </a:ext>
            </a:extLst>
          </p:cNvPr>
          <p:cNvSpPr txBox="1"/>
          <p:nvPr/>
        </p:nvSpPr>
        <p:spPr>
          <a:xfrm>
            <a:off x="4976317" y="3649223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,</a:t>
            </a:r>
            <a:r>
              <a:rPr lang="zh-CN" altLang="en-US" sz="2400" b="1" dirty="0">
                <a:latin typeface="+mn-ea"/>
              </a:rPr>
              <a:t>由夹逼准则</a:t>
            </a:r>
            <a:r>
              <a:rPr lang="en-US" altLang="zh-CN" sz="2400" b="1" dirty="0">
                <a:latin typeface="+mn-ea"/>
              </a:rPr>
              <a:t>,</a:t>
            </a:r>
            <a:r>
              <a:rPr lang="zh-CN" altLang="en-US" sz="2400" b="1" dirty="0">
                <a:latin typeface="+mn-ea"/>
              </a:rPr>
              <a:t>得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95AE11-84AB-4B29-8DBE-3E33FAC60684}"/>
              </a:ext>
            </a:extLst>
          </p:cNvPr>
          <p:cNvSpPr txBox="1"/>
          <p:nvPr/>
        </p:nvSpPr>
        <p:spPr>
          <a:xfrm>
            <a:off x="323528" y="3629185"/>
            <a:ext cx="878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因为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06BF9FB-DD14-4470-B198-2FAB3DFB528C}"/>
              </a:ext>
            </a:extLst>
          </p:cNvPr>
          <p:cNvGrpSpPr/>
          <p:nvPr/>
        </p:nvGrpSpPr>
        <p:grpSpPr>
          <a:xfrm>
            <a:off x="763668" y="2740017"/>
            <a:ext cx="1728192" cy="432048"/>
            <a:chOff x="580012" y="2499742"/>
            <a:chExt cx="1728192" cy="720080"/>
          </a:xfrm>
        </p:grpSpPr>
        <p:sp>
          <p:nvSpPr>
            <p:cNvPr id="11" name="对话气泡: 圆角矩形 10">
              <a:extLst>
                <a:ext uri="{FF2B5EF4-FFF2-40B4-BE49-F238E27FC236}">
                  <a16:creationId xmlns:a16="http://schemas.microsoft.com/office/drawing/2014/main" id="{FAE2037D-8853-43DB-961C-651ECD968C8F}"/>
                </a:ext>
              </a:extLst>
            </p:cNvPr>
            <p:cNvSpPr/>
            <p:nvPr/>
          </p:nvSpPr>
          <p:spPr>
            <a:xfrm>
              <a:off x="611560" y="2499742"/>
              <a:ext cx="1656184" cy="720080"/>
            </a:xfrm>
            <a:prstGeom prst="wedgeRoundRectCallout">
              <a:avLst>
                <a:gd name="adj1" fmla="val 58695"/>
                <a:gd name="adj2" fmla="val -10545"/>
                <a:gd name="adj3" fmla="val 16667"/>
              </a:avLst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BB6725B-B3A1-4D23-8F41-9F9A921616D5}"/>
                </a:ext>
              </a:extLst>
            </p:cNvPr>
            <p:cNvSpPr txBox="1"/>
            <p:nvPr/>
          </p:nvSpPr>
          <p:spPr>
            <a:xfrm>
              <a:off x="580012" y="2499742"/>
              <a:ext cx="1728192" cy="6668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适当放、缩</a:t>
              </a:r>
              <a:endPara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C8F4F6DF-485E-4B12-9887-4D01D045F35C}"/>
              </a:ext>
            </a:extLst>
          </p:cNvPr>
          <p:cNvSpPr txBox="1"/>
          <p:nvPr/>
        </p:nvSpPr>
        <p:spPr>
          <a:xfrm>
            <a:off x="773508" y="195486"/>
            <a:ext cx="5555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引例</a:t>
            </a:r>
          </a:p>
        </p:txBody>
      </p: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9D7EEF78-71AA-414F-A416-D507C228A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351700"/>
              </p:ext>
            </p:extLst>
          </p:nvPr>
        </p:nvGraphicFramePr>
        <p:xfrm>
          <a:off x="3098281" y="71474"/>
          <a:ext cx="37369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522" name="Equation" r:id="rId9" imgW="4152600" imgH="812520" progId="Equation.DSMT4">
                  <p:embed/>
                </p:oleObj>
              </mc:Choice>
              <mc:Fallback>
                <p:oleObj name="Equation" r:id="rId9" imgW="4152600" imgH="81252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8E2A3D43-75ED-46B8-82CF-0AFA0E3CE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281" y="71474"/>
                        <a:ext cx="3736975" cy="7318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E65E3269-4713-4924-B990-14831C976C90}"/>
              </a:ext>
            </a:extLst>
          </p:cNvPr>
          <p:cNvSpPr/>
          <p:nvPr/>
        </p:nvSpPr>
        <p:spPr>
          <a:xfrm>
            <a:off x="1691680" y="195486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计算极限</a:t>
            </a:r>
            <a:endParaRPr lang="en-US" altLang="zh-CN" sz="2400" b="1" dirty="0">
              <a:latin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2BD3C4-FC65-42AA-8F51-922B4E7E4C4C}"/>
              </a:ext>
            </a:extLst>
          </p:cNvPr>
          <p:cNvGrpSpPr/>
          <p:nvPr/>
        </p:nvGrpSpPr>
        <p:grpSpPr>
          <a:xfrm>
            <a:off x="1547664" y="868399"/>
            <a:ext cx="4394349" cy="736600"/>
            <a:chOff x="1547664" y="1456995"/>
            <a:chExt cx="4394349" cy="736600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E44FAC3-0F20-41C2-B67C-0553736725E8}"/>
                </a:ext>
              </a:extLst>
            </p:cNvPr>
            <p:cNvSpPr txBox="1"/>
            <p:nvPr/>
          </p:nvSpPr>
          <p:spPr>
            <a:xfrm>
              <a:off x="1547664" y="1586971"/>
              <a:ext cx="8780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</a:t>
              </a:r>
            </a:p>
          </p:txBody>
        </p:sp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80316400-CAB5-4098-83B8-D6A58A4E67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299130"/>
                </p:ext>
              </p:extLst>
            </p:nvPr>
          </p:nvGraphicFramePr>
          <p:xfrm>
            <a:off x="1928813" y="1456995"/>
            <a:ext cx="4013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523" name="Equation" r:id="rId11" imgW="4012920" imgH="736560" progId="Equation.DSMT4">
                    <p:embed/>
                  </p:oleObj>
                </mc:Choice>
                <mc:Fallback>
                  <p:oleObj name="Equation" r:id="rId11" imgW="4012920" imgH="736560" progId="Equation.DSMT4">
                    <p:embed/>
                    <p:pic>
                      <p:nvPicPr>
                        <p:cNvPr id="23" name="Object 24">
                          <a:extLst>
                            <a:ext uri="{FF2B5EF4-FFF2-40B4-BE49-F238E27FC236}">
                              <a16:creationId xmlns:a16="http://schemas.microsoft.com/office/drawing/2014/main" id="{A1A7EE31-D7DD-4D40-B710-96A5526BB7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813" y="1456995"/>
                          <a:ext cx="4013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CE1F14C-9317-418B-875A-043B5D587BA2}"/>
              </a:ext>
            </a:extLst>
          </p:cNvPr>
          <p:cNvGrpSpPr/>
          <p:nvPr/>
        </p:nvGrpSpPr>
        <p:grpSpPr>
          <a:xfrm>
            <a:off x="971600" y="1723813"/>
            <a:ext cx="6942088" cy="671761"/>
            <a:chOff x="971600" y="1723813"/>
            <a:chExt cx="6942088" cy="671761"/>
          </a:xfrm>
        </p:grpSpPr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466D8EC1-6363-4DDA-9C8F-4A17213263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0355376"/>
                </p:ext>
              </p:extLst>
            </p:nvPr>
          </p:nvGraphicFramePr>
          <p:xfrm>
            <a:off x="4930775" y="1731999"/>
            <a:ext cx="2982913" cy="663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524" name="Equation" r:id="rId13" imgW="3314520" imgH="736560" progId="Equation.DSMT4">
                    <p:embed/>
                  </p:oleObj>
                </mc:Choice>
                <mc:Fallback>
                  <p:oleObj name="Equation" r:id="rId13" imgW="3314520" imgH="736560" progId="Equation.DSMT4">
                    <p:embed/>
                    <p:pic>
                      <p:nvPicPr>
                        <p:cNvPr id="35" name="Object 24">
                          <a:extLst>
                            <a:ext uri="{FF2B5EF4-FFF2-40B4-BE49-F238E27FC236}">
                              <a16:creationId xmlns:a16="http://schemas.microsoft.com/office/drawing/2014/main" id="{EB910555-A9B9-4203-AA24-4519C9A292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0775" y="1731999"/>
                          <a:ext cx="2982913" cy="6635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4">
              <a:extLst>
                <a:ext uri="{FF2B5EF4-FFF2-40B4-BE49-F238E27FC236}">
                  <a16:creationId xmlns:a16="http://schemas.microsoft.com/office/drawing/2014/main" id="{1941ED19-D8DA-45C4-95D8-CEB14D2A51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788264"/>
                </p:ext>
              </p:extLst>
            </p:nvPr>
          </p:nvGraphicFramePr>
          <p:xfrm>
            <a:off x="4181980" y="1969817"/>
            <a:ext cx="18415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525" name="Equation" r:id="rId15" imgW="203040" imgH="241200" progId="Equation.DSMT4">
                    <p:embed/>
                  </p:oleObj>
                </mc:Choice>
                <mc:Fallback>
                  <p:oleObj name="Equation" r:id="rId15" imgW="203040" imgH="241200" progId="Equation.DSMT4">
                    <p:embed/>
                    <p:pic>
                      <p:nvPicPr>
                        <p:cNvPr id="36" name="Object 24">
                          <a:extLst>
                            <a:ext uri="{FF2B5EF4-FFF2-40B4-BE49-F238E27FC236}">
                              <a16:creationId xmlns:a16="http://schemas.microsoft.com/office/drawing/2014/main" id="{6FDF97B1-BEAA-46DC-BB8D-DCC6121FBE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1980" y="1969817"/>
                          <a:ext cx="184150" cy="2159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38A54108-2483-4C45-9208-2BA778D678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9742317"/>
                </p:ext>
              </p:extLst>
            </p:nvPr>
          </p:nvGraphicFramePr>
          <p:xfrm>
            <a:off x="4411703" y="1908225"/>
            <a:ext cx="490538" cy="344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526" name="Equation" r:id="rId17" imgW="545760" imgH="380880" progId="Equation.DSMT4">
                    <p:embed/>
                  </p:oleObj>
                </mc:Choice>
                <mc:Fallback>
                  <p:oleObj name="Equation" r:id="rId17" imgW="545760" imgH="380880" progId="Equation.DSMT4">
                    <p:embed/>
                    <p:pic>
                      <p:nvPicPr>
                        <p:cNvPr id="37" name="Object 24">
                          <a:extLst>
                            <a:ext uri="{FF2B5EF4-FFF2-40B4-BE49-F238E27FC236}">
                              <a16:creationId xmlns:a16="http://schemas.microsoft.com/office/drawing/2014/main" id="{5D4C15F6-9D69-46A1-9704-49EBE2ACFD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1703" y="1908225"/>
                          <a:ext cx="490538" cy="34448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FC54F4B6-D537-4337-A7F9-5646FED9E0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4982531"/>
                </p:ext>
              </p:extLst>
            </p:nvPr>
          </p:nvGraphicFramePr>
          <p:xfrm>
            <a:off x="971600" y="1723813"/>
            <a:ext cx="3063875" cy="663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527" name="Equation" r:id="rId19" imgW="3403440" imgH="736560" progId="Equation.DSMT4">
                    <p:embed/>
                  </p:oleObj>
                </mc:Choice>
                <mc:Fallback>
                  <p:oleObj name="Equation" r:id="rId19" imgW="3403440" imgH="736560" progId="Equation.DSMT4">
                    <p:embed/>
                    <p:pic>
                      <p:nvPicPr>
                        <p:cNvPr id="38" name="Object 24">
                          <a:extLst>
                            <a:ext uri="{FF2B5EF4-FFF2-40B4-BE49-F238E27FC236}">
                              <a16:creationId xmlns:a16="http://schemas.microsoft.com/office/drawing/2014/main" id="{6F990A67-AFE3-4518-8B5C-3309B943A1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1723813"/>
                          <a:ext cx="3063875" cy="6635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6E40886-5A31-4432-8600-2184E241B974}"/>
              </a:ext>
            </a:extLst>
          </p:cNvPr>
          <p:cNvSpPr txBox="1"/>
          <p:nvPr/>
        </p:nvSpPr>
        <p:spPr>
          <a:xfrm>
            <a:off x="874143" y="1008893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4E63071-9F1E-4531-B01B-1FE8D9B026D5}"/>
              </a:ext>
            </a:extLst>
          </p:cNvPr>
          <p:cNvGrpSpPr/>
          <p:nvPr/>
        </p:nvGrpSpPr>
        <p:grpSpPr>
          <a:xfrm>
            <a:off x="2771800" y="2587909"/>
            <a:ext cx="2952328" cy="792088"/>
            <a:chOff x="2771800" y="2587909"/>
            <a:chExt cx="2952328" cy="792088"/>
          </a:xfrm>
        </p:grpSpPr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3B127846-96B3-468A-BB1C-943D44A1D7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0887400"/>
                </p:ext>
              </p:extLst>
            </p:nvPr>
          </p:nvGraphicFramePr>
          <p:xfrm>
            <a:off x="2821137" y="2587909"/>
            <a:ext cx="1268413" cy="709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528" name="Equation" r:id="rId21" imgW="1409400" imgH="787320" progId="Equation.DSMT4">
                    <p:embed/>
                  </p:oleObj>
                </mc:Choice>
                <mc:Fallback>
                  <p:oleObj name="Equation" r:id="rId21" imgW="1409400" imgH="787320" progId="Equation.DSMT4">
                    <p:embed/>
                    <p:pic>
                      <p:nvPicPr>
                        <p:cNvPr id="44" name="Object 24">
                          <a:extLst>
                            <a:ext uri="{FF2B5EF4-FFF2-40B4-BE49-F238E27FC236}">
                              <a16:creationId xmlns:a16="http://schemas.microsoft.com/office/drawing/2014/main" id="{CE390EFF-144E-4A50-B64C-4A07C94CD2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1137" y="2587909"/>
                          <a:ext cx="1268413" cy="70961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4">
              <a:extLst>
                <a:ext uri="{FF2B5EF4-FFF2-40B4-BE49-F238E27FC236}">
                  <a16:creationId xmlns:a16="http://schemas.microsoft.com/office/drawing/2014/main" id="{AB61A2A6-3D2B-4C49-99DF-A4B4EE19DA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7362324"/>
                </p:ext>
              </p:extLst>
            </p:nvPr>
          </p:nvGraphicFramePr>
          <p:xfrm>
            <a:off x="4081463" y="2614649"/>
            <a:ext cx="1512887" cy="668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529" name="Equation" r:id="rId23" imgW="1777680" imgH="787320" progId="Equation.DSMT4">
                    <p:embed/>
                  </p:oleObj>
                </mc:Choice>
                <mc:Fallback>
                  <p:oleObj name="Equation" r:id="rId23" imgW="1777680" imgH="787320" progId="Equation.DSMT4">
                    <p:embed/>
                    <p:pic>
                      <p:nvPicPr>
                        <p:cNvPr id="45" name="Object 24">
                          <a:extLst>
                            <a:ext uri="{FF2B5EF4-FFF2-40B4-BE49-F238E27FC236}">
                              <a16:creationId xmlns:a16="http://schemas.microsoft.com/office/drawing/2014/main" id="{7129BAC9-E08F-4FE5-A392-EFBD21E64D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1463" y="2614649"/>
                          <a:ext cx="1512887" cy="66833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63F3099-2835-427C-BB74-512CEEE5C985}"/>
                </a:ext>
              </a:extLst>
            </p:cNvPr>
            <p:cNvCxnSpPr>
              <a:cxnSpLocks/>
            </p:cNvCxnSpPr>
            <p:nvPr/>
          </p:nvCxnSpPr>
          <p:spPr>
            <a:xfrm>
              <a:off x="2771800" y="3379997"/>
              <a:ext cx="295232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229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C10DE1BE-A157-477A-BC87-ADD51634F595}"/>
              </a:ext>
            </a:extLst>
          </p:cNvPr>
          <p:cNvSpPr/>
          <p:nvPr/>
        </p:nvSpPr>
        <p:spPr>
          <a:xfrm>
            <a:off x="3639901" y="1665913"/>
            <a:ext cx="1368152" cy="888398"/>
          </a:xfrm>
          <a:prstGeom prst="ellipse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0C6F9CE-7A84-4E81-8D73-2D23B3A7003F}"/>
              </a:ext>
            </a:extLst>
          </p:cNvPr>
          <p:cNvGrpSpPr/>
          <p:nvPr/>
        </p:nvGrpSpPr>
        <p:grpSpPr>
          <a:xfrm>
            <a:off x="2279700" y="3722341"/>
            <a:ext cx="2520280" cy="648072"/>
            <a:chOff x="6012160" y="523158"/>
            <a:chExt cx="2520280" cy="64807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5BF2CBC5-9C04-44EE-BD4B-DE99F2EEEE50}"/>
                </a:ext>
              </a:extLst>
            </p:cNvPr>
            <p:cNvSpPr/>
            <p:nvPr/>
          </p:nvSpPr>
          <p:spPr>
            <a:xfrm>
              <a:off x="6012160" y="523158"/>
              <a:ext cx="2520280" cy="648072"/>
            </a:xfrm>
            <a:prstGeom prst="roundRect">
              <a:avLst/>
            </a:prstGeom>
            <a:solidFill>
              <a:srgbClr val="006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0876EEAA-9F1B-46F7-A64F-9A43694407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762610"/>
                </p:ext>
              </p:extLst>
            </p:nvPr>
          </p:nvGraphicFramePr>
          <p:xfrm>
            <a:off x="6197104" y="603823"/>
            <a:ext cx="21844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38" name="Equation" r:id="rId3" imgW="2184120" imgH="545760" progId="Equation.DSMT4">
                    <p:embed/>
                  </p:oleObj>
                </mc:Choice>
                <mc:Fallback>
                  <p:oleObj name="Equation" r:id="rId3" imgW="2184120" imgH="54576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40CA363A-1DE6-4198-A40F-CC9DAE1F42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7104" y="603823"/>
                          <a:ext cx="2184400" cy="546100"/>
                        </a:xfrm>
                        <a:prstGeom prst="rect">
                          <a:avLst/>
                        </a:prstGeom>
                        <a:solidFill>
                          <a:srgbClr val="0064FF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F42F466-E8D8-4032-B09F-3CFE16DC0743}"/>
              </a:ext>
            </a:extLst>
          </p:cNvPr>
          <p:cNvGrpSpPr/>
          <p:nvPr/>
        </p:nvGrpSpPr>
        <p:grpSpPr>
          <a:xfrm>
            <a:off x="5224279" y="3730090"/>
            <a:ext cx="1872208" cy="648072"/>
            <a:chOff x="5076056" y="4083918"/>
            <a:chExt cx="1872208" cy="64807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C0051FA-9290-4EF9-B24F-9945789CC8DA}"/>
                </a:ext>
              </a:extLst>
            </p:cNvPr>
            <p:cNvSpPr/>
            <p:nvPr/>
          </p:nvSpPr>
          <p:spPr>
            <a:xfrm>
              <a:off x="5076056" y="4083918"/>
              <a:ext cx="1872208" cy="648072"/>
            </a:xfrm>
            <a:prstGeom prst="roundRect">
              <a:avLst/>
            </a:prstGeom>
            <a:solidFill>
              <a:srgbClr val="006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591EBC83-6F42-443A-9938-645EAA0518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0726803"/>
                </p:ext>
              </p:extLst>
            </p:nvPr>
          </p:nvGraphicFramePr>
          <p:xfrm>
            <a:off x="5364088" y="4163675"/>
            <a:ext cx="12700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39" name="Equation" r:id="rId5" imgW="1269720" imgH="545760" progId="Equation.DSMT4">
                    <p:embed/>
                  </p:oleObj>
                </mc:Choice>
                <mc:Fallback>
                  <p:oleObj name="Equation" r:id="rId5" imgW="1269720" imgH="54576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C20F83C4-3648-4F7F-B687-B3BD686581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088" y="4163675"/>
                          <a:ext cx="1270000" cy="546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8A62454A-448E-4185-B89F-0E310040753D}"/>
              </a:ext>
            </a:extLst>
          </p:cNvPr>
          <p:cNvSpPr txBox="1"/>
          <p:nvPr/>
        </p:nvSpPr>
        <p:spPr>
          <a:xfrm>
            <a:off x="695524" y="3794349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常用公式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BF2A27-B24C-402E-8F3E-C2F3F5220558}"/>
              </a:ext>
            </a:extLst>
          </p:cNvPr>
          <p:cNvSpPr txBox="1"/>
          <p:nvPr/>
        </p:nvSpPr>
        <p:spPr>
          <a:xfrm>
            <a:off x="847491" y="1066445"/>
            <a:ext cx="54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EBD0BF0D-0057-4BD1-97DC-EDC0A2D53D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830556"/>
              </p:ext>
            </p:extLst>
          </p:nvPr>
        </p:nvGraphicFramePr>
        <p:xfrm>
          <a:off x="937469" y="1940430"/>
          <a:ext cx="14732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0" name="Equation" r:id="rId7" imgW="1473120" imgH="419040" progId="Equation.DSMT4">
                  <p:embed/>
                </p:oleObj>
              </mc:Choice>
              <mc:Fallback>
                <p:oleObj name="Equation" r:id="rId7" imgW="1473120" imgH="41904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358ACD1E-67F3-408A-A3E9-238B84DB4A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469" y="1940430"/>
                        <a:ext cx="1473200" cy="39528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2CEB1872-C85A-4C42-A166-B2F31320F9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558674"/>
              </p:ext>
            </p:extLst>
          </p:nvPr>
        </p:nvGraphicFramePr>
        <p:xfrm>
          <a:off x="2362523" y="1778125"/>
          <a:ext cx="3695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1" name="Equation" r:id="rId9" imgW="3695400" imgH="723600" progId="Equation.DSMT4">
                  <p:embed/>
                </p:oleObj>
              </mc:Choice>
              <mc:Fallback>
                <p:oleObj name="Equation" r:id="rId9" imgW="3695400" imgH="723600" progId="Equation.DSMT4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8C40FCFC-389B-44F2-BAE2-ABEAE8EC5B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523" y="1778125"/>
                        <a:ext cx="36957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50B0E9EB-0E47-4E70-982F-61C5D18458F2}"/>
              </a:ext>
            </a:extLst>
          </p:cNvPr>
          <p:cNvGrpSpPr/>
          <p:nvPr/>
        </p:nvGrpSpPr>
        <p:grpSpPr>
          <a:xfrm>
            <a:off x="1415604" y="1069768"/>
            <a:ext cx="2804857" cy="469700"/>
            <a:chOff x="1901104" y="1402037"/>
            <a:chExt cx="2804857" cy="469700"/>
          </a:xfrm>
        </p:grpSpPr>
        <p:graphicFrame>
          <p:nvGraphicFramePr>
            <p:cNvPr id="14" name="Object 24">
              <a:extLst>
                <a:ext uri="{FF2B5EF4-FFF2-40B4-BE49-F238E27FC236}">
                  <a16:creationId xmlns:a16="http://schemas.microsoft.com/office/drawing/2014/main" id="{9B50DD2B-82C5-4F12-902D-329578ADD8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2647765"/>
                </p:ext>
              </p:extLst>
            </p:nvPr>
          </p:nvGraphicFramePr>
          <p:xfrm>
            <a:off x="2318361" y="1427237"/>
            <a:ext cx="23876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42" name="Equation" r:id="rId11" imgW="2387520" imgH="444240" progId="Equation.DSMT4">
                    <p:embed/>
                  </p:oleObj>
                </mc:Choice>
                <mc:Fallback>
                  <p:oleObj name="Equation" r:id="rId11" imgW="2387520" imgH="444240" progId="Equation.DSMT4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72607901-0966-4268-8F1E-270C5464A8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8361" y="1427237"/>
                          <a:ext cx="2387600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06111C5-EAAB-44BA-8090-7AB35B914F90}"/>
                </a:ext>
              </a:extLst>
            </p:cNvPr>
            <p:cNvSpPr txBox="1"/>
            <p:nvPr/>
          </p:nvSpPr>
          <p:spPr>
            <a:xfrm>
              <a:off x="1901104" y="1402037"/>
              <a:ext cx="15993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88FCBD3-4039-4A2D-B7A2-FF9202F794CE}"/>
              </a:ext>
            </a:extLst>
          </p:cNvPr>
          <p:cNvSpPr txBox="1"/>
          <p:nvPr/>
        </p:nvSpPr>
        <p:spPr>
          <a:xfrm>
            <a:off x="4256153" y="1078168"/>
            <a:ext cx="670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则</a:t>
            </a:r>
            <a:r>
              <a:rPr lang="en-US" altLang="zh-CN" sz="2400" b="1" dirty="0">
                <a:latin typeface="+mn-ea"/>
              </a:rPr>
              <a:t>                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CB237ACE-C80A-476A-AE60-08A31820D5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66047"/>
              </p:ext>
            </p:extLst>
          </p:nvPr>
        </p:nvGraphicFramePr>
        <p:xfrm>
          <a:off x="6120562" y="1775728"/>
          <a:ext cx="2425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3" name="Equation" r:id="rId13" imgW="2425680" imgH="723600" progId="Equation.DSMT4">
                  <p:embed/>
                </p:oleObj>
              </mc:Choice>
              <mc:Fallback>
                <p:oleObj name="Equation" r:id="rId13" imgW="2425680" imgH="72360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7D6B7B4C-66EF-49E6-BDE7-702A174E25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0562" y="1775728"/>
                        <a:ext cx="24257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6215D79C-ABD6-42FF-BA57-4E9C42FE7F32}"/>
              </a:ext>
            </a:extLst>
          </p:cNvPr>
          <p:cNvGrpSpPr/>
          <p:nvPr/>
        </p:nvGrpSpPr>
        <p:grpSpPr>
          <a:xfrm>
            <a:off x="487822" y="2625081"/>
            <a:ext cx="2948372" cy="736600"/>
            <a:chOff x="847138" y="3871293"/>
            <a:chExt cx="2948372" cy="73660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036D83C-50D2-485E-9FA5-05E975C07DA2}"/>
                </a:ext>
              </a:extLst>
            </p:cNvPr>
            <p:cNvSpPr txBox="1"/>
            <p:nvPr/>
          </p:nvSpPr>
          <p:spPr>
            <a:xfrm>
              <a:off x="847138" y="3976556"/>
              <a:ext cx="670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故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612F288C-985A-476D-931E-BF3FF444AB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531758"/>
                </p:ext>
              </p:extLst>
            </p:nvPr>
          </p:nvGraphicFramePr>
          <p:xfrm>
            <a:off x="1293610" y="3871293"/>
            <a:ext cx="2501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44" name="Equation" r:id="rId15" imgW="2501640" imgH="736560" progId="Equation.DSMT4">
                    <p:embed/>
                  </p:oleObj>
                </mc:Choice>
                <mc:Fallback>
                  <p:oleObj name="Equation" r:id="rId15" imgW="2501640" imgH="736560" progId="Equation.DSMT4">
                    <p:embed/>
                    <p:pic>
                      <p:nvPicPr>
                        <p:cNvPr id="19" name="Object 24">
                          <a:extLst>
                            <a:ext uri="{FF2B5EF4-FFF2-40B4-BE49-F238E27FC236}">
                              <a16:creationId xmlns:a16="http://schemas.microsoft.com/office/drawing/2014/main" id="{27019690-A1ED-4F70-AC68-D1170B366C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3610" y="3871293"/>
                          <a:ext cx="25019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ADFC2350-9EE5-4F9F-BE7A-A81856DFE141}"/>
              </a:ext>
            </a:extLst>
          </p:cNvPr>
          <p:cNvSpPr txBox="1"/>
          <p:nvPr/>
        </p:nvSpPr>
        <p:spPr>
          <a:xfrm>
            <a:off x="3461082" y="2758889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求得</a:t>
            </a:r>
            <a:r>
              <a:rPr lang="en-US" altLang="zh-CN" sz="2400" b="1" dirty="0">
                <a:latin typeface="+mn-ea"/>
              </a:rPr>
              <a:t>                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E8390B1C-09FB-4297-88ED-6C9B951202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36403"/>
              </p:ext>
            </p:extLst>
          </p:nvPr>
        </p:nvGraphicFramePr>
        <p:xfrm>
          <a:off x="4228545" y="2791769"/>
          <a:ext cx="1155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5" name="Equation" r:id="rId17" imgW="1155600" imgH="520560" progId="Equation.DSMT4">
                  <p:embed/>
                </p:oleObj>
              </mc:Choice>
              <mc:Fallback>
                <p:oleObj name="Equation" r:id="rId17" imgW="1155600" imgH="52056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BA63AED3-B1FB-408A-9392-83A92F8240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8545" y="2791769"/>
                        <a:ext cx="11557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12EF5F14-1BD7-4306-AE04-F8FD681514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783678"/>
              </p:ext>
            </p:extLst>
          </p:nvPr>
        </p:nvGraphicFramePr>
        <p:xfrm>
          <a:off x="4223916" y="2786237"/>
          <a:ext cx="1143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6" name="Equation" r:id="rId19" imgW="1143000" imgH="520560" progId="Equation.DSMT4">
                  <p:embed/>
                </p:oleObj>
              </mc:Choice>
              <mc:Fallback>
                <p:oleObj name="Equation" r:id="rId19" imgW="1143000" imgH="52056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C164B53F-D540-4302-84E3-8D3D9AE0DA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916" y="2786237"/>
                        <a:ext cx="1143000" cy="520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AutoShape 7">
            <a:extLst>
              <a:ext uri="{FF2B5EF4-FFF2-40B4-BE49-F238E27FC236}">
                <a16:creationId xmlns:a16="http://schemas.microsoft.com/office/drawing/2014/main" id="{45C7FFE0-4055-4F2B-98E6-41A920382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8472" y="2924135"/>
            <a:ext cx="900112" cy="180404"/>
          </a:xfrm>
          <a:prstGeom prst="rightArrow">
            <a:avLst>
              <a:gd name="adj1" fmla="val 50000"/>
              <a:gd name="adj2" fmla="val 90865"/>
            </a:avLst>
          </a:prstGeom>
          <a:solidFill>
            <a:srgbClr val="FF0000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18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BFD497E7-B7D9-4BEC-9B42-15E6CCD964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997362"/>
              </p:ext>
            </p:extLst>
          </p:nvPr>
        </p:nvGraphicFramePr>
        <p:xfrm>
          <a:off x="6444506" y="2767145"/>
          <a:ext cx="1346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7" name="Equation" r:id="rId21" imgW="1346040" imgH="545760" progId="Equation.DSMT4">
                  <p:embed/>
                </p:oleObj>
              </mc:Choice>
              <mc:Fallback>
                <p:oleObj name="Equation" r:id="rId21" imgW="1346040" imgH="54576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FA462348-7D2C-4534-B1CF-B405AFB9BF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506" y="2767145"/>
                        <a:ext cx="13462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CB0F02B9-759F-4017-B23F-A19D2942EA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802687"/>
              </p:ext>
            </p:extLst>
          </p:nvPr>
        </p:nvGraphicFramePr>
        <p:xfrm>
          <a:off x="4106863" y="350838"/>
          <a:ext cx="1384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8" name="Equation" r:id="rId23" imgW="1384200" imgH="545760" progId="Equation.DSMT4">
                  <p:embed/>
                </p:oleObj>
              </mc:Choice>
              <mc:Fallback>
                <p:oleObj name="Equation" r:id="rId23" imgW="1384200" imgH="54576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3E8E687D-8D47-4995-B983-674C10156F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6863" y="350838"/>
                        <a:ext cx="13843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E15B4550-D76A-4F5E-A8BC-7D2D1A3A3C06}"/>
              </a:ext>
            </a:extLst>
          </p:cNvPr>
          <p:cNvSpPr txBox="1"/>
          <p:nvPr/>
        </p:nvSpPr>
        <p:spPr>
          <a:xfrm>
            <a:off x="1559620" y="337965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利用夹逼准则证明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5EAA258-65EF-48DF-BD71-7D6A29C90435}"/>
              </a:ext>
            </a:extLst>
          </p:cNvPr>
          <p:cNvSpPr txBox="1"/>
          <p:nvPr/>
        </p:nvSpPr>
        <p:spPr>
          <a:xfrm>
            <a:off x="827584" y="339502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6</a:t>
            </a:r>
          </a:p>
        </p:txBody>
      </p:sp>
      <p:graphicFrame>
        <p:nvGraphicFramePr>
          <p:cNvPr id="29" name="Object 24">
            <a:extLst>
              <a:ext uri="{FF2B5EF4-FFF2-40B4-BE49-F238E27FC236}">
                <a16:creationId xmlns:a16="http://schemas.microsoft.com/office/drawing/2014/main" id="{E9F7485E-5D64-4BB6-872F-CBA79B5974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962092"/>
              </p:ext>
            </p:extLst>
          </p:nvPr>
        </p:nvGraphicFramePr>
        <p:xfrm>
          <a:off x="5520060" y="337701"/>
          <a:ext cx="2260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9" name="Equation" r:id="rId25" imgW="2260440" imgH="545760" progId="Equation.DSMT4">
                  <p:embed/>
                </p:oleObj>
              </mc:Choice>
              <mc:Fallback>
                <p:oleObj name="Equation" r:id="rId25" imgW="2260440" imgH="545760" progId="Equation.DSMT4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C5A95442-61D9-402A-A343-021CF8FC9D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060" y="337701"/>
                        <a:ext cx="22606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1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0" grpId="0"/>
      <p:bldP spid="16" grpId="0"/>
      <p:bldP spid="21" grpId="0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028E1E6F-8F65-47EA-9146-AEFC8142A4EA}"/>
              </a:ext>
            </a:extLst>
          </p:cNvPr>
          <p:cNvSpPr/>
          <p:nvPr/>
        </p:nvSpPr>
        <p:spPr>
          <a:xfrm>
            <a:off x="4010004" y="2657826"/>
            <a:ext cx="360040" cy="360040"/>
          </a:xfrm>
          <a:prstGeom prst="ellipse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83F5A71-310B-459A-B96B-1565532BF46F}"/>
              </a:ext>
            </a:extLst>
          </p:cNvPr>
          <p:cNvSpPr/>
          <p:nvPr/>
        </p:nvSpPr>
        <p:spPr>
          <a:xfrm>
            <a:off x="3892932" y="1131590"/>
            <a:ext cx="360040" cy="360040"/>
          </a:xfrm>
          <a:prstGeom prst="ellipse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FE7F84-9BA8-4870-8A1E-74081502F00A}"/>
              </a:ext>
            </a:extLst>
          </p:cNvPr>
          <p:cNvSpPr txBox="1"/>
          <p:nvPr/>
        </p:nvSpPr>
        <p:spPr>
          <a:xfrm>
            <a:off x="554542" y="3508325"/>
            <a:ext cx="605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00027F-5B7E-424A-A5F5-086C18340547}"/>
              </a:ext>
            </a:extLst>
          </p:cNvPr>
          <p:cNvSpPr txBox="1"/>
          <p:nvPr/>
        </p:nvSpPr>
        <p:spPr>
          <a:xfrm>
            <a:off x="1619672" y="267494"/>
            <a:ext cx="257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证明极限</a:t>
            </a: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162ACED9-D004-441C-83F8-94C7D58C3C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306122"/>
              </p:ext>
            </p:extLst>
          </p:nvPr>
        </p:nvGraphicFramePr>
        <p:xfrm>
          <a:off x="2955479" y="258931"/>
          <a:ext cx="2641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74" name="Equation" r:id="rId3" imgW="2641320" imgH="583920" progId="Equation.DSMT4">
                  <p:embed/>
                </p:oleObj>
              </mc:Choice>
              <mc:Fallback>
                <p:oleObj name="Equation" r:id="rId3" imgW="2641320" imgH="583920" progId="Equation.DSMT4">
                  <p:embed/>
                  <p:pic>
                    <p:nvPicPr>
                      <p:cNvPr id="14" name="Object 24">
                        <a:extLst>
                          <a:ext uri="{FF2B5EF4-FFF2-40B4-BE49-F238E27FC236}">
                            <a16:creationId xmlns:a16="http://schemas.microsoft.com/office/drawing/2014/main" id="{00E7CB28-267C-4619-9D39-F3642E23D0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479" y="258931"/>
                        <a:ext cx="26416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756BCED-157D-46E5-B870-E11A2D4CB9D5}"/>
              </a:ext>
            </a:extLst>
          </p:cNvPr>
          <p:cNvSpPr txBox="1"/>
          <p:nvPr/>
        </p:nvSpPr>
        <p:spPr>
          <a:xfrm>
            <a:off x="971600" y="267494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7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9CCC1C-807B-4294-9616-56D8A29C8780}"/>
              </a:ext>
            </a:extLst>
          </p:cNvPr>
          <p:cNvSpPr txBox="1"/>
          <p:nvPr/>
        </p:nvSpPr>
        <p:spPr>
          <a:xfrm>
            <a:off x="937688" y="1072777"/>
            <a:ext cx="54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81BE5081-5A72-4E95-A85B-C754DDFD8F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21111"/>
              </p:ext>
            </p:extLst>
          </p:nvPr>
        </p:nvGraphicFramePr>
        <p:xfrm>
          <a:off x="6127284" y="1019808"/>
          <a:ext cx="105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75" name="Equation" r:id="rId5" imgW="1054080" imgH="431640" progId="Equation.DSMT4">
                  <p:embed/>
                </p:oleObj>
              </mc:Choice>
              <mc:Fallback>
                <p:oleObj name="Equation" r:id="rId5" imgW="1054080" imgH="43164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4FBCD070-668E-4716-8FDB-D2E4FF6545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284" y="1019808"/>
                        <a:ext cx="1054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43FA9D4-F844-41B9-BA84-846E0FE719F0}"/>
              </a:ext>
            </a:extLst>
          </p:cNvPr>
          <p:cNvSpPr txBox="1"/>
          <p:nvPr/>
        </p:nvSpPr>
        <p:spPr>
          <a:xfrm>
            <a:off x="683568" y="3564299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一般有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5E617BA-F7CB-43AE-91DF-C60AE735E385}"/>
              </a:ext>
            </a:extLst>
          </p:cNvPr>
          <p:cNvGrpSpPr/>
          <p:nvPr/>
        </p:nvGrpSpPr>
        <p:grpSpPr>
          <a:xfrm>
            <a:off x="2050852" y="3465912"/>
            <a:ext cx="5472608" cy="669032"/>
            <a:chOff x="1899753" y="3759024"/>
            <a:chExt cx="5472608" cy="66903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06D0984-3893-477B-9964-EEC666B5088B}"/>
                </a:ext>
              </a:extLst>
            </p:cNvPr>
            <p:cNvSpPr/>
            <p:nvPr/>
          </p:nvSpPr>
          <p:spPr>
            <a:xfrm>
              <a:off x="1899753" y="3759024"/>
              <a:ext cx="5472608" cy="669032"/>
            </a:xfrm>
            <a:prstGeom prst="roundRect">
              <a:avLst/>
            </a:prstGeom>
            <a:solidFill>
              <a:srgbClr val="006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7630DFCC-3642-4F6A-B741-6073A9DFC2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42198"/>
                </p:ext>
              </p:extLst>
            </p:nvPr>
          </p:nvGraphicFramePr>
          <p:xfrm>
            <a:off x="2123728" y="3795886"/>
            <a:ext cx="5181600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76" name="Equation" r:id="rId7" imgW="5181480" imgH="583920" progId="Equation.DSMT4">
                    <p:embed/>
                  </p:oleObj>
                </mc:Choice>
                <mc:Fallback>
                  <p:oleObj name="Equation" r:id="rId7" imgW="5181480" imgH="583920" progId="Equation.DSMT4">
                    <p:embed/>
                    <p:pic>
                      <p:nvPicPr>
                        <p:cNvPr id="35" name="Object 24">
                          <a:extLst>
                            <a:ext uri="{FF2B5EF4-FFF2-40B4-BE49-F238E27FC236}">
                              <a16:creationId xmlns:a16="http://schemas.microsoft.com/office/drawing/2014/main" id="{00858D2E-2F7E-4776-AB41-4E3CC6392E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3795886"/>
                          <a:ext cx="5181600" cy="5842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036613CC-37CB-4F33-A1AE-2FB8BC7145FE}"/>
              </a:ext>
            </a:extLst>
          </p:cNvPr>
          <p:cNvSpPr txBox="1"/>
          <p:nvPr/>
        </p:nvSpPr>
        <p:spPr>
          <a:xfrm>
            <a:off x="899726" y="2678704"/>
            <a:ext cx="925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所以</a:t>
            </a:r>
          </a:p>
        </p:txBody>
      </p: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8A5B3092-EFF2-4A69-BC28-FA71AB743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772694"/>
              </p:ext>
            </p:extLst>
          </p:nvPr>
        </p:nvGraphicFramePr>
        <p:xfrm>
          <a:off x="2637692" y="1058137"/>
          <a:ext cx="1689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77" name="Equation" r:id="rId9" imgW="1688760" imgH="495000" progId="Equation.DSMT4">
                  <p:embed/>
                </p:oleObj>
              </mc:Choice>
              <mc:Fallback>
                <p:oleObj name="Equation" r:id="rId9" imgW="1688760" imgH="495000" progId="Equation.DSMT4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7CE3599B-C379-429E-8646-E8A2015F5E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7692" y="1058137"/>
                        <a:ext cx="16891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355AC305-BF16-4A20-8FF3-7801EDB939A7}"/>
              </a:ext>
            </a:extLst>
          </p:cNvPr>
          <p:cNvGrpSpPr/>
          <p:nvPr/>
        </p:nvGrpSpPr>
        <p:grpSpPr>
          <a:xfrm>
            <a:off x="899592" y="1851471"/>
            <a:ext cx="2138288" cy="615748"/>
            <a:chOff x="539552" y="2139702"/>
            <a:chExt cx="2138288" cy="615748"/>
          </a:xfrm>
        </p:grpSpPr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819A6DBD-5A82-48B2-92E3-B6DDA5E80B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8733535"/>
                </p:ext>
              </p:extLst>
            </p:nvPr>
          </p:nvGraphicFramePr>
          <p:xfrm>
            <a:off x="1331640" y="2171250"/>
            <a:ext cx="1346200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78" name="Equation" r:id="rId11" imgW="1346040" imgH="583920" progId="Equation.DSMT4">
                    <p:embed/>
                  </p:oleObj>
                </mc:Choice>
                <mc:Fallback>
                  <p:oleObj name="Equation" r:id="rId11" imgW="1346040" imgH="583920" progId="Equation.DSMT4">
                    <p:embed/>
                    <p:pic>
                      <p:nvPicPr>
                        <p:cNvPr id="31" name="Object 24">
                          <a:extLst>
                            <a:ext uri="{FF2B5EF4-FFF2-40B4-BE49-F238E27FC236}">
                              <a16:creationId xmlns:a16="http://schemas.microsoft.com/office/drawing/2014/main" id="{2D2E5169-53F5-4089-BDF3-9C56686507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2171250"/>
                          <a:ext cx="1346200" cy="584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813B6BE-3A93-4283-9344-B1CC1D5AD21A}"/>
                </a:ext>
              </a:extLst>
            </p:cNvPr>
            <p:cNvSpPr txBox="1"/>
            <p:nvPr/>
          </p:nvSpPr>
          <p:spPr>
            <a:xfrm>
              <a:off x="539552" y="2139702"/>
              <a:ext cx="93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由于</a:t>
              </a:r>
              <a:r>
                <a:rPr lang="en-US" altLang="zh-CN" sz="2400" b="1" dirty="0">
                  <a:latin typeface="+mn-ea"/>
                </a:rPr>
                <a:t>                 </a:t>
              </a:r>
              <a:endParaRPr lang="zh-CN" altLang="en-US" sz="2400" b="1" dirty="0">
                <a:latin typeface="+mn-ea"/>
              </a:endParaRPr>
            </a:p>
          </p:txBody>
        </p:sp>
      </p:grp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F3F6DA28-B5CE-40E8-9897-C7566C97C7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194241"/>
              </p:ext>
            </p:extLst>
          </p:nvPr>
        </p:nvGraphicFramePr>
        <p:xfrm>
          <a:off x="1835696" y="1040701"/>
          <a:ext cx="774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79" name="Equation" r:id="rId13" imgW="774360" imgH="431640" progId="Equation.DSMT4">
                  <p:embed/>
                </p:oleObj>
              </mc:Choice>
              <mc:Fallback>
                <p:oleObj name="Equation" r:id="rId13" imgW="774360" imgH="43164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BED8613E-207F-416D-B7E3-4E77036A87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040701"/>
                        <a:ext cx="774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88E022A5-57EE-4755-8681-B04B23832D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584931"/>
              </p:ext>
            </p:extLst>
          </p:nvPr>
        </p:nvGraphicFramePr>
        <p:xfrm>
          <a:off x="1895153" y="2659757"/>
          <a:ext cx="2603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80" name="Equation" r:id="rId15" imgW="2603160" imgH="583920" progId="Equation.DSMT4">
                  <p:embed/>
                </p:oleObj>
              </mc:Choice>
              <mc:Fallback>
                <p:oleObj name="Equation" r:id="rId15" imgW="2603160" imgH="58392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9DC9E705-7F0A-434C-BDF5-CBB691E820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153" y="2659757"/>
                        <a:ext cx="26035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27DE5467-4C76-4E39-9CBD-BB52B7727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284006"/>
              </p:ext>
            </p:extLst>
          </p:nvPr>
        </p:nvGraphicFramePr>
        <p:xfrm>
          <a:off x="3175374" y="4413141"/>
          <a:ext cx="203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81" name="Equation" r:id="rId17" imgW="2031840" imgH="380880" progId="Equation.DSMT4">
                  <p:embed/>
                </p:oleObj>
              </mc:Choice>
              <mc:Fallback>
                <p:oleObj name="Equation" r:id="rId17" imgW="2031840" imgH="380880" progId="Equation.DSMT4">
                  <p:embed/>
                  <p:pic>
                    <p:nvPicPr>
                      <p:cNvPr id="40" name="Object 24">
                        <a:extLst>
                          <a:ext uri="{FF2B5EF4-FFF2-40B4-BE49-F238E27FC236}">
                            <a16:creationId xmlns:a16="http://schemas.microsoft.com/office/drawing/2014/main" id="{7818E6A2-3009-4CBF-A016-93F1BD701E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374" y="4413141"/>
                        <a:ext cx="2032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F46AC478-2926-4FB3-AA19-E757639771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465442"/>
              </p:ext>
            </p:extLst>
          </p:nvPr>
        </p:nvGraphicFramePr>
        <p:xfrm>
          <a:off x="4325337" y="1027590"/>
          <a:ext cx="187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82" name="Equation" r:id="rId19" imgW="1879560" imgH="469800" progId="Equation.DSMT4">
                  <p:embed/>
                </p:oleObj>
              </mc:Choice>
              <mc:Fallback>
                <p:oleObj name="Equation" r:id="rId19" imgW="1879560" imgH="46980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73623B17-A43B-48EE-99D3-3228C925FD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5337" y="1027590"/>
                        <a:ext cx="1879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3AFA9C5A-5E68-400F-8365-344A99D390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02108"/>
              </p:ext>
            </p:extLst>
          </p:nvPr>
        </p:nvGraphicFramePr>
        <p:xfrm>
          <a:off x="3275856" y="1875747"/>
          <a:ext cx="1511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83" name="Equation" r:id="rId21" imgW="1511280" imgH="583920" progId="Equation.DSMT4">
                  <p:embed/>
                </p:oleObj>
              </mc:Choice>
              <mc:Fallback>
                <p:oleObj name="Equation" r:id="rId21" imgW="1511280" imgH="583920" progId="Equation.DSMT4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AE2CE7D7-B587-4493-AFED-D8242233B9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875747"/>
                        <a:ext cx="15113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25B2DEEB-118F-47FC-84EB-F2A1417E48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901859"/>
              </p:ext>
            </p:extLst>
          </p:nvPr>
        </p:nvGraphicFramePr>
        <p:xfrm>
          <a:off x="7175054" y="1025922"/>
          <a:ext cx="825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84" name="Equation" r:id="rId23" imgW="825480" imgH="393480" progId="Equation.DSMT4">
                  <p:embed/>
                </p:oleObj>
              </mc:Choice>
              <mc:Fallback>
                <p:oleObj name="Equation" r:id="rId23" imgW="825480" imgH="39348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94179BC7-BAC0-4496-B3A6-586B594869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054" y="1025922"/>
                        <a:ext cx="8255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9017E5A8-FDC6-4990-B8DE-CB246A3753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212500"/>
              </p:ext>
            </p:extLst>
          </p:nvPr>
        </p:nvGraphicFramePr>
        <p:xfrm>
          <a:off x="1862992" y="771550"/>
          <a:ext cx="495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85" name="Equation" r:id="rId25" imgW="495000" imgH="736560" progId="Equation.DSMT4">
                  <p:embed/>
                </p:oleObj>
              </mc:Choice>
              <mc:Fallback>
                <p:oleObj name="Equation" r:id="rId25" imgW="495000" imgH="73656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808F9E34-4B03-4569-82E9-624339BF10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992" y="771550"/>
                        <a:ext cx="495300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554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/>
      <p:bldP spid="10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AF18FF4-E477-458B-9AAC-2609E37C1903}"/>
              </a:ext>
            </a:extLst>
          </p:cNvPr>
          <p:cNvSpPr txBox="1"/>
          <p:nvPr/>
        </p:nvSpPr>
        <p:spPr>
          <a:xfrm>
            <a:off x="755576" y="267494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8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524F2B-D68C-433D-889E-F246EA5426B2}"/>
              </a:ext>
            </a:extLst>
          </p:cNvPr>
          <p:cNvSpPr txBox="1"/>
          <p:nvPr/>
        </p:nvSpPr>
        <p:spPr>
          <a:xfrm>
            <a:off x="1510210" y="263768"/>
            <a:ext cx="1477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求极限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084111D-EB12-4D33-8C2A-A99CCC96E0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192574"/>
              </p:ext>
            </p:extLst>
          </p:nvPr>
        </p:nvGraphicFramePr>
        <p:xfrm>
          <a:off x="2843808" y="92062"/>
          <a:ext cx="4025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37" name="Equation" r:id="rId3" imgW="4025880" imgH="888840" progId="Equation.DSMT4">
                  <p:embed/>
                </p:oleObj>
              </mc:Choice>
              <mc:Fallback>
                <p:oleObj name="Equation" r:id="rId3" imgW="402588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808" y="92062"/>
                        <a:ext cx="4025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C8E1C22-FBD9-4DDB-BF8D-6597FB51814B}"/>
              </a:ext>
            </a:extLst>
          </p:cNvPr>
          <p:cNvSpPr txBox="1"/>
          <p:nvPr/>
        </p:nvSpPr>
        <p:spPr>
          <a:xfrm>
            <a:off x="755576" y="1147039"/>
            <a:ext cx="54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9D286E6-9659-4924-8084-2CCA1255C9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355184"/>
              </p:ext>
            </p:extLst>
          </p:nvPr>
        </p:nvGraphicFramePr>
        <p:xfrm>
          <a:off x="1304332" y="990521"/>
          <a:ext cx="5842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38" name="Equation" r:id="rId5" imgW="5841720" imgH="774360" progId="Equation.DSMT4">
                  <p:embed/>
                </p:oleObj>
              </mc:Choice>
              <mc:Fallback>
                <p:oleObj name="Equation" r:id="rId5" imgW="5841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04332" y="990521"/>
                        <a:ext cx="5842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F8FBB4D-340C-4008-9F50-50596F2E9A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672756"/>
              </p:ext>
            </p:extLst>
          </p:nvPr>
        </p:nvGraphicFramePr>
        <p:xfrm>
          <a:off x="4361334" y="1816642"/>
          <a:ext cx="4584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39" name="Equation" r:id="rId7" imgW="4584600" imgH="812520" progId="Equation.DSMT4">
                  <p:embed/>
                </p:oleObj>
              </mc:Choice>
              <mc:Fallback>
                <p:oleObj name="Equation" r:id="rId7" imgW="45846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1334" y="1816642"/>
                        <a:ext cx="4584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AFE417A-0755-4323-8D05-15DF9E77FA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698464"/>
              </p:ext>
            </p:extLst>
          </p:nvPr>
        </p:nvGraphicFramePr>
        <p:xfrm>
          <a:off x="1435100" y="2598802"/>
          <a:ext cx="6273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40" name="Equation" r:id="rId9" imgW="6273720" imgH="774360" progId="Equation.DSMT4">
                  <p:embed/>
                </p:oleObj>
              </mc:Choice>
              <mc:Fallback>
                <p:oleObj name="Equation" r:id="rId9" imgW="62737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35100" y="2598802"/>
                        <a:ext cx="6273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556DE70-4171-432E-BE2A-B0B7909A2A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717061"/>
              </p:ext>
            </p:extLst>
          </p:nvPr>
        </p:nvGraphicFramePr>
        <p:xfrm>
          <a:off x="4358838" y="3254132"/>
          <a:ext cx="43942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41" name="Equation" r:id="rId11" imgW="4394160" imgH="1625400" progId="Equation.DSMT4">
                  <p:embed/>
                </p:oleObj>
              </mc:Choice>
              <mc:Fallback>
                <p:oleObj name="Equation" r:id="rId11" imgW="4394160" imgH="1625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58838" y="3254132"/>
                        <a:ext cx="4394200" cy="162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668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DF6CE9-3573-447D-A6A8-E1036E3AEEA1}"/>
              </a:ext>
            </a:extLst>
          </p:cNvPr>
          <p:cNvSpPr txBox="1"/>
          <p:nvPr/>
        </p:nvSpPr>
        <p:spPr>
          <a:xfrm>
            <a:off x="811141" y="755506"/>
            <a:ext cx="54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而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3B29A9D-9838-4999-8861-CB27605E53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746787"/>
              </p:ext>
            </p:extLst>
          </p:nvPr>
        </p:nvGraphicFramePr>
        <p:xfrm>
          <a:off x="1554163" y="579438"/>
          <a:ext cx="3124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84" name="Equation" r:id="rId3" imgW="3124080" imgH="812520" progId="Equation.DSMT4">
                  <p:embed/>
                </p:oleObj>
              </mc:Choice>
              <mc:Fallback>
                <p:oleObj name="Equation" r:id="rId3" imgW="31240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4163" y="579438"/>
                        <a:ext cx="3124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305CC9B-564C-4C00-9A41-C6C3D7C8E5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255863"/>
              </p:ext>
            </p:extLst>
          </p:nvPr>
        </p:nvGraphicFramePr>
        <p:xfrm>
          <a:off x="5076056" y="204391"/>
          <a:ext cx="29464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85" name="Equation" r:id="rId5" imgW="2946240" imgH="1625400" progId="Equation.DSMT4">
                  <p:embed/>
                </p:oleObj>
              </mc:Choice>
              <mc:Fallback>
                <p:oleObj name="Equation" r:id="rId5" imgW="2946240" imgH="1625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6056" y="204391"/>
                        <a:ext cx="2946400" cy="162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1E4704A-82E6-46F1-ACEC-29D34FA0D4DD}"/>
              </a:ext>
            </a:extLst>
          </p:cNvPr>
          <p:cNvSpPr txBox="1"/>
          <p:nvPr/>
        </p:nvSpPr>
        <p:spPr>
          <a:xfrm>
            <a:off x="886960" y="2717567"/>
            <a:ext cx="2248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夹逼准则</a:t>
            </a:r>
            <a:r>
              <a:rPr lang="zh-CN" altLang="en-US" sz="2400" b="1" dirty="0">
                <a:latin typeface="+mn-ea"/>
              </a:rPr>
              <a:t>得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9F3F3D9-62A8-4F89-B0B1-04DB9B3364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877412"/>
              </p:ext>
            </p:extLst>
          </p:nvPr>
        </p:nvGraphicFramePr>
        <p:xfrm>
          <a:off x="2987824" y="2503900"/>
          <a:ext cx="4457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86" name="Equation" r:id="rId7" imgW="4457520" imgH="888840" progId="Equation.DSMT4">
                  <p:embed/>
                </p:oleObj>
              </mc:Choice>
              <mc:Fallback>
                <p:oleObj name="Equation" r:id="rId7" imgW="445752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7824" y="2503900"/>
                        <a:ext cx="44577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0795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E7346F-64BF-44F7-B16A-5F4A6EF22E09}"/>
              </a:ext>
            </a:extLst>
          </p:cNvPr>
          <p:cNvSpPr txBox="1"/>
          <p:nvPr/>
        </p:nvSpPr>
        <p:spPr>
          <a:xfrm>
            <a:off x="1115616" y="305396"/>
            <a:ext cx="75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9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1BEA9F-976F-45CE-9AA8-9CC45196BDA2}"/>
              </a:ext>
            </a:extLst>
          </p:cNvPr>
          <p:cNvSpPr txBox="1"/>
          <p:nvPr/>
        </p:nvSpPr>
        <p:spPr>
          <a:xfrm>
            <a:off x="1763689" y="309419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求极限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F8D2D0A-30EE-43FF-934E-EBAD2358EB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484333"/>
              </p:ext>
            </p:extLst>
          </p:nvPr>
        </p:nvGraphicFramePr>
        <p:xfrm>
          <a:off x="2915816" y="123478"/>
          <a:ext cx="1333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83" name="Equation" r:id="rId3" imgW="1333440" imgH="825480" progId="Equation.DSMT4">
                  <p:embed/>
                </p:oleObj>
              </mc:Choice>
              <mc:Fallback>
                <p:oleObj name="Equation" r:id="rId3" imgW="133344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5816" y="123478"/>
                        <a:ext cx="1333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6D8A72F-C59D-48C6-AF93-8D01042B8ECF}"/>
              </a:ext>
            </a:extLst>
          </p:cNvPr>
          <p:cNvSpPr txBox="1"/>
          <p:nvPr/>
        </p:nvSpPr>
        <p:spPr>
          <a:xfrm>
            <a:off x="1115616" y="1524770"/>
            <a:ext cx="54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57ADDEB-B762-4C43-80B2-1A6A7D358C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424631"/>
              </p:ext>
            </p:extLst>
          </p:nvPr>
        </p:nvGraphicFramePr>
        <p:xfrm>
          <a:off x="2757066" y="1342852"/>
          <a:ext cx="2984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84" name="Equation" r:id="rId5" imgW="2984400" imgH="825480" progId="Equation.DSMT4">
                  <p:embed/>
                </p:oleObj>
              </mc:Choice>
              <mc:Fallback>
                <p:oleObj name="Equation" r:id="rId5" imgW="29844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57066" y="1342852"/>
                        <a:ext cx="2984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A29C72C-F659-45B9-B7E8-388525E7E983}"/>
              </a:ext>
            </a:extLst>
          </p:cNvPr>
          <p:cNvSpPr txBox="1"/>
          <p:nvPr/>
        </p:nvSpPr>
        <p:spPr>
          <a:xfrm>
            <a:off x="1657910" y="1529532"/>
            <a:ext cx="1018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因为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4291CC-A3DC-473B-91BB-D7186DC3866D}"/>
              </a:ext>
            </a:extLst>
          </p:cNvPr>
          <p:cNvSpPr txBox="1"/>
          <p:nvPr/>
        </p:nvSpPr>
        <p:spPr>
          <a:xfrm>
            <a:off x="1118339" y="2322315"/>
            <a:ext cx="1018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而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9828711-F156-40D6-9C66-30AF0E0495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737441"/>
              </p:ext>
            </p:extLst>
          </p:nvPr>
        </p:nvGraphicFramePr>
        <p:xfrm>
          <a:off x="1870251" y="2345316"/>
          <a:ext cx="2171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85" name="Equation" r:id="rId7" imgW="2171520" imgH="545760" progId="Equation.DSMT4">
                  <p:embed/>
                </p:oleObj>
              </mc:Choice>
              <mc:Fallback>
                <p:oleObj name="Equation" r:id="rId7" imgW="217152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70251" y="2345316"/>
                        <a:ext cx="21717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188BFFC-9433-49F5-A8F8-370E9CB1EFFD}"/>
              </a:ext>
            </a:extLst>
          </p:cNvPr>
          <p:cNvSpPr txBox="1"/>
          <p:nvPr/>
        </p:nvSpPr>
        <p:spPr>
          <a:xfrm>
            <a:off x="1115616" y="3261941"/>
            <a:ext cx="2248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夹逼准则</a:t>
            </a:r>
            <a:r>
              <a:rPr lang="zh-CN" altLang="en-US" sz="2400" b="1" dirty="0">
                <a:latin typeface="+mn-ea"/>
              </a:rPr>
              <a:t>得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3739508-25D1-45E1-8DA7-3E841B5EB9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050908"/>
              </p:ext>
            </p:extLst>
          </p:nvPr>
        </p:nvGraphicFramePr>
        <p:xfrm>
          <a:off x="3275856" y="3080023"/>
          <a:ext cx="1765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86" name="Equation" r:id="rId9" imgW="1765080" imgH="825480" progId="Equation.DSMT4">
                  <p:embed/>
                </p:oleObj>
              </mc:Choice>
              <mc:Fallback>
                <p:oleObj name="Equation" r:id="rId9" imgW="176508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5856" y="3080023"/>
                        <a:ext cx="1765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650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6A2720-7360-465D-A7F4-DEE5119772EC}"/>
              </a:ext>
            </a:extLst>
          </p:cNvPr>
          <p:cNvSpPr txBox="1"/>
          <p:nvPr/>
        </p:nvSpPr>
        <p:spPr>
          <a:xfrm>
            <a:off x="824632" y="126038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10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6AC1A7-354B-4B18-BFAA-C67AD1BAB3F2}"/>
              </a:ext>
            </a:extLst>
          </p:cNvPr>
          <p:cNvSpPr txBox="1"/>
          <p:nvPr/>
        </p:nvSpPr>
        <p:spPr>
          <a:xfrm>
            <a:off x="4937438" y="129814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求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8A44BBB-0FAC-4885-A204-A5F89233D5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935848"/>
              </p:ext>
            </p:extLst>
          </p:nvPr>
        </p:nvGraphicFramePr>
        <p:xfrm>
          <a:off x="2336800" y="92576"/>
          <a:ext cx="2578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96" name="Equation" r:id="rId3" imgW="2577960" imgH="482400" progId="Equation.DSMT4">
                  <p:embed/>
                </p:oleObj>
              </mc:Choice>
              <mc:Fallback>
                <p:oleObj name="Equation" r:id="rId3" imgW="25779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6800" y="92576"/>
                        <a:ext cx="25781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A4FA10B-D388-4AE6-BCFC-DA5FB7BD5E49}"/>
              </a:ext>
            </a:extLst>
          </p:cNvPr>
          <p:cNvSpPr txBox="1"/>
          <p:nvPr/>
        </p:nvSpPr>
        <p:spPr>
          <a:xfrm>
            <a:off x="1580716" y="126038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已知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A8E345B-EFF7-4175-B0A8-EFC7C546ED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476971"/>
              </p:ext>
            </p:extLst>
          </p:nvPr>
        </p:nvGraphicFramePr>
        <p:xfrm>
          <a:off x="5399661" y="198046"/>
          <a:ext cx="800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97" name="Equation" r:id="rId5" imgW="799920" imgH="482400" progId="Equation.DSMT4">
                  <p:embed/>
                </p:oleObj>
              </mc:Choice>
              <mc:Fallback>
                <p:oleObj name="Equation" r:id="rId5" imgW="799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9661" y="198046"/>
                        <a:ext cx="8001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1C04CC9-BE40-48F1-A95E-668AD98C3C7D}"/>
              </a:ext>
            </a:extLst>
          </p:cNvPr>
          <p:cNvSpPr txBox="1"/>
          <p:nvPr/>
        </p:nvSpPr>
        <p:spPr>
          <a:xfrm>
            <a:off x="784898" y="662657"/>
            <a:ext cx="54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F28F1A9-669E-4230-ABC4-FB4432FEA959}"/>
              </a:ext>
            </a:extLst>
          </p:cNvPr>
          <p:cNvGrpSpPr/>
          <p:nvPr/>
        </p:nvGrpSpPr>
        <p:grpSpPr>
          <a:xfrm>
            <a:off x="1325675" y="662657"/>
            <a:ext cx="3763010" cy="511085"/>
            <a:chOff x="1325675" y="662657"/>
            <a:chExt cx="3763010" cy="511085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5F22506-1E4D-49CE-B373-D825B1E731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8224601"/>
                </p:ext>
              </p:extLst>
            </p:nvPr>
          </p:nvGraphicFramePr>
          <p:xfrm>
            <a:off x="1325675" y="753789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98" name="Equation" r:id="rId7" imgW="647640" imgH="279360" progId="Equation.DSMT4">
                    <p:embed/>
                  </p:oleObj>
                </mc:Choice>
                <mc:Fallback>
                  <p:oleObj name="Equation" r:id="rId7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25675" y="753789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280928E-0CE1-4702-8954-D84D0E8D9FE6}"/>
                </a:ext>
              </a:extLst>
            </p:cNvPr>
            <p:cNvSpPr txBox="1"/>
            <p:nvPr/>
          </p:nvSpPr>
          <p:spPr>
            <a:xfrm>
              <a:off x="1973030" y="662657"/>
              <a:ext cx="540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时，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B1962BE8-B5CB-4D79-8F2A-04B21DE7BE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4382584"/>
                </p:ext>
              </p:extLst>
            </p:nvPr>
          </p:nvGraphicFramePr>
          <p:xfrm>
            <a:off x="2767462" y="702989"/>
            <a:ext cx="787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99" name="Equation" r:id="rId9" imgW="787320" imgH="380880" progId="Equation.DSMT4">
                    <p:embed/>
                  </p:oleObj>
                </mc:Choice>
                <mc:Fallback>
                  <p:oleObj name="Equation" r:id="rId9" imgW="7873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67462" y="702989"/>
                          <a:ext cx="787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76B94C6-D5E4-445D-BD7B-2B8EB412EA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689580"/>
                </p:ext>
              </p:extLst>
            </p:nvPr>
          </p:nvGraphicFramePr>
          <p:xfrm>
            <a:off x="3971085" y="691142"/>
            <a:ext cx="11176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00" name="Equation" r:id="rId11" imgW="1117440" imgH="482400" progId="Equation.DSMT4">
                    <p:embed/>
                  </p:oleObj>
                </mc:Choice>
                <mc:Fallback>
                  <p:oleObj name="Equation" r:id="rId11" imgW="111744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71085" y="691142"/>
                          <a:ext cx="11176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D5927E9-C18D-450F-93D8-C4299CE4DA65}"/>
              </a:ext>
            </a:extLst>
          </p:cNvPr>
          <p:cNvGrpSpPr/>
          <p:nvPr/>
        </p:nvGrpSpPr>
        <p:grpSpPr>
          <a:xfrm>
            <a:off x="1324722" y="1261604"/>
            <a:ext cx="3799280" cy="505800"/>
            <a:chOff x="1324722" y="1261604"/>
            <a:chExt cx="3799280" cy="505800"/>
          </a:xfrm>
        </p:grpSpPr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E22CBAF4-1717-4131-B800-279D68BEF8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840170"/>
                </p:ext>
              </p:extLst>
            </p:nvPr>
          </p:nvGraphicFramePr>
          <p:xfrm>
            <a:off x="1324722" y="1383233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01" name="Equation" r:id="rId13" imgW="596880" imgH="279360" progId="Equation.DSMT4">
                    <p:embed/>
                  </p:oleObj>
                </mc:Choice>
                <mc:Fallback>
                  <p:oleObj name="Equation" r:id="rId13" imgW="596880" imgH="2793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05F22506-1E4D-49CE-B373-D825B1E731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324722" y="1383233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F67012A-2573-4C8D-B27B-12EF99AFD970}"/>
                </a:ext>
              </a:extLst>
            </p:cNvPr>
            <p:cNvSpPr txBox="1"/>
            <p:nvPr/>
          </p:nvSpPr>
          <p:spPr>
            <a:xfrm>
              <a:off x="1985084" y="1269078"/>
              <a:ext cx="540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时，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7754AC3C-55D2-4B52-9753-5FE4CDCD92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8012500"/>
                </p:ext>
              </p:extLst>
            </p:nvPr>
          </p:nvGraphicFramePr>
          <p:xfrm>
            <a:off x="2729780" y="1261604"/>
            <a:ext cx="10795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02" name="Equation" r:id="rId15" imgW="1079280" imgH="444240" progId="Equation.DSMT4">
                    <p:embed/>
                  </p:oleObj>
                </mc:Choice>
                <mc:Fallback>
                  <p:oleObj name="Equation" r:id="rId15" imgW="1079280" imgH="4442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B1962BE8-B5CB-4D79-8F2A-04B21DE7BE4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729780" y="1261604"/>
                          <a:ext cx="10795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60DC702-6725-4C34-8ED0-DDED7A2B2B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3155922"/>
                </p:ext>
              </p:extLst>
            </p:nvPr>
          </p:nvGraphicFramePr>
          <p:xfrm>
            <a:off x="4006402" y="1284804"/>
            <a:ext cx="11176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03" name="Equation" r:id="rId17" imgW="1117440" imgH="482400" progId="Equation.DSMT4">
                    <p:embed/>
                  </p:oleObj>
                </mc:Choice>
                <mc:Fallback>
                  <p:oleObj name="Equation" r:id="rId17" imgW="1117440" imgH="4824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F76B94C6-D5E4-445D-BD7B-2B8EB412EAB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006402" y="1284804"/>
                          <a:ext cx="11176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D420622-1575-4836-B7CC-D5971F35717B}"/>
              </a:ext>
            </a:extLst>
          </p:cNvPr>
          <p:cNvGrpSpPr/>
          <p:nvPr/>
        </p:nvGrpSpPr>
        <p:grpSpPr>
          <a:xfrm>
            <a:off x="1263752" y="1875079"/>
            <a:ext cx="6205984" cy="474576"/>
            <a:chOff x="1263752" y="1875079"/>
            <a:chExt cx="6205984" cy="474576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970CADB-3961-42F0-866A-7F2A0C58B4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0612858"/>
                </p:ext>
              </p:extLst>
            </p:nvPr>
          </p:nvGraphicFramePr>
          <p:xfrm>
            <a:off x="1263752" y="1988879"/>
            <a:ext cx="10414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04" name="Equation" r:id="rId19" imgW="1041120" imgH="279360" progId="Equation.DSMT4">
                    <p:embed/>
                  </p:oleObj>
                </mc:Choice>
                <mc:Fallback>
                  <p:oleObj name="Equation" r:id="rId19" imgW="10411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263752" y="1988879"/>
                          <a:ext cx="10414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D773591-419B-4381-A9D1-F55F92D11D11}"/>
                </a:ext>
              </a:extLst>
            </p:cNvPr>
            <p:cNvSpPr txBox="1"/>
            <p:nvPr/>
          </p:nvSpPr>
          <p:spPr>
            <a:xfrm>
              <a:off x="2305152" y="1875079"/>
              <a:ext cx="540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时，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46CE1EA-BE5F-45BC-BBA5-6C1F36702E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1568595"/>
                </p:ext>
              </p:extLst>
            </p:nvPr>
          </p:nvGraphicFramePr>
          <p:xfrm>
            <a:off x="2956176" y="1955955"/>
            <a:ext cx="1244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05" name="Equation" r:id="rId21" imgW="1244520" imgH="393480" progId="Equation.DSMT4">
                    <p:embed/>
                  </p:oleObj>
                </mc:Choice>
                <mc:Fallback>
                  <p:oleObj name="Equation" r:id="rId21" imgW="12445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956176" y="1955955"/>
                          <a:ext cx="12446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072C098C-4916-4CDB-AF7D-1A652E230F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011182"/>
                </p:ext>
              </p:extLst>
            </p:nvPr>
          </p:nvGraphicFramePr>
          <p:xfrm>
            <a:off x="4396336" y="1892455"/>
            <a:ext cx="30734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06" name="Equation" r:id="rId23" imgW="3073320" imgH="457200" progId="Equation.DSMT4">
                    <p:embed/>
                  </p:oleObj>
                </mc:Choice>
                <mc:Fallback>
                  <p:oleObj name="Equation" r:id="rId23" imgW="307332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396336" y="1892455"/>
                          <a:ext cx="30734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7AF0FBE8-F045-4EDF-B0DC-621C6F83B4DF}"/>
              </a:ext>
            </a:extLst>
          </p:cNvPr>
          <p:cNvSpPr txBox="1"/>
          <p:nvPr/>
        </p:nvSpPr>
        <p:spPr>
          <a:xfrm>
            <a:off x="1213210" y="2463455"/>
            <a:ext cx="2303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由夹逼准则得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3CB12A8-1B65-4BB9-95D3-7A817B1D19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610569"/>
              </p:ext>
            </p:extLst>
          </p:nvPr>
        </p:nvGraphicFramePr>
        <p:xfrm>
          <a:off x="3837536" y="2546350"/>
          <a:ext cx="111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07" name="Equation" r:id="rId25" imgW="1117440" imgH="482400" progId="Equation.DSMT4">
                  <p:embed/>
                </p:oleObj>
              </mc:Choice>
              <mc:Fallback>
                <p:oleObj name="Equation" r:id="rId25" imgW="1117440" imgH="4824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60DC702-6725-4C34-8ED0-DDED7A2B2B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837536" y="2546350"/>
                        <a:ext cx="11176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8F1F5C70-5CEA-4643-BEAE-FB3B8015EA14}"/>
              </a:ext>
            </a:extLst>
          </p:cNvPr>
          <p:cNvGrpSpPr/>
          <p:nvPr/>
        </p:nvGrpSpPr>
        <p:grpSpPr>
          <a:xfrm>
            <a:off x="1264639" y="3045155"/>
            <a:ext cx="4258808" cy="965200"/>
            <a:chOff x="1264639" y="3045155"/>
            <a:chExt cx="4258808" cy="965200"/>
          </a:xfrm>
        </p:grpSpPr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4A0C1273-4B73-4814-A1C9-4CE57FA036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5030127"/>
                </p:ext>
              </p:extLst>
            </p:nvPr>
          </p:nvGraphicFramePr>
          <p:xfrm>
            <a:off x="1264639" y="3337914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08" name="Equation" r:id="rId27" imgW="596880" imgH="279360" progId="Equation.DSMT4">
                    <p:embed/>
                  </p:oleObj>
                </mc:Choice>
                <mc:Fallback>
                  <p:oleObj name="Equation" r:id="rId27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264639" y="3337914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E2B7301-E303-4A26-B2DC-0F362EB3A3C1}"/>
                </a:ext>
              </a:extLst>
            </p:cNvPr>
            <p:cNvSpPr txBox="1"/>
            <p:nvPr/>
          </p:nvSpPr>
          <p:spPr>
            <a:xfrm>
              <a:off x="1943729" y="3246782"/>
              <a:ext cx="540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时，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2B15AAA8-0FAA-4F8A-A96E-0B3C91E16B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2424887"/>
                </p:ext>
              </p:extLst>
            </p:nvPr>
          </p:nvGraphicFramePr>
          <p:xfrm>
            <a:off x="2678647" y="3045155"/>
            <a:ext cx="2844800" cy="965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09" name="Equation" r:id="rId29" imgW="2844720" imgH="965160" progId="Equation.DSMT4">
                    <p:embed/>
                  </p:oleObj>
                </mc:Choice>
                <mc:Fallback>
                  <p:oleObj name="Equation" r:id="rId29" imgW="2844720" imgH="9651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678647" y="3045155"/>
                          <a:ext cx="2844800" cy="965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1AD2FFE-FFF7-4267-88F9-DB88F6A080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078515"/>
              </p:ext>
            </p:extLst>
          </p:nvPr>
        </p:nvGraphicFramePr>
        <p:xfrm>
          <a:off x="5717588" y="3266543"/>
          <a:ext cx="1270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10" name="Equation" r:id="rId31" imgW="1269720" imgH="482400" progId="Equation.DSMT4">
                  <p:embed/>
                </p:oleObj>
              </mc:Choice>
              <mc:Fallback>
                <p:oleObj name="Equation" r:id="rId31" imgW="12697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717588" y="3266543"/>
                        <a:ext cx="1270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FDCAA502-B051-4721-9F66-2B83B091E1D9}"/>
              </a:ext>
            </a:extLst>
          </p:cNvPr>
          <p:cNvSpPr txBox="1"/>
          <p:nvPr/>
        </p:nvSpPr>
        <p:spPr>
          <a:xfrm>
            <a:off x="1115873" y="4274731"/>
            <a:ext cx="1409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综上所述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8C61791C-A633-4BC2-B1C6-268F7CF626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479370"/>
              </p:ext>
            </p:extLst>
          </p:nvPr>
        </p:nvGraphicFramePr>
        <p:xfrm>
          <a:off x="2677465" y="4063285"/>
          <a:ext cx="2654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11" name="Equation" r:id="rId33" imgW="2654280" imgH="863280" progId="Equation.DSMT4">
                  <p:embed/>
                </p:oleObj>
              </mc:Choice>
              <mc:Fallback>
                <p:oleObj name="Equation" r:id="rId33" imgW="26542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677465" y="4063285"/>
                        <a:ext cx="2654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888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676527-51C0-4372-BC6B-EC11AD6645A2}"/>
              </a:ext>
            </a:extLst>
          </p:cNvPr>
          <p:cNvSpPr txBox="1"/>
          <p:nvPr/>
        </p:nvSpPr>
        <p:spPr>
          <a:xfrm>
            <a:off x="4019392" y="310241"/>
            <a:ext cx="332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单调有界数列必有极限</a:t>
            </a:r>
            <a:r>
              <a:rPr lang="en-US" altLang="zh-CN" sz="2400" b="1" dirty="0"/>
              <a:t>.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3029656-E642-4A13-B340-B376B310E36B}"/>
              </a:ext>
            </a:extLst>
          </p:cNvPr>
          <p:cNvGrpSpPr/>
          <p:nvPr/>
        </p:nvGrpSpPr>
        <p:grpSpPr>
          <a:xfrm>
            <a:off x="539552" y="267494"/>
            <a:ext cx="1433512" cy="461665"/>
            <a:chOff x="680584" y="1180367"/>
            <a:chExt cx="1433512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E0E59E7-2C69-4AD4-B319-496D8A550DD1}"/>
                </a:ext>
              </a:extLst>
            </p:cNvPr>
            <p:cNvSpPr txBox="1"/>
            <p:nvPr/>
          </p:nvSpPr>
          <p:spPr>
            <a:xfrm>
              <a:off x="680584" y="1180367"/>
              <a:ext cx="1433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准则</a:t>
              </a:r>
              <a:endPara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Object 10">
              <a:extLst>
                <a:ext uri="{FF2B5EF4-FFF2-40B4-BE49-F238E27FC236}">
                  <a16:creationId xmlns:a16="http://schemas.microsoft.com/office/drawing/2014/main" id="{580E71BC-4817-4060-BEBB-AA310E9E215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16688" y="1219602"/>
            <a:ext cx="393220" cy="409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41" name="Equation" r:id="rId3" imgW="126720" imgH="139680" progId="Equation.DSMT4">
                    <p:embed/>
                  </p:oleObj>
                </mc:Choice>
                <mc:Fallback>
                  <p:oleObj name="Equation" r:id="rId3" imgW="126720" imgH="139680" progId="Equation.DSMT4">
                    <p:embed/>
                    <p:pic>
                      <p:nvPicPr>
                        <p:cNvPr id="7" name="Object 10">
                          <a:extLst>
                            <a:ext uri="{FF2B5EF4-FFF2-40B4-BE49-F238E27FC236}">
                              <a16:creationId xmlns:a16="http://schemas.microsoft.com/office/drawing/2014/main" id="{F5ED4CAF-1CCF-42C3-B021-2035CA5FB5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6688" y="1219602"/>
                          <a:ext cx="393220" cy="409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B83376B1-C5E7-422F-ABCD-C32DD0C1DC60}"/>
              </a:ext>
            </a:extLst>
          </p:cNvPr>
          <p:cNvSpPr txBox="1"/>
          <p:nvPr/>
        </p:nvSpPr>
        <p:spPr>
          <a:xfrm>
            <a:off x="1610761" y="269781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（单调有界准则）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9F422B-F8C3-47DF-9D4D-6A4E4FCA6C7E}"/>
              </a:ext>
            </a:extLst>
          </p:cNvPr>
          <p:cNvSpPr/>
          <p:nvPr/>
        </p:nvSpPr>
        <p:spPr>
          <a:xfrm flipH="1">
            <a:off x="573894" y="915566"/>
            <a:ext cx="52222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即：单调增加有上界的数列必有极限；</a:t>
            </a:r>
            <a:endParaRPr lang="zh-CN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11CEA4-54DC-47E6-8709-A18B577C3F73}"/>
              </a:ext>
            </a:extLst>
          </p:cNvPr>
          <p:cNvSpPr/>
          <p:nvPr/>
        </p:nvSpPr>
        <p:spPr>
          <a:xfrm>
            <a:off x="1154746" y="1483368"/>
            <a:ext cx="4825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单调减少有下界的数列必有极限；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4069EA-3543-4279-8B1B-12506B32A7F0}"/>
              </a:ext>
            </a:extLst>
          </p:cNvPr>
          <p:cNvSpPr txBox="1"/>
          <p:nvPr/>
        </p:nvSpPr>
        <p:spPr>
          <a:xfrm>
            <a:off x="582000" y="2104380"/>
            <a:ext cx="54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6FCC7BD-B64B-46BF-9257-3C76ABA3B31E}"/>
              </a:ext>
            </a:extLst>
          </p:cNvPr>
          <p:cNvGrpSpPr/>
          <p:nvPr/>
        </p:nvGrpSpPr>
        <p:grpSpPr>
          <a:xfrm>
            <a:off x="1122777" y="2080932"/>
            <a:ext cx="7625687" cy="461665"/>
            <a:chOff x="1122777" y="2080932"/>
            <a:chExt cx="7625687" cy="46166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EC7BBE5-A8EA-4FEB-BA70-1E06EFA2BA23}"/>
                </a:ext>
              </a:extLst>
            </p:cNvPr>
            <p:cNvSpPr txBox="1"/>
            <p:nvPr/>
          </p:nvSpPr>
          <p:spPr>
            <a:xfrm>
              <a:off x="1122777" y="2080932"/>
              <a:ext cx="76256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不妨设数列    单调增加有上界，故存在       使得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476F6BA-F78C-47E8-88D4-4FCE2CC081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4922043"/>
                </p:ext>
              </p:extLst>
            </p:nvPr>
          </p:nvGraphicFramePr>
          <p:xfrm>
            <a:off x="2771800" y="2144712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42" name="Equation" r:id="rId5" imgW="533160" imgH="380880" progId="Equation.DSMT4">
                    <p:embed/>
                  </p:oleObj>
                </mc:Choice>
                <mc:Fallback>
                  <p:oleObj name="Equation" r:id="rId5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71800" y="2144712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548A9ABD-1CAB-425F-A50F-978EBE0FE5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37402"/>
                </p:ext>
              </p:extLst>
            </p:nvPr>
          </p:nvGraphicFramePr>
          <p:xfrm>
            <a:off x="6804248" y="2191866"/>
            <a:ext cx="876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43" name="Equation" r:id="rId7" imgW="876240" imgH="330120" progId="Equation.DSMT4">
                    <p:embed/>
                  </p:oleObj>
                </mc:Choice>
                <mc:Fallback>
                  <p:oleObj name="Equation" r:id="rId7" imgW="8762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804248" y="2191866"/>
                          <a:ext cx="876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4C442AB-3CAC-45D5-B3C3-56913C6563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784283"/>
              </p:ext>
            </p:extLst>
          </p:nvPr>
        </p:nvGraphicFramePr>
        <p:xfrm>
          <a:off x="3038500" y="2678496"/>
          <a:ext cx="3213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44" name="Equation" r:id="rId9" imgW="3213000" imgH="380880" progId="Equation.DSMT4">
                  <p:embed/>
                </p:oleObj>
              </mc:Choice>
              <mc:Fallback>
                <p:oleObj name="Equation" r:id="rId9" imgW="3213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38500" y="2678496"/>
                        <a:ext cx="3213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0B12FCFE-333C-4186-BE7A-4D497DF2F871}"/>
              </a:ext>
            </a:extLst>
          </p:cNvPr>
          <p:cNvGrpSpPr/>
          <p:nvPr/>
        </p:nvGrpSpPr>
        <p:grpSpPr>
          <a:xfrm>
            <a:off x="613969" y="3246298"/>
            <a:ext cx="8422527" cy="461665"/>
            <a:chOff x="613969" y="3246298"/>
            <a:chExt cx="8422527" cy="46166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1D7860D-FCDE-4CEE-B134-478780C21A27}"/>
                </a:ext>
              </a:extLst>
            </p:cNvPr>
            <p:cNvSpPr txBox="1"/>
            <p:nvPr/>
          </p:nvSpPr>
          <p:spPr>
            <a:xfrm>
              <a:off x="613969" y="3246298"/>
              <a:ext cx="84225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由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确界原理</a:t>
              </a:r>
              <a:r>
                <a:rPr lang="zh-CN" altLang="en-US" sz="2400" b="1" dirty="0">
                  <a:latin typeface="+mn-ea"/>
                </a:rPr>
                <a:t>知，数列    有上确界   即对一切  有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3255460D-4B62-476A-8E40-DF29362FB5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6257828"/>
                </p:ext>
              </p:extLst>
            </p:nvPr>
          </p:nvGraphicFramePr>
          <p:xfrm>
            <a:off x="3545623" y="3286630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45" name="Equation" r:id="rId11" imgW="533160" imgH="380880" progId="Equation.DSMT4">
                    <p:embed/>
                  </p:oleObj>
                </mc:Choice>
                <mc:Fallback>
                  <p:oleObj name="Equation" r:id="rId11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45623" y="3286630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22F28392-C6F8-4264-840B-659C26356F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1385325"/>
                </p:ext>
              </p:extLst>
            </p:nvPr>
          </p:nvGraphicFramePr>
          <p:xfrm>
            <a:off x="5364088" y="3405229"/>
            <a:ext cx="266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46" name="Equation" r:id="rId13" imgW="266400" imgH="253800" progId="Equation.DSMT4">
                    <p:embed/>
                  </p:oleObj>
                </mc:Choice>
                <mc:Fallback>
                  <p:oleObj name="Equation" r:id="rId13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364088" y="3405229"/>
                          <a:ext cx="266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B3CC2CEC-695F-413A-9513-A3744DF84A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581406"/>
                </p:ext>
              </p:extLst>
            </p:nvPr>
          </p:nvGraphicFramePr>
          <p:xfrm>
            <a:off x="7010677" y="3405229"/>
            <a:ext cx="266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47" name="Equation" r:id="rId15" imgW="266400" imgH="253800" progId="Equation.DSMT4">
                    <p:embed/>
                  </p:oleObj>
                </mc:Choice>
                <mc:Fallback>
                  <p:oleObj name="Equation" r:id="rId15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010677" y="3405229"/>
                          <a:ext cx="266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C20435B-F5A9-4F55-8762-08C6950A31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1243502"/>
                </p:ext>
              </p:extLst>
            </p:nvPr>
          </p:nvGraphicFramePr>
          <p:xfrm>
            <a:off x="7704531" y="3292308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48" name="Equation" r:id="rId17" imgW="825480" imgH="380880" progId="Equation.DSMT4">
                    <p:embed/>
                  </p:oleObj>
                </mc:Choice>
                <mc:Fallback>
                  <p:oleObj name="Equation" r:id="rId17" imgW="8254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704531" y="3292308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7B7C8EB-6A67-4355-86E8-5EABAE15D6DF}"/>
              </a:ext>
            </a:extLst>
          </p:cNvPr>
          <p:cNvGrpSpPr/>
          <p:nvPr/>
        </p:nvGrpSpPr>
        <p:grpSpPr>
          <a:xfrm>
            <a:off x="616539" y="3949999"/>
            <a:ext cx="8527461" cy="461665"/>
            <a:chOff x="616539" y="3949999"/>
            <a:chExt cx="8527461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6BCD3AE-309D-46B2-AA58-FBC75E766B41}"/>
                </a:ext>
              </a:extLst>
            </p:cNvPr>
            <p:cNvSpPr/>
            <p:nvPr/>
          </p:nvSpPr>
          <p:spPr>
            <a:xfrm>
              <a:off x="616539" y="3949999"/>
              <a:ext cx="852746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又            不是数列    的上界，从而存在        使得        </a:t>
              </a:r>
              <a:endParaRPr lang="zh-CN" altLang="en-US" dirty="0"/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AB47FC1D-4663-4803-8BA2-557F75B30D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9629725"/>
                </p:ext>
              </p:extLst>
            </p:nvPr>
          </p:nvGraphicFramePr>
          <p:xfrm>
            <a:off x="1117701" y="4015731"/>
            <a:ext cx="939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49" name="Equation" r:id="rId19" imgW="939600" imgH="330120" progId="Equation.DSMT4">
                    <p:embed/>
                  </p:oleObj>
                </mc:Choice>
                <mc:Fallback>
                  <p:oleObj name="Equation" r:id="rId19" imgW="939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17701" y="4015731"/>
                          <a:ext cx="939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B37C6DA7-6524-4C05-A1DC-540458E795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9030790"/>
                </p:ext>
              </p:extLst>
            </p:nvPr>
          </p:nvGraphicFramePr>
          <p:xfrm>
            <a:off x="2149500" y="4037594"/>
            <a:ext cx="622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50" name="Equation" r:id="rId21" imgW="622080" imgH="215640" progId="Equation.DSMT4">
                    <p:embed/>
                  </p:oleObj>
                </mc:Choice>
                <mc:Fallback>
                  <p:oleObj name="Equation" r:id="rId21" imgW="62208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149500" y="4037594"/>
                          <a:ext cx="6223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83689313-5971-40FE-9A75-B66BCFA4AD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9613487"/>
                </p:ext>
              </p:extLst>
            </p:nvPr>
          </p:nvGraphicFramePr>
          <p:xfrm>
            <a:off x="4122740" y="4007216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51" name="Equation" r:id="rId23" imgW="533160" imgH="380880" progId="Equation.DSMT4">
                    <p:embed/>
                  </p:oleObj>
                </mc:Choice>
                <mc:Fallback>
                  <p:oleObj name="Equation" r:id="rId23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122740" y="4007216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CFBB0D79-276B-4D4A-92CD-59DC56CAEF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1894118"/>
                </p:ext>
              </p:extLst>
            </p:nvPr>
          </p:nvGraphicFramePr>
          <p:xfrm>
            <a:off x="7190181" y="4000866"/>
            <a:ext cx="10287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52" name="Equation" r:id="rId25" imgW="1028520" imgH="393480" progId="Equation.DSMT4">
                    <p:embed/>
                  </p:oleObj>
                </mc:Choice>
                <mc:Fallback>
                  <p:oleObj name="Equation" r:id="rId25" imgW="10285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190181" y="4000866"/>
                          <a:ext cx="10287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2142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799E71A-447A-4809-B636-6DC5AFE509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076508"/>
              </p:ext>
            </p:extLst>
          </p:nvPr>
        </p:nvGraphicFramePr>
        <p:xfrm>
          <a:off x="3491880" y="267494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53" name="Equation" r:id="rId3" imgW="1307880" imgH="380880" progId="Equation.DSMT4">
                  <p:embed/>
                </p:oleObj>
              </mc:Choice>
              <mc:Fallback>
                <p:oleObj name="Equation" r:id="rId3" imgW="1307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1880" y="267494"/>
                        <a:ext cx="1308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EB69C4CF-A76B-4095-941B-18EF4695CBE0}"/>
              </a:ext>
            </a:extLst>
          </p:cNvPr>
          <p:cNvGrpSpPr/>
          <p:nvPr/>
        </p:nvGrpSpPr>
        <p:grpSpPr>
          <a:xfrm>
            <a:off x="611560" y="771550"/>
            <a:ext cx="6120680" cy="461665"/>
            <a:chOff x="611560" y="771550"/>
            <a:chExt cx="6120680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30D1C99-D3AE-4F6A-A036-4EBEE739BCD3}"/>
                </a:ext>
              </a:extLst>
            </p:cNvPr>
            <p:cNvSpPr/>
            <p:nvPr/>
          </p:nvSpPr>
          <p:spPr>
            <a:xfrm>
              <a:off x="611560" y="771550"/>
              <a:ext cx="612068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又数列    单调增加，故当      时，有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78D58507-9435-403B-8A3C-85F0EECB53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0477757"/>
                </p:ext>
              </p:extLst>
            </p:nvPr>
          </p:nvGraphicFramePr>
          <p:xfrm>
            <a:off x="1619672" y="811882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54" name="Equation" r:id="rId5" imgW="533160" imgH="380880" progId="Equation.DSMT4">
                    <p:embed/>
                  </p:oleObj>
                </mc:Choice>
                <mc:Fallback>
                  <p:oleObj name="Equation" r:id="rId5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19672" y="811882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6BDE2A0-AF0D-49F9-B425-0AB9C840CA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6793035"/>
                </p:ext>
              </p:extLst>
            </p:nvPr>
          </p:nvGraphicFramePr>
          <p:xfrm>
            <a:off x="4512022" y="862682"/>
            <a:ext cx="749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55" name="Equation" r:id="rId7" imgW="749160" imgH="279360" progId="Equation.DSMT4">
                    <p:embed/>
                  </p:oleObj>
                </mc:Choice>
                <mc:Fallback>
                  <p:oleObj name="Equation" r:id="rId7" imgW="7491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512022" y="862682"/>
                          <a:ext cx="749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1C08E39-E413-47FD-A752-FA50690529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185810"/>
              </p:ext>
            </p:extLst>
          </p:nvPr>
        </p:nvGraphicFramePr>
        <p:xfrm>
          <a:off x="3484623" y="1356271"/>
          <a:ext cx="1905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56" name="Equation" r:id="rId9" imgW="1904760" imgH="380880" progId="Equation.DSMT4">
                  <p:embed/>
                </p:oleObj>
              </mc:Choice>
              <mc:Fallback>
                <p:oleObj name="Equation" r:id="rId9" imgW="1904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84623" y="1356271"/>
                        <a:ext cx="1905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8093D92-C561-4D04-B692-89B1887C6E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618623"/>
              </p:ext>
            </p:extLst>
          </p:nvPr>
        </p:nvGraphicFramePr>
        <p:xfrm>
          <a:off x="3257550" y="1956688"/>
          <a:ext cx="2628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57" name="Equation" r:id="rId11" imgW="2628720" imgH="380880" progId="Equation.DSMT4">
                  <p:embed/>
                </p:oleObj>
              </mc:Choice>
              <mc:Fallback>
                <p:oleObj name="Equation" r:id="rId11" imgW="262872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1C08E39-E413-47FD-A752-FA50690529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57550" y="1956688"/>
                        <a:ext cx="2628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24008F3-91B5-49E1-9062-2FE93BC3F543}"/>
              </a:ext>
            </a:extLst>
          </p:cNvPr>
          <p:cNvSpPr/>
          <p:nvPr/>
        </p:nvSpPr>
        <p:spPr>
          <a:xfrm>
            <a:off x="683568" y="187602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9CC889-5172-427C-8EE3-4AD8C01344C9}"/>
              </a:ext>
            </a:extLst>
          </p:cNvPr>
          <p:cNvSpPr/>
          <p:nvPr/>
        </p:nvSpPr>
        <p:spPr>
          <a:xfrm>
            <a:off x="719096" y="280581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7526ABB-52F5-425E-B1F2-1F2075DCAB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015034"/>
              </p:ext>
            </p:extLst>
          </p:nvPr>
        </p:nvGraphicFramePr>
        <p:xfrm>
          <a:off x="3441080" y="2870661"/>
          <a:ext cx="1409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58" name="Equation" r:id="rId13" imgW="1409400" imgH="380880" progId="Equation.DSMT4">
                  <p:embed/>
                </p:oleObj>
              </mc:Choice>
              <mc:Fallback>
                <p:oleObj name="Equation" r:id="rId13" imgW="1409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41080" y="2870661"/>
                        <a:ext cx="1409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F415CBD-B458-4A69-9E6A-F7412AD3B765}"/>
              </a:ext>
            </a:extLst>
          </p:cNvPr>
          <p:cNvSpPr/>
          <p:nvPr/>
        </p:nvSpPr>
        <p:spPr>
          <a:xfrm>
            <a:off x="700117" y="3651870"/>
            <a:ext cx="8192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从而单调增加有上界数列    存在极限，且该极限为上确界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2AAD158-AFFA-4183-82CA-3DE29CB48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147027"/>
              </p:ext>
            </p:extLst>
          </p:nvPr>
        </p:nvGraphicFramePr>
        <p:xfrm>
          <a:off x="4233863" y="3692202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59" name="Equation" r:id="rId15" imgW="533160" imgH="380880" progId="Equation.DSMT4">
                  <p:embed/>
                </p:oleObj>
              </mc:Choice>
              <mc:Fallback>
                <p:oleObj name="Equation" r:id="rId15" imgW="53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33863" y="3692202"/>
                        <a:ext cx="53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620D786-8F09-4C19-8413-90A0497D03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203643"/>
              </p:ext>
            </p:extLst>
          </p:nvPr>
        </p:nvGraphicFramePr>
        <p:xfrm>
          <a:off x="8765480" y="3781102"/>
          <a:ext cx="254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60" name="Equation" r:id="rId17" imgW="253800" imgH="203040" progId="Equation.DSMT4">
                  <p:embed/>
                </p:oleObj>
              </mc:Choice>
              <mc:Fallback>
                <p:oleObj name="Equation" r:id="rId17" imgW="253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65480" y="3781102"/>
                        <a:ext cx="254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982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28D710B8-40C6-4B64-8038-AAEC62F94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002" y="792983"/>
            <a:ext cx="17281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几何解释</a:t>
            </a:r>
            <a:endParaRPr lang="en-US" altLang="zh-CN" sz="2400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EFE1789-6526-48AC-9856-195DCD6DABA0}"/>
              </a:ext>
            </a:extLst>
          </p:cNvPr>
          <p:cNvGrpSpPr/>
          <p:nvPr/>
        </p:nvGrpSpPr>
        <p:grpSpPr>
          <a:xfrm>
            <a:off x="2627784" y="843558"/>
            <a:ext cx="5001474" cy="431800"/>
            <a:chOff x="2200552" y="1923678"/>
            <a:chExt cx="4459666" cy="431800"/>
          </a:xfrm>
        </p:grpSpPr>
        <p:sp>
          <p:nvSpPr>
            <p:cNvPr id="4" name="Rectangle 124">
              <a:extLst>
                <a:ext uri="{FF2B5EF4-FFF2-40B4-BE49-F238E27FC236}">
                  <a16:creationId xmlns:a16="http://schemas.microsoft.com/office/drawing/2014/main" id="{E40E9283-C74C-4F82-AF3F-AFF348828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552" y="1923678"/>
              <a:ext cx="4459666" cy="40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设数列    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单调增加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有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上界</a:t>
              </a:r>
              <a:r>
                <a:rPr lang="en-US" altLang="zh-CN" sz="2400" b="0" i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，即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     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</a:t>
              </a:r>
              <a:r>
                <a:rPr lang="zh-CN" alt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98813AE0-44E0-4BDA-AED6-FA4554B41A6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088277" y="1923678"/>
            <a:ext cx="59883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42" name="Equation" r:id="rId3" imgW="545760" imgH="431640" progId="Equation.DSMT4">
                    <p:embed/>
                  </p:oleObj>
                </mc:Choice>
                <mc:Fallback>
                  <p:oleObj name="Equation" r:id="rId3" imgW="545760" imgH="431640" progId="Equation.DSMT4">
                    <p:embed/>
                    <p:pic>
                      <p:nvPicPr>
                        <p:cNvPr id="12" name="Object 24">
                          <a:extLst>
                            <a:ext uri="{FF2B5EF4-FFF2-40B4-BE49-F238E27FC236}">
                              <a16:creationId xmlns:a16="http://schemas.microsoft.com/office/drawing/2014/main" id="{06C0931C-7769-4977-A5FB-EAC64F47F3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8277" y="1923678"/>
                          <a:ext cx="598835" cy="4318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135044D8-BF8D-432E-9C9F-5CA879737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669975"/>
              </p:ext>
            </p:extLst>
          </p:nvPr>
        </p:nvGraphicFramePr>
        <p:xfrm>
          <a:off x="3043231" y="1529105"/>
          <a:ext cx="35861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43" name="Equation" r:id="rId5" imgW="3263760" imgH="380880" progId="Equation.DSMT4">
                  <p:embed/>
                </p:oleObj>
              </mc:Choice>
              <mc:Fallback>
                <p:oleObj name="Equation" r:id="rId5" imgW="3263760" imgH="38088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CA09A087-582A-4B5D-8246-FCC885EE76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231" y="1529105"/>
                        <a:ext cx="3586163" cy="381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4113DFE5-ACE2-4821-BA74-AB309584E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596491"/>
              </p:ext>
            </p:extLst>
          </p:nvPr>
        </p:nvGraphicFramePr>
        <p:xfrm>
          <a:off x="6716713" y="1550988"/>
          <a:ext cx="639762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44" name="Equation" r:id="rId7" imgW="583920" imgH="266400" progId="Equation.DSMT4">
                  <p:embed/>
                </p:oleObj>
              </mc:Choice>
              <mc:Fallback>
                <p:oleObj name="Equation" r:id="rId7" imgW="583920" imgH="26640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DA9EC5F0-3766-4571-911A-CDB4C747DB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6713" y="1550988"/>
                        <a:ext cx="639762" cy="2667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7">
            <a:extLst>
              <a:ext uri="{FF2B5EF4-FFF2-40B4-BE49-F238E27FC236}">
                <a16:creationId xmlns:a16="http://schemas.microsoft.com/office/drawing/2014/main" id="{D2BA132A-1D3D-4A71-BD7A-DC2971F77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554" y="3228832"/>
            <a:ext cx="917972" cy="108000"/>
          </a:xfrm>
          <a:prstGeom prst="rightArrow">
            <a:avLst>
              <a:gd name="adj1" fmla="val 50000"/>
              <a:gd name="adj2" fmla="val 140693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endParaRPr lang="zh-CN" altLang="en-US" sz="135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9" name="组合 64">
            <a:extLst>
              <a:ext uri="{FF2B5EF4-FFF2-40B4-BE49-F238E27FC236}">
                <a16:creationId xmlns:a16="http://schemas.microsoft.com/office/drawing/2014/main" id="{82DAFB2D-385F-46B6-9AA0-BA8019C67011}"/>
              </a:ext>
            </a:extLst>
          </p:cNvPr>
          <p:cNvGrpSpPr>
            <a:grpSpLocks/>
          </p:cNvGrpSpPr>
          <p:nvPr/>
        </p:nvGrpSpPr>
        <p:grpSpPr bwMode="auto">
          <a:xfrm>
            <a:off x="2457450" y="2397125"/>
            <a:ext cx="2815306" cy="473077"/>
            <a:chOff x="2154965" y="3283861"/>
            <a:chExt cx="2883761" cy="447191"/>
          </a:xfrm>
        </p:grpSpPr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55E9AD81-0D05-4EC2-86D5-BD263ED9C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7113" y="3287713"/>
              <a:ext cx="50800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081C4CE9-7932-4A2D-954F-6ADE26FA8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1763" y="3287713"/>
              <a:ext cx="50800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6E626178-879D-4665-8A5C-1791735F0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363" y="3287713"/>
              <a:ext cx="50800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1B03B8BF-FAF9-4F86-B8C4-C7DF2FA8C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613" y="3287713"/>
              <a:ext cx="52388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3BF57112-706D-4F00-8171-837CAA17C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4651" y="3287713"/>
              <a:ext cx="52388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330DF71A-88A7-47D9-99C9-DA253F535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013" y="3287713"/>
              <a:ext cx="52388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17E11E2E-E55A-4A83-B4D6-D0AAF3450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1113" y="3287713"/>
              <a:ext cx="50800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17FDA7C-3325-45ED-8247-95142973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326" y="3287713"/>
              <a:ext cx="52388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45E57C8E-FB96-4429-8038-A17AED52E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26" y="3287713"/>
              <a:ext cx="50800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F8BB6BC-7478-4C09-B4B9-E874AE457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838" y="3287713"/>
              <a:ext cx="52388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B2AE7FBF-B6EC-4E12-9D40-64E2ADE8F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688" y="3287713"/>
              <a:ext cx="52388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539A43F3-1C34-47E8-8B7B-8C030DBE4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926" y="3287713"/>
              <a:ext cx="50800" cy="523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2" name="Object 8">
              <a:extLst>
                <a:ext uri="{FF2B5EF4-FFF2-40B4-BE49-F238E27FC236}">
                  <a16:creationId xmlns:a16="http://schemas.microsoft.com/office/drawing/2014/main" id="{DE56CF5B-DEBB-4B0C-9183-7DAF1E648B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9267515"/>
                </p:ext>
              </p:extLst>
            </p:nvPr>
          </p:nvGraphicFramePr>
          <p:xfrm>
            <a:off x="2154965" y="3286864"/>
            <a:ext cx="295950" cy="442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45" name="Equation" r:id="rId9" imgW="152280" imgH="228600" progId="Equation.DSMT4">
                    <p:embed/>
                  </p:oleObj>
                </mc:Choice>
                <mc:Fallback>
                  <p:oleObj name="Equation" r:id="rId9" imgW="152280" imgH="228600" progId="Equation.DSMT4">
                    <p:embed/>
                    <p:pic>
                      <p:nvPicPr>
                        <p:cNvPr id="30" name="Object 8">
                          <a:extLst>
                            <a:ext uri="{FF2B5EF4-FFF2-40B4-BE49-F238E27FC236}">
                              <a16:creationId xmlns:a16="http://schemas.microsoft.com/office/drawing/2014/main" id="{F31ADCEB-968F-4EEE-B9AB-F9DADDFF8F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965" y="3286864"/>
                          <a:ext cx="295950" cy="442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0">
              <a:extLst>
                <a:ext uri="{FF2B5EF4-FFF2-40B4-BE49-F238E27FC236}">
                  <a16:creationId xmlns:a16="http://schemas.microsoft.com/office/drawing/2014/main" id="{87A61DDD-EF5F-4284-A0A8-9EEA8F179F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6932818"/>
                </p:ext>
              </p:extLst>
            </p:nvPr>
          </p:nvGraphicFramePr>
          <p:xfrm>
            <a:off x="2563117" y="3283861"/>
            <a:ext cx="320341" cy="444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46" name="Equation" r:id="rId11" imgW="164880" imgH="228600" progId="Equation.DSMT4">
                    <p:embed/>
                  </p:oleObj>
                </mc:Choice>
                <mc:Fallback>
                  <p:oleObj name="Equation" r:id="rId11" imgW="164880" imgH="228600" progId="Equation.DSMT4">
                    <p:embed/>
                    <p:pic>
                      <p:nvPicPr>
                        <p:cNvPr id="31" name="Object 10">
                          <a:extLst>
                            <a:ext uri="{FF2B5EF4-FFF2-40B4-BE49-F238E27FC236}">
                              <a16:creationId xmlns:a16="http://schemas.microsoft.com/office/drawing/2014/main" id="{FC9FE82F-7C18-42F8-9FB8-181A189C39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3117" y="3283861"/>
                          <a:ext cx="320341" cy="444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12">
              <a:extLst>
                <a:ext uri="{FF2B5EF4-FFF2-40B4-BE49-F238E27FC236}">
                  <a16:creationId xmlns:a16="http://schemas.microsoft.com/office/drawing/2014/main" id="{A2BB406C-BC65-428E-A9BE-49AEE864AF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6450115"/>
                </p:ext>
              </p:extLst>
            </p:nvPr>
          </p:nvGraphicFramePr>
          <p:xfrm>
            <a:off x="3898145" y="3286864"/>
            <a:ext cx="318716" cy="442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47" name="Equation" r:id="rId13" imgW="164880" imgH="228600" progId="Equation.DSMT4">
                    <p:embed/>
                  </p:oleObj>
                </mc:Choice>
                <mc:Fallback>
                  <p:oleObj name="Equation" r:id="rId13" imgW="164880" imgH="228600" progId="Equation.DSMT4">
                    <p:embed/>
                    <p:pic>
                      <p:nvPicPr>
                        <p:cNvPr id="32" name="Object 12">
                          <a:extLst>
                            <a:ext uri="{FF2B5EF4-FFF2-40B4-BE49-F238E27FC236}">
                              <a16:creationId xmlns:a16="http://schemas.microsoft.com/office/drawing/2014/main" id="{DCDF8B5C-C8B7-4FE8-B4A2-48587A717C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8145" y="3286864"/>
                          <a:ext cx="318716" cy="442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4">
              <a:extLst>
                <a:ext uri="{FF2B5EF4-FFF2-40B4-BE49-F238E27FC236}">
                  <a16:creationId xmlns:a16="http://schemas.microsoft.com/office/drawing/2014/main" id="{2F19055D-84F5-4E5E-B2BA-BC80B98D99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0265868"/>
                </p:ext>
              </p:extLst>
            </p:nvPr>
          </p:nvGraphicFramePr>
          <p:xfrm>
            <a:off x="4294913" y="3288365"/>
            <a:ext cx="494335" cy="442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48" name="Equation" r:id="rId15" imgW="253800" imgH="228600" progId="Equation.DSMT4">
                    <p:embed/>
                  </p:oleObj>
                </mc:Choice>
                <mc:Fallback>
                  <p:oleObj name="Equation" r:id="rId15" imgW="253800" imgH="228600" progId="Equation.DSMT4">
                    <p:embed/>
                    <p:pic>
                      <p:nvPicPr>
                        <p:cNvPr id="33" name="Object 14">
                          <a:extLst>
                            <a:ext uri="{FF2B5EF4-FFF2-40B4-BE49-F238E27FC236}">
                              <a16:creationId xmlns:a16="http://schemas.microsoft.com/office/drawing/2014/main" id="{8E523B68-A86F-4E83-9872-0147C04318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4913" y="3288365"/>
                          <a:ext cx="494335" cy="442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65">
            <a:extLst>
              <a:ext uri="{FF2B5EF4-FFF2-40B4-BE49-F238E27FC236}">
                <a16:creationId xmlns:a16="http://schemas.microsoft.com/office/drawing/2014/main" id="{7626C424-0322-4C43-9265-CBE119A75FAD}"/>
              </a:ext>
            </a:extLst>
          </p:cNvPr>
          <p:cNvGrpSpPr>
            <a:grpSpLocks/>
          </p:cNvGrpSpPr>
          <p:nvPr/>
        </p:nvGrpSpPr>
        <p:grpSpPr bwMode="auto">
          <a:xfrm>
            <a:off x="5862641" y="2386194"/>
            <a:ext cx="430212" cy="423682"/>
            <a:chOff x="7015383" y="3500438"/>
            <a:chExt cx="345054" cy="350228"/>
          </a:xfrm>
        </p:grpSpPr>
        <p:sp>
          <p:nvSpPr>
            <p:cNvPr id="27" name="Oval 27">
              <a:extLst>
                <a:ext uri="{FF2B5EF4-FFF2-40B4-BE49-F238E27FC236}">
                  <a16:creationId xmlns:a16="http://schemas.microsoft.com/office/drawing/2014/main" id="{7DD2CDE9-7672-4D6C-A18A-2E0A50131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768" y="3500438"/>
              <a:ext cx="63500" cy="63500"/>
            </a:xfrm>
            <a:prstGeom prst="ellipse">
              <a:avLst/>
            </a:prstGeom>
            <a:solidFill>
              <a:srgbClr val="0064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8" name="Object 16">
              <a:extLst>
                <a:ext uri="{FF2B5EF4-FFF2-40B4-BE49-F238E27FC236}">
                  <a16:creationId xmlns:a16="http://schemas.microsoft.com/office/drawing/2014/main" id="{F8278CC7-0CE9-42A5-AD0D-96D122C40E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1469738"/>
                </p:ext>
              </p:extLst>
            </p:nvPr>
          </p:nvGraphicFramePr>
          <p:xfrm>
            <a:off x="7015383" y="3571152"/>
            <a:ext cx="345054" cy="279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49" name="Equation" r:id="rId17" imgW="203040" imgH="164880" progId="Equation.DSMT4">
                    <p:embed/>
                  </p:oleObj>
                </mc:Choice>
                <mc:Fallback>
                  <p:oleObj name="Equation" r:id="rId17" imgW="203040" imgH="164880" progId="Equation.DSMT4">
                    <p:embed/>
                    <p:pic>
                      <p:nvPicPr>
                        <p:cNvPr id="36" name="Object 16">
                          <a:extLst>
                            <a:ext uri="{FF2B5EF4-FFF2-40B4-BE49-F238E27FC236}">
                              <a16:creationId xmlns:a16="http://schemas.microsoft.com/office/drawing/2014/main" id="{98CEF884-FA96-4B2D-ACCA-AEEAB80672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15383" y="3571152"/>
                          <a:ext cx="345054" cy="279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63">
            <a:extLst>
              <a:ext uri="{FF2B5EF4-FFF2-40B4-BE49-F238E27FC236}">
                <a16:creationId xmlns:a16="http://schemas.microsoft.com/office/drawing/2014/main" id="{02450401-DC77-4285-8415-D886E0728315}"/>
              </a:ext>
            </a:extLst>
          </p:cNvPr>
          <p:cNvGrpSpPr>
            <a:grpSpLocks/>
          </p:cNvGrpSpPr>
          <p:nvPr/>
        </p:nvGrpSpPr>
        <p:grpSpPr bwMode="auto">
          <a:xfrm>
            <a:off x="2152749" y="2428478"/>
            <a:ext cx="5548517" cy="358220"/>
            <a:chOff x="1728644" y="6579854"/>
            <a:chExt cx="6708812" cy="338620"/>
          </a:xfrm>
        </p:grpSpPr>
        <p:sp>
          <p:nvSpPr>
            <p:cNvPr id="30" name="Line 14">
              <a:extLst>
                <a:ext uri="{FF2B5EF4-FFF2-40B4-BE49-F238E27FC236}">
                  <a16:creationId xmlns:a16="http://schemas.microsoft.com/office/drawing/2014/main" id="{55CEBBF9-1C3B-455B-A331-967715342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644" y="6579854"/>
              <a:ext cx="67033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 dirty="0"/>
            </a:p>
          </p:txBody>
        </p:sp>
        <p:graphicFrame>
          <p:nvGraphicFramePr>
            <p:cNvPr id="31" name="Object 18">
              <a:extLst>
                <a:ext uri="{FF2B5EF4-FFF2-40B4-BE49-F238E27FC236}">
                  <a16:creationId xmlns:a16="http://schemas.microsoft.com/office/drawing/2014/main" id="{E9F6F57F-111E-49E6-9D73-C51556BC63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1255246"/>
                </p:ext>
              </p:extLst>
            </p:nvPr>
          </p:nvGraphicFramePr>
          <p:xfrm>
            <a:off x="8151631" y="6633972"/>
            <a:ext cx="285825" cy="284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50" name="Equation" r:id="rId19" imgW="139680" imgH="139680" progId="Equation.DSMT4">
                    <p:embed/>
                  </p:oleObj>
                </mc:Choice>
                <mc:Fallback>
                  <p:oleObj name="Equation" r:id="rId19" imgW="139680" imgH="139680" progId="Equation.DSMT4">
                    <p:embed/>
                    <p:pic>
                      <p:nvPicPr>
                        <p:cNvPr id="39" name="Object 18">
                          <a:extLst>
                            <a:ext uri="{FF2B5EF4-FFF2-40B4-BE49-F238E27FC236}">
                              <a16:creationId xmlns:a16="http://schemas.microsoft.com/office/drawing/2014/main" id="{4B883D71-EF49-401E-80A2-FC7598310A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1631" y="6633972"/>
                          <a:ext cx="285825" cy="2845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6E2C7190-2860-42D5-A439-EAA4336548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379118"/>
              </p:ext>
            </p:extLst>
          </p:nvPr>
        </p:nvGraphicFramePr>
        <p:xfrm>
          <a:off x="2379663" y="3106738"/>
          <a:ext cx="13414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51" name="Equation" r:id="rId21" imgW="1218960" imgH="482400" progId="Equation.DSMT4">
                  <p:embed/>
                </p:oleObj>
              </mc:Choice>
              <mc:Fallback>
                <p:oleObj name="Equation" r:id="rId21" imgW="1218960" imgH="482400" progId="Equation.DSMT4">
                  <p:embed/>
                  <p:pic>
                    <p:nvPicPr>
                      <p:cNvPr id="43" name="Object 24">
                        <a:extLst>
                          <a:ext uri="{FF2B5EF4-FFF2-40B4-BE49-F238E27FC236}">
                            <a16:creationId xmlns:a16="http://schemas.microsoft.com/office/drawing/2014/main" id="{E6917A40-D1DC-4C93-A37B-780820D240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3" y="3106738"/>
                        <a:ext cx="1341437" cy="482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4">
            <a:extLst>
              <a:ext uri="{FF2B5EF4-FFF2-40B4-BE49-F238E27FC236}">
                <a16:creationId xmlns:a16="http://schemas.microsoft.com/office/drawing/2014/main" id="{8B180675-55F9-470C-ABC9-E83CB6450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495610"/>
              </p:ext>
            </p:extLst>
          </p:nvPr>
        </p:nvGraphicFramePr>
        <p:xfrm>
          <a:off x="3784600" y="3141663"/>
          <a:ext cx="698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52" name="Equation" r:id="rId23" imgW="634680" imgH="279360" progId="Equation.DSMT4">
                  <p:embed/>
                </p:oleObj>
              </mc:Choice>
              <mc:Fallback>
                <p:oleObj name="Equation" r:id="rId23" imgW="634680" imgH="279360" progId="Equation.DSMT4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9F485211-11DF-485E-9A78-FEE7E635F3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3141663"/>
                        <a:ext cx="698500" cy="279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6">
            <a:extLst>
              <a:ext uri="{FF2B5EF4-FFF2-40B4-BE49-F238E27FC236}">
                <a16:creationId xmlns:a16="http://schemas.microsoft.com/office/drawing/2014/main" id="{EBF48AE7-4736-4166-9FB1-B21A18201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364908"/>
              </p:ext>
            </p:extLst>
          </p:nvPr>
        </p:nvGraphicFramePr>
        <p:xfrm>
          <a:off x="5370513" y="2463800"/>
          <a:ext cx="26352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53" name="Equation" r:id="rId25" imgW="114120" imgH="126720" progId="Equation.DSMT4">
                  <p:embed/>
                </p:oleObj>
              </mc:Choice>
              <mc:Fallback>
                <p:oleObj name="Equation" r:id="rId25" imgW="114120" imgH="126720" progId="Equation.DSMT4">
                  <p:embed/>
                  <p:pic>
                    <p:nvPicPr>
                      <p:cNvPr id="45" name="Object 36">
                        <a:extLst>
                          <a:ext uri="{FF2B5EF4-FFF2-40B4-BE49-F238E27FC236}">
                            <a16:creationId xmlns:a16="http://schemas.microsoft.com/office/drawing/2014/main" id="{6AC01686-1770-4CCD-86AD-14655FAD12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513" y="2463800"/>
                        <a:ext cx="263525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Oval 54">
            <a:extLst>
              <a:ext uri="{FF2B5EF4-FFF2-40B4-BE49-F238E27FC236}">
                <a16:creationId xmlns:a16="http://schemas.microsoft.com/office/drawing/2014/main" id="{C943AD6E-ABF4-4261-A811-F21DEDAD4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521" y="3450751"/>
            <a:ext cx="71292" cy="7221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endParaRPr lang="zh-CN" altLang="en-US" sz="1350" b="0" dirty="0">
              <a:solidFill>
                <a:srgbClr val="4234FE"/>
              </a:solidFill>
              <a:ea typeface="宋体" panose="02010600030101010101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B6AF4EC-9FF0-4565-81D3-EEF74B2C2740}"/>
              </a:ext>
            </a:extLst>
          </p:cNvPr>
          <p:cNvSpPr/>
          <p:nvPr/>
        </p:nvSpPr>
        <p:spPr>
          <a:xfrm>
            <a:off x="5036970" y="3306940"/>
            <a:ext cx="432048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Oval 54">
            <a:extLst>
              <a:ext uri="{FF2B5EF4-FFF2-40B4-BE49-F238E27FC236}">
                <a16:creationId xmlns:a16="http://schemas.microsoft.com/office/drawing/2014/main" id="{CF504B84-3054-4801-ADD6-2752C5BBC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894" y="2646676"/>
            <a:ext cx="71292" cy="72213"/>
          </a:xfrm>
          <a:prstGeom prst="ellipse">
            <a:avLst/>
          </a:prstGeom>
          <a:solidFill>
            <a:schemeClr val="tx2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endParaRPr lang="zh-CN" altLang="en-US" sz="1350" b="0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38" name="Oval 54">
            <a:extLst>
              <a:ext uri="{FF2B5EF4-FFF2-40B4-BE49-F238E27FC236}">
                <a16:creationId xmlns:a16="http://schemas.microsoft.com/office/drawing/2014/main" id="{7F625AA9-324B-4B0F-892F-C9A18F053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831" y="2394292"/>
            <a:ext cx="71292" cy="72213"/>
          </a:xfrm>
          <a:prstGeom prst="ellipse">
            <a:avLst/>
          </a:prstGeom>
          <a:solidFill>
            <a:srgbClr val="FF0000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endParaRPr lang="zh-CN" altLang="en-US" sz="1350" b="0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1E59046-CA76-4D25-BA1F-E3552761BAC1}"/>
              </a:ext>
            </a:extLst>
          </p:cNvPr>
          <p:cNvSpPr/>
          <p:nvPr/>
        </p:nvSpPr>
        <p:spPr>
          <a:xfrm>
            <a:off x="5053974" y="2586860"/>
            <a:ext cx="28721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0795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74072D8-F202-45AA-B6A4-2B9C2E556A01}"/>
              </a:ext>
            </a:extLst>
          </p:cNvPr>
          <p:cNvGrpSpPr/>
          <p:nvPr/>
        </p:nvGrpSpPr>
        <p:grpSpPr>
          <a:xfrm>
            <a:off x="971600" y="699542"/>
            <a:ext cx="5400600" cy="431800"/>
            <a:chOff x="827584" y="483518"/>
            <a:chExt cx="6048672" cy="431800"/>
          </a:xfrm>
        </p:grpSpPr>
        <p:sp>
          <p:nvSpPr>
            <p:cNvPr id="3" name="Rectangle 124">
              <a:extLst>
                <a:ext uri="{FF2B5EF4-FFF2-40B4-BE49-F238E27FC236}">
                  <a16:creationId xmlns:a16="http://schemas.microsoft.com/office/drawing/2014/main" id="{488C9828-7462-4CF8-9992-4DA9AEAC4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584" y="483518"/>
              <a:ext cx="6048672" cy="40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若数列    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单调递减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有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下界</a:t>
              </a:r>
              <a:r>
                <a:rPr lang="en-US" altLang="zh-CN" sz="2400" b="0" i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，即</a:t>
              </a:r>
            </a:p>
          </p:txBody>
        </p:sp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CC4F317E-3804-4B22-A90A-98AEE9ACF6A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982644" y="483518"/>
            <a:ext cx="59883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58" name="Equation" r:id="rId3" imgW="545760" imgH="431640" progId="Equation.DSMT4">
                    <p:embed/>
                  </p:oleObj>
                </mc:Choice>
                <mc:Fallback>
                  <p:oleObj name="Equation" r:id="rId3" imgW="545760" imgH="43164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63901379-7138-4C6B-9BCA-D8116CDC10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644" y="483518"/>
                          <a:ext cx="598835" cy="4318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6">
            <a:extLst>
              <a:ext uri="{FF2B5EF4-FFF2-40B4-BE49-F238E27FC236}">
                <a16:creationId xmlns:a16="http://schemas.microsoft.com/office/drawing/2014/main" id="{88153954-BF16-4D70-923D-D6D25FA48F5D}"/>
              </a:ext>
            </a:extLst>
          </p:cNvPr>
          <p:cNvGrpSpPr>
            <a:grpSpLocks/>
          </p:cNvGrpSpPr>
          <p:nvPr/>
        </p:nvGrpSpPr>
        <p:grpSpPr bwMode="auto">
          <a:xfrm>
            <a:off x="2987824" y="2146367"/>
            <a:ext cx="3332945" cy="465138"/>
            <a:chOff x="1619" y="3657"/>
            <a:chExt cx="2163" cy="293"/>
          </a:xfrm>
        </p:grpSpPr>
        <p:grpSp>
          <p:nvGrpSpPr>
            <p:cNvPr id="6" name="Group 75">
              <a:extLst>
                <a:ext uri="{FF2B5EF4-FFF2-40B4-BE49-F238E27FC236}">
                  <a16:creationId xmlns:a16="http://schemas.microsoft.com/office/drawing/2014/main" id="{A7DD2A9A-1FB2-45ED-A44F-532C6AEAE2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9" y="3666"/>
              <a:ext cx="2106" cy="33"/>
              <a:chOff x="625" y="3116"/>
              <a:chExt cx="2106" cy="33"/>
            </a:xfrm>
          </p:grpSpPr>
          <p:sp>
            <p:nvSpPr>
              <p:cNvPr id="11" name="Oval 37">
                <a:extLst>
                  <a:ext uri="{FF2B5EF4-FFF2-40B4-BE49-F238E27FC236}">
                    <a16:creationId xmlns:a16="http://schemas.microsoft.com/office/drawing/2014/main" id="{5ECF0741-3773-457A-9C47-AA3648110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8" y="3116"/>
                <a:ext cx="33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" name="Oval 38">
                <a:extLst>
                  <a:ext uri="{FF2B5EF4-FFF2-40B4-BE49-F238E27FC236}">
                    <a16:creationId xmlns:a16="http://schemas.microsoft.com/office/drawing/2014/main" id="{3BB3332F-4EFE-47AF-8777-A24F1A932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3116"/>
                <a:ext cx="33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Oval 39">
                <a:extLst>
                  <a:ext uri="{FF2B5EF4-FFF2-40B4-BE49-F238E27FC236}">
                    <a16:creationId xmlns:a16="http://schemas.microsoft.com/office/drawing/2014/main" id="{7B280D44-11A4-4A56-8782-45DDE9A6E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9" y="3116"/>
                <a:ext cx="33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" name="Oval 40">
                <a:extLst>
                  <a:ext uri="{FF2B5EF4-FFF2-40B4-BE49-F238E27FC236}">
                    <a16:creationId xmlns:a16="http://schemas.microsoft.com/office/drawing/2014/main" id="{EF29AE26-9B45-45C0-969E-E5DA37DE5D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116"/>
                <a:ext cx="32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Oval 41">
                <a:extLst>
                  <a:ext uri="{FF2B5EF4-FFF2-40B4-BE49-F238E27FC236}">
                    <a16:creationId xmlns:a16="http://schemas.microsoft.com/office/drawing/2014/main" id="{234617FF-1886-4224-BDAE-538056292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" y="3116"/>
                <a:ext cx="33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" name="Oval 42">
                <a:extLst>
                  <a:ext uri="{FF2B5EF4-FFF2-40B4-BE49-F238E27FC236}">
                    <a16:creationId xmlns:a16="http://schemas.microsoft.com/office/drawing/2014/main" id="{9297D0EA-AAFC-4C67-8D4A-4DFAB6425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8" y="3116"/>
                <a:ext cx="32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Oval 43">
                <a:extLst>
                  <a:ext uri="{FF2B5EF4-FFF2-40B4-BE49-F238E27FC236}">
                    <a16:creationId xmlns:a16="http://schemas.microsoft.com/office/drawing/2014/main" id="{71677069-0DB1-432B-86C6-439B349B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3116"/>
                <a:ext cx="33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8" name="Oval 44">
                <a:extLst>
                  <a:ext uri="{FF2B5EF4-FFF2-40B4-BE49-F238E27FC236}">
                    <a16:creationId xmlns:a16="http://schemas.microsoft.com/office/drawing/2014/main" id="{970DF844-AE9F-4B20-BE61-CE54516AC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" y="3116"/>
                <a:ext cx="33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9" name="Oval 45">
                <a:extLst>
                  <a:ext uri="{FF2B5EF4-FFF2-40B4-BE49-F238E27FC236}">
                    <a16:creationId xmlns:a16="http://schemas.microsoft.com/office/drawing/2014/main" id="{9CBDA68B-EF74-4CB5-9EDA-7F5BC4E76C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2" y="3116"/>
                <a:ext cx="33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" name="Oval 46">
                <a:extLst>
                  <a:ext uri="{FF2B5EF4-FFF2-40B4-BE49-F238E27FC236}">
                    <a16:creationId xmlns:a16="http://schemas.microsoft.com/office/drawing/2014/main" id="{C3FE62A9-D11C-4031-A6C3-01BB79C7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" y="3116"/>
                <a:ext cx="33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" name="Oval 47">
                <a:extLst>
                  <a:ext uri="{FF2B5EF4-FFF2-40B4-BE49-F238E27FC236}">
                    <a16:creationId xmlns:a16="http://schemas.microsoft.com/office/drawing/2014/main" id="{40F971B0-939F-47EC-84BF-99FEC9086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7" y="3116"/>
                <a:ext cx="33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" name="Oval 48">
                <a:extLst>
                  <a:ext uri="{FF2B5EF4-FFF2-40B4-BE49-F238E27FC236}">
                    <a16:creationId xmlns:a16="http://schemas.microsoft.com/office/drawing/2014/main" id="{56DBB5CE-269D-4BB9-A5C0-D5AE174F9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4" y="3116"/>
                <a:ext cx="33" cy="33"/>
              </a:xfrm>
              <a:prstGeom prst="ellipse">
                <a:avLst/>
              </a:prstGeom>
              <a:solidFill>
                <a:srgbClr val="00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endParaRPr lang="zh-CN" altLang="en-US" sz="1800" b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7" name="Object 9">
              <a:extLst>
                <a:ext uri="{FF2B5EF4-FFF2-40B4-BE49-F238E27FC236}">
                  <a16:creationId xmlns:a16="http://schemas.microsoft.com/office/drawing/2014/main" id="{2C3C9D92-11CD-49F7-9A6A-78E49CA5BF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6549239"/>
                </p:ext>
              </p:extLst>
            </p:nvPr>
          </p:nvGraphicFramePr>
          <p:xfrm>
            <a:off x="3596" y="3665"/>
            <a:ext cx="18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59" name="Equation" r:id="rId5" imgW="152280" imgH="228600" progId="Equation.DSMT4">
                    <p:embed/>
                  </p:oleObj>
                </mc:Choice>
                <mc:Fallback>
                  <p:oleObj name="Equation" r:id="rId5" imgW="152280" imgH="228600" progId="Equation.DSMT4">
                    <p:embed/>
                    <p:pic>
                      <p:nvPicPr>
                        <p:cNvPr id="7" name="Object 9">
                          <a:extLst>
                            <a:ext uri="{FF2B5EF4-FFF2-40B4-BE49-F238E27FC236}">
                              <a16:creationId xmlns:a16="http://schemas.microsoft.com/office/drawing/2014/main" id="{8545D116-D314-4EA3-AC92-29494BBBF8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3665"/>
                          <a:ext cx="18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1">
              <a:extLst>
                <a:ext uri="{FF2B5EF4-FFF2-40B4-BE49-F238E27FC236}">
                  <a16:creationId xmlns:a16="http://schemas.microsoft.com/office/drawing/2014/main" id="{B3AEABB9-9FA0-4241-8568-9358CF8EFE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3568300"/>
                </p:ext>
              </p:extLst>
            </p:nvPr>
          </p:nvGraphicFramePr>
          <p:xfrm>
            <a:off x="3346" y="3671"/>
            <a:ext cx="20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60"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8" name="Object 11">
                          <a:extLst>
                            <a:ext uri="{FF2B5EF4-FFF2-40B4-BE49-F238E27FC236}">
                              <a16:creationId xmlns:a16="http://schemas.microsoft.com/office/drawing/2014/main" id="{C69E97D9-36A4-4542-B809-E4A7F3C752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6" y="3671"/>
                          <a:ext cx="20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3">
              <a:extLst>
                <a:ext uri="{FF2B5EF4-FFF2-40B4-BE49-F238E27FC236}">
                  <a16:creationId xmlns:a16="http://schemas.microsoft.com/office/drawing/2014/main" id="{0772F280-77A0-49AF-9EEB-000A9D7B61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7068621"/>
                </p:ext>
              </p:extLst>
            </p:nvPr>
          </p:nvGraphicFramePr>
          <p:xfrm>
            <a:off x="2261" y="3657"/>
            <a:ext cx="202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61"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9" name="Object 13">
                          <a:extLst>
                            <a:ext uri="{FF2B5EF4-FFF2-40B4-BE49-F238E27FC236}">
                              <a16:creationId xmlns:a16="http://schemas.microsoft.com/office/drawing/2014/main" id="{B6530BC5-4206-4748-BB46-65168D245B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1" y="3657"/>
                          <a:ext cx="202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5">
              <a:extLst>
                <a:ext uri="{FF2B5EF4-FFF2-40B4-BE49-F238E27FC236}">
                  <a16:creationId xmlns:a16="http://schemas.microsoft.com/office/drawing/2014/main" id="{2F6C0981-EF66-465D-B025-92E27CEB84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2042915"/>
                </p:ext>
              </p:extLst>
            </p:nvPr>
          </p:nvGraphicFramePr>
          <p:xfrm>
            <a:off x="1917" y="3663"/>
            <a:ext cx="31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62" name="Equation" r:id="rId11" imgW="253800" imgH="228600" progId="Equation.DSMT4">
                    <p:embed/>
                  </p:oleObj>
                </mc:Choice>
                <mc:Fallback>
                  <p:oleObj name="Equation" r:id="rId11" imgW="253800" imgH="228600" progId="Equation.DSMT4">
                    <p:embed/>
                    <p:pic>
                      <p:nvPicPr>
                        <p:cNvPr id="10" name="Object 15">
                          <a:extLst>
                            <a:ext uri="{FF2B5EF4-FFF2-40B4-BE49-F238E27FC236}">
                              <a16:creationId xmlns:a16="http://schemas.microsoft.com/office/drawing/2014/main" id="{B214114F-756A-4FB7-9C63-48C89D068E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7" y="3663"/>
                          <a:ext cx="31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70">
            <a:extLst>
              <a:ext uri="{FF2B5EF4-FFF2-40B4-BE49-F238E27FC236}">
                <a16:creationId xmlns:a16="http://schemas.microsoft.com/office/drawing/2014/main" id="{D366BADF-477D-4B55-88CB-3454EF4759E3}"/>
              </a:ext>
            </a:extLst>
          </p:cNvPr>
          <p:cNvGrpSpPr>
            <a:grpSpLocks/>
          </p:cNvGrpSpPr>
          <p:nvPr/>
        </p:nvGrpSpPr>
        <p:grpSpPr bwMode="auto">
          <a:xfrm>
            <a:off x="2687466" y="2152292"/>
            <a:ext cx="276225" cy="457204"/>
            <a:chOff x="4968" y="2028"/>
            <a:chExt cx="174" cy="288"/>
          </a:xfrm>
        </p:grpSpPr>
        <p:sp>
          <p:nvSpPr>
            <p:cNvPr id="24" name="Oval 54">
              <a:extLst>
                <a:ext uri="{FF2B5EF4-FFF2-40B4-BE49-F238E27FC236}">
                  <a16:creationId xmlns:a16="http://schemas.microsoft.com/office/drawing/2014/main" id="{5626E680-6A51-4B3C-AC6C-BFE8581FE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2" y="2028"/>
              <a:ext cx="45" cy="4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5" name="Object 67">
              <a:extLst>
                <a:ext uri="{FF2B5EF4-FFF2-40B4-BE49-F238E27FC236}">
                  <a16:creationId xmlns:a16="http://schemas.microsoft.com/office/drawing/2014/main" id="{844FDF25-9471-4969-93E6-9DD55F007F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7191048"/>
                </p:ext>
              </p:extLst>
            </p:nvPr>
          </p:nvGraphicFramePr>
          <p:xfrm>
            <a:off x="4968" y="2064"/>
            <a:ext cx="17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63" name="Equation" r:id="rId13" imgW="114120" imgH="164880" progId="Equation.DSMT4">
                    <p:embed/>
                  </p:oleObj>
                </mc:Choice>
                <mc:Fallback>
                  <p:oleObj name="Equation" r:id="rId13" imgW="114120" imgH="164880" progId="Equation.DSMT4">
                    <p:embed/>
                    <p:pic>
                      <p:nvPicPr>
                        <p:cNvPr id="25" name="Object 67">
                          <a:extLst>
                            <a:ext uri="{FF2B5EF4-FFF2-40B4-BE49-F238E27FC236}">
                              <a16:creationId xmlns:a16="http://schemas.microsoft.com/office/drawing/2014/main" id="{4363006A-E673-4DC9-8D4B-F3FA58589D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2064"/>
                          <a:ext cx="174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80">
            <a:extLst>
              <a:ext uri="{FF2B5EF4-FFF2-40B4-BE49-F238E27FC236}">
                <a16:creationId xmlns:a16="http://schemas.microsoft.com/office/drawing/2014/main" id="{71937C26-ABB9-4CD0-99D8-DAF66B51D929}"/>
              </a:ext>
            </a:extLst>
          </p:cNvPr>
          <p:cNvGrpSpPr>
            <a:grpSpLocks/>
          </p:cNvGrpSpPr>
          <p:nvPr/>
        </p:nvGrpSpPr>
        <p:grpSpPr bwMode="auto">
          <a:xfrm>
            <a:off x="2317770" y="2157852"/>
            <a:ext cx="292100" cy="295275"/>
            <a:chOff x="371" y="3530"/>
            <a:chExt cx="184" cy="186"/>
          </a:xfrm>
        </p:grpSpPr>
        <p:sp>
          <p:nvSpPr>
            <p:cNvPr id="27" name="Oval 27">
              <a:extLst>
                <a:ext uri="{FF2B5EF4-FFF2-40B4-BE49-F238E27FC236}">
                  <a16:creationId xmlns:a16="http://schemas.microsoft.com/office/drawing/2014/main" id="{3662E938-808C-4F82-9859-4D5D73675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" y="3530"/>
              <a:ext cx="45" cy="4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8" name="Object 70">
              <a:extLst>
                <a:ext uri="{FF2B5EF4-FFF2-40B4-BE49-F238E27FC236}">
                  <a16:creationId xmlns:a16="http://schemas.microsoft.com/office/drawing/2014/main" id="{2F7E3E0B-A260-4C59-9827-F67F0D07EF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7880281"/>
                </p:ext>
              </p:extLst>
            </p:nvPr>
          </p:nvGraphicFramePr>
          <p:xfrm>
            <a:off x="371" y="3596"/>
            <a:ext cx="152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64" name="Equation" r:id="rId15" imgW="241200" imgH="190440" progId="Equation.DSMT4">
                    <p:embed/>
                  </p:oleObj>
                </mc:Choice>
                <mc:Fallback>
                  <p:oleObj name="Equation" r:id="rId15" imgW="241200" imgH="190440" progId="Equation.DSMT4">
                    <p:embed/>
                    <p:pic>
                      <p:nvPicPr>
                        <p:cNvPr id="28" name="Object 70">
                          <a:extLst>
                            <a:ext uri="{FF2B5EF4-FFF2-40B4-BE49-F238E27FC236}">
                              <a16:creationId xmlns:a16="http://schemas.microsoft.com/office/drawing/2014/main" id="{43FAB073-D945-4482-8309-308482997D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" y="3596"/>
                          <a:ext cx="152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55719CB-F20B-45C9-9482-8B283149049B}"/>
              </a:ext>
            </a:extLst>
          </p:cNvPr>
          <p:cNvGrpSpPr/>
          <p:nvPr/>
        </p:nvGrpSpPr>
        <p:grpSpPr>
          <a:xfrm>
            <a:off x="2051720" y="2191359"/>
            <a:ext cx="5174580" cy="348641"/>
            <a:chOff x="1262065" y="1273447"/>
            <a:chExt cx="5611159" cy="276528"/>
          </a:xfrm>
        </p:grpSpPr>
        <p:sp>
          <p:nvSpPr>
            <p:cNvPr id="30" name="Line 14">
              <a:extLst>
                <a:ext uri="{FF2B5EF4-FFF2-40B4-BE49-F238E27FC236}">
                  <a16:creationId xmlns:a16="http://schemas.microsoft.com/office/drawing/2014/main" id="{9A857FAC-5344-4240-9233-C817CFFB4E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2065" y="1273447"/>
              <a:ext cx="5501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graphicFrame>
          <p:nvGraphicFramePr>
            <p:cNvPr id="31" name="Object 88">
              <a:extLst>
                <a:ext uri="{FF2B5EF4-FFF2-40B4-BE49-F238E27FC236}">
                  <a16:creationId xmlns:a16="http://schemas.microsoft.com/office/drawing/2014/main" id="{71F6764D-738A-47D7-8047-2DB182E079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1214862"/>
                </p:ext>
              </p:extLst>
            </p:nvPr>
          </p:nvGraphicFramePr>
          <p:xfrm>
            <a:off x="6656323" y="1332144"/>
            <a:ext cx="216901" cy="2178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65" name="Equation" r:id="rId17" imgW="126720" imgH="139680" progId="Equation.DSMT4">
                    <p:embed/>
                  </p:oleObj>
                </mc:Choice>
                <mc:Fallback>
                  <p:oleObj name="Equation" r:id="rId17" imgW="126720" imgH="139680" progId="Equation.DSMT4">
                    <p:embed/>
                    <p:pic>
                      <p:nvPicPr>
                        <p:cNvPr id="31" name="Object 88">
                          <a:extLst>
                            <a:ext uri="{FF2B5EF4-FFF2-40B4-BE49-F238E27FC236}">
                              <a16:creationId xmlns:a16="http://schemas.microsoft.com/office/drawing/2014/main" id="{4F358FCC-6812-4C28-B50D-88DC21FC96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6323" y="1332144"/>
                          <a:ext cx="216901" cy="2178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AutoShape 7">
            <a:extLst>
              <a:ext uri="{FF2B5EF4-FFF2-40B4-BE49-F238E27FC236}">
                <a16:creationId xmlns:a16="http://schemas.microsoft.com/office/drawing/2014/main" id="{3004EBFD-F2C0-4D75-A5BC-CBA13F63C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700" y="3019259"/>
            <a:ext cx="917972" cy="108000"/>
          </a:xfrm>
          <a:prstGeom prst="rightArrow">
            <a:avLst>
              <a:gd name="adj1" fmla="val 50000"/>
              <a:gd name="adj2" fmla="val 140693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endParaRPr lang="zh-CN" altLang="en-US" sz="135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3" name="Object 24">
            <a:extLst>
              <a:ext uri="{FF2B5EF4-FFF2-40B4-BE49-F238E27FC236}">
                <a16:creationId xmlns:a16="http://schemas.microsoft.com/office/drawing/2014/main" id="{ED92BBC8-4E9D-4A82-B93A-40A806EDFA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932344"/>
              </p:ext>
            </p:extLst>
          </p:nvPr>
        </p:nvGraphicFramePr>
        <p:xfrm>
          <a:off x="2097088" y="2881313"/>
          <a:ext cx="1955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66" name="Equation" r:id="rId19" imgW="1777680" imgH="482400" progId="Equation.DSMT4">
                  <p:embed/>
                </p:oleObj>
              </mc:Choice>
              <mc:Fallback>
                <p:oleObj name="Equation" r:id="rId19" imgW="1777680" imgH="48240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143F8573-0F1B-4685-A8A0-9469588530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8" y="2881313"/>
                        <a:ext cx="1955800" cy="482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4">
            <a:extLst>
              <a:ext uri="{FF2B5EF4-FFF2-40B4-BE49-F238E27FC236}">
                <a16:creationId xmlns:a16="http://schemas.microsoft.com/office/drawing/2014/main" id="{ABA8C64A-9983-458F-86C7-E86DF5B254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870698"/>
              </p:ext>
            </p:extLst>
          </p:nvPr>
        </p:nvGraphicFramePr>
        <p:xfrm>
          <a:off x="3059832" y="1347614"/>
          <a:ext cx="35575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67" name="Equation" r:id="rId21" imgW="3238200" imgH="380880" progId="Equation.DSMT4">
                  <p:embed/>
                </p:oleObj>
              </mc:Choice>
              <mc:Fallback>
                <p:oleObj name="Equation" r:id="rId21" imgW="3238200" imgH="380880" progId="Equation.DSMT4">
                  <p:embed/>
                  <p:pic>
                    <p:nvPicPr>
                      <p:cNvPr id="53" name="Object 24">
                        <a:extLst>
                          <a:ext uri="{FF2B5EF4-FFF2-40B4-BE49-F238E27FC236}">
                            <a16:creationId xmlns:a16="http://schemas.microsoft.com/office/drawing/2014/main" id="{DD37621D-243D-4503-B794-90B07EB69F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347614"/>
                        <a:ext cx="3557587" cy="381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4">
            <a:extLst>
              <a:ext uri="{FF2B5EF4-FFF2-40B4-BE49-F238E27FC236}">
                <a16:creationId xmlns:a16="http://schemas.microsoft.com/office/drawing/2014/main" id="{68D41E5D-691A-4195-BAEB-552C48E425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661172"/>
              </p:ext>
            </p:extLst>
          </p:nvPr>
        </p:nvGraphicFramePr>
        <p:xfrm>
          <a:off x="2445469" y="1426989"/>
          <a:ext cx="54451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68" name="Equation" r:id="rId23" imgW="495000" imgH="253800" progId="Equation.DSMT4">
                  <p:embed/>
                </p:oleObj>
              </mc:Choice>
              <mc:Fallback>
                <p:oleObj name="Equation" r:id="rId23" imgW="495000" imgH="253800" progId="Equation.DSMT4">
                  <p:embed/>
                  <p:pic>
                    <p:nvPicPr>
                      <p:cNvPr id="54" name="Object 24">
                        <a:extLst>
                          <a:ext uri="{FF2B5EF4-FFF2-40B4-BE49-F238E27FC236}">
                            <a16:creationId xmlns:a16="http://schemas.microsoft.com/office/drawing/2014/main" id="{6E8A2B40-8380-4C4A-883E-4E7A692AAD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5469" y="1426989"/>
                        <a:ext cx="544513" cy="254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153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1DAEC1B-04E6-4069-A5E0-9D242BAFE93E}"/>
              </a:ext>
            </a:extLst>
          </p:cNvPr>
          <p:cNvGrpSpPr/>
          <p:nvPr/>
        </p:nvGrpSpPr>
        <p:grpSpPr>
          <a:xfrm>
            <a:off x="707158" y="411148"/>
            <a:ext cx="1080120" cy="412003"/>
            <a:chOff x="687130" y="1940161"/>
            <a:chExt cx="1080120" cy="412003"/>
          </a:xfrm>
        </p:grpSpPr>
        <p:sp>
          <p:nvSpPr>
            <p:cNvPr id="3" name="Rectangle 123">
              <a:extLst>
                <a:ext uri="{FF2B5EF4-FFF2-40B4-BE49-F238E27FC236}">
                  <a16:creationId xmlns:a16="http://schemas.microsoft.com/office/drawing/2014/main" id="{8A5A168D-73B2-449B-978E-D02FD1BF7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130" y="1940161"/>
              <a:ext cx="1080120" cy="400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sz="2400" dirty="0">
                  <a:solidFill>
                    <a:srgbClr val="0064FF"/>
                  </a:solidFill>
                  <a:latin typeface="+mn-ea"/>
                  <a:ea typeface="+mn-ea"/>
                </a:rPr>
                <a:t>准则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</a:p>
          </p:txBody>
        </p:sp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382C3D07-8EED-4B76-8AED-B10D978D44D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330960" y="1962832"/>
            <a:ext cx="386953" cy="389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30" name="Equation" r:id="rId3" imgW="152280" imgH="164880" progId="Equation.DSMT4">
                    <p:embed/>
                  </p:oleObj>
                </mc:Choice>
                <mc:Fallback>
                  <p:oleObj name="Equation" r:id="rId3" imgW="152280" imgH="164880" progId="Equation.DSMT4">
                    <p:embed/>
                    <p:pic>
                      <p:nvPicPr>
                        <p:cNvPr id="4" name="Object 24">
                          <a:extLst>
                            <a:ext uri="{FF2B5EF4-FFF2-40B4-BE49-F238E27FC236}">
                              <a16:creationId xmlns:a16="http://schemas.microsoft.com/office/drawing/2014/main" id="{FF2689B6-AA69-4DBE-8AF5-5BAAE5A806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0960" y="1962832"/>
                          <a:ext cx="386953" cy="38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Rectangle 123">
            <a:extLst>
              <a:ext uri="{FF2B5EF4-FFF2-40B4-BE49-F238E27FC236}">
                <a16:creationId xmlns:a16="http://schemas.microsoft.com/office/drawing/2014/main" id="{A628FD99-2FD5-4B5A-8697-FE7929504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411510"/>
            <a:ext cx="3024336" cy="40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数列单调，并且有界</a:t>
            </a:r>
          </a:p>
        </p:txBody>
      </p:sp>
      <p:sp>
        <p:nvSpPr>
          <p:cNvPr id="6" name="Rectangle 123">
            <a:extLst>
              <a:ext uri="{FF2B5EF4-FFF2-40B4-BE49-F238E27FC236}">
                <a16:creationId xmlns:a16="http://schemas.microsoft.com/office/drawing/2014/main" id="{88AC17B5-0E76-461B-977E-D13CDC3AA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128" y="411510"/>
            <a:ext cx="1584176" cy="40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数列收敛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81BD5DE-47D0-4CC6-A163-5AED0D0E3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040" y="563214"/>
            <a:ext cx="720000" cy="144016"/>
          </a:xfrm>
          <a:prstGeom prst="rightArrow">
            <a:avLst>
              <a:gd name="adj1" fmla="val 50000"/>
              <a:gd name="adj2" fmla="val 90865"/>
            </a:avLst>
          </a:prstGeom>
          <a:solidFill>
            <a:srgbClr val="FF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" name="Rectangle 123">
            <a:extLst>
              <a:ext uri="{FF2B5EF4-FFF2-40B4-BE49-F238E27FC236}">
                <a16:creationId xmlns:a16="http://schemas.microsoft.com/office/drawing/2014/main" id="{08F393B1-0467-4AF4-958A-A06F4B3E1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035973"/>
            <a:ext cx="1080120" cy="40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反之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</a:p>
        </p:txBody>
      </p:sp>
      <p:sp>
        <p:nvSpPr>
          <p:cNvPr id="9" name="Rectangle 123">
            <a:extLst>
              <a:ext uri="{FF2B5EF4-FFF2-40B4-BE49-F238E27FC236}">
                <a16:creationId xmlns:a16="http://schemas.microsoft.com/office/drawing/2014/main" id="{AF2F400C-D68C-4B0C-B579-E20361D11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7704" y="1046086"/>
            <a:ext cx="1448252" cy="40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数列收敛</a:t>
            </a:r>
          </a:p>
        </p:txBody>
      </p:sp>
      <p:sp>
        <p:nvSpPr>
          <p:cNvPr id="10" name="Rectangle 123">
            <a:extLst>
              <a:ext uri="{FF2B5EF4-FFF2-40B4-BE49-F238E27FC236}">
                <a16:creationId xmlns:a16="http://schemas.microsoft.com/office/drawing/2014/main" id="{377A3F2F-0144-4398-8D54-081C6B9F2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705" y="1063851"/>
            <a:ext cx="2304256" cy="40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数列一定有界</a:t>
            </a:r>
          </a:p>
        </p:txBody>
      </p:sp>
      <p:sp>
        <p:nvSpPr>
          <p:cNvPr id="11" name="Rectangle 123">
            <a:extLst>
              <a:ext uri="{FF2B5EF4-FFF2-40B4-BE49-F238E27FC236}">
                <a16:creationId xmlns:a16="http://schemas.microsoft.com/office/drawing/2014/main" id="{0AD8C095-9BFF-4593-A0F7-A5AE89B69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206" y="2126206"/>
            <a:ext cx="2376264" cy="40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数列一定单调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542D103-C4FB-4A15-A074-C50A8655D84D}"/>
              </a:ext>
            </a:extLst>
          </p:cNvPr>
          <p:cNvGrpSpPr/>
          <p:nvPr/>
        </p:nvGrpSpPr>
        <p:grpSpPr>
          <a:xfrm>
            <a:off x="2483808" y="1478134"/>
            <a:ext cx="288032" cy="648072"/>
            <a:chOff x="2339792" y="1573751"/>
            <a:chExt cx="288032" cy="648072"/>
          </a:xfrm>
        </p:grpSpPr>
        <p:sp>
          <p:nvSpPr>
            <p:cNvPr id="13" name="AutoShape 7">
              <a:extLst>
                <a:ext uri="{FF2B5EF4-FFF2-40B4-BE49-F238E27FC236}">
                  <a16:creationId xmlns:a16="http://schemas.microsoft.com/office/drawing/2014/main" id="{590479BF-F84C-4072-81DF-D627131D2B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59732" y="1825779"/>
              <a:ext cx="648072" cy="144016"/>
            </a:xfrm>
            <a:prstGeom prst="rightArrow">
              <a:avLst>
                <a:gd name="adj1" fmla="val 50000"/>
                <a:gd name="adj2" fmla="val 90865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75A58FA-F2CE-4770-B8E4-A7D6935F1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9792" y="1694171"/>
              <a:ext cx="288032" cy="36004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D540CB7-3A2D-4383-99F1-EA91006D893C}"/>
              </a:ext>
            </a:extLst>
          </p:cNvPr>
          <p:cNvGrpSpPr/>
          <p:nvPr/>
        </p:nvGrpSpPr>
        <p:grpSpPr>
          <a:xfrm>
            <a:off x="4067944" y="1933429"/>
            <a:ext cx="3744416" cy="817733"/>
            <a:chOff x="4211960" y="1267712"/>
            <a:chExt cx="3744416" cy="8177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7FC829B-A434-440E-AB56-9DEC30BCA497}"/>
                </a:ext>
              </a:extLst>
            </p:cNvPr>
            <p:cNvSpPr/>
            <p:nvPr/>
          </p:nvSpPr>
          <p:spPr>
            <a:xfrm>
              <a:off x="4211960" y="1434975"/>
              <a:ext cx="3744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例如：        收敛于</a:t>
              </a:r>
              <a:r>
                <a:rPr lang="en-US" altLang="zh-CN" sz="2400" b="1" dirty="0">
                  <a:latin typeface="+mn-ea"/>
                </a:rPr>
                <a:t>1</a:t>
              </a:r>
              <a:r>
                <a:rPr lang="zh-CN" altLang="en-US" sz="2400" b="1" dirty="0">
                  <a:latin typeface="+mn-ea"/>
                </a:rPr>
                <a:t>，</a:t>
              </a:r>
              <a:endParaRPr lang="en-US" altLang="zh-CN" sz="2400" b="1" dirty="0">
                <a:latin typeface="+mn-ea"/>
              </a:endParaRPr>
            </a:p>
          </p:txBody>
        </p: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8D5BCB51-00DF-4AA8-BA32-83104D22CE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2971386"/>
                </p:ext>
              </p:extLst>
            </p:nvPr>
          </p:nvGraphicFramePr>
          <p:xfrm>
            <a:off x="5076055" y="1267712"/>
            <a:ext cx="1355270" cy="817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31" name="Equation" r:id="rId5" imgW="1473120" imgH="888840" progId="Equation.DSMT4">
                    <p:embed/>
                  </p:oleObj>
                </mc:Choice>
                <mc:Fallback>
                  <p:oleObj name="Equation" r:id="rId5" imgW="1473120" imgH="888840" progId="Equation.DSMT4">
                    <p:embed/>
                    <p:pic>
                      <p:nvPicPr>
                        <p:cNvPr id="20" name="Object 24">
                          <a:extLst>
                            <a:ext uri="{FF2B5EF4-FFF2-40B4-BE49-F238E27FC236}">
                              <a16:creationId xmlns:a16="http://schemas.microsoft.com/office/drawing/2014/main" id="{A44EC44C-DB15-465F-A9B5-9334027D3C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055" y="1267712"/>
                          <a:ext cx="1355270" cy="8177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82805FAC-316A-4C54-BE5C-27A8A8C7CB68}"/>
              </a:ext>
            </a:extLst>
          </p:cNvPr>
          <p:cNvSpPr/>
          <p:nvPr/>
        </p:nvSpPr>
        <p:spPr>
          <a:xfrm>
            <a:off x="7516579" y="2116190"/>
            <a:ext cx="1296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不单调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D7E582-3B8F-4231-8095-78A0BB957860}"/>
              </a:ext>
            </a:extLst>
          </p:cNvPr>
          <p:cNvSpPr/>
          <p:nvPr/>
        </p:nvSpPr>
        <p:spPr>
          <a:xfrm>
            <a:off x="917162" y="292046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endParaRPr lang="zh-CN" altLang="en-US" sz="2400" b="1" dirty="0"/>
          </a:p>
        </p:txBody>
      </p:sp>
      <p:grpSp>
        <p:nvGrpSpPr>
          <p:cNvPr id="20" name="Group 26">
            <a:extLst>
              <a:ext uri="{FF2B5EF4-FFF2-40B4-BE49-F238E27FC236}">
                <a16:creationId xmlns:a16="http://schemas.microsoft.com/office/drawing/2014/main" id="{AC020618-1254-44E4-9012-088E3EF17C4B}"/>
              </a:ext>
            </a:extLst>
          </p:cNvPr>
          <p:cNvGrpSpPr>
            <a:grpSpLocks/>
          </p:cNvGrpSpPr>
          <p:nvPr/>
        </p:nvGrpSpPr>
        <p:grpSpPr bwMode="auto">
          <a:xfrm>
            <a:off x="1430496" y="2925197"/>
            <a:ext cx="5724526" cy="400048"/>
            <a:chOff x="413" y="1113"/>
            <a:chExt cx="4808" cy="336"/>
          </a:xfrm>
        </p:grpSpPr>
        <p:sp>
          <p:nvSpPr>
            <p:cNvPr id="21" name="Rectangle 123">
              <a:extLst>
                <a:ext uri="{FF2B5EF4-FFF2-40B4-BE49-F238E27FC236}">
                  <a16:creationId xmlns:a16="http://schemas.microsoft.com/office/drawing/2014/main" id="{F3792BD4-90DF-4612-9F86-7DEDFA4E3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1113"/>
              <a:ext cx="4808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1)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准则  是数列收敛的充分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非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必要条件；</a:t>
              </a:r>
            </a:p>
          </p:txBody>
        </p:sp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7604F202-29DD-4598-A7FF-CD85DBDF46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9740936"/>
                </p:ext>
              </p:extLst>
            </p:nvPr>
          </p:nvGraphicFramePr>
          <p:xfrm>
            <a:off x="1298" y="1121"/>
            <a:ext cx="325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32" name="Equation" r:id="rId3" imgW="152280" imgH="164880" progId="Equation.DSMT4">
                    <p:embed/>
                  </p:oleObj>
                </mc:Choice>
                <mc:Fallback>
                  <p:oleObj name="Equation" r:id="rId3" imgW="152280" imgH="164880" progId="Equation.DSMT4">
                    <p:embed/>
                    <p:pic>
                      <p:nvPicPr>
                        <p:cNvPr id="28" name="Object 24">
                          <a:extLst>
                            <a:ext uri="{FF2B5EF4-FFF2-40B4-BE49-F238E27FC236}">
                              <a16:creationId xmlns:a16="http://schemas.microsoft.com/office/drawing/2014/main" id="{217299B0-FD01-4467-9FC2-C734059678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8" y="1121"/>
                          <a:ext cx="325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6">
            <a:extLst>
              <a:ext uri="{FF2B5EF4-FFF2-40B4-BE49-F238E27FC236}">
                <a16:creationId xmlns:a16="http://schemas.microsoft.com/office/drawing/2014/main" id="{B7079816-5C15-483B-90C9-F5A6A80BD0A5}"/>
              </a:ext>
            </a:extLst>
          </p:cNvPr>
          <p:cNvGrpSpPr>
            <a:grpSpLocks/>
          </p:cNvGrpSpPr>
          <p:nvPr/>
        </p:nvGrpSpPr>
        <p:grpSpPr bwMode="auto">
          <a:xfrm>
            <a:off x="1496727" y="3579500"/>
            <a:ext cx="6624711" cy="408382"/>
            <a:chOff x="398" y="603"/>
            <a:chExt cx="5537" cy="343"/>
          </a:xfrm>
        </p:grpSpPr>
        <p:sp>
          <p:nvSpPr>
            <p:cNvPr id="24" name="Rectangle 123">
              <a:extLst>
                <a:ext uri="{FF2B5EF4-FFF2-40B4-BE49-F238E27FC236}">
                  <a16:creationId xmlns:a16="http://schemas.microsoft.com/office/drawing/2014/main" id="{637C1081-158C-4767-8A37-D3B9CE458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" y="603"/>
              <a:ext cx="5537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2)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准则  只能确定数列收敛，不能求出极限；</a:t>
              </a:r>
            </a:p>
          </p:txBody>
        </p:sp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83D51499-C229-4471-9F5B-7617602E25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3209551"/>
                </p:ext>
              </p:extLst>
            </p:nvPr>
          </p:nvGraphicFramePr>
          <p:xfrm>
            <a:off x="1283" y="619"/>
            <a:ext cx="325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33" name="Equation" r:id="rId7" imgW="152280" imgH="164880" progId="Equation.DSMT4">
                    <p:embed/>
                  </p:oleObj>
                </mc:Choice>
                <mc:Fallback>
                  <p:oleObj name="Equation" r:id="rId7" imgW="152280" imgH="164880" progId="Equation.DSMT4">
                    <p:embed/>
                    <p:pic>
                      <p:nvPicPr>
                        <p:cNvPr id="31" name="Object 24">
                          <a:extLst>
                            <a:ext uri="{FF2B5EF4-FFF2-40B4-BE49-F238E27FC236}">
                              <a16:creationId xmlns:a16="http://schemas.microsoft.com/office/drawing/2014/main" id="{B5658F89-62C1-446C-9E4A-D9911790A4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3" y="619"/>
                          <a:ext cx="325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AutoShape 7">
            <a:extLst>
              <a:ext uri="{FF2B5EF4-FFF2-40B4-BE49-F238E27FC236}">
                <a16:creationId xmlns:a16="http://schemas.microsoft.com/office/drawing/2014/main" id="{99FD5398-9E24-49EE-B5D3-FFA892A10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1213349"/>
            <a:ext cx="720000" cy="144016"/>
          </a:xfrm>
          <a:prstGeom prst="rightArrow">
            <a:avLst>
              <a:gd name="adj1" fmla="val 50000"/>
              <a:gd name="adj2" fmla="val 9086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243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0" grpId="0"/>
      <p:bldP spid="11" grpId="0"/>
      <p:bldP spid="18" grpId="0"/>
      <p:bldP spid="19" grpId="0"/>
      <p:bldP spid="2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>
            <a:extLst>
              <a:ext uri="{FF2B5EF4-FFF2-40B4-BE49-F238E27FC236}">
                <a16:creationId xmlns:a16="http://schemas.microsoft.com/office/drawing/2014/main" id="{2EFA0625-FF37-43D4-8F7A-934259982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248" y="2503115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或者</a:t>
            </a: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C7549B11-B7D6-446C-87FF-3CC6B0571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678098"/>
              </p:ext>
            </p:extLst>
          </p:nvPr>
        </p:nvGraphicFramePr>
        <p:xfrm>
          <a:off x="1805896" y="2278179"/>
          <a:ext cx="5041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14" name="Equation" r:id="rId3" imgW="5041800" imgH="888840" progId="Equation.DSMT4">
                  <p:embed/>
                </p:oleObj>
              </mc:Choice>
              <mc:Fallback>
                <p:oleObj name="Equation" r:id="rId3" imgW="5041800" imgH="888840" progId="Equation.DSMT4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395CEF0A-22FD-4651-A395-6162FD39B2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5896" y="2278179"/>
                        <a:ext cx="5041900" cy="889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BD8A3E65-8522-4265-AC64-BC3362D879AC}"/>
              </a:ext>
            </a:extLst>
          </p:cNvPr>
          <p:cNvSpPr/>
          <p:nvPr/>
        </p:nvSpPr>
        <p:spPr>
          <a:xfrm>
            <a:off x="982812" y="2303083"/>
            <a:ext cx="6552728" cy="108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B12EAEB-31F2-439F-9564-EA5D86EDB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95486"/>
            <a:ext cx="48285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11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利用单调有界准则证明数列 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D5C3FEF8-75E9-45C8-BE83-E98AD16D3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36" y="790915"/>
            <a:ext cx="26645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并求出极限     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ABF31BEA-C807-4886-9913-D0C11D5821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276418"/>
              </p:ext>
            </p:extLst>
          </p:nvPr>
        </p:nvGraphicFramePr>
        <p:xfrm>
          <a:off x="5420566" y="70686"/>
          <a:ext cx="246856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15" name="Equation" r:id="rId5" imgW="2387520" imgH="774360" progId="Equation.DSMT4">
                  <p:embed/>
                </p:oleObj>
              </mc:Choice>
              <mc:Fallback>
                <p:oleObj name="Equation" r:id="rId5" imgW="2387520" imgH="77436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549E089D-1F14-424B-9979-218C32085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0566" y="70686"/>
                        <a:ext cx="2468562" cy="7270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2">
            <a:extLst>
              <a:ext uri="{FF2B5EF4-FFF2-40B4-BE49-F238E27FC236}">
                <a16:creationId xmlns:a16="http://schemas.microsoft.com/office/drawing/2014/main" id="{B6252440-F8A5-4BC8-9792-84095DD74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87" y="1482189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A3357F5-C166-47A8-A045-D4E64C792C62}"/>
              </a:ext>
            </a:extLst>
          </p:cNvPr>
          <p:cNvGrpSpPr/>
          <p:nvPr/>
        </p:nvGrpSpPr>
        <p:grpSpPr>
          <a:xfrm>
            <a:off x="6330950" y="1519242"/>
            <a:ext cx="2603737" cy="463546"/>
            <a:chOff x="4622977" y="3085816"/>
            <a:chExt cx="2603737" cy="463546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E6826EE0-3E4D-407F-A7BB-43B3E0867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577" y="3085816"/>
              <a:ext cx="18971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单调减少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；</a:t>
              </a:r>
            </a:p>
          </p:txBody>
        </p: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3C35D414-E917-44A2-93C8-9A64A95D20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6307159"/>
                </p:ext>
              </p:extLst>
            </p:nvPr>
          </p:nvGraphicFramePr>
          <p:xfrm>
            <a:off x="4622977" y="3119149"/>
            <a:ext cx="660400" cy="430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16" name="Equation" r:id="rId7" imgW="660240" imgH="431640" progId="Equation.DSMT4">
                    <p:embed/>
                  </p:oleObj>
                </mc:Choice>
                <mc:Fallback>
                  <p:oleObj name="Equation" r:id="rId7" imgW="660240" imgH="431640" progId="Equation.DSMT4">
                    <p:embed/>
                    <p:pic>
                      <p:nvPicPr>
                        <p:cNvPr id="55" name="Object 24">
                          <a:extLst>
                            <a:ext uri="{FF2B5EF4-FFF2-40B4-BE49-F238E27FC236}">
                              <a16:creationId xmlns:a16="http://schemas.microsoft.com/office/drawing/2014/main" id="{41BB1479-C993-4636-BE08-785603D218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2977" y="3119149"/>
                          <a:ext cx="660400" cy="43021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C1C256F4-3DC9-4664-B6EE-800A64C33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917506"/>
              </p:ext>
            </p:extLst>
          </p:nvPr>
        </p:nvGraphicFramePr>
        <p:xfrm>
          <a:off x="1625886" y="1365236"/>
          <a:ext cx="685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17" name="Equation" r:id="rId9" imgW="685800" imgH="812520" progId="Equation.DSMT4">
                  <p:embed/>
                </p:oleObj>
              </mc:Choice>
              <mc:Fallback>
                <p:oleObj name="Equation" r:id="rId9" imgW="685800" imgH="812520" progId="Equation.DSMT4">
                  <p:embed/>
                  <p:pic>
                    <p:nvPicPr>
                      <p:cNvPr id="47" name="Object 24">
                        <a:extLst>
                          <a:ext uri="{FF2B5EF4-FFF2-40B4-BE49-F238E27FC236}">
                            <a16:creationId xmlns:a16="http://schemas.microsoft.com/office/drawing/2014/main" id="{CDEA3125-AB6D-4B09-8EB0-D25806B21C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886" y="1365236"/>
                        <a:ext cx="685800" cy="812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A13CD826-9886-4A61-96B2-9E12C76FE0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059503"/>
              </p:ext>
            </p:extLst>
          </p:nvPr>
        </p:nvGraphicFramePr>
        <p:xfrm>
          <a:off x="4445916" y="1391042"/>
          <a:ext cx="8632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18" name="Equation" r:id="rId11" imgW="863280" imgH="736560" progId="Equation.DSMT4">
                  <p:embed/>
                </p:oleObj>
              </mc:Choice>
              <mc:Fallback>
                <p:oleObj name="Equation" r:id="rId11" imgW="863280" imgH="736560" progId="Equation.DSMT4">
                  <p:embed/>
                  <p:pic>
                    <p:nvPicPr>
                      <p:cNvPr id="50" name="Object 24">
                        <a:extLst>
                          <a:ext uri="{FF2B5EF4-FFF2-40B4-BE49-F238E27FC236}">
                            <a16:creationId xmlns:a16="http://schemas.microsoft.com/office/drawing/2014/main" id="{AA8D12BB-2B30-4467-B734-6AEDA721B4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916" y="1391042"/>
                        <a:ext cx="863280" cy="7365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E14EBA0B-3AF9-46E8-B6AE-388F77BFC2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904294"/>
              </p:ext>
            </p:extLst>
          </p:nvPr>
        </p:nvGraphicFramePr>
        <p:xfrm>
          <a:off x="5406296" y="1609899"/>
          <a:ext cx="52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19" name="Equation" r:id="rId13" imgW="520560" imgH="342720" progId="Equation.DSMT4">
                  <p:embed/>
                </p:oleObj>
              </mc:Choice>
              <mc:Fallback>
                <p:oleObj name="Equation" r:id="rId13" imgW="520560" imgH="342720" progId="Equation.DSMT4">
                  <p:embed/>
                  <p:pic>
                    <p:nvPicPr>
                      <p:cNvPr id="52" name="Object 24">
                        <a:extLst>
                          <a:ext uri="{FF2B5EF4-FFF2-40B4-BE49-F238E27FC236}">
                            <a16:creationId xmlns:a16="http://schemas.microsoft.com/office/drawing/2014/main" id="{9CBC983E-8B4F-4C2F-B78D-33587373FB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6296" y="1609899"/>
                        <a:ext cx="5207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4DB21C1B-7917-4546-B355-63CBB364B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445812"/>
              </p:ext>
            </p:extLst>
          </p:nvPr>
        </p:nvGraphicFramePr>
        <p:xfrm>
          <a:off x="1681163" y="2505075"/>
          <a:ext cx="81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20" name="Equation" r:id="rId15" imgW="812520" imgH="380880" progId="Equation.DSMT4">
                  <p:embed/>
                </p:oleObj>
              </mc:Choice>
              <mc:Fallback>
                <p:oleObj name="Equation" r:id="rId15" imgW="812520" imgH="380880" progId="Equation.DSMT4">
                  <p:embed/>
                  <p:pic>
                    <p:nvPicPr>
                      <p:cNvPr id="66" name="Object 24">
                        <a:extLst>
                          <a:ext uri="{FF2B5EF4-FFF2-40B4-BE49-F238E27FC236}">
                            <a16:creationId xmlns:a16="http://schemas.microsoft.com/office/drawing/2014/main" id="{F002D822-4A53-4614-9BF1-7F5B82D0EA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163" y="2505075"/>
                        <a:ext cx="812800" cy="381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9E97BADA-DECD-43AE-B0A4-9E16781E69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823040"/>
              </p:ext>
            </p:extLst>
          </p:nvPr>
        </p:nvGraphicFramePr>
        <p:xfrm>
          <a:off x="2669342" y="2325240"/>
          <a:ext cx="24127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21" name="Equation" r:id="rId17" imgW="2412720" imgH="736560" progId="Equation.DSMT4">
                  <p:embed/>
                </p:oleObj>
              </mc:Choice>
              <mc:Fallback>
                <p:oleObj name="Equation" r:id="rId17" imgW="2412720" imgH="736560" progId="Equation.DSMT4">
                  <p:embed/>
                  <p:pic>
                    <p:nvPicPr>
                      <p:cNvPr id="67" name="Object 24">
                        <a:extLst>
                          <a:ext uri="{FF2B5EF4-FFF2-40B4-BE49-F238E27FC236}">
                            <a16:creationId xmlns:a16="http://schemas.microsoft.com/office/drawing/2014/main" id="{5118051E-2F48-40B3-9FB7-B42F2F494A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9342" y="2325240"/>
                        <a:ext cx="2412720" cy="7365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4795967E-A9BF-4484-B1EC-1B2E6E254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91985"/>
              </p:ext>
            </p:extLst>
          </p:nvPr>
        </p:nvGraphicFramePr>
        <p:xfrm>
          <a:off x="5190272" y="2519107"/>
          <a:ext cx="5715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22" name="Equation" r:id="rId19" imgW="571320" imgH="342720" progId="Equation.DSMT4">
                  <p:embed/>
                </p:oleObj>
              </mc:Choice>
              <mc:Fallback>
                <p:oleObj name="Equation" r:id="rId19" imgW="571320" imgH="342720" progId="Equation.DSMT4">
                  <p:embed/>
                  <p:pic>
                    <p:nvPicPr>
                      <p:cNvPr id="68" name="Object 24">
                        <a:extLst>
                          <a:ext uri="{FF2B5EF4-FFF2-40B4-BE49-F238E27FC236}">
                            <a16:creationId xmlns:a16="http://schemas.microsoft.com/office/drawing/2014/main" id="{6C2CFCA7-A5B4-4F35-9177-F3991F4E45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0272" y="2519107"/>
                        <a:ext cx="571500" cy="3413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89F66B60-387B-484C-96DD-376C70A3BC0F}"/>
              </a:ext>
            </a:extLst>
          </p:cNvPr>
          <p:cNvGrpSpPr/>
          <p:nvPr/>
        </p:nvGrpSpPr>
        <p:grpSpPr>
          <a:xfrm>
            <a:off x="6283325" y="2423852"/>
            <a:ext cx="1715259" cy="461665"/>
            <a:chOff x="4575352" y="3069774"/>
            <a:chExt cx="1715259" cy="461665"/>
          </a:xfrm>
        </p:grpSpPr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FE05FEE5-0169-48BA-89E3-419036003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578" y="3069774"/>
              <a:ext cx="9610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有界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2918EDBF-91ED-4018-9963-43D8320558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2003598"/>
                </p:ext>
              </p:extLst>
            </p:nvPr>
          </p:nvGraphicFramePr>
          <p:xfrm>
            <a:off x="4575352" y="3117660"/>
            <a:ext cx="787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23" name="Equation" r:id="rId21" imgW="761760" imgH="431640" progId="Equation.DSMT4">
                    <p:embed/>
                  </p:oleObj>
                </mc:Choice>
                <mc:Fallback>
                  <p:oleObj name="Equation" r:id="rId21" imgW="761760" imgH="431640" progId="Equation.DSMT4">
                    <p:embed/>
                    <p:pic>
                      <p:nvPicPr>
                        <p:cNvPr id="72" name="Object 24">
                          <a:extLst>
                            <a:ext uri="{FF2B5EF4-FFF2-40B4-BE49-F238E27FC236}">
                              <a16:creationId xmlns:a16="http://schemas.microsoft.com/office/drawing/2014/main" id="{29B5BF62-2337-4968-8566-5C73CC6AC0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5352" y="3117660"/>
                          <a:ext cx="787400" cy="4064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6B6358B-ED5D-43B3-B7C3-AF1F430B7FB1}"/>
              </a:ext>
            </a:extLst>
          </p:cNvPr>
          <p:cNvGrpSpPr/>
          <p:nvPr/>
        </p:nvGrpSpPr>
        <p:grpSpPr>
          <a:xfrm>
            <a:off x="439517" y="3167179"/>
            <a:ext cx="4584254" cy="461665"/>
            <a:chOff x="14784" y="3430690"/>
            <a:chExt cx="4584254" cy="461665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02F54B28-982A-493F-8767-CFF5B48E2296}"/>
                </a:ext>
              </a:extLst>
            </p:cNvPr>
            <p:cNvGrpSpPr/>
            <p:nvPr/>
          </p:nvGrpSpPr>
          <p:grpSpPr>
            <a:xfrm>
              <a:off x="2798652" y="3430690"/>
              <a:ext cx="1800386" cy="461665"/>
              <a:chOff x="4648375" y="4300580"/>
              <a:chExt cx="1800386" cy="461665"/>
            </a:xfrm>
          </p:grpSpPr>
          <p:sp>
            <p:nvSpPr>
              <p:cNvPr id="24" name="Text Box 4">
                <a:extLst>
                  <a:ext uri="{FF2B5EF4-FFF2-40B4-BE49-F238E27FC236}">
                    <a16:creationId xmlns:a16="http://schemas.microsoft.com/office/drawing/2014/main" id="{9905327D-3EC2-40F5-9076-41F4C3B9FC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062" y="4300580"/>
                <a:ext cx="163369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/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  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ea typeface="+mn-ea"/>
                  </a:rPr>
                  <a:t>收敛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+mn-ea"/>
                    <a:ea typeface="+mn-ea"/>
                  </a:rPr>
                  <a:t>.</a:t>
                </a:r>
                <a:endParaRPr lang="zh-CN" altLang="en-US" sz="24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  <p:graphicFrame>
            <p:nvGraphicFramePr>
              <p:cNvPr id="25" name="Object 24">
                <a:extLst>
                  <a:ext uri="{FF2B5EF4-FFF2-40B4-BE49-F238E27FC236}">
                    <a16:creationId xmlns:a16="http://schemas.microsoft.com/office/drawing/2014/main" id="{BB193E3A-5F44-4B7C-BC21-D0C9104FF330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648375" y="4345922"/>
              <a:ext cx="545760" cy="3808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924" name="Equation" r:id="rId23" imgW="545760" imgH="380880" progId="Equation.DSMT4">
                      <p:embed/>
                    </p:oleObj>
                  </mc:Choice>
                  <mc:Fallback>
                    <p:oleObj name="Equation" r:id="rId23" imgW="545760" imgH="380880" progId="Equation.DSMT4">
                      <p:embed/>
                      <p:pic>
                        <p:nvPicPr>
                          <p:cNvPr id="63" name="Object 24">
                            <a:extLst>
                              <a:ext uri="{FF2B5EF4-FFF2-40B4-BE49-F238E27FC236}">
                                <a16:creationId xmlns:a16="http://schemas.microsoft.com/office/drawing/2014/main" id="{2B804C12-624E-49D8-A0D3-CF60126849C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8375" y="4345922"/>
                            <a:ext cx="545760" cy="38088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E0D0205-4BDC-4656-A974-2D831C9AC544}"/>
                </a:ext>
              </a:extLst>
            </p:cNvPr>
            <p:cNvSpPr/>
            <p:nvPr/>
          </p:nvSpPr>
          <p:spPr>
            <a:xfrm>
              <a:off x="14784" y="3430690"/>
              <a:ext cx="296908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由单调有界准则知，</a:t>
              </a:r>
              <a:endParaRPr lang="zh-CN" altLang="en-US" sz="2400" b="1" dirty="0"/>
            </a:p>
          </p:txBody>
        </p:sp>
      </p:grpSp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71C9C12D-EB09-402B-B69B-5A4A1618E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113025"/>
              </p:ext>
            </p:extLst>
          </p:nvPr>
        </p:nvGraphicFramePr>
        <p:xfrm>
          <a:off x="2153163" y="3737284"/>
          <a:ext cx="181610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25" name="Equation" r:id="rId25" imgW="1752480" imgH="736560" progId="Equation.DSMT4">
                  <p:embed/>
                </p:oleObj>
              </mc:Choice>
              <mc:Fallback>
                <p:oleObj name="Equation" r:id="rId25" imgW="1752480" imgH="736560" progId="Equation.DSMT4">
                  <p:embed/>
                  <p:pic>
                    <p:nvPicPr>
                      <p:cNvPr id="77" name="Object 24">
                        <a:extLst>
                          <a:ext uri="{FF2B5EF4-FFF2-40B4-BE49-F238E27FC236}">
                            <a16:creationId xmlns:a16="http://schemas.microsoft.com/office/drawing/2014/main" id="{93336E03-4129-4E2E-9AFF-B792C2DDF5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3163" y="3737284"/>
                        <a:ext cx="1816100" cy="6905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A548B29C-3063-4E9E-B019-D99929DF1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814122"/>
              </p:ext>
            </p:extLst>
          </p:nvPr>
        </p:nvGraphicFramePr>
        <p:xfrm>
          <a:off x="4046054" y="3754275"/>
          <a:ext cx="1994947" cy="692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26" name="Equation" r:id="rId27" imgW="2120760" imgH="736560" progId="Equation.DSMT4">
                  <p:embed/>
                </p:oleObj>
              </mc:Choice>
              <mc:Fallback>
                <p:oleObj name="Equation" r:id="rId27" imgW="2120760" imgH="736560" progId="Equation.DSMT4">
                  <p:embed/>
                  <p:pic>
                    <p:nvPicPr>
                      <p:cNvPr id="78" name="Object 24">
                        <a:extLst>
                          <a:ext uri="{FF2B5EF4-FFF2-40B4-BE49-F238E27FC236}">
                            <a16:creationId xmlns:a16="http://schemas.microsoft.com/office/drawing/2014/main" id="{A39A934F-2E5C-4DAA-93BC-36ADA51CC1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054" y="3754275"/>
                        <a:ext cx="1994947" cy="69286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852DAA4D-528C-442F-8AAA-4E12C328F8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677760"/>
              </p:ext>
            </p:extLst>
          </p:nvPr>
        </p:nvGraphicFramePr>
        <p:xfrm>
          <a:off x="6087288" y="3958154"/>
          <a:ext cx="538163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27" name="Equation" r:id="rId29" imgW="520560" imgH="342720" progId="Equation.DSMT4">
                  <p:embed/>
                </p:oleObj>
              </mc:Choice>
              <mc:Fallback>
                <p:oleObj name="Equation" r:id="rId29" imgW="520560" imgH="342720" progId="Equation.DSMT4">
                  <p:embed/>
                  <p:pic>
                    <p:nvPicPr>
                      <p:cNvPr id="80" name="Object 24">
                        <a:extLst>
                          <a:ext uri="{FF2B5EF4-FFF2-40B4-BE49-F238E27FC236}">
                            <a16:creationId xmlns:a16="http://schemas.microsoft.com/office/drawing/2014/main" id="{87AD7F1A-43C7-4767-A072-ECCF908C93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7288" y="3958154"/>
                        <a:ext cx="538163" cy="3222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61E3A274-535A-4D31-AB69-51B281E60F2C}"/>
              </a:ext>
            </a:extLst>
          </p:cNvPr>
          <p:cNvGrpSpPr/>
          <p:nvPr/>
        </p:nvGrpSpPr>
        <p:grpSpPr>
          <a:xfrm>
            <a:off x="6654847" y="3871646"/>
            <a:ext cx="1882016" cy="542360"/>
            <a:chOff x="179512" y="2503239"/>
            <a:chExt cx="1882016" cy="542360"/>
          </a:xfrm>
        </p:grpSpPr>
        <p:sp>
          <p:nvSpPr>
            <p:cNvPr id="30" name="Text Box 4">
              <a:extLst>
                <a:ext uri="{FF2B5EF4-FFF2-40B4-BE49-F238E27FC236}">
                  <a16:creationId xmlns:a16="http://schemas.microsoft.com/office/drawing/2014/main" id="{57270A31-4011-4A98-859E-CC17CE5F9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12" y="2503239"/>
              <a:ext cx="9589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即</a:t>
              </a:r>
            </a:p>
          </p:txBody>
        </p:sp>
        <p:graphicFrame>
          <p:nvGraphicFramePr>
            <p:cNvPr id="31" name="Object 24">
              <a:extLst>
                <a:ext uri="{FF2B5EF4-FFF2-40B4-BE49-F238E27FC236}">
                  <a16:creationId xmlns:a16="http://schemas.microsoft.com/office/drawing/2014/main" id="{10564AA5-7620-4F2A-955C-D7DFA85B494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04408" y="2563199"/>
            <a:ext cx="1257120" cy="48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28" name="Equation" r:id="rId31" imgW="1257120" imgH="482400" progId="Equation.DSMT4">
                    <p:embed/>
                  </p:oleObj>
                </mc:Choice>
                <mc:Fallback>
                  <p:oleObj name="Equation" r:id="rId31" imgW="1257120" imgH="482400" progId="Equation.DSMT4">
                    <p:embed/>
                    <p:pic>
                      <p:nvPicPr>
                        <p:cNvPr id="86" name="Object 24">
                          <a:extLst>
                            <a:ext uri="{FF2B5EF4-FFF2-40B4-BE49-F238E27FC236}">
                              <a16:creationId xmlns:a16="http://schemas.microsoft.com/office/drawing/2014/main" id="{36C2FC5F-EB8B-4222-89F0-E5BE0EC7E6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4408" y="2563199"/>
                          <a:ext cx="1257120" cy="4824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9A8F5F85-141E-41EF-BCD0-95B23E232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529030"/>
              </p:ext>
            </p:extLst>
          </p:nvPr>
        </p:nvGraphicFramePr>
        <p:xfrm>
          <a:off x="1189372" y="3711695"/>
          <a:ext cx="2848750" cy="785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29" name="Equation" r:id="rId33" imgW="2946240" imgH="812520" progId="Equation.DSMT4">
                  <p:embed/>
                </p:oleObj>
              </mc:Choice>
              <mc:Fallback>
                <p:oleObj name="Equation" r:id="rId33" imgW="2946240" imgH="812520" progId="Equation.DSMT4">
                  <p:embed/>
                  <p:pic>
                    <p:nvPicPr>
                      <p:cNvPr id="82" name="Object 24">
                        <a:extLst>
                          <a:ext uri="{FF2B5EF4-FFF2-40B4-BE49-F238E27FC236}">
                            <a16:creationId xmlns:a16="http://schemas.microsoft.com/office/drawing/2014/main" id="{11B8B862-B9A7-4706-B343-38FAD777FB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372" y="3711695"/>
                        <a:ext cx="2848750" cy="78563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4">
            <a:extLst>
              <a:ext uri="{FF2B5EF4-FFF2-40B4-BE49-F238E27FC236}">
                <a16:creationId xmlns:a16="http://schemas.microsoft.com/office/drawing/2014/main" id="{BC40F601-A4A9-4C1A-B2C0-9BACCDC089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678304"/>
              </p:ext>
            </p:extLst>
          </p:nvPr>
        </p:nvGraphicFramePr>
        <p:xfrm>
          <a:off x="2542018" y="1350937"/>
          <a:ext cx="1765080" cy="82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30" name="Equation" r:id="rId35" imgW="1765080" imgH="825480" progId="Equation.DSMT4">
                  <p:embed/>
                </p:oleObj>
              </mc:Choice>
              <mc:Fallback>
                <p:oleObj name="Equation" r:id="rId35" imgW="1765080" imgH="825480" progId="Equation.DSMT4">
                  <p:embed/>
                  <p:pic>
                    <p:nvPicPr>
                      <p:cNvPr id="87" name="Object 24">
                        <a:extLst>
                          <a:ext uri="{FF2B5EF4-FFF2-40B4-BE49-F238E27FC236}">
                            <a16:creationId xmlns:a16="http://schemas.microsoft.com/office/drawing/2014/main" id="{31A587E2-3055-4395-8CCB-389805903E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018" y="1350937"/>
                        <a:ext cx="1765080" cy="82548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4">
            <a:extLst>
              <a:ext uri="{FF2B5EF4-FFF2-40B4-BE49-F238E27FC236}">
                <a16:creationId xmlns:a16="http://schemas.microsoft.com/office/drawing/2014/main" id="{4B80F5AC-2456-40C8-A87A-764E94F5F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277916"/>
              </p:ext>
            </p:extLst>
          </p:nvPr>
        </p:nvGraphicFramePr>
        <p:xfrm>
          <a:off x="2018100" y="854690"/>
          <a:ext cx="723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31" name="Equation" r:id="rId37" imgW="723600" imgH="482400" progId="Equation.DSMT4">
                  <p:embed/>
                </p:oleObj>
              </mc:Choice>
              <mc:Fallback>
                <p:oleObj name="Equation" r:id="rId37" imgW="723600" imgH="48240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BCF17EFC-C1D8-401C-8E93-554102AB9D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8100" y="854690"/>
                        <a:ext cx="723900" cy="482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2">
            <a:extLst>
              <a:ext uri="{FF2B5EF4-FFF2-40B4-BE49-F238E27FC236}">
                <a16:creationId xmlns:a16="http://schemas.microsoft.com/office/drawing/2014/main" id="{FA02922E-F531-41E3-A1B9-A4512E83D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800" y="2429944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又</a:t>
            </a:r>
          </a:p>
        </p:txBody>
      </p:sp>
      <p:sp>
        <p:nvSpPr>
          <p:cNvPr id="36" name="Text Box 4">
            <a:extLst>
              <a:ext uri="{FF2B5EF4-FFF2-40B4-BE49-F238E27FC236}">
                <a16:creationId xmlns:a16="http://schemas.microsoft.com/office/drawing/2014/main" id="{D0850225-76D2-4B5E-9FC6-3955C2242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0167" y="148124"/>
            <a:ext cx="1268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收敛，</a:t>
            </a:r>
          </a:p>
        </p:txBody>
      </p:sp>
      <p:sp>
        <p:nvSpPr>
          <p:cNvPr id="37" name="Text Box 4">
            <a:extLst>
              <a:ext uri="{FF2B5EF4-FFF2-40B4-BE49-F238E27FC236}">
                <a16:creationId xmlns:a16="http://schemas.microsoft.com/office/drawing/2014/main" id="{2C614E59-83A3-4570-8513-20E28D0FC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6456" y="3147715"/>
            <a:ext cx="19523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递推关系式</a:t>
            </a:r>
          </a:p>
        </p:txBody>
      </p:sp>
      <p:sp>
        <p:nvSpPr>
          <p:cNvPr id="38" name="Text Box 4">
            <a:extLst>
              <a:ext uri="{FF2B5EF4-FFF2-40B4-BE49-F238E27FC236}">
                <a16:creationId xmlns:a16="http://schemas.microsoft.com/office/drawing/2014/main" id="{6F696C02-2F44-48C0-9ECE-1D9CA3336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4448" y="3159087"/>
            <a:ext cx="1872208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则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56F4D32A-4B2B-4991-97E5-EE313B9813CF}"/>
              </a:ext>
            </a:extLst>
          </p:cNvPr>
          <p:cNvGrpSpPr/>
          <p:nvPr/>
        </p:nvGrpSpPr>
        <p:grpSpPr>
          <a:xfrm>
            <a:off x="4326176" y="3167179"/>
            <a:ext cx="2531584" cy="539294"/>
            <a:chOff x="233033" y="2541024"/>
            <a:chExt cx="2531584" cy="539294"/>
          </a:xfrm>
        </p:grpSpPr>
        <p:sp>
          <p:nvSpPr>
            <p:cNvPr id="40" name="Text Box 4">
              <a:extLst>
                <a:ext uri="{FF2B5EF4-FFF2-40B4-BE49-F238E27FC236}">
                  <a16:creationId xmlns:a16="http://schemas.microsoft.com/office/drawing/2014/main" id="{4D03007C-968E-47E6-A443-24F3628E6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33" y="2541024"/>
              <a:ext cx="9589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设</a:t>
              </a:r>
            </a:p>
          </p:txBody>
        </p:sp>
        <p:graphicFrame>
          <p:nvGraphicFramePr>
            <p:cNvPr id="41" name="Object 24">
              <a:extLst>
                <a:ext uri="{FF2B5EF4-FFF2-40B4-BE49-F238E27FC236}">
                  <a16:creationId xmlns:a16="http://schemas.microsoft.com/office/drawing/2014/main" id="{862D1C77-89D2-44D9-A80B-D7B3BC6774C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09097" y="2597918"/>
            <a:ext cx="1955520" cy="48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32" name="Equation" r:id="rId39" imgW="1955520" imgH="482400" progId="Equation.DSMT4">
                    <p:embed/>
                  </p:oleObj>
                </mc:Choice>
                <mc:Fallback>
                  <p:oleObj name="Equation" r:id="rId39" imgW="1955520" imgH="482400" progId="Equation.DSMT4">
                    <p:embed/>
                    <p:pic>
                      <p:nvPicPr>
                        <p:cNvPr id="75" name="Object 24">
                          <a:extLst>
                            <a:ext uri="{FF2B5EF4-FFF2-40B4-BE49-F238E27FC236}">
                              <a16:creationId xmlns:a16="http://schemas.microsoft.com/office/drawing/2014/main" id="{C8E20168-3174-402C-98E9-D104832F23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9097" y="2597918"/>
                          <a:ext cx="1955520" cy="4824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157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5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8" grpId="0"/>
      <p:bldP spid="35" grpId="0"/>
      <p:bldP spid="37" grpId="0"/>
      <p:bldP spid="3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658695FD-CDCD-4E96-B748-3DB3D8C2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16" y="146474"/>
            <a:ext cx="1269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12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187628F5-4F92-4FA5-B74B-E64D5A4D3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489" y="700957"/>
            <a:ext cx="18870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并求其极限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93C716A4-E09D-4902-A63E-ACE630F7F4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929773"/>
              </p:ext>
            </p:extLst>
          </p:nvPr>
        </p:nvGraphicFramePr>
        <p:xfrm>
          <a:off x="1903455" y="148320"/>
          <a:ext cx="42783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78" name="Equation" r:id="rId3" imgW="4279680" imgH="469800" progId="Equation.DSMT4">
                  <p:embed/>
                </p:oleObj>
              </mc:Choice>
              <mc:Fallback>
                <p:oleObj name="Equation" r:id="rId3" imgW="4279680" imgH="46980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549E089D-1F14-424B-9979-218C32085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55" y="148320"/>
                        <a:ext cx="4278312" cy="469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2">
            <a:extLst>
              <a:ext uri="{FF2B5EF4-FFF2-40B4-BE49-F238E27FC236}">
                <a16:creationId xmlns:a16="http://schemas.microsoft.com/office/drawing/2014/main" id="{714F2296-F577-468B-81C0-23690A30E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420" y="1219660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08DC3D52-2248-4F21-A422-A28E7A17C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989124"/>
              </p:ext>
            </p:extLst>
          </p:nvPr>
        </p:nvGraphicFramePr>
        <p:xfrm>
          <a:off x="1598194" y="1230078"/>
          <a:ext cx="1485720" cy="44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79" name="Equation" r:id="rId5" imgW="1485720" imgH="444240" progId="Equation.DSMT4">
                  <p:embed/>
                </p:oleObj>
              </mc:Choice>
              <mc:Fallback>
                <p:oleObj name="Equation" r:id="rId5" imgW="1485720" imgH="444240" progId="Equation.DSMT4">
                  <p:embed/>
                  <p:pic>
                    <p:nvPicPr>
                      <p:cNvPr id="57" name="Object 24">
                        <a:extLst>
                          <a:ext uri="{FF2B5EF4-FFF2-40B4-BE49-F238E27FC236}">
                            <a16:creationId xmlns:a16="http://schemas.microsoft.com/office/drawing/2014/main" id="{DB8FC9B6-1DAA-4E76-9D09-CF9EDE16FC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194" y="1230078"/>
                        <a:ext cx="1485720" cy="4442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>
            <a:extLst>
              <a:ext uri="{FF2B5EF4-FFF2-40B4-BE49-F238E27FC236}">
                <a16:creationId xmlns:a16="http://schemas.microsoft.com/office/drawing/2014/main" id="{517FE269-F01D-4DB6-BBA6-C5CF26B0C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531" y="1203598"/>
            <a:ext cx="1139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成立，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1F230886-8295-499F-A5DE-EBAD4D318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514162"/>
              </p:ext>
            </p:extLst>
          </p:nvPr>
        </p:nvGraphicFramePr>
        <p:xfrm>
          <a:off x="3947861" y="1275606"/>
          <a:ext cx="7617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0" name="Equation" r:id="rId7" imgW="761760" imgH="380880" progId="Equation.DSMT4">
                  <p:embed/>
                </p:oleObj>
              </mc:Choice>
              <mc:Fallback>
                <p:oleObj name="Equation" r:id="rId7" imgW="761760" imgH="380880" progId="Equation.DSMT4">
                  <p:embed/>
                  <p:pic>
                    <p:nvPicPr>
                      <p:cNvPr id="59" name="Object 24">
                        <a:extLst>
                          <a:ext uri="{FF2B5EF4-FFF2-40B4-BE49-F238E27FC236}">
                            <a16:creationId xmlns:a16="http://schemas.microsoft.com/office/drawing/2014/main" id="{C11D22B0-E725-4B48-83FC-A45DC2B9E5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7861" y="1275606"/>
                        <a:ext cx="761760" cy="38088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>
            <a:extLst>
              <a:ext uri="{FF2B5EF4-FFF2-40B4-BE49-F238E27FC236}">
                <a16:creationId xmlns:a16="http://schemas.microsoft.com/office/drawing/2014/main" id="{AD37CBB6-2996-43A3-BD94-B1C830F32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8354" y="1205741"/>
            <a:ext cx="1050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假设</a:t>
            </a: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1B4B7972-67EF-43C1-8115-B59F0D7AC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704891"/>
              </p:ext>
            </p:extLst>
          </p:nvPr>
        </p:nvGraphicFramePr>
        <p:xfrm>
          <a:off x="2894338" y="1851670"/>
          <a:ext cx="1701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1" name="Equation" r:id="rId9" imgW="1701720" imgH="469800" progId="Equation.DSMT4">
                  <p:embed/>
                </p:oleObj>
              </mc:Choice>
              <mc:Fallback>
                <p:oleObj name="Equation" r:id="rId9" imgW="1701720" imgH="469800" progId="Equation.DSMT4">
                  <p:embed/>
                  <p:pic>
                    <p:nvPicPr>
                      <p:cNvPr id="61" name="Object 24">
                        <a:extLst>
                          <a:ext uri="{FF2B5EF4-FFF2-40B4-BE49-F238E27FC236}">
                            <a16:creationId xmlns:a16="http://schemas.microsoft.com/office/drawing/2014/main" id="{3CFC78A2-3BA1-4191-A3E3-0A71C9CAD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338" y="1851670"/>
                        <a:ext cx="1701800" cy="469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4">
            <a:extLst>
              <a:ext uri="{FF2B5EF4-FFF2-40B4-BE49-F238E27FC236}">
                <a16:creationId xmlns:a16="http://schemas.microsoft.com/office/drawing/2014/main" id="{A63886E7-D67D-4BDE-9D79-A5CC200A0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839" y="123478"/>
            <a:ext cx="28167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证明数列   收敛，</a:t>
            </a: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8E04F087-48DA-4FC2-A1E6-D3BDD3744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015772"/>
              </p:ext>
            </p:extLst>
          </p:nvPr>
        </p:nvGraphicFramePr>
        <p:xfrm>
          <a:off x="7397429" y="194416"/>
          <a:ext cx="5457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2" name="Equation" r:id="rId11" imgW="545760" imgH="380880" progId="Equation.DSMT4">
                  <p:embed/>
                </p:oleObj>
              </mc:Choice>
              <mc:Fallback>
                <p:oleObj name="Equation" r:id="rId11" imgW="545760" imgH="380880" progId="Equation.DSMT4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54AF7056-D465-4506-93F0-BB153A81D0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429" y="194416"/>
                        <a:ext cx="545760" cy="38088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C16D3656-6839-48C9-8704-0FD3EB5AF2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509465"/>
              </p:ext>
            </p:extLst>
          </p:nvPr>
        </p:nvGraphicFramePr>
        <p:xfrm>
          <a:off x="4622530" y="1867168"/>
          <a:ext cx="1536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3" name="Equation" r:id="rId13" imgW="1536480" imgH="380880" progId="Equation.DSMT4">
                  <p:embed/>
                </p:oleObj>
              </mc:Choice>
              <mc:Fallback>
                <p:oleObj name="Equation" r:id="rId13" imgW="1536480" imgH="38088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88E2E402-5665-46AA-97E5-D60D0BC77D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530" y="1867168"/>
                        <a:ext cx="1536700" cy="381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4">
            <a:extLst>
              <a:ext uri="{FF2B5EF4-FFF2-40B4-BE49-F238E27FC236}">
                <a16:creationId xmlns:a16="http://schemas.microsoft.com/office/drawing/2014/main" id="{1A70794E-3E2C-42BE-99D6-4A70AB32D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8634" y="1203598"/>
            <a:ext cx="936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则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D06E4FE-DE15-4AC0-940D-9274DDFA4934}"/>
              </a:ext>
            </a:extLst>
          </p:cNvPr>
          <p:cNvGrpSpPr/>
          <p:nvPr/>
        </p:nvGrpSpPr>
        <p:grpSpPr>
          <a:xfrm>
            <a:off x="446066" y="2486511"/>
            <a:ext cx="5616624" cy="461665"/>
            <a:chOff x="5113554" y="3069774"/>
            <a:chExt cx="4692161" cy="461665"/>
          </a:xfrm>
        </p:grpSpPr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24FD32C8-61D9-4975-B6C1-069DB7F12D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3554" y="3069774"/>
              <a:ext cx="469216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由</a:t>
              </a:r>
              <a:r>
                <a:rPr lang="zh-CN" altLang="en-US" sz="2400" dirty="0">
                  <a:solidFill>
                    <a:srgbClr val="0064FF"/>
                  </a:solidFill>
                  <a:latin typeface="+mn-ea"/>
                  <a:ea typeface="+mn-ea"/>
                </a:rPr>
                <a:t>数学归纳法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知，数列    有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上界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262ED194-C32C-499A-8A7C-823E7E4C172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721093" y="3125156"/>
            <a:ext cx="5457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84" name="Equation" r:id="rId15" imgW="545760" imgH="380880" progId="Equation.DSMT4">
                    <p:embed/>
                  </p:oleObj>
                </mc:Choice>
                <mc:Fallback>
                  <p:oleObj name="Equation" r:id="rId15" imgW="545760" imgH="380880" progId="Equation.DSMT4">
                    <p:embed/>
                    <p:pic>
                      <p:nvPicPr>
                        <p:cNvPr id="31" name="Object 24">
                          <a:extLst>
                            <a:ext uri="{FF2B5EF4-FFF2-40B4-BE49-F238E27FC236}">
                              <a16:creationId xmlns:a16="http://schemas.microsoft.com/office/drawing/2014/main" id="{0C808B8F-3CB9-492A-88E3-E620EE877B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1093" y="3125156"/>
                          <a:ext cx="545760" cy="38088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A55E8C80-253C-4711-8B9B-4FE9702744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366544"/>
              </p:ext>
            </p:extLst>
          </p:nvPr>
        </p:nvGraphicFramePr>
        <p:xfrm>
          <a:off x="1454178" y="3189082"/>
          <a:ext cx="965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5" name="Equation" r:id="rId17" imgW="965160" imgH="444240" progId="Equation.DSMT4">
                  <p:embed/>
                </p:oleObj>
              </mc:Choice>
              <mc:Fallback>
                <p:oleObj name="Equation" r:id="rId17" imgW="965160" imgH="444240" progId="Equation.DSMT4">
                  <p:embed/>
                  <p:pic>
                    <p:nvPicPr>
                      <p:cNvPr id="32" name="Object 24">
                        <a:extLst>
                          <a:ext uri="{FF2B5EF4-FFF2-40B4-BE49-F238E27FC236}">
                            <a16:creationId xmlns:a16="http://schemas.microsoft.com/office/drawing/2014/main" id="{5ECA4CE2-8B4A-4359-A538-F0DD73BBF0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78" y="3189082"/>
                        <a:ext cx="965200" cy="444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4">
            <a:extLst>
              <a:ext uri="{FF2B5EF4-FFF2-40B4-BE49-F238E27FC236}">
                <a16:creationId xmlns:a16="http://schemas.microsoft.com/office/drawing/2014/main" id="{BFD1C772-B850-4D58-AE14-09EE95010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8714" y="3174852"/>
            <a:ext cx="1152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成立，</a:t>
            </a:r>
          </a:p>
        </p:txBody>
      </p:sp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8E2F211E-D1F0-4883-BA6C-257146174D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693121"/>
              </p:ext>
            </p:extLst>
          </p:nvPr>
        </p:nvGraphicFramePr>
        <p:xfrm>
          <a:off x="5309655" y="3231922"/>
          <a:ext cx="101592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6" name="Equation" r:id="rId19" imgW="1015920" imgH="380880" progId="Equation.DSMT4">
                  <p:embed/>
                </p:oleObj>
              </mc:Choice>
              <mc:Fallback>
                <p:oleObj name="Equation" r:id="rId19" imgW="1015920" imgH="38088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EB708245-3064-47CB-ADEB-CFE4DB73C0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9655" y="3231922"/>
                        <a:ext cx="1015920" cy="38088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4">
            <a:extLst>
              <a:ext uri="{FF2B5EF4-FFF2-40B4-BE49-F238E27FC236}">
                <a16:creationId xmlns:a16="http://schemas.microsoft.com/office/drawing/2014/main" id="{C32790EB-E4FB-4794-8E7F-B48019514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193" y="3160156"/>
            <a:ext cx="1050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 假设</a:t>
            </a:r>
          </a:p>
        </p:txBody>
      </p: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1ADBD0DA-B26D-4128-A46C-770757E00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251175"/>
              </p:ext>
            </p:extLst>
          </p:nvPr>
        </p:nvGraphicFramePr>
        <p:xfrm>
          <a:off x="2534298" y="3892536"/>
          <a:ext cx="1701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7" name="Equation" r:id="rId21" imgW="1701720" imgH="469800" progId="Equation.DSMT4">
                  <p:embed/>
                </p:oleObj>
              </mc:Choice>
              <mc:Fallback>
                <p:oleObj name="Equation" r:id="rId21" imgW="1701720" imgH="469800" progId="Equation.DSMT4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0B158EB5-2B4D-4254-A3BF-124E04DA6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4298" y="3892536"/>
                        <a:ext cx="1701800" cy="469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9C0D1A50-5137-4415-99FC-6C2BB89190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738586"/>
              </p:ext>
            </p:extLst>
          </p:nvPr>
        </p:nvGraphicFramePr>
        <p:xfrm>
          <a:off x="2808464" y="3147814"/>
          <a:ext cx="1676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8" name="Equation" r:id="rId23" imgW="1676160" imgH="507960" progId="Equation.DSMT4">
                  <p:embed/>
                </p:oleObj>
              </mc:Choice>
              <mc:Fallback>
                <p:oleObj name="Equation" r:id="rId23" imgW="1676160" imgH="507960" progId="Equation.DSMT4">
                  <p:embed/>
                  <p:pic>
                    <p:nvPicPr>
                      <p:cNvPr id="43" name="Object 24">
                        <a:extLst>
                          <a:ext uri="{FF2B5EF4-FFF2-40B4-BE49-F238E27FC236}">
                            <a16:creationId xmlns:a16="http://schemas.microsoft.com/office/drawing/2014/main" id="{0D54D47E-695B-482F-8205-A896009BFC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464" y="3147814"/>
                        <a:ext cx="1676400" cy="508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DEFBA4AC-98FD-4462-88B4-70907997C2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895550"/>
              </p:ext>
            </p:extLst>
          </p:nvPr>
        </p:nvGraphicFramePr>
        <p:xfrm>
          <a:off x="2548336" y="3347136"/>
          <a:ext cx="20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9" name="Equation" r:id="rId25" imgW="203040" imgH="203040" progId="Equation.DSMT4">
                  <p:embed/>
                </p:oleObj>
              </mc:Choice>
              <mc:Fallback>
                <p:oleObj name="Equation" r:id="rId25" imgW="203040" imgH="203040" progId="Equation.DSMT4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3DCC49B2-D376-4FA2-BDED-B8980E0048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8336" y="3347136"/>
                        <a:ext cx="203200" cy="2032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E399E33B-2576-4AB2-B173-DEFE3970CE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577614"/>
              </p:ext>
            </p:extLst>
          </p:nvPr>
        </p:nvGraphicFramePr>
        <p:xfrm>
          <a:off x="4646411" y="3916318"/>
          <a:ext cx="185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90" name="Equation" r:id="rId27" imgW="1854000" imgH="482400" progId="Equation.DSMT4">
                  <p:embed/>
                </p:oleObj>
              </mc:Choice>
              <mc:Fallback>
                <p:oleObj name="Equation" r:id="rId27" imgW="1854000" imgH="482400" progId="Equation.DSMT4">
                  <p:embed/>
                  <p:pic>
                    <p:nvPicPr>
                      <p:cNvPr id="48" name="Object 24">
                        <a:extLst>
                          <a:ext uri="{FF2B5EF4-FFF2-40B4-BE49-F238E27FC236}">
                            <a16:creationId xmlns:a16="http://schemas.microsoft.com/office/drawing/2014/main" id="{4B2A45CE-001D-4630-A703-2C19C989B1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411" y="3916318"/>
                        <a:ext cx="1854200" cy="482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F2F08493-F1F3-435E-B4B7-D394EFD41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083294"/>
              </p:ext>
            </p:extLst>
          </p:nvPr>
        </p:nvGraphicFramePr>
        <p:xfrm>
          <a:off x="4382230" y="4076192"/>
          <a:ext cx="20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91" name="Equation" r:id="rId29" imgW="203040" imgH="203040" progId="Equation.DSMT4">
                  <p:embed/>
                </p:oleObj>
              </mc:Choice>
              <mc:Fallback>
                <p:oleObj name="Equation" r:id="rId29" imgW="203040" imgH="203040" progId="Equation.DSMT4">
                  <p:embed/>
                  <p:pic>
                    <p:nvPicPr>
                      <p:cNvPr id="49" name="Object 24">
                        <a:extLst>
                          <a:ext uri="{FF2B5EF4-FFF2-40B4-BE49-F238E27FC236}">
                            <a16:creationId xmlns:a16="http://schemas.microsoft.com/office/drawing/2014/main" id="{0FB3BEF9-0DE4-482A-AECE-EB0FF17011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2230" y="4076192"/>
                        <a:ext cx="203200" cy="2032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4">
            <a:extLst>
              <a:ext uri="{FF2B5EF4-FFF2-40B4-BE49-F238E27FC236}">
                <a16:creationId xmlns:a16="http://schemas.microsoft.com/office/drawing/2014/main" id="{C01E6C18-67ED-4538-BE6F-CB3238789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810" y="3172456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则</a:t>
            </a: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id="{BC553D24-E4F5-49CE-9C21-A0AE08655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361" y="3196575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又</a:t>
            </a:r>
          </a:p>
        </p:txBody>
      </p:sp>
    </p:spTree>
    <p:extLst>
      <p:ext uri="{BB962C8B-B14F-4D97-AF65-F5344CB8AC3E}">
        <p14:creationId xmlns:p14="http://schemas.microsoft.com/office/powerpoint/2010/main" val="356071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"/>
                            </p:stCondLst>
                            <p:childTnLst>
                              <p:par>
                                <p:cTn id="80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75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25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4" grpId="0"/>
      <p:bldP spid="19" grpId="0"/>
      <p:bldP spid="21" grpId="0"/>
      <p:bldP spid="27" grpId="0"/>
      <p:bldP spid="2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4CCF4C2-0ABF-47CE-A8C1-2BABD34A553A}"/>
              </a:ext>
            </a:extLst>
          </p:cNvPr>
          <p:cNvGrpSpPr/>
          <p:nvPr/>
        </p:nvGrpSpPr>
        <p:grpSpPr>
          <a:xfrm>
            <a:off x="819230" y="1763858"/>
            <a:ext cx="4976906" cy="471705"/>
            <a:chOff x="963246" y="1667997"/>
            <a:chExt cx="4976906" cy="47170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0FEE30D-1ADE-4733-B866-13BAA34B5049}"/>
                </a:ext>
              </a:extLst>
            </p:cNvPr>
            <p:cNvGrpSpPr/>
            <p:nvPr/>
          </p:nvGrpSpPr>
          <p:grpSpPr>
            <a:xfrm>
              <a:off x="963246" y="1678037"/>
              <a:ext cx="4029276" cy="461665"/>
              <a:chOff x="230931" y="1426641"/>
              <a:chExt cx="4029276" cy="461665"/>
            </a:xfrm>
          </p:grpSpPr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8C09EADB-58AE-4D6C-9F44-296CD38C4B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931" y="1426641"/>
                <a:ext cx="358784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/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根据单调有界准则，数列</a:t>
                </a:r>
              </a:p>
            </p:txBody>
          </p:sp>
          <p:graphicFrame>
            <p:nvGraphicFramePr>
              <p:cNvPr id="6" name="Object 24">
                <a:extLst>
                  <a:ext uri="{FF2B5EF4-FFF2-40B4-BE49-F238E27FC236}">
                    <a16:creationId xmlns:a16="http://schemas.microsoft.com/office/drawing/2014/main" id="{3836EC64-85E4-402F-B2AC-E519E5CA1798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695057" y="1495695"/>
              <a:ext cx="565150" cy="358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8836" name="Equation" r:id="rId3" imgW="545760" imgH="380880" progId="Equation.DSMT4">
                      <p:embed/>
                    </p:oleObj>
                  </mc:Choice>
                  <mc:Fallback>
                    <p:oleObj name="Equation" r:id="rId3" imgW="545760" imgH="380880" progId="Equation.DSMT4">
                      <p:embed/>
                      <p:pic>
                        <p:nvPicPr>
                          <p:cNvPr id="42" name="Object 24">
                            <a:extLst>
                              <a:ext uri="{FF2B5EF4-FFF2-40B4-BE49-F238E27FC236}">
                                <a16:creationId xmlns:a16="http://schemas.microsoft.com/office/drawing/2014/main" id="{13FF5C90-CEC9-470F-A866-9012EAD345D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95057" y="1495695"/>
                            <a:ext cx="565150" cy="358775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1A2AC33A-868B-4DCF-8462-2961C3EBC9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9420" y="1667997"/>
              <a:ext cx="10807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收敛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BB7E9118-D940-4F84-8DDA-C61D13477D05}"/>
              </a:ext>
            </a:extLst>
          </p:cNvPr>
          <p:cNvGrpSpPr/>
          <p:nvPr/>
        </p:nvGrpSpPr>
        <p:grpSpPr>
          <a:xfrm>
            <a:off x="675476" y="2499742"/>
            <a:ext cx="2505005" cy="556060"/>
            <a:chOff x="179512" y="2503239"/>
            <a:chExt cx="2505005" cy="556060"/>
          </a:xfrm>
        </p:grpSpPr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0F208A4C-78C1-4FC7-88CA-33FC382897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12" y="2503239"/>
              <a:ext cx="9589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设</a:t>
              </a: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8D1E937E-5704-47DC-9DF8-CDAF8662AA6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28997" y="2576899"/>
            <a:ext cx="1955520" cy="48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37" name="Equation" r:id="rId5" imgW="1955520" imgH="482400" progId="Equation.DSMT4">
                    <p:embed/>
                  </p:oleObj>
                </mc:Choice>
                <mc:Fallback>
                  <p:oleObj name="Equation" r:id="rId5" imgW="1955520" imgH="482400" progId="Equation.DSMT4">
                    <p:embed/>
                    <p:pic>
                      <p:nvPicPr>
                        <p:cNvPr id="46" name="Object 24">
                          <a:extLst>
                            <a:ext uri="{FF2B5EF4-FFF2-40B4-BE49-F238E27FC236}">
                              <a16:creationId xmlns:a16="http://schemas.microsoft.com/office/drawing/2014/main" id="{61409974-95B5-4349-9C7A-3C7A3D2C5F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997" y="2576899"/>
                          <a:ext cx="1955520" cy="4824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4">
            <a:extLst>
              <a:ext uri="{FF2B5EF4-FFF2-40B4-BE49-F238E27FC236}">
                <a16:creationId xmlns:a16="http://schemas.microsoft.com/office/drawing/2014/main" id="{94705798-ECFC-432B-A4BC-A949D7793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764" y="2503060"/>
            <a:ext cx="17281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递推式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7483D4-41FA-4705-B3B7-49BD2C39DA77}"/>
              </a:ext>
            </a:extLst>
          </p:cNvPr>
          <p:cNvGrpSpPr/>
          <p:nvPr/>
        </p:nvGrpSpPr>
        <p:grpSpPr>
          <a:xfrm>
            <a:off x="5732888" y="3976188"/>
            <a:ext cx="1992652" cy="555276"/>
            <a:chOff x="857700" y="3829198"/>
            <a:chExt cx="1992652" cy="555276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CB1FB4B9-D711-4953-8547-0A7126F99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700" y="3829198"/>
              <a:ext cx="9361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所以</a:t>
              </a:r>
            </a:p>
          </p:txBody>
        </p:sp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84778821-3E7A-4143-BA78-02CB47E8E22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618792" y="3902074"/>
            <a:ext cx="1231560" cy="48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38" name="Equation" r:id="rId7" imgW="1231560" imgH="482400" progId="Equation.DSMT4">
                    <p:embed/>
                  </p:oleObj>
                </mc:Choice>
                <mc:Fallback>
                  <p:oleObj name="Equation" r:id="rId7" imgW="1231560" imgH="482400" progId="Equation.DSMT4">
                    <p:embed/>
                    <p:pic>
                      <p:nvPicPr>
                        <p:cNvPr id="55" name="Object 24">
                          <a:extLst>
                            <a:ext uri="{FF2B5EF4-FFF2-40B4-BE49-F238E27FC236}">
                              <a16:creationId xmlns:a16="http://schemas.microsoft.com/office/drawing/2014/main" id="{41BB1479-C993-4636-BE08-785603D218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8792" y="3902074"/>
                          <a:ext cx="1231560" cy="4824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8AC6281C-74EA-4491-8B0F-4F772954EF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469046"/>
              </p:ext>
            </p:extLst>
          </p:nvPr>
        </p:nvGraphicFramePr>
        <p:xfrm>
          <a:off x="4848506" y="134961"/>
          <a:ext cx="3225600" cy="46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39" name="Equation" r:id="rId9" imgW="3225600" imgH="469800" progId="Equation.DSMT4">
                  <p:embed/>
                </p:oleObj>
              </mc:Choice>
              <mc:Fallback>
                <p:oleObj name="Equation" r:id="rId9" imgW="3225600" imgH="46980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0FEBCB2D-E88A-42A0-AD3B-E734BEA78C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506" y="134961"/>
                        <a:ext cx="3225600" cy="469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654CD3BC-CEAA-4A46-82F9-76B17E3CB0CA}"/>
              </a:ext>
            </a:extLst>
          </p:cNvPr>
          <p:cNvGrpSpPr/>
          <p:nvPr/>
        </p:nvGrpSpPr>
        <p:grpSpPr>
          <a:xfrm>
            <a:off x="337346" y="3964384"/>
            <a:ext cx="1869392" cy="461665"/>
            <a:chOff x="3680666" y="1820359"/>
            <a:chExt cx="1869392" cy="461665"/>
          </a:xfrm>
        </p:grpSpPr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CCA7678D-96F0-44B3-850A-1CEA5AE5A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666" y="1820359"/>
              <a:ext cx="1050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即</a:t>
              </a:r>
            </a:p>
          </p:txBody>
        </p:sp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42C20896-CCA8-4A04-98EF-31EC2C7018F8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254778" y="1865815"/>
            <a:ext cx="1295280" cy="393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40" name="Equation" r:id="rId11" imgW="1295280" imgH="393480" progId="Equation.DSMT4">
                    <p:embed/>
                  </p:oleObj>
                </mc:Choice>
                <mc:Fallback>
                  <p:oleObj name="Equation" r:id="rId11" imgW="1295280" imgH="393480" progId="Equation.DSMT4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B21703EC-73A5-4194-A0DB-EBCAFCAF59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4778" y="1865815"/>
                          <a:ext cx="1295280" cy="39348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597526D-5D3E-4A0F-A414-D29E0651F881}"/>
              </a:ext>
            </a:extLst>
          </p:cNvPr>
          <p:cNvGrpSpPr/>
          <p:nvPr/>
        </p:nvGrpSpPr>
        <p:grpSpPr>
          <a:xfrm>
            <a:off x="2060480" y="3960690"/>
            <a:ext cx="1606391" cy="461665"/>
            <a:chOff x="3680666" y="1820359"/>
            <a:chExt cx="1606391" cy="461665"/>
          </a:xfrm>
        </p:grpSpPr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96AABDF7-F4F2-42B9-BCF8-443DE223C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666" y="1820359"/>
              <a:ext cx="1050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解出</a:t>
              </a: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B94708B7-AD5C-457F-95F9-0E45933FB7F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550497" y="1924993"/>
            <a:ext cx="73656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41" name="Equation" r:id="rId13" imgW="736560" imgH="342720" progId="Equation.DSMT4">
                    <p:embed/>
                  </p:oleObj>
                </mc:Choice>
                <mc:Fallback>
                  <p:oleObj name="Equation" r:id="rId13" imgW="736560" imgH="342720" progId="Equation.DSMT4">
                    <p:embed/>
                    <p:pic>
                      <p:nvPicPr>
                        <p:cNvPr id="33" name="Object 24">
                          <a:extLst>
                            <a:ext uri="{FF2B5EF4-FFF2-40B4-BE49-F238E27FC236}">
                              <a16:creationId xmlns:a16="http://schemas.microsoft.com/office/drawing/2014/main" id="{EC27E91F-A80C-4EC5-972B-176A79DA52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0497" y="1924993"/>
                          <a:ext cx="736560" cy="34272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11C60C7-D555-4E99-BD68-5C39F64392DC}"/>
              </a:ext>
            </a:extLst>
          </p:cNvPr>
          <p:cNvGrpSpPr/>
          <p:nvPr/>
        </p:nvGrpSpPr>
        <p:grpSpPr>
          <a:xfrm>
            <a:off x="3788672" y="3957864"/>
            <a:ext cx="2660625" cy="461665"/>
            <a:chOff x="4476814" y="1816368"/>
            <a:chExt cx="2660625" cy="461665"/>
          </a:xfrm>
        </p:grpSpPr>
        <p:sp>
          <p:nvSpPr>
            <p:cNvPr id="22" name="Text Box 4">
              <a:extLst>
                <a:ext uri="{FF2B5EF4-FFF2-40B4-BE49-F238E27FC236}">
                  <a16:creationId xmlns:a16="http://schemas.microsoft.com/office/drawing/2014/main" id="{6053B635-AFDC-45D2-A61D-53E28BF9B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430" y="1816368"/>
              <a:ext cx="20770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舍去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，</a:t>
              </a:r>
            </a:p>
          </p:txBody>
        </p:sp>
        <p:graphicFrame>
          <p:nvGraphicFramePr>
            <p:cNvPr id="23" name="Object 24">
              <a:extLst>
                <a:ext uri="{FF2B5EF4-FFF2-40B4-BE49-F238E27FC236}">
                  <a16:creationId xmlns:a16="http://schemas.microsoft.com/office/drawing/2014/main" id="{07982190-A3A1-4DE5-9FC3-372904A8258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476814" y="1932016"/>
            <a:ext cx="799920" cy="279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42" name="Equation" r:id="rId15" imgW="799920" imgH="279360" progId="Equation.DSMT4">
                    <p:embed/>
                  </p:oleObj>
                </mc:Choice>
                <mc:Fallback>
                  <p:oleObj name="Equation" r:id="rId15" imgW="799920" imgH="279360" progId="Equation.DSMT4">
                    <p:embed/>
                    <p:pic>
                      <p:nvPicPr>
                        <p:cNvPr id="36" name="Object 24">
                          <a:extLst>
                            <a:ext uri="{FF2B5EF4-FFF2-40B4-BE49-F238E27FC236}">
                              <a16:creationId xmlns:a16="http://schemas.microsoft.com/office/drawing/2014/main" id="{3AC300E1-7160-48F7-9215-1A50D9A539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6814" y="1932016"/>
                          <a:ext cx="799920" cy="27936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CFC4390-ADDD-4429-9BFC-E54F0261715C}"/>
              </a:ext>
            </a:extLst>
          </p:cNvPr>
          <p:cNvCxnSpPr>
            <a:cxnSpLocks/>
          </p:cNvCxnSpPr>
          <p:nvPr/>
        </p:nvCxnSpPr>
        <p:spPr>
          <a:xfrm>
            <a:off x="179512" y="915566"/>
            <a:ext cx="8074212" cy="0"/>
          </a:xfrm>
          <a:prstGeom prst="line">
            <a:avLst/>
          </a:prstGeom>
          <a:ln w="222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40BE79C5-3911-4663-A97B-400E71C8CFB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35463" y="2551113"/>
          <a:ext cx="1447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43" name="Equation" r:id="rId17" imgW="1447560" imgH="419040" progId="Equation.DSMT4">
                  <p:embed/>
                </p:oleObj>
              </mc:Choice>
              <mc:Fallback>
                <p:oleObj name="Equation" r:id="rId17" imgW="1447560" imgH="41904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0FB47F9F-1EBC-4D3F-AA22-C020618B82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463" y="2551113"/>
                        <a:ext cx="1447800" cy="4191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34134F4E-BC7A-43A8-BB02-C7610241284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23728" y="3237784"/>
          <a:ext cx="4051080" cy="52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44" name="Equation" r:id="rId19" imgW="4051080" imgH="520560" progId="Equation.DSMT4">
                  <p:embed/>
                </p:oleObj>
              </mc:Choice>
              <mc:Fallback>
                <p:oleObj name="Equation" r:id="rId19" imgW="4051080" imgH="52056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7593C320-5DA9-44D6-B40A-9DCF70742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237784"/>
                        <a:ext cx="4051080" cy="5205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4">
            <a:extLst>
              <a:ext uri="{FF2B5EF4-FFF2-40B4-BE49-F238E27FC236}">
                <a16:creationId xmlns:a16="http://schemas.microsoft.com/office/drawing/2014/main" id="{298C6B87-46DC-49A9-9088-62AF31449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128" y="2510375"/>
            <a:ext cx="24806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两边取极限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6FA940E-DC89-44FD-A8B4-039D1403DFB3}"/>
              </a:ext>
            </a:extLst>
          </p:cNvPr>
          <p:cNvGrpSpPr/>
          <p:nvPr/>
        </p:nvGrpSpPr>
        <p:grpSpPr>
          <a:xfrm>
            <a:off x="827584" y="1131590"/>
            <a:ext cx="5256583" cy="461665"/>
            <a:chOff x="5113554" y="3069774"/>
            <a:chExt cx="4391381" cy="461665"/>
          </a:xfrm>
        </p:grpSpPr>
        <p:sp>
          <p:nvSpPr>
            <p:cNvPr id="29" name="Text Box 4">
              <a:extLst>
                <a:ext uri="{FF2B5EF4-FFF2-40B4-BE49-F238E27FC236}">
                  <a16:creationId xmlns:a16="http://schemas.microsoft.com/office/drawing/2014/main" id="{37C81B7E-693E-467B-AE06-7CE0FB5BF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3554" y="3069774"/>
              <a:ext cx="43913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由</a:t>
              </a:r>
              <a:r>
                <a:rPr lang="zh-CN" altLang="en-US" sz="2400" dirty="0">
                  <a:solidFill>
                    <a:srgbClr val="0064FF"/>
                  </a:solidFill>
                  <a:latin typeface="+mn-ea"/>
                  <a:ea typeface="+mn-ea"/>
                </a:rPr>
                <a:t>数学归纳法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知，数列    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单调增加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30" name="Object 24">
              <a:extLst>
                <a:ext uri="{FF2B5EF4-FFF2-40B4-BE49-F238E27FC236}">
                  <a16:creationId xmlns:a16="http://schemas.microsoft.com/office/drawing/2014/main" id="{F525C57A-0E31-410B-B528-7F08AF5486E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721093" y="3125156"/>
            <a:ext cx="5457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845" name="Equation" r:id="rId21" imgW="545760" imgH="380880" progId="Equation.DSMT4">
                    <p:embed/>
                  </p:oleObj>
                </mc:Choice>
                <mc:Fallback>
                  <p:oleObj name="Equation" r:id="rId21" imgW="545760" imgH="380880" progId="Equation.DSMT4">
                    <p:embed/>
                    <p:pic>
                      <p:nvPicPr>
                        <p:cNvPr id="47" name="Object 24">
                          <a:extLst>
                            <a:ext uri="{FF2B5EF4-FFF2-40B4-BE49-F238E27FC236}">
                              <a16:creationId xmlns:a16="http://schemas.microsoft.com/office/drawing/2014/main" id="{9F5658DA-808D-4CD7-BA8D-312630899B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1093" y="3125156"/>
                          <a:ext cx="545760" cy="38088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3446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4">
            <a:extLst>
              <a:ext uri="{FF2B5EF4-FFF2-40B4-BE49-F238E27FC236}">
                <a16:creationId xmlns:a16="http://schemas.microsoft.com/office/drawing/2014/main" id="{9D47A4CC-8A3B-41E1-8C86-D4AB632C9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267494"/>
            <a:ext cx="462319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利用单调有界准则求极限的步骤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B1647AA-9EC9-4082-A39F-FB5A033E5D6B}"/>
              </a:ext>
            </a:extLst>
          </p:cNvPr>
          <p:cNvGrpSpPr/>
          <p:nvPr/>
        </p:nvGrpSpPr>
        <p:grpSpPr>
          <a:xfrm>
            <a:off x="827584" y="1707654"/>
            <a:ext cx="8200961" cy="532162"/>
            <a:chOff x="755576" y="2355726"/>
            <a:chExt cx="8200961" cy="532162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17ABDF7-2AD2-4847-9C5B-D183E35931A0}"/>
                </a:ext>
              </a:extLst>
            </p:cNvPr>
            <p:cNvGrpSpPr/>
            <p:nvPr/>
          </p:nvGrpSpPr>
          <p:grpSpPr>
            <a:xfrm>
              <a:off x="755576" y="2355726"/>
              <a:ext cx="3000375" cy="532162"/>
              <a:chOff x="1946672" y="2366967"/>
              <a:chExt cx="3000375" cy="532162"/>
            </a:xfrm>
          </p:grpSpPr>
          <p:sp>
            <p:nvSpPr>
              <p:cNvPr id="9" name="Rectangle 123">
                <a:extLst>
                  <a:ext uri="{FF2B5EF4-FFF2-40B4-BE49-F238E27FC236}">
                    <a16:creationId xmlns:a16="http://schemas.microsoft.com/office/drawing/2014/main" id="{C6B1A830-C8A4-4722-BDC2-23A2212481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6672" y="2366967"/>
                <a:ext cx="3000375" cy="4000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2)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设</a:t>
                </a:r>
              </a:p>
            </p:txBody>
          </p:sp>
          <p:graphicFrame>
            <p:nvGraphicFramePr>
              <p:cNvPr id="10" name="Object 24">
                <a:extLst>
                  <a:ext uri="{FF2B5EF4-FFF2-40B4-BE49-F238E27FC236}">
                    <a16:creationId xmlns:a16="http://schemas.microsoft.com/office/drawing/2014/main" id="{C9034FFF-B379-4C43-BFCB-B3801B59C3E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11242746"/>
                  </p:ext>
                </p:extLst>
              </p:nvPr>
            </p:nvGraphicFramePr>
            <p:xfrm>
              <a:off x="2810768" y="2416729"/>
              <a:ext cx="1193760" cy="482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778" name="Equation" r:id="rId3" imgW="1193760" imgH="482400" progId="Equation.DSMT4">
                      <p:embed/>
                    </p:oleObj>
                  </mc:Choice>
                  <mc:Fallback>
                    <p:oleObj name="Equation" r:id="rId3" imgW="1193760" imgH="482400" progId="Equation.DSMT4">
                      <p:embed/>
                      <p:pic>
                        <p:nvPicPr>
                          <p:cNvPr id="10" name="Object 24">
                            <a:extLst>
                              <a:ext uri="{FF2B5EF4-FFF2-40B4-BE49-F238E27FC236}">
                                <a16:creationId xmlns:a16="http://schemas.microsoft.com/office/drawing/2014/main" id="{2B9BEDBD-0219-41E2-93C2-008752E1F76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10768" y="2416729"/>
                            <a:ext cx="1193760" cy="4824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" name="Rectangle 123">
              <a:extLst>
                <a:ext uri="{FF2B5EF4-FFF2-40B4-BE49-F238E27FC236}">
                  <a16:creationId xmlns:a16="http://schemas.microsoft.com/office/drawing/2014/main" id="{BB2A5BD0-50A4-4FF7-8E94-6F11C7DE1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4409" y="2375675"/>
              <a:ext cx="115212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求出</a:t>
              </a:r>
              <a:r>
                <a:rPr lang="en-US" altLang="zh-CN" b="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</a:t>
              </a:r>
              <a:r>
                <a:rPr lang="en-US" altLang="zh-CN" b="0" i="1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</a:t>
              </a:r>
              <a:endParaRPr lang="zh-CN" altLang="en-US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203F283-1924-47FD-BB25-67AA525DE51F}"/>
                </a:ext>
              </a:extLst>
            </p:cNvPr>
            <p:cNvGrpSpPr/>
            <p:nvPr/>
          </p:nvGrpSpPr>
          <p:grpSpPr>
            <a:xfrm>
              <a:off x="2716143" y="2375881"/>
              <a:ext cx="5344495" cy="408195"/>
              <a:chOff x="3500341" y="2451373"/>
              <a:chExt cx="5002587" cy="408195"/>
            </a:xfrm>
          </p:grpSpPr>
          <p:sp>
            <p:nvSpPr>
              <p:cNvPr id="7" name="Rectangle 123">
                <a:extLst>
                  <a:ext uri="{FF2B5EF4-FFF2-40B4-BE49-F238E27FC236}">
                    <a16:creationId xmlns:a16="http://schemas.microsoft.com/office/drawing/2014/main" id="{BDA882A5-2688-441B-9527-B2783F423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0341" y="2451373"/>
                <a:ext cx="5002587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,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递推关系式           两端取极限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,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          </a:t>
                </a:r>
              </a:p>
            </p:txBody>
          </p:sp>
          <p:graphicFrame>
            <p:nvGraphicFramePr>
              <p:cNvPr id="8" name="Object 24">
                <a:extLst>
                  <a:ext uri="{FF2B5EF4-FFF2-40B4-BE49-F238E27FC236}">
                    <a16:creationId xmlns:a16="http://schemas.microsoft.com/office/drawing/2014/main" id="{8A8BA761-8983-40C7-9A42-737BB54AA74B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199840" y="2478568"/>
              <a:ext cx="15113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779" name="Equation" r:id="rId5" imgW="1511280" imgH="380880" progId="Equation.DSMT4">
                      <p:embed/>
                    </p:oleObj>
                  </mc:Choice>
                  <mc:Fallback>
                    <p:oleObj name="Equation" r:id="rId5" imgW="1511280" imgH="380880" progId="Equation.DSMT4">
                      <p:embed/>
                      <p:pic>
                        <p:nvPicPr>
                          <p:cNvPr id="15" name="Object 24">
                            <a:extLst>
                              <a:ext uri="{FF2B5EF4-FFF2-40B4-BE49-F238E27FC236}">
                                <a16:creationId xmlns:a16="http://schemas.microsoft.com/office/drawing/2014/main" id="{31E743D7-A8F2-4F11-9DA0-E51885E0774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99840" y="2478568"/>
                            <a:ext cx="1511300" cy="38100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4843800-7570-400D-A054-C25A85AB815C}"/>
              </a:ext>
            </a:extLst>
          </p:cNvPr>
          <p:cNvGrpSpPr/>
          <p:nvPr/>
        </p:nvGrpSpPr>
        <p:grpSpPr>
          <a:xfrm>
            <a:off x="845219" y="949045"/>
            <a:ext cx="6527253" cy="447124"/>
            <a:chOff x="773211" y="1597117"/>
            <a:chExt cx="6527253" cy="447124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8CD1E51-99E0-4B58-B1D0-A3E3FB54B7CD}"/>
                </a:ext>
              </a:extLst>
            </p:cNvPr>
            <p:cNvGrpSpPr/>
            <p:nvPr/>
          </p:nvGrpSpPr>
          <p:grpSpPr>
            <a:xfrm>
              <a:off x="773211" y="1597117"/>
              <a:ext cx="6527253" cy="420985"/>
              <a:chOff x="1645147" y="1707654"/>
              <a:chExt cx="6527253" cy="420985"/>
            </a:xfrm>
          </p:grpSpPr>
          <p:sp>
            <p:nvSpPr>
              <p:cNvPr id="14" name="Rectangle 123">
                <a:extLst>
                  <a:ext uri="{FF2B5EF4-FFF2-40B4-BE49-F238E27FC236}">
                    <a16:creationId xmlns:a16="http://schemas.microsoft.com/office/drawing/2014/main" id="{37509828-8C85-46E8-B666-9ABF83925F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5147" y="1707654"/>
                <a:ext cx="6527253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1)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验证数列  单调、有界，判别出   收敛；</a:t>
                </a:r>
              </a:p>
            </p:txBody>
          </p:sp>
          <p:graphicFrame>
            <p:nvGraphicFramePr>
              <p:cNvPr id="15" name="Object 24">
                <a:extLst>
                  <a:ext uri="{FF2B5EF4-FFF2-40B4-BE49-F238E27FC236}">
                    <a16:creationId xmlns:a16="http://schemas.microsoft.com/office/drawing/2014/main" id="{B7894369-BBE8-421C-978B-B4FD3DB15DC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24414229"/>
                  </p:ext>
                </p:extLst>
              </p:nvPr>
            </p:nvGraphicFramePr>
            <p:xfrm>
              <a:off x="3459977" y="1747759"/>
              <a:ext cx="279360" cy="3808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780" name="Equation" r:id="rId7" imgW="279360" imgH="380880" progId="Equation.DSMT4">
                      <p:embed/>
                    </p:oleObj>
                  </mc:Choice>
                  <mc:Fallback>
                    <p:oleObj name="Equation" r:id="rId7" imgW="279360" imgH="380880" progId="Equation.DSMT4">
                      <p:embed/>
                      <p:pic>
                        <p:nvPicPr>
                          <p:cNvPr id="9" name="Object 24">
                            <a:extLst>
                              <a:ext uri="{FF2B5EF4-FFF2-40B4-BE49-F238E27FC236}">
                                <a16:creationId xmlns:a16="http://schemas.microsoft.com/office/drawing/2014/main" id="{5CF55F53-AFC9-4C7A-8C4D-1D52CA7FF73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9977" y="1747759"/>
                            <a:ext cx="279360" cy="380880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CEF056F2-5D36-4B63-8ED0-A522740069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8684300"/>
                </p:ext>
              </p:extLst>
            </p:nvPr>
          </p:nvGraphicFramePr>
          <p:xfrm>
            <a:off x="5568200" y="1612441"/>
            <a:ext cx="5461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781" name="Equation" r:id="rId9" imgW="545760" imgH="431640" progId="Equation.DSMT4">
                    <p:embed/>
                  </p:oleObj>
                </mc:Choice>
                <mc:Fallback>
                  <p:oleObj name="Equation" r:id="rId9" imgW="545760" imgH="431640" progId="Equation.DSMT4">
                    <p:embed/>
                    <p:pic>
                      <p:nvPicPr>
                        <p:cNvPr id="17" name="Object 24">
                          <a:extLst>
                            <a:ext uri="{FF2B5EF4-FFF2-40B4-BE49-F238E27FC236}">
                              <a16:creationId xmlns:a16="http://schemas.microsoft.com/office/drawing/2014/main" id="{434639B3-09CC-4986-8124-038EB00528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8200" y="1612441"/>
                          <a:ext cx="546100" cy="4318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20">
            <a:extLst>
              <a:ext uri="{FF2B5EF4-FFF2-40B4-BE49-F238E27FC236}">
                <a16:creationId xmlns:a16="http://schemas.microsoft.com/office/drawing/2014/main" id="{4985817D-4255-44B8-B03E-466B17AB4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492191"/>
            <a:ext cx="777686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注意：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当数列极限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存在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时，递推式两端才可以取极限；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否则，可能出现错误结果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30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F4A89E4-8AB4-4377-8E6A-A0794B6DA731}"/>
              </a:ext>
            </a:extLst>
          </p:cNvPr>
          <p:cNvSpPr txBox="1">
            <a:spLocks noChangeArrowheads="1"/>
          </p:cNvSpPr>
          <p:nvPr/>
        </p:nvSpPr>
        <p:spPr>
          <a:xfrm>
            <a:off x="611064" y="419067"/>
            <a:ext cx="936104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</a:rPr>
              <a:t>例如</a:t>
            </a:r>
            <a:endParaRPr lang="zh-CN" altLang="en-US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3" name="Group 26">
            <a:extLst>
              <a:ext uri="{FF2B5EF4-FFF2-40B4-BE49-F238E27FC236}">
                <a16:creationId xmlns:a16="http://schemas.microsoft.com/office/drawing/2014/main" id="{FD597F9F-7FF2-4BAE-9EE2-B26251DD5BF0}"/>
              </a:ext>
            </a:extLst>
          </p:cNvPr>
          <p:cNvGrpSpPr>
            <a:grpSpLocks/>
          </p:cNvGrpSpPr>
          <p:nvPr/>
        </p:nvGrpSpPr>
        <p:grpSpPr bwMode="auto">
          <a:xfrm>
            <a:off x="1403152" y="483518"/>
            <a:ext cx="6337695" cy="516730"/>
            <a:chOff x="434" y="1132"/>
            <a:chExt cx="5323" cy="434"/>
          </a:xfrm>
        </p:grpSpPr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18005F71-8A1C-41AF-9923-554944786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" y="1132"/>
              <a:ext cx="93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已知</a:t>
              </a:r>
            </a:p>
          </p:txBody>
        </p:sp>
        <p:graphicFrame>
          <p:nvGraphicFramePr>
            <p:cNvPr id="5" name="Object 5">
              <a:extLst>
                <a:ext uri="{FF2B5EF4-FFF2-40B4-BE49-F238E27FC236}">
                  <a16:creationId xmlns:a16="http://schemas.microsoft.com/office/drawing/2014/main" id="{0A7C5820-9CA5-40AB-8DC8-EB73EFEF05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77" y="1430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886" r:id="rId3" imgW="114419" imgH="215843" progId="Equation.3">
                    <p:embed/>
                  </p:oleObj>
                </mc:Choice>
                <mc:Fallback>
                  <p:oleObj r:id="rId3" imgW="114419" imgH="215843" progId="Equation.3">
                    <p:embed/>
                    <p:pic>
                      <p:nvPicPr>
                        <p:cNvPr id="15367" name="Object 5">
                          <a:extLst>
                            <a:ext uri="{FF2B5EF4-FFF2-40B4-BE49-F238E27FC236}">
                              <a16:creationId xmlns:a16="http://schemas.microsoft.com/office/drawing/2014/main" id="{E1B517A0-448F-4FCC-85FB-11B12A329A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7" y="1430"/>
                          <a:ext cx="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6F9A7850-5D36-43B0-BB0A-6BDB76E60E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6" y="1156"/>
              <a:ext cx="1331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, 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求极限</a:t>
              </a:r>
            </a:p>
          </p:txBody>
        </p:sp>
      </p:grpSp>
      <p:sp>
        <p:nvSpPr>
          <p:cNvPr id="7" name="Text Box 20">
            <a:extLst>
              <a:ext uri="{FF2B5EF4-FFF2-40B4-BE49-F238E27FC236}">
                <a16:creationId xmlns:a16="http://schemas.microsoft.com/office/drawing/2014/main" id="{E9A4B7AC-3133-4347-A88B-CE699E720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1784" y="2643758"/>
            <a:ext cx="13681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不正确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!</a:t>
            </a:r>
          </a:p>
        </p:txBody>
      </p:sp>
      <p:grpSp>
        <p:nvGrpSpPr>
          <p:cNvPr id="8" name="Group 23">
            <a:extLst>
              <a:ext uri="{FF2B5EF4-FFF2-40B4-BE49-F238E27FC236}">
                <a16:creationId xmlns:a16="http://schemas.microsoft.com/office/drawing/2014/main" id="{45E87797-4EA8-4212-A7D0-78E0A060CF8E}"/>
              </a:ext>
            </a:extLst>
          </p:cNvPr>
          <p:cNvGrpSpPr>
            <a:grpSpLocks/>
          </p:cNvGrpSpPr>
          <p:nvPr/>
        </p:nvGrpSpPr>
        <p:grpSpPr bwMode="auto">
          <a:xfrm>
            <a:off x="2931683" y="1911970"/>
            <a:ext cx="228600" cy="457200"/>
            <a:chOff x="0" y="0"/>
            <a:chExt cx="192" cy="384"/>
          </a:xfrm>
        </p:grpSpPr>
        <p:sp>
          <p:nvSpPr>
            <p:cNvPr id="9" name="Line 24">
              <a:extLst>
                <a:ext uri="{FF2B5EF4-FFF2-40B4-BE49-F238E27FC236}">
                  <a16:creationId xmlns:a16="http://schemas.microsoft.com/office/drawing/2014/main" id="{8CE08362-6E56-49A0-AEB7-91D2F728D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0"/>
              <a:ext cx="192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0" name="Line 25">
              <a:extLst>
                <a:ext uri="{FF2B5EF4-FFF2-40B4-BE49-F238E27FC236}">
                  <a16:creationId xmlns:a16="http://schemas.microsoft.com/office/drawing/2014/main" id="{6B397A3A-F04F-4205-A832-20B33507C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+mn-ea"/>
              </a:endParaRPr>
            </a:p>
          </p:txBody>
        </p:sp>
      </p:grpSp>
      <p:sp>
        <p:nvSpPr>
          <p:cNvPr id="11" name="Text Box 13">
            <a:extLst>
              <a:ext uri="{FF2B5EF4-FFF2-40B4-BE49-F238E27FC236}">
                <a16:creationId xmlns:a16="http://schemas.microsoft.com/office/drawing/2014/main" id="{866D4415-C06C-414F-8B86-CC5A232AB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184" y="1889022"/>
            <a:ext cx="514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07597273-6FC6-40F2-BAE8-DC1EC072CE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92622"/>
              </p:ext>
            </p:extLst>
          </p:nvPr>
        </p:nvGraphicFramePr>
        <p:xfrm>
          <a:off x="2308533" y="564002"/>
          <a:ext cx="392400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87" name="Equation" r:id="rId5" imgW="3924000" imgH="380880" progId="Equation.DSMT4">
                  <p:embed/>
                </p:oleObj>
              </mc:Choice>
              <mc:Fallback>
                <p:oleObj name="Equation" r:id="rId5" imgW="3924000" imgH="3808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4F59AB25-C694-4833-99AA-338AB53AE9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533" y="564002"/>
                        <a:ext cx="3924000" cy="38088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2">
            <a:extLst>
              <a:ext uri="{FF2B5EF4-FFF2-40B4-BE49-F238E27FC236}">
                <a16:creationId xmlns:a16="http://schemas.microsoft.com/office/drawing/2014/main" id="{2A295D3D-4556-4947-8011-C6F958F9B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112" y="1131591"/>
            <a:ext cx="49863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问：下述作法是否正确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?  </a:t>
            </a:r>
          </a:p>
        </p:txBody>
      </p: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176B969C-ED9D-41A5-8966-E21EE7A5DF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602138"/>
              </p:ext>
            </p:extLst>
          </p:nvPr>
        </p:nvGraphicFramePr>
        <p:xfrm>
          <a:off x="7508842" y="569688"/>
          <a:ext cx="7236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88" name="Equation" r:id="rId7" imgW="723600" imgH="482400" progId="Equation.DSMT4">
                  <p:embed/>
                </p:oleObj>
              </mc:Choice>
              <mc:Fallback>
                <p:oleObj name="Equation" r:id="rId7" imgW="723600" imgH="48240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4B98CADB-3101-44B4-9B06-84A13E5DEA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42" y="569688"/>
                        <a:ext cx="723600" cy="482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4EE1C6FF-2D20-4D73-B58F-2C63BEDA09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238902"/>
              </p:ext>
            </p:extLst>
          </p:nvPr>
        </p:nvGraphicFramePr>
        <p:xfrm>
          <a:off x="2160334" y="1945637"/>
          <a:ext cx="134604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89" name="Equation" r:id="rId9" imgW="1346040" imgH="482400" progId="Equation.DSMT4">
                  <p:embed/>
                </p:oleObj>
              </mc:Choice>
              <mc:Fallback>
                <p:oleObj name="Equation" r:id="rId9" imgW="1346040" imgH="48240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5881470F-7613-4C49-9DE4-A22B9737A3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334" y="1945637"/>
                        <a:ext cx="1346040" cy="482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AutoShape 7">
            <a:extLst>
              <a:ext uri="{FF2B5EF4-FFF2-40B4-BE49-F238E27FC236}">
                <a16:creationId xmlns:a16="http://schemas.microsoft.com/office/drawing/2014/main" id="{4789E624-5BCB-4D17-9CA9-997ECCAD7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421" y="2867819"/>
            <a:ext cx="612000" cy="144000"/>
          </a:xfrm>
          <a:prstGeom prst="rightArrow">
            <a:avLst>
              <a:gd name="adj1" fmla="val 50000"/>
              <a:gd name="adj2" fmla="val 76119"/>
            </a:avLst>
          </a:prstGeom>
          <a:solidFill>
            <a:srgbClr val="FF0000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endParaRPr lang="zh-CN" altLang="en-US" sz="2400" b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CB74BC55-0CF2-4265-99D7-72ACF8D5F3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121967"/>
              </p:ext>
            </p:extLst>
          </p:nvPr>
        </p:nvGraphicFramePr>
        <p:xfrm>
          <a:off x="2285576" y="2773435"/>
          <a:ext cx="11937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90" name="Equation" r:id="rId11" imgW="1193760" imgH="279360" progId="Equation.DSMT4">
                  <p:embed/>
                </p:oleObj>
              </mc:Choice>
              <mc:Fallback>
                <p:oleObj name="Equation" r:id="rId11" imgW="1193760" imgH="27936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5A6BAFB9-2FED-4CCF-B029-1B8584AFFB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576" y="2773435"/>
                        <a:ext cx="1193760" cy="2793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3365F38E-B3D4-4514-9D3B-742C6A971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417351"/>
              </p:ext>
            </p:extLst>
          </p:nvPr>
        </p:nvGraphicFramePr>
        <p:xfrm>
          <a:off x="4339710" y="2759616"/>
          <a:ext cx="9014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91" name="Equation" r:id="rId13" imgW="901440" imgH="342720" progId="Equation.DSMT4">
                  <p:embed/>
                </p:oleObj>
              </mc:Choice>
              <mc:Fallback>
                <p:oleObj name="Equation" r:id="rId13" imgW="901440" imgH="34272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AE501C5D-C1D7-45FB-BD00-5529D284A0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9710" y="2759616"/>
                        <a:ext cx="901440" cy="34272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6F881EB3-760C-48C2-ACA4-88464FA1D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824312"/>
              </p:ext>
            </p:extLst>
          </p:nvPr>
        </p:nvGraphicFramePr>
        <p:xfrm>
          <a:off x="5363592" y="2714175"/>
          <a:ext cx="135864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92" name="Equation" r:id="rId15" imgW="1358640" imgH="482400" progId="Equation.DSMT4">
                  <p:embed/>
                </p:oleObj>
              </mc:Choice>
              <mc:Fallback>
                <p:oleObj name="Equation" r:id="rId15" imgW="1358640" imgH="482400" progId="Equation.DSMT4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863D4F9D-26AC-4C2C-A11E-393487019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3592" y="2714175"/>
                        <a:ext cx="1358640" cy="482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E4CEDFB4-E53E-4CDD-8F70-1E224665E287}"/>
              </a:ext>
            </a:extLst>
          </p:cNvPr>
          <p:cNvGrpSpPr/>
          <p:nvPr/>
        </p:nvGrpSpPr>
        <p:grpSpPr>
          <a:xfrm>
            <a:off x="3699659" y="1870516"/>
            <a:ext cx="5010151" cy="461963"/>
            <a:chOff x="3315267" y="2479325"/>
            <a:chExt cx="5010151" cy="461963"/>
          </a:xfrm>
        </p:grpSpPr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8BADD5DE-4AA0-45B2-B054-F2BFA76E417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337699" y="2558874"/>
            <a:ext cx="154908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893" name="Equation" r:id="rId17" imgW="1549080" imgH="380880" progId="Equation.DSMT4">
                    <p:embed/>
                  </p:oleObj>
                </mc:Choice>
                <mc:Fallback>
                  <p:oleObj name="Equation" r:id="rId17" imgW="1549080" imgH="380880" progId="Equation.DSMT4">
                    <p:embed/>
                    <p:pic>
                      <p:nvPicPr>
                        <p:cNvPr id="30" name="Object 24">
                          <a:extLst>
                            <a:ext uri="{FF2B5EF4-FFF2-40B4-BE49-F238E27FC236}">
                              <a16:creationId xmlns:a16="http://schemas.microsoft.com/office/drawing/2014/main" id="{9AB15FAC-F387-4B2B-BFEC-2C91F1C44F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7699" y="2558874"/>
                          <a:ext cx="1549080" cy="38088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15">
              <a:extLst>
                <a:ext uri="{FF2B5EF4-FFF2-40B4-BE49-F238E27FC236}">
                  <a16:creationId xmlns:a16="http://schemas.microsoft.com/office/drawing/2014/main" id="{F597F433-9292-4DBA-881E-2CF93A7D1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5267" y="2479325"/>
              <a:ext cx="5010151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递推式          两端求极限得</a:t>
              </a:r>
            </a:p>
          </p:txBody>
        </p:sp>
      </p:grpSp>
      <p:sp>
        <p:nvSpPr>
          <p:cNvPr id="23" name="Rectangle 2">
            <a:extLst>
              <a:ext uri="{FF2B5EF4-FFF2-40B4-BE49-F238E27FC236}">
                <a16:creationId xmlns:a16="http://schemas.microsoft.com/office/drawing/2014/main" id="{C4D41CE9-5D2C-4E03-ADCF-71F00E5C25A3}"/>
              </a:ext>
            </a:extLst>
          </p:cNvPr>
          <p:cNvSpPr txBox="1">
            <a:spLocks noChangeArrowheads="1"/>
          </p:cNvSpPr>
          <p:nvPr/>
        </p:nvSpPr>
        <p:spPr>
          <a:xfrm>
            <a:off x="971104" y="1827465"/>
            <a:ext cx="72008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8F5EEEC9-68D9-4D93-B341-0A9288E8FA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133794"/>
              </p:ext>
            </p:extLst>
          </p:nvPr>
        </p:nvGraphicFramePr>
        <p:xfrm>
          <a:off x="3419376" y="4083918"/>
          <a:ext cx="2070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94" name="Equation" r:id="rId19" imgW="2070000" imgH="380880" progId="Equation.DSMT4">
                  <p:embed/>
                </p:oleObj>
              </mc:Choice>
              <mc:Fallback>
                <p:oleObj name="Equation" r:id="rId19" imgW="2070000" imgH="380880" progId="Equation.DSMT4">
                  <p:embed/>
                  <p:pic>
                    <p:nvPicPr>
                      <p:cNvPr id="33" name="Object 24">
                        <a:extLst>
                          <a:ext uri="{FF2B5EF4-FFF2-40B4-BE49-F238E27FC236}">
                            <a16:creationId xmlns:a16="http://schemas.microsoft.com/office/drawing/2014/main" id="{E5171B60-F30E-45E4-910A-2DBBCA4120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376" y="4083918"/>
                        <a:ext cx="2070100" cy="381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E52A4DF2-5AFC-4CB7-A9D3-AFF5E06C10E1}"/>
              </a:ext>
            </a:extLst>
          </p:cNvPr>
          <p:cNvGrpSpPr/>
          <p:nvPr/>
        </p:nvGrpSpPr>
        <p:grpSpPr>
          <a:xfrm>
            <a:off x="942968" y="3449914"/>
            <a:ext cx="6840760" cy="461665"/>
            <a:chOff x="871456" y="3665938"/>
            <a:chExt cx="6840760" cy="461665"/>
          </a:xfrm>
        </p:grpSpPr>
        <p:sp>
          <p:nvSpPr>
            <p:cNvPr id="26" name="Text Box 20">
              <a:extLst>
                <a:ext uri="{FF2B5EF4-FFF2-40B4-BE49-F238E27FC236}">
                  <a16:creationId xmlns:a16="http://schemas.microsoft.com/office/drawing/2014/main" id="{CA281574-2731-4F41-94BB-128CB2B9E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456" y="3665938"/>
              <a:ext cx="68407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事实上，数列    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单调增加无上界</a:t>
              </a: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，故数列发散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7" name="Object 24">
              <a:extLst>
                <a:ext uri="{FF2B5EF4-FFF2-40B4-BE49-F238E27FC236}">
                  <a16:creationId xmlns:a16="http://schemas.microsoft.com/office/drawing/2014/main" id="{907474A9-5A3E-49DF-9364-D6816F07FC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861099"/>
                </p:ext>
              </p:extLst>
            </p:nvPr>
          </p:nvGraphicFramePr>
          <p:xfrm>
            <a:off x="2846956" y="3684671"/>
            <a:ext cx="5461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895" name="Equation" r:id="rId21" imgW="545760" imgH="431640" progId="Equation.DSMT4">
                    <p:embed/>
                  </p:oleObj>
                </mc:Choice>
                <mc:Fallback>
                  <p:oleObj name="Equation" r:id="rId21" imgW="545760" imgH="431640" progId="Equation.DSMT4">
                    <p:embed/>
                    <p:pic>
                      <p:nvPicPr>
                        <p:cNvPr id="28" name="Object 24">
                          <a:extLst>
                            <a:ext uri="{FF2B5EF4-FFF2-40B4-BE49-F238E27FC236}">
                              <a16:creationId xmlns:a16="http://schemas.microsoft.com/office/drawing/2014/main" id="{D5AB7247-3EC4-47C2-A12C-EF9847238C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6956" y="3684671"/>
                          <a:ext cx="546100" cy="43180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8">
            <a:extLst>
              <a:ext uri="{FF2B5EF4-FFF2-40B4-BE49-F238E27FC236}">
                <a16:creationId xmlns:a16="http://schemas.microsoft.com/office/drawing/2014/main" id="{ABC92048-DA5D-493E-93D5-327DAB5389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237704"/>
              </p:ext>
            </p:extLst>
          </p:nvPr>
        </p:nvGraphicFramePr>
        <p:xfrm>
          <a:off x="6731744" y="2499742"/>
          <a:ext cx="393737" cy="696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96" name="Equation" r:id="rId23" imgW="114120" imgH="177480" progId="Equation.DSMT4">
                  <p:embed/>
                </p:oleObj>
              </mc:Choice>
              <mc:Fallback>
                <p:oleObj name="Equation" r:id="rId23" imgW="114120" imgH="177480" progId="Equation.DSMT4">
                  <p:embed/>
                  <p:pic>
                    <p:nvPicPr>
                      <p:cNvPr id="34" name="Object 8">
                        <a:extLst>
                          <a:ext uri="{FF2B5EF4-FFF2-40B4-BE49-F238E27FC236}">
                            <a16:creationId xmlns:a16="http://schemas.microsoft.com/office/drawing/2014/main" id="{B6BB111A-D407-4847-B5BF-C569796B06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744" y="2499742"/>
                        <a:ext cx="393737" cy="696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674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1" grpId="0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A5281BDA-700D-4B5F-9DBC-9D7F9FAC19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318517"/>
              </p:ext>
            </p:extLst>
          </p:nvPr>
        </p:nvGraphicFramePr>
        <p:xfrm>
          <a:off x="587284" y="2640286"/>
          <a:ext cx="2068513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65" name="Equation" r:id="rId3" imgW="2298600" imgH="876240" progId="Equation.DSMT4">
                  <p:embed/>
                </p:oleObj>
              </mc:Choice>
              <mc:Fallback>
                <p:oleObj name="Equation" r:id="rId3" imgW="2298600" imgH="876240" progId="Equation.DSMT4">
                  <p:embed/>
                  <p:pic>
                    <p:nvPicPr>
                      <p:cNvPr id="97" name="Object 24">
                        <a:extLst>
                          <a:ext uri="{FF2B5EF4-FFF2-40B4-BE49-F238E27FC236}">
                            <a16:creationId xmlns:a16="http://schemas.microsoft.com/office/drawing/2014/main" id="{011BEFFC-87F0-4FDB-B90B-016E7D8669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84" y="2640286"/>
                        <a:ext cx="2068513" cy="7858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C9432034-3B7C-434C-8429-778E4EF78905}"/>
              </a:ext>
            </a:extLst>
          </p:cNvPr>
          <p:cNvSpPr txBox="1"/>
          <p:nvPr/>
        </p:nvSpPr>
        <p:spPr>
          <a:xfrm>
            <a:off x="755576" y="1115472"/>
            <a:ext cx="937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分析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F8DB2C-50DD-47DD-B033-64395F732D4C}"/>
              </a:ext>
            </a:extLst>
          </p:cNvPr>
          <p:cNvSpPr txBox="1">
            <a:spLocks noChangeArrowheads="1"/>
          </p:cNvSpPr>
          <p:nvPr/>
        </p:nvSpPr>
        <p:spPr>
          <a:xfrm>
            <a:off x="1346171" y="1145212"/>
            <a:ext cx="424190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B2C846D3-1AAE-407C-A8B8-4E0F887CC7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831492"/>
              </p:ext>
            </p:extLst>
          </p:nvPr>
        </p:nvGraphicFramePr>
        <p:xfrm>
          <a:off x="1602891" y="949569"/>
          <a:ext cx="1440180" cy="788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66" name="Equation" r:id="rId5" imgW="1600200" imgH="876240" progId="Equation.DSMT4">
                  <p:embed/>
                </p:oleObj>
              </mc:Choice>
              <mc:Fallback>
                <p:oleObj name="Equation" r:id="rId5" imgW="1600200" imgH="876240" progId="Equation.DSMT4">
                  <p:embed/>
                  <p:pic>
                    <p:nvPicPr>
                      <p:cNvPr id="84" name="Object 24">
                        <a:extLst>
                          <a:ext uri="{FF2B5EF4-FFF2-40B4-BE49-F238E27FC236}">
                            <a16:creationId xmlns:a16="http://schemas.microsoft.com/office/drawing/2014/main" id="{7E589A76-D910-4421-9265-41044341A6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891" y="949569"/>
                        <a:ext cx="1440180" cy="78861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3">
            <a:extLst>
              <a:ext uri="{FF2B5EF4-FFF2-40B4-BE49-F238E27FC236}">
                <a16:creationId xmlns:a16="http://schemas.microsoft.com/office/drawing/2014/main" id="{F1415E68-274F-44E4-9734-CCD562E79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1202" y="1909269"/>
            <a:ext cx="13504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二项式展开</a:t>
            </a: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929A5594-FB84-4471-96A8-9B53425E15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367387"/>
              </p:ext>
            </p:extLst>
          </p:nvPr>
        </p:nvGraphicFramePr>
        <p:xfrm>
          <a:off x="3015438" y="1244893"/>
          <a:ext cx="674244" cy="308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67" name="Equation" r:id="rId7" imgW="749160" imgH="342720" progId="Equation.DSMT4">
                  <p:embed/>
                </p:oleObj>
              </mc:Choice>
              <mc:Fallback>
                <p:oleObj name="Equation" r:id="rId7" imgW="749160" imgH="342720" progId="Equation.DSMT4">
                  <p:embed/>
                  <p:pic>
                    <p:nvPicPr>
                      <p:cNvPr id="86" name="Object 24">
                        <a:extLst>
                          <a:ext uri="{FF2B5EF4-FFF2-40B4-BE49-F238E27FC236}">
                            <a16:creationId xmlns:a16="http://schemas.microsoft.com/office/drawing/2014/main" id="{BA7044E0-1929-403F-AAC9-C9852760D7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438" y="1244893"/>
                        <a:ext cx="674244" cy="30844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9EA0F27F-767C-4936-A02F-742C88E07B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573415"/>
              </p:ext>
            </p:extLst>
          </p:nvPr>
        </p:nvGraphicFramePr>
        <p:xfrm>
          <a:off x="3761379" y="1049866"/>
          <a:ext cx="1222776" cy="662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68" name="Equation" r:id="rId9" imgW="1358640" imgH="736560" progId="Equation.DSMT4">
                  <p:embed/>
                </p:oleObj>
              </mc:Choice>
              <mc:Fallback>
                <p:oleObj name="Equation" r:id="rId9" imgW="1358640" imgH="736560" progId="Equation.DSMT4">
                  <p:embed/>
                  <p:pic>
                    <p:nvPicPr>
                      <p:cNvPr id="87" name="Object 24">
                        <a:extLst>
                          <a:ext uri="{FF2B5EF4-FFF2-40B4-BE49-F238E27FC236}">
                            <a16:creationId xmlns:a16="http://schemas.microsoft.com/office/drawing/2014/main" id="{7963038E-84E4-4C7B-93EE-979B2E5412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379" y="1049866"/>
                        <a:ext cx="1222776" cy="6629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C70D9339-5F58-4927-9695-AD7627C0A2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376272"/>
              </p:ext>
            </p:extLst>
          </p:nvPr>
        </p:nvGraphicFramePr>
        <p:xfrm>
          <a:off x="4979772" y="1045425"/>
          <a:ext cx="1211436" cy="662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69" name="Equation" r:id="rId11" imgW="1346040" imgH="736560" progId="Equation.DSMT4">
                  <p:embed/>
                </p:oleObj>
              </mc:Choice>
              <mc:Fallback>
                <p:oleObj name="Equation" r:id="rId11" imgW="1346040" imgH="736560" progId="Equation.DSMT4">
                  <p:embed/>
                  <p:pic>
                    <p:nvPicPr>
                      <p:cNvPr id="92" name="Object 24">
                        <a:extLst>
                          <a:ext uri="{FF2B5EF4-FFF2-40B4-BE49-F238E27FC236}">
                            <a16:creationId xmlns:a16="http://schemas.microsoft.com/office/drawing/2014/main" id="{0B529F34-8A4A-41CF-8EB4-2DF4E628C9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772" y="1045425"/>
                        <a:ext cx="1211436" cy="6629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443BDB9C-32CB-46CA-8C42-24B1B54ABA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540893"/>
              </p:ext>
            </p:extLst>
          </p:nvPr>
        </p:nvGraphicFramePr>
        <p:xfrm>
          <a:off x="4988500" y="1903513"/>
          <a:ext cx="3052762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0" name="Equation" r:id="rId13" imgW="3390840" imgH="736560" progId="Equation.DSMT4">
                  <p:embed/>
                </p:oleObj>
              </mc:Choice>
              <mc:Fallback>
                <p:oleObj name="Equation" r:id="rId13" imgW="3390840" imgH="736560" progId="Equation.DSMT4">
                  <p:embed/>
                  <p:pic>
                    <p:nvPicPr>
                      <p:cNvPr id="93" name="Object 24">
                        <a:extLst>
                          <a:ext uri="{FF2B5EF4-FFF2-40B4-BE49-F238E27FC236}">
                            <a16:creationId xmlns:a16="http://schemas.microsoft.com/office/drawing/2014/main" id="{9BE80552-86F0-443C-8D3D-8F04FDCBDB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8500" y="1903513"/>
                        <a:ext cx="3052762" cy="663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53D643B6-3935-4AD1-88CB-E85798C9C5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350025"/>
              </p:ext>
            </p:extLst>
          </p:nvPr>
        </p:nvGraphicFramePr>
        <p:xfrm>
          <a:off x="6139921" y="1045173"/>
          <a:ext cx="742932" cy="662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1" name="Equation" r:id="rId15" imgW="825480" imgH="736560" progId="Equation.DSMT4">
                  <p:embed/>
                </p:oleObj>
              </mc:Choice>
              <mc:Fallback>
                <p:oleObj name="Equation" r:id="rId15" imgW="825480" imgH="736560" progId="Equation.DSMT4">
                  <p:embed/>
                  <p:pic>
                    <p:nvPicPr>
                      <p:cNvPr id="94" name="Object 24">
                        <a:extLst>
                          <a:ext uri="{FF2B5EF4-FFF2-40B4-BE49-F238E27FC236}">
                            <a16:creationId xmlns:a16="http://schemas.microsoft.com/office/drawing/2014/main" id="{AA9259EF-CB8B-44FE-9D87-1562390E9D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9921" y="1045173"/>
                        <a:ext cx="742932" cy="6629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7B2FCC89-BA01-4EB0-9D75-B09C993757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404037"/>
              </p:ext>
            </p:extLst>
          </p:nvPr>
        </p:nvGraphicFramePr>
        <p:xfrm>
          <a:off x="6938586" y="1301565"/>
          <a:ext cx="6731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2" name="Equation" r:id="rId17" imgW="749160" imgH="291960" progId="Equation.DSMT4">
                  <p:embed/>
                </p:oleObj>
              </mc:Choice>
              <mc:Fallback>
                <p:oleObj name="Equation" r:id="rId17" imgW="749160" imgH="291960" progId="Equation.DSMT4">
                  <p:embed/>
                  <p:pic>
                    <p:nvPicPr>
                      <p:cNvPr id="96" name="Object 24">
                        <a:extLst>
                          <a:ext uri="{FF2B5EF4-FFF2-40B4-BE49-F238E27FC236}">
                            <a16:creationId xmlns:a16="http://schemas.microsoft.com/office/drawing/2014/main" id="{4B2F7115-303A-4597-AA4E-A20A21FD1F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8586" y="1301565"/>
                        <a:ext cx="673100" cy="2635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BEE73B16-A05C-40F6-8F99-DC384B5B1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840304"/>
              </p:ext>
            </p:extLst>
          </p:nvPr>
        </p:nvGraphicFramePr>
        <p:xfrm>
          <a:off x="3971362" y="2712294"/>
          <a:ext cx="1542888" cy="662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3" name="Equation" r:id="rId19" imgW="1714320" imgH="736560" progId="Equation.DSMT4">
                  <p:embed/>
                </p:oleObj>
              </mc:Choice>
              <mc:Fallback>
                <p:oleObj name="Equation" r:id="rId19" imgW="1714320" imgH="736560" progId="Equation.DSMT4">
                  <p:embed/>
                  <p:pic>
                    <p:nvPicPr>
                      <p:cNvPr id="101" name="Object 24">
                        <a:extLst>
                          <a:ext uri="{FF2B5EF4-FFF2-40B4-BE49-F238E27FC236}">
                            <a16:creationId xmlns:a16="http://schemas.microsoft.com/office/drawing/2014/main" id="{712097A2-2695-4815-BAE0-D0BA50981D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362" y="2712294"/>
                        <a:ext cx="1542888" cy="6629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9283E30F-112E-4990-AF71-14F4FC3936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962248"/>
              </p:ext>
            </p:extLst>
          </p:nvPr>
        </p:nvGraphicFramePr>
        <p:xfrm>
          <a:off x="5483530" y="2712294"/>
          <a:ext cx="1074384" cy="662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4" name="Equation" r:id="rId21" imgW="1193760" imgH="736560" progId="Equation.DSMT4">
                  <p:embed/>
                </p:oleObj>
              </mc:Choice>
              <mc:Fallback>
                <p:oleObj name="Equation" r:id="rId21" imgW="1193760" imgH="736560" progId="Equation.DSMT4">
                  <p:embed/>
                  <p:pic>
                    <p:nvPicPr>
                      <p:cNvPr id="102" name="Object 24">
                        <a:extLst>
                          <a:ext uri="{FF2B5EF4-FFF2-40B4-BE49-F238E27FC236}">
                            <a16:creationId xmlns:a16="http://schemas.microsoft.com/office/drawing/2014/main" id="{BA178F07-B0DA-49FE-B3C3-16B458C5CE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3530" y="2712294"/>
                        <a:ext cx="1074384" cy="6629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2B83AE7B-82B7-4D6D-9B9A-56F0CF8DB0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557286"/>
              </p:ext>
            </p:extLst>
          </p:nvPr>
        </p:nvGraphicFramePr>
        <p:xfrm>
          <a:off x="6582625" y="2970561"/>
          <a:ext cx="773113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5" name="Equation" r:id="rId23" imgW="749160" imgH="291960" progId="Equation.DSMT4">
                  <p:embed/>
                </p:oleObj>
              </mc:Choice>
              <mc:Fallback>
                <p:oleObj name="Equation" r:id="rId23" imgW="749160" imgH="291960" progId="Equation.DSMT4">
                  <p:embed/>
                  <p:pic>
                    <p:nvPicPr>
                      <p:cNvPr id="112" name="Object 24">
                        <a:extLst>
                          <a:ext uri="{FF2B5EF4-FFF2-40B4-BE49-F238E27FC236}">
                            <a16:creationId xmlns:a16="http://schemas.microsoft.com/office/drawing/2014/main" id="{B85DA01A-ADCB-49C8-BCE5-DC60B6F325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2625" y="2970561"/>
                        <a:ext cx="773113" cy="2746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11C67124-03B1-4E2F-A63F-DB94166A5C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436313"/>
              </p:ext>
            </p:extLst>
          </p:nvPr>
        </p:nvGraphicFramePr>
        <p:xfrm>
          <a:off x="4777683" y="3558812"/>
          <a:ext cx="3408363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6" name="Equation" r:id="rId25" imgW="3784320" imgH="787320" progId="Equation.DSMT4">
                  <p:embed/>
                </p:oleObj>
              </mc:Choice>
              <mc:Fallback>
                <p:oleObj name="Equation" r:id="rId25" imgW="3784320" imgH="787320" progId="Equation.DSMT4">
                  <p:embed/>
                  <p:pic>
                    <p:nvPicPr>
                      <p:cNvPr id="114" name="Object 24">
                        <a:extLst>
                          <a:ext uri="{FF2B5EF4-FFF2-40B4-BE49-F238E27FC236}">
                            <a16:creationId xmlns:a16="http://schemas.microsoft.com/office/drawing/2014/main" id="{5CEB17BA-DC52-4529-A1F7-31239F44E5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7683" y="3558812"/>
                        <a:ext cx="3408363" cy="709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3">
            <a:extLst>
              <a:ext uri="{FF2B5EF4-FFF2-40B4-BE49-F238E27FC236}">
                <a16:creationId xmlns:a16="http://schemas.microsoft.com/office/drawing/2014/main" id="{6545B828-A9C9-4705-A163-B15056DF9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0092" y="2640286"/>
            <a:ext cx="864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rgbClr val="FF0000"/>
                </a:solidFill>
                <a:latin typeface="Symbol" panose="05050102010706020507" pitchFamily="18" charset="2"/>
                <a:ea typeface="+mn-ea"/>
              </a:rPr>
              <a:t>+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项</a:t>
            </a:r>
          </a:p>
        </p:txBody>
      </p:sp>
      <p:sp>
        <p:nvSpPr>
          <p:cNvPr id="18" name="Text Box 23">
            <a:extLst>
              <a:ext uri="{FF2B5EF4-FFF2-40B4-BE49-F238E27FC236}">
                <a16:creationId xmlns:a16="http://schemas.microsoft.com/office/drawing/2014/main" id="{2A1149E6-382A-4D3F-8D47-8679EB822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0092" y="4152454"/>
            <a:ext cx="864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rgbClr val="FF0000"/>
                </a:solidFill>
                <a:latin typeface="Symbol" panose="05050102010706020507" pitchFamily="18" charset="2"/>
                <a:ea typeface="+mn-ea"/>
              </a:rPr>
              <a:t>+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项</a:t>
            </a:r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CA26B9DD-D59A-42FA-9393-5F2869908B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6079" y="1747836"/>
            <a:ext cx="1188000" cy="119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 b="1">
              <a:latin typeface="+mn-ea"/>
            </a:endParaRP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AB3CF5C1-6803-4506-B5DF-0DDF2D3AB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506" y="1747241"/>
            <a:ext cx="1764000" cy="119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 b="1">
              <a:latin typeface="+mn-ea"/>
            </a:endParaRP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99D9C6A6-7D76-46CA-BD27-8F07F39277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2396" y="3435737"/>
            <a:ext cx="2448000" cy="119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 b="1">
              <a:latin typeface="+mn-ea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26748B6E-ADD0-4DA8-9081-3E07165377AA}"/>
              </a:ext>
            </a:extLst>
          </p:cNvPr>
          <p:cNvSpPr/>
          <p:nvPr/>
        </p:nvSpPr>
        <p:spPr>
          <a:xfrm rot="16200000">
            <a:off x="2952943" y="1695109"/>
            <a:ext cx="318896" cy="4571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1216EC6-C242-457E-95DC-EA499D138ECC}"/>
              </a:ext>
            </a:extLst>
          </p:cNvPr>
          <p:cNvSpPr/>
          <p:nvPr/>
        </p:nvSpPr>
        <p:spPr>
          <a:xfrm>
            <a:off x="515276" y="2640286"/>
            <a:ext cx="2304256" cy="8640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F68EDDDE-5461-4E84-9192-39B21E8AD6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617231"/>
              </p:ext>
            </p:extLst>
          </p:nvPr>
        </p:nvGraphicFramePr>
        <p:xfrm>
          <a:off x="1235058" y="2856310"/>
          <a:ext cx="6508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7" name="Equation" r:id="rId27" imgW="723600" imgH="380880" progId="Equation.DSMT4">
                  <p:embed/>
                </p:oleObj>
              </mc:Choice>
              <mc:Fallback>
                <p:oleObj name="Equation" r:id="rId27" imgW="723600" imgH="38088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3D0CA520-350B-40AC-9A3E-877BB5B76E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58" y="2856310"/>
                        <a:ext cx="650875" cy="3413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5E68CD4C-53CA-4C50-8687-6877674BD4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71649"/>
              </p:ext>
            </p:extLst>
          </p:nvPr>
        </p:nvGraphicFramePr>
        <p:xfrm>
          <a:off x="1939096" y="2904436"/>
          <a:ext cx="45720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8" name="Equation" r:id="rId29" imgW="507960" imgH="342720" progId="Equation.DSMT4">
                  <p:embed/>
                </p:oleObj>
              </mc:Choice>
              <mc:Fallback>
                <p:oleObj name="Equation" r:id="rId29" imgW="507960" imgH="342720" progId="Equation.DSMT4">
                  <p:embed/>
                  <p:pic>
                    <p:nvPicPr>
                      <p:cNvPr id="98" name="Object 24">
                        <a:extLst>
                          <a:ext uri="{FF2B5EF4-FFF2-40B4-BE49-F238E27FC236}">
                            <a16:creationId xmlns:a16="http://schemas.microsoft.com/office/drawing/2014/main" id="{A7FBD6BB-0D50-456D-879D-1E838E05F0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096" y="2904436"/>
                        <a:ext cx="457200" cy="3079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4">
            <a:extLst>
              <a:ext uri="{FF2B5EF4-FFF2-40B4-BE49-F238E27FC236}">
                <a16:creationId xmlns:a16="http://schemas.microsoft.com/office/drawing/2014/main" id="{1123A686-39D4-4546-974F-6D0502A421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064864"/>
              </p:ext>
            </p:extLst>
          </p:nvPr>
        </p:nvGraphicFramePr>
        <p:xfrm>
          <a:off x="2395207" y="2712294"/>
          <a:ext cx="1554228" cy="662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9" name="Equation" r:id="rId31" imgW="1726920" imgH="736560" progId="Equation.DSMT4">
                  <p:embed/>
                </p:oleObj>
              </mc:Choice>
              <mc:Fallback>
                <p:oleObj name="Equation" r:id="rId31" imgW="1726920" imgH="736560" progId="Equation.DSMT4">
                  <p:embed/>
                  <p:pic>
                    <p:nvPicPr>
                      <p:cNvPr id="100" name="Object 24">
                        <a:extLst>
                          <a:ext uri="{FF2B5EF4-FFF2-40B4-BE49-F238E27FC236}">
                            <a16:creationId xmlns:a16="http://schemas.microsoft.com/office/drawing/2014/main" id="{FA0D9F8B-404F-4DA6-9768-1E17399118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207" y="2712294"/>
                        <a:ext cx="1554228" cy="6629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38786964-A10A-4EF5-A518-9C76CC499F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582930"/>
              </p:ext>
            </p:extLst>
          </p:nvPr>
        </p:nvGraphicFramePr>
        <p:xfrm>
          <a:off x="2064874" y="3552851"/>
          <a:ext cx="26892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80" name="Equation" r:id="rId33" imgW="2984400" imgH="736560" progId="Equation.DSMT4">
                  <p:embed/>
                </p:oleObj>
              </mc:Choice>
              <mc:Fallback>
                <p:oleObj name="Equation" r:id="rId33" imgW="2984400" imgH="73656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E9F8F03F-ECC0-4CCB-A7C9-4DBFF1BA3B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874" y="3552851"/>
                        <a:ext cx="2689225" cy="663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Line 19">
            <a:extLst>
              <a:ext uri="{FF2B5EF4-FFF2-40B4-BE49-F238E27FC236}">
                <a16:creationId xmlns:a16="http://schemas.microsoft.com/office/drawing/2014/main" id="{B2EAC0BA-C820-4414-9A82-A0BEFC86D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458" y="2640286"/>
            <a:ext cx="3276000" cy="1190"/>
          </a:xfrm>
          <a:prstGeom prst="line">
            <a:avLst/>
          </a:prstGeom>
          <a:noFill/>
          <a:ln w="15875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 b="1">
              <a:latin typeface="+mn-ea"/>
            </a:endParaRPr>
          </a:p>
        </p:txBody>
      </p:sp>
      <p:sp>
        <p:nvSpPr>
          <p:cNvPr id="29" name="Line 19">
            <a:extLst>
              <a:ext uri="{FF2B5EF4-FFF2-40B4-BE49-F238E27FC236}">
                <a16:creationId xmlns:a16="http://schemas.microsoft.com/office/drawing/2014/main" id="{CF46DAAF-9FF9-4726-B4FF-AF6C3E761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1442" y="4296470"/>
            <a:ext cx="2700000" cy="0"/>
          </a:xfrm>
          <a:prstGeom prst="line">
            <a:avLst/>
          </a:prstGeom>
          <a:noFill/>
          <a:ln w="15875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 b="1">
              <a:latin typeface="+mn-ea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3FCACE2-9AD8-4B20-A418-C43AA4ABF5A3}"/>
              </a:ext>
            </a:extLst>
          </p:cNvPr>
          <p:cNvGrpSpPr/>
          <p:nvPr/>
        </p:nvGrpSpPr>
        <p:grpSpPr>
          <a:xfrm>
            <a:off x="768893" y="123478"/>
            <a:ext cx="4721686" cy="788616"/>
            <a:chOff x="675687" y="1347006"/>
            <a:chExt cx="4721686" cy="788616"/>
          </a:xfrm>
        </p:grpSpPr>
        <p:sp>
          <p:nvSpPr>
            <p:cNvPr id="31" name="Rectangle 2">
              <a:extLst>
                <a:ext uri="{FF2B5EF4-FFF2-40B4-BE49-F238E27FC236}">
                  <a16:creationId xmlns:a16="http://schemas.microsoft.com/office/drawing/2014/main" id="{A32FA89B-EB72-4E2C-9297-ABA44D7525B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5687" y="1462394"/>
              <a:ext cx="4721686" cy="53327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 algn="l"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solidFill>
                    <a:srgbClr val="C00000"/>
                  </a:solidFill>
                  <a:latin typeface="+mn-ea"/>
                  <a:ea typeface="+mn-ea"/>
                </a:rPr>
                <a:t> </a:t>
              </a:r>
              <a:r>
                <a:rPr lang="zh-CN" altLang="en-US" sz="2400" b="1" dirty="0">
                  <a:latin typeface="+mn-ea"/>
                  <a:ea typeface="+mn-ea"/>
                </a:rPr>
                <a:t>考察数列           的极限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2" name="Object 24">
              <a:extLst>
                <a:ext uri="{FF2B5EF4-FFF2-40B4-BE49-F238E27FC236}">
                  <a16:creationId xmlns:a16="http://schemas.microsoft.com/office/drawing/2014/main" id="{481C40E0-13DE-4296-9023-BC20824D98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1353384"/>
                </p:ext>
              </p:extLst>
            </p:nvPr>
          </p:nvGraphicFramePr>
          <p:xfrm>
            <a:off x="2603902" y="1347006"/>
            <a:ext cx="1440180" cy="788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981" name="Equation" r:id="rId35" imgW="1600200" imgH="876240" progId="Equation.DSMT4">
                    <p:embed/>
                  </p:oleObj>
                </mc:Choice>
                <mc:Fallback>
                  <p:oleObj name="Equation" r:id="rId35" imgW="1600200" imgH="876240" progId="Equation.DSMT4">
                    <p:embed/>
                    <p:pic>
                      <p:nvPicPr>
                        <p:cNvPr id="42" name="Object 24">
                          <a:extLst>
                            <a:ext uri="{FF2B5EF4-FFF2-40B4-BE49-F238E27FC236}">
                              <a16:creationId xmlns:a16="http://schemas.microsoft.com/office/drawing/2014/main" id="{554FF38F-12CF-4353-8B4D-8716E96DA2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3902" y="1347006"/>
                          <a:ext cx="1440180" cy="788616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rgbClr val="FF0000"/>
                          </a:solidFill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Text Box 23">
            <a:extLst>
              <a:ext uri="{FF2B5EF4-FFF2-40B4-BE49-F238E27FC236}">
                <a16:creationId xmlns:a16="http://schemas.microsoft.com/office/drawing/2014/main" id="{E3938DE7-DBDA-49F3-8DFA-C4F3C6780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44" y="4224462"/>
            <a:ext cx="792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正数</a:t>
            </a:r>
          </a:p>
        </p:txBody>
      </p:sp>
      <p:sp>
        <p:nvSpPr>
          <p:cNvPr id="34" name="Text Box 23">
            <a:extLst>
              <a:ext uri="{FF2B5EF4-FFF2-40B4-BE49-F238E27FC236}">
                <a16:creationId xmlns:a16="http://schemas.microsoft.com/office/drawing/2014/main" id="{4D4DAA5A-6271-490C-A341-0501650A7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7564" y="3408098"/>
            <a:ext cx="792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大</a:t>
            </a:r>
          </a:p>
        </p:txBody>
      </p:sp>
      <p:sp>
        <p:nvSpPr>
          <p:cNvPr id="35" name="Text Box 23">
            <a:extLst>
              <a:ext uri="{FF2B5EF4-FFF2-40B4-BE49-F238E27FC236}">
                <a16:creationId xmlns:a16="http://schemas.microsoft.com/office/drawing/2014/main" id="{2A9B0C3A-3367-4E38-9696-9CEB9E467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764" y="3360366"/>
            <a:ext cx="792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大</a:t>
            </a:r>
          </a:p>
        </p:txBody>
      </p:sp>
      <p:sp>
        <p:nvSpPr>
          <p:cNvPr id="36" name="Line 16">
            <a:extLst>
              <a:ext uri="{FF2B5EF4-FFF2-40B4-BE49-F238E27FC236}">
                <a16:creationId xmlns:a16="http://schemas.microsoft.com/office/drawing/2014/main" id="{EA2EF0E5-63CD-478E-B997-9C383651C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7660" y="3432374"/>
            <a:ext cx="1404000" cy="119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 b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551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"/>
                            </p:stCondLst>
                            <p:childTnLst>
                              <p:par>
                                <p:cTn id="66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8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6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25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000"/>
                            </p:stCondLst>
                            <p:childTnLst>
                              <p:par>
                                <p:cTn id="86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8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  <p:bldP spid="23" grpId="0" animBg="1"/>
      <p:bldP spid="33" grpId="0"/>
      <p:bldP spid="34" grpId="0"/>
      <p:bldP spid="3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87825E9-69BC-48FC-8182-B45A3224ACE0}"/>
              </a:ext>
            </a:extLst>
          </p:cNvPr>
          <p:cNvCxnSpPr>
            <a:cxnSpLocks/>
          </p:cNvCxnSpPr>
          <p:nvPr/>
        </p:nvCxnSpPr>
        <p:spPr>
          <a:xfrm>
            <a:off x="4340798" y="4034075"/>
            <a:ext cx="172819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A7872E7-ABE3-4B40-9516-71202BB8A668}"/>
              </a:ext>
            </a:extLst>
          </p:cNvPr>
          <p:cNvCxnSpPr/>
          <p:nvPr/>
        </p:nvCxnSpPr>
        <p:spPr>
          <a:xfrm>
            <a:off x="2970019" y="4034075"/>
            <a:ext cx="1044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30">
            <a:extLst>
              <a:ext uri="{FF2B5EF4-FFF2-40B4-BE49-F238E27FC236}">
                <a16:creationId xmlns:a16="http://schemas.microsoft.com/office/drawing/2014/main" id="{E4E86F21-0D42-49C2-B2AB-EA9424C98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458" y="267459"/>
            <a:ext cx="14816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比较可知</a:t>
            </a:r>
          </a:p>
        </p:txBody>
      </p:sp>
      <p:graphicFrame>
        <p:nvGraphicFramePr>
          <p:cNvPr id="47" name="Object 24">
            <a:extLst>
              <a:ext uri="{FF2B5EF4-FFF2-40B4-BE49-F238E27FC236}">
                <a16:creationId xmlns:a16="http://schemas.microsoft.com/office/drawing/2014/main" id="{7945C618-4219-455E-AD63-5FA826C620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618223"/>
              </p:ext>
            </p:extLst>
          </p:nvPr>
        </p:nvGraphicFramePr>
        <p:xfrm>
          <a:off x="2283550" y="322720"/>
          <a:ext cx="28191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56" name="Equation" r:id="rId4" imgW="2819160" imgH="380880" progId="Equation.DSMT4">
                  <p:embed/>
                </p:oleObj>
              </mc:Choice>
              <mc:Fallback>
                <p:oleObj name="Equation" r:id="rId4" imgW="2819160" imgH="380880" progId="Equation.DSMT4">
                  <p:embed/>
                  <p:pic>
                    <p:nvPicPr>
                      <p:cNvPr id="53" name="Object 24">
                        <a:extLst>
                          <a:ext uri="{FF2B5EF4-FFF2-40B4-BE49-F238E27FC236}">
                            <a16:creationId xmlns:a16="http://schemas.microsoft.com/office/drawing/2014/main" id="{5C6D398B-7B57-4D04-99F3-65C9303C06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3550" y="322720"/>
                        <a:ext cx="2819160" cy="38088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EA961BAC-6A67-4C17-AB08-63C958AFDCE5}"/>
              </a:ext>
            </a:extLst>
          </p:cNvPr>
          <p:cNvGrpSpPr/>
          <p:nvPr/>
        </p:nvGrpSpPr>
        <p:grpSpPr>
          <a:xfrm>
            <a:off x="5229996" y="267494"/>
            <a:ext cx="3143250" cy="461962"/>
            <a:chOff x="5055135" y="597620"/>
            <a:chExt cx="3143250" cy="461962"/>
          </a:xfrm>
        </p:grpSpPr>
        <p:sp>
          <p:nvSpPr>
            <p:cNvPr id="49" name="Text Box 4">
              <a:extLst>
                <a:ext uri="{FF2B5EF4-FFF2-40B4-BE49-F238E27FC236}">
                  <a16:creationId xmlns:a16="http://schemas.microsoft.com/office/drawing/2014/main" id="{55A86FDF-EF59-4B3A-A725-98C255893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5135" y="597620"/>
              <a:ext cx="31432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则数列    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单调增加</a:t>
              </a:r>
            </a:p>
          </p:txBody>
        </p:sp>
        <p:graphicFrame>
          <p:nvGraphicFramePr>
            <p:cNvPr id="50" name="Object 24">
              <a:extLst>
                <a:ext uri="{FF2B5EF4-FFF2-40B4-BE49-F238E27FC236}">
                  <a16:creationId xmlns:a16="http://schemas.microsoft.com/office/drawing/2014/main" id="{DA1FBC3C-BF8D-447A-AE1F-3291EE7C152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06578" y="663085"/>
            <a:ext cx="56515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57" name="Equation" r:id="rId6" imgW="545760" imgH="380880" progId="Equation.DSMT4">
                    <p:embed/>
                  </p:oleObj>
                </mc:Choice>
                <mc:Fallback>
                  <p:oleObj name="Equation" r:id="rId6" imgW="545760" imgH="380880" progId="Equation.DSMT4">
                    <p:embed/>
                    <p:pic>
                      <p:nvPicPr>
                        <p:cNvPr id="70" name="Object 24">
                          <a:extLst>
                            <a:ext uri="{FF2B5EF4-FFF2-40B4-BE49-F238E27FC236}">
                              <a16:creationId xmlns:a16="http://schemas.microsoft.com/office/drawing/2014/main" id="{F01B3F88-6AC3-4B28-964C-AFB15E2239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6578" y="663085"/>
                          <a:ext cx="565150" cy="3587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" name="Object 24">
            <a:extLst>
              <a:ext uri="{FF2B5EF4-FFF2-40B4-BE49-F238E27FC236}">
                <a16:creationId xmlns:a16="http://schemas.microsoft.com/office/drawing/2014/main" id="{78933CCE-3759-4320-A7BB-B3701C4A75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479633"/>
              </p:ext>
            </p:extLst>
          </p:nvPr>
        </p:nvGraphicFramePr>
        <p:xfrm>
          <a:off x="5248476" y="3985180"/>
          <a:ext cx="3052762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58" name="Equation" r:id="rId8" imgW="3390840" imgH="736560" progId="Equation.DSMT4">
                  <p:embed/>
                </p:oleObj>
              </mc:Choice>
              <mc:Fallback>
                <p:oleObj name="Equation" r:id="rId8" imgW="3390840" imgH="736560" progId="Equation.DSMT4">
                  <p:embed/>
                  <p:pic>
                    <p:nvPicPr>
                      <p:cNvPr id="43" name="Object 24">
                        <a:extLst>
                          <a:ext uri="{FF2B5EF4-FFF2-40B4-BE49-F238E27FC236}">
                            <a16:creationId xmlns:a16="http://schemas.microsoft.com/office/drawing/2014/main" id="{2EF94756-74DE-43B0-BFFE-A19D6E86F6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476" y="3985180"/>
                        <a:ext cx="3052762" cy="663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4">
            <a:extLst>
              <a:ext uri="{FF2B5EF4-FFF2-40B4-BE49-F238E27FC236}">
                <a16:creationId xmlns:a16="http://schemas.microsoft.com/office/drawing/2014/main" id="{C613818A-2E0F-4239-9CCD-2BFC9D8FC0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923346"/>
              </p:ext>
            </p:extLst>
          </p:nvPr>
        </p:nvGraphicFramePr>
        <p:xfrm>
          <a:off x="1100418" y="824135"/>
          <a:ext cx="1440180" cy="788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59" name="Equation" r:id="rId10" imgW="1600200" imgH="876240" progId="Equation.DSMT4">
                  <p:embed/>
                </p:oleObj>
              </mc:Choice>
              <mc:Fallback>
                <p:oleObj name="Equation" r:id="rId10" imgW="1600200" imgH="87624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60B5E82B-79A9-457F-801B-3C04F53C0C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418" y="824135"/>
                        <a:ext cx="1440180" cy="78861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30">
            <a:extLst>
              <a:ext uri="{FF2B5EF4-FFF2-40B4-BE49-F238E27FC236}">
                <a16:creationId xmlns:a16="http://schemas.microsoft.com/office/drawing/2014/main" id="{ADB1175A-C434-4ECA-992E-406AC9EE8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480" y="983141"/>
            <a:ext cx="7200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又</a:t>
            </a:r>
          </a:p>
        </p:txBody>
      </p:sp>
      <p:graphicFrame>
        <p:nvGraphicFramePr>
          <p:cNvPr id="54" name="Object 24">
            <a:extLst>
              <a:ext uri="{FF2B5EF4-FFF2-40B4-BE49-F238E27FC236}">
                <a16:creationId xmlns:a16="http://schemas.microsoft.com/office/drawing/2014/main" id="{27A75364-B2D5-4E57-832D-3C41881CBD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507096"/>
              </p:ext>
            </p:extLst>
          </p:nvPr>
        </p:nvGraphicFramePr>
        <p:xfrm>
          <a:off x="2582006" y="1098701"/>
          <a:ext cx="815975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60" name="Equation" r:id="rId12" imgW="787320" imgH="342720" progId="Equation.DSMT4">
                  <p:embed/>
                </p:oleObj>
              </mc:Choice>
              <mc:Fallback>
                <p:oleObj name="Equation" r:id="rId12" imgW="787320" imgH="342720" progId="Equation.DSMT4">
                  <p:embed/>
                  <p:pic>
                    <p:nvPicPr>
                      <p:cNvPr id="48" name="Object 24">
                        <a:extLst>
                          <a:ext uri="{FF2B5EF4-FFF2-40B4-BE49-F238E27FC236}">
                            <a16:creationId xmlns:a16="http://schemas.microsoft.com/office/drawing/2014/main" id="{B71DC525-5751-4298-AF46-B8CC4610A8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006" y="1098701"/>
                        <a:ext cx="815975" cy="3222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24">
            <a:extLst>
              <a:ext uri="{FF2B5EF4-FFF2-40B4-BE49-F238E27FC236}">
                <a16:creationId xmlns:a16="http://schemas.microsoft.com/office/drawing/2014/main" id="{BCF3C598-233E-4B4D-B64D-08C25F036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731476"/>
              </p:ext>
            </p:extLst>
          </p:nvPr>
        </p:nvGraphicFramePr>
        <p:xfrm>
          <a:off x="3407493" y="893183"/>
          <a:ext cx="5651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61" name="Equation" r:id="rId14" imgW="545760" imgH="736560" progId="Equation.DSMT4">
                  <p:embed/>
                </p:oleObj>
              </mc:Choice>
              <mc:Fallback>
                <p:oleObj name="Equation" r:id="rId14" imgW="545760" imgH="736560" progId="Equation.DSMT4">
                  <p:embed/>
                  <p:pic>
                    <p:nvPicPr>
                      <p:cNvPr id="49" name="Object 24">
                        <a:extLst>
                          <a:ext uri="{FF2B5EF4-FFF2-40B4-BE49-F238E27FC236}">
                            <a16:creationId xmlns:a16="http://schemas.microsoft.com/office/drawing/2014/main" id="{BB8A2AC0-4A81-48D7-BBD4-05CD79DCF2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493" y="893183"/>
                        <a:ext cx="565150" cy="6921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4">
            <a:extLst>
              <a:ext uri="{FF2B5EF4-FFF2-40B4-BE49-F238E27FC236}">
                <a16:creationId xmlns:a16="http://schemas.microsoft.com/office/drawing/2014/main" id="{61BA29E4-EBAC-4170-80A1-E1C1ED923F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123180"/>
              </p:ext>
            </p:extLst>
          </p:nvPr>
        </p:nvGraphicFramePr>
        <p:xfrm>
          <a:off x="4022819" y="898362"/>
          <a:ext cx="5524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62" name="Equation" r:id="rId16" imgW="533160" imgH="736560" progId="Equation.DSMT4">
                  <p:embed/>
                </p:oleObj>
              </mc:Choice>
              <mc:Fallback>
                <p:oleObj name="Equation" r:id="rId16" imgW="533160" imgH="736560" progId="Equation.DSMT4">
                  <p:embed/>
                  <p:pic>
                    <p:nvPicPr>
                      <p:cNvPr id="50" name="Object 24">
                        <a:extLst>
                          <a:ext uri="{FF2B5EF4-FFF2-40B4-BE49-F238E27FC236}">
                            <a16:creationId xmlns:a16="http://schemas.microsoft.com/office/drawing/2014/main" id="{019185A7-DC0F-4CFF-9569-2D755EEDC5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819" y="898362"/>
                        <a:ext cx="552450" cy="6921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4">
            <a:extLst>
              <a:ext uri="{FF2B5EF4-FFF2-40B4-BE49-F238E27FC236}">
                <a16:creationId xmlns:a16="http://schemas.microsoft.com/office/drawing/2014/main" id="{7443A37F-452A-4AAA-956F-6B3ABD06C9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026020"/>
              </p:ext>
            </p:extLst>
          </p:nvPr>
        </p:nvGraphicFramePr>
        <p:xfrm>
          <a:off x="4643944" y="911133"/>
          <a:ext cx="11160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63" name="Equation" r:id="rId18" imgW="1079280" imgH="736560" progId="Equation.DSMT4">
                  <p:embed/>
                </p:oleObj>
              </mc:Choice>
              <mc:Fallback>
                <p:oleObj name="Equation" r:id="rId18" imgW="1079280" imgH="736560" progId="Equation.DSMT4">
                  <p:embed/>
                  <p:pic>
                    <p:nvPicPr>
                      <p:cNvPr id="51" name="Object 24">
                        <a:extLst>
                          <a:ext uri="{FF2B5EF4-FFF2-40B4-BE49-F238E27FC236}">
                            <a16:creationId xmlns:a16="http://schemas.microsoft.com/office/drawing/2014/main" id="{BF08A761-43B1-45C5-A976-3202421A4A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944" y="911133"/>
                        <a:ext cx="1116013" cy="6921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组合 57">
            <a:extLst>
              <a:ext uri="{FF2B5EF4-FFF2-40B4-BE49-F238E27FC236}">
                <a16:creationId xmlns:a16="http://schemas.microsoft.com/office/drawing/2014/main" id="{501A52EB-3513-4045-B2A0-2BC788140948}"/>
              </a:ext>
            </a:extLst>
          </p:cNvPr>
          <p:cNvGrpSpPr/>
          <p:nvPr/>
        </p:nvGrpSpPr>
        <p:grpSpPr>
          <a:xfrm>
            <a:off x="740398" y="3258840"/>
            <a:ext cx="6080984" cy="788616"/>
            <a:chOff x="1115616" y="1275606"/>
            <a:chExt cx="6080984" cy="788616"/>
          </a:xfrm>
        </p:grpSpPr>
        <p:graphicFrame>
          <p:nvGraphicFramePr>
            <p:cNvPr id="59" name="Object 24">
              <a:extLst>
                <a:ext uri="{FF2B5EF4-FFF2-40B4-BE49-F238E27FC236}">
                  <a16:creationId xmlns:a16="http://schemas.microsoft.com/office/drawing/2014/main" id="{7278CAF5-EA68-444C-8739-B7A1CDE76E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6728854"/>
                </p:ext>
              </p:extLst>
            </p:nvPr>
          </p:nvGraphicFramePr>
          <p:xfrm>
            <a:off x="1115616" y="1275606"/>
            <a:ext cx="1440180" cy="788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64" name="Equation" r:id="rId10" imgW="1600200" imgH="876240" progId="Equation.DSMT4">
                    <p:embed/>
                  </p:oleObj>
                </mc:Choice>
                <mc:Fallback>
                  <p:oleObj name="Equation" r:id="rId10" imgW="1600200" imgH="876240" progId="Equation.DSMT4">
                    <p:embed/>
                    <p:pic>
                      <p:nvPicPr>
                        <p:cNvPr id="84" name="Object 24">
                          <a:extLst>
                            <a:ext uri="{FF2B5EF4-FFF2-40B4-BE49-F238E27FC236}">
                              <a16:creationId xmlns:a16="http://schemas.microsoft.com/office/drawing/2014/main" id="{78BC2292-A610-4069-B50F-B1A4E92AD7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616" y="1275606"/>
                          <a:ext cx="1440180" cy="78861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ct 24">
              <a:extLst>
                <a:ext uri="{FF2B5EF4-FFF2-40B4-BE49-F238E27FC236}">
                  <a16:creationId xmlns:a16="http://schemas.microsoft.com/office/drawing/2014/main" id="{429CE1F6-28C9-45CD-8ACF-B93A43681D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6982447"/>
                </p:ext>
              </p:extLst>
            </p:nvPr>
          </p:nvGraphicFramePr>
          <p:xfrm>
            <a:off x="2528163" y="1570930"/>
            <a:ext cx="674244" cy="308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65" name="Equation" r:id="rId20" imgW="749160" imgH="342720" progId="Equation.DSMT4">
                    <p:embed/>
                  </p:oleObj>
                </mc:Choice>
                <mc:Fallback>
                  <p:oleObj name="Equation" r:id="rId20" imgW="749160" imgH="342720" progId="Equation.DSMT4">
                    <p:embed/>
                    <p:pic>
                      <p:nvPicPr>
                        <p:cNvPr id="85" name="Object 24">
                          <a:extLst>
                            <a:ext uri="{FF2B5EF4-FFF2-40B4-BE49-F238E27FC236}">
                              <a16:creationId xmlns:a16="http://schemas.microsoft.com/office/drawing/2014/main" id="{4C431C0F-942C-4289-A68F-6D31B0745B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8163" y="1570930"/>
                          <a:ext cx="674244" cy="30844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24">
              <a:extLst>
                <a:ext uri="{FF2B5EF4-FFF2-40B4-BE49-F238E27FC236}">
                  <a16:creationId xmlns:a16="http://schemas.microsoft.com/office/drawing/2014/main" id="{CF8798C3-212F-47F2-88D0-4E57E9FCBFE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6509884"/>
                </p:ext>
              </p:extLst>
            </p:nvPr>
          </p:nvGraphicFramePr>
          <p:xfrm>
            <a:off x="3274104" y="1375903"/>
            <a:ext cx="1222776" cy="6629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66" name="Equation" r:id="rId22" imgW="1358640" imgH="736560" progId="Equation.DSMT4">
                    <p:embed/>
                  </p:oleObj>
                </mc:Choice>
                <mc:Fallback>
                  <p:oleObj name="Equation" r:id="rId22" imgW="1358640" imgH="736560" progId="Equation.DSMT4">
                    <p:embed/>
                    <p:pic>
                      <p:nvPicPr>
                        <p:cNvPr id="86" name="Object 24">
                          <a:extLst>
                            <a:ext uri="{FF2B5EF4-FFF2-40B4-BE49-F238E27FC236}">
                              <a16:creationId xmlns:a16="http://schemas.microsoft.com/office/drawing/2014/main" id="{95904ADC-CCF7-4EF7-8154-750E915A3D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4104" y="1375903"/>
                          <a:ext cx="1222776" cy="66290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24">
              <a:extLst>
                <a:ext uri="{FF2B5EF4-FFF2-40B4-BE49-F238E27FC236}">
                  <a16:creationId xmlns:a16="http://schemas.microsoft.com/office/drawing/2014/main" id="{0009BCD2-31A5-4CFA-A97C-C41915242B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0308104"/>
                </p:ext>
              </p:extLst>
            </p:nvPr>
          </p:nvGraphicFramePr>
          <p:xfrm>
            <a:off x="4545178" y="1371462"/>
            <a:ext cx="1211436" cy="6629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67" name="Equation" r:id="rId24" imgW="1346040" imgH="736560" progId="Equation.DSMT4">
                    <p:embed/>
                  </p:oleObj>
                </mc:Choice>
                <mc:Fallback>
                  <p:oleObj name="Equation" r:id="rId24" imgW="1346040" imgH="736560" progId="Equation.DSMT4">
                    <p:embed/>
                    <p:pic>
                      <p:nvPicPr>
                        <p:cNvPr id="87" name="Object 24">
                          <a:extLst>
                            <a:ext uri="{FF2B5EF4-FFF2-40B4-BE49-F238E27FC236}">
                              <a16:creationId xmlns:a16="http://schemas.microsoft.com/office/drawing/2014/main" id="{5682C0B6-725C-4F32-9902-948E990FCA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5178" y="1371462"/>
                          <a:ext cx="1211436" cy="66290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24">
              <a:extLst>
                <a:ext uri="{FF2B5EF4-FFF2-40B4-BE49-F238E27FC236}">
                  <a16:creationId xmlns:a16="http://schemas.microsoft.com/office/drawing/2014/main" id="{B6990045-8734-40F0-8B94-540C3EE5DA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9078322"/>
                </p:ext>
              </p:extLst>
            </p:nvPr>
          </p:nvGraphicFramePr>
          <p:xfrm>
            <a:off x="5735786" y="1371210"/>
            <a:ext cx="742932" cy="6629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68" name="Equation" r:id="rId26" imgW="825480" imgH="736560" progId="Equation.DSMT4">
                    <p:embed/>
                  </p:oleObj>
                </mc:Choice>
                <mc:Fallback>
                  <p:oleObj name="Equation" r:id="rId26" imgW="825480" imgH="736560" progId="Equation.DSMT4">
                    <p:embed/>
                    <p:pic>
                      <p:nvPicPr>
                        <p:cNvPr id="88" name="Object 24">
                          <a:extLst>
                            <a:ext uri="{FF2B5EF4-FFF2-40B4-BE49-F238E27FC236}">
                              <a16:creationId xmlns:a16="http://schemas.microsoft.com/office/drawing/2014/main" id="{32C9A4C6-4857-4CB3-B519-8DD95FE627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5786" y="1371210"/>
                          <a:ext cx="742932" cy="66290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24">
              <a:extLst>
                <a:ext uri="{FF2B5EF4-FFF2-40B4-BE49-F238E27FC236}">
                  <a16:creationId xmlns:a16="http://schemas.microsoft.com/office/drawing/2014/main" id="{F3B5A5C0-49E3-4E46-B99C-3E4CC8249B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4134091"/>
                </p:ext>
              </p:extLst>
            </p:nvPr>
          </p:nvGraphicFramePr>
          <p:xfrm>
            <a:off x="6523500" y="1627602"/>
            <a:ext cx="673100" cy="263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69" name="Equation" r:id="rId28" imgW="749160" imgH="291960" progId="Equation.DSMT4">
                    <p:embed/>
                  </p:oleObj>
                </mc:Choice>
                <mc:Fallback>
                  <p:oleObj name="Equation" r:id="rId28" imgW="749160" imgH="291960" progId="Equation.DSMT4">
                    <p:embed/>
                    <p:pic>
                      <p:nvPicPr>
                        <p:cNvPr id="89" name="Object 24">
                          <a:extLst>
                            <a:ext uri="{FF2B5EF4-FFF2-40B4-BE49-F238E27FC236}">
                              <a16:creationId xmlns:a16="http://schemas.microsoft.com/office/drawing/2014/main" id="{26979883-FC2B-4CD0-9F3A-A46DE1D59B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3500" y="1627602"/>
                          <a:ext cx="673100" cy="2635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" name="Group 49">
            <a:extLst>
              <a:ext uri="{FF2B5EF4-FFF2-40B4-BE49-F238E27FC236}">
                <a16:creationId xmlns:a16="http://schemas.microsoft.com/office/drawing/2014/main" id="{E7D8F068-CFAD-422B-95E9-0ABA917EC0AA}"/>
              </a:ext>
            </a:extLst>
          </p:cNvPr>
          <p:cNvGrpSpPr>
            <a:grpSpLocks/>
          </p:cNvGrpSpPr>
          <p:nvPr/>
        </p:nvGrpSpPr>
        <p:grpSpPr bwMode="auto">
          <a:xfrm>
            <a:off x="5004234" y="2545840"/>
            <a:ext cx="3143250" cy="461962"/>
            <a:chOff x="3566" y="754"/>
            <a:chExt cx="2640" cy="388"/>
          </a:xfrm>
        </p:grpSpPr>
        <p:sp>
          <p:nvSpPr>
            <p:cNvPr id="66" name="Text Box 4">
              <a:extLst>
                <a:ext uri="{FF2B5EF4-FFF2-40B4-BE49-F238E27FC236}">
                  <a16:creationId xmlns:a16="http://schemas.microsoft.com/office/drawing/2014/main" id="{3D3FCBC4-BC0C-4660-A371-49DAD4503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6" y="754"/>
              <a:ext cx="2640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则数列   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有上界</a:t>
              </a:r>
            </a:p>
          </p:txBody>
        </p:sp>
        <p:graphicFrame>
          <p:nvGraphicFramePr>
            <p:cNvPr id="67" name="Object 13">
              <a:extLst>
                <a:ext uri="{FF2B5EF4-FFF2-40B4-BE49-F238E27FC236}">
                  <a16:creationId xmlns:a16="http://schemas.microsoft.com/office/drawing/2014/main" id="{7AB6562D-7C2A-45B4-9015-B24721BC17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6950105"/>
                </p:ext>
              </p:extLst>
            </p:nvPr>
          </p:nvGraphicFramePr>
          <p:xfrm>
            <a:off x="4397" y="777"/>
            <a:ext cx="462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70" name="Equation" r:id="rId30" imgW="330120" imgH="253800" progId="Equation.DSMT4">
                    <p:embed/>
                  </p:oleObj>
                </mc:Choice>
                <mc:Fallback>
                  <p:oleObj name="Equation" r:id="rId30" imgW="330120" imgH="253800" progId="Equation.DSMT4">
                    <p:embed/>
                    <p:pic>
                      <p:nvPicPr>
                        <p:cNvPr id="92" name="Object 13">
                          <a:extLst>
                            <a:ext uri="{FF2B5EF4-FFF2-40B4-BE49-F238E27FC236}">
                              <a16:creationId xmlns:a16="http://schemas.microsoft.com/office/drawing/2014/main" id="{4F4FBD9D-3C8D-4744-B1CC-7B4A11A5D1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7" y="777"/>
                          <a:ext cx="462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" name="Object 24">
            <a:extLst>
              <a:ext uri="{FF2B5EF4-FFF2-40B4-BE49-F238E27FC236}">
                <a16:creationId xmlns:a16="http://schemas.microsoft.com/office/drawing/2014/main" id="{622D2B39-14A3-4E3E-89DA-3C61E931E9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535119"/>
              </p:ext>
            </p:extLst>
          </p:nvPr>
        </p:nvGraphicFramePr>
        <p:xfrm>
          <a:off x="2565700" y="2479186"/>
          <a:ext cx="176371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71" name="Equation" r:id="rId32" imgW="1701720" imgH="723600" progId="Equation.DSMT4">
                  <p:embed/>
                </p:oleObj>
              </mc:Choice>
              <mc:Fallback>
                <p:oleObj name="Equation" r:id="rId32" imgW="1701720" imgH="723600" progId="Equation.DSMT4">
                  <p:embed/>
                  <p:pic>
                    <p:nvPicPr>
                      <p:cNvPr id="93" name="Object 24">
                        <a:extLst>
                          <a:ext uri="{FF2B5EF4-FFF2-40B4-BE49-F238E27FC236}">
                            <a16:creationId xmlns:a16="http://schemas.microsoft.com/office/drawing/2014/main" id="{C353EB95-4631-45EE-83DE-188F029D7B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700" y="2479186"/>
                        <a:ext cx="1763713" cy="6810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4">
            <a:extLst>
              <a:ext uri="{FF2B5EF4-FFF2-40B4-BE49-F238E27FC236}">
                <a16:creationId xmlns:a16="http://schemas.microsoft.com/office/drawing/2014/main" id="{F9307C54-766C-4D88-8681-219381A13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563808"/>
              </p:ext>
            </p:extLst>
          </p:nvPr>
        </p:nvGraphicFramePr>
        <p:xfrm>
          <a:off x="2586247" y="1976057"/>
          <a:ext cx="815975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72" name="Equation" r:id="rId34" imgW="787320" imgH="342720" progId="Equation.DSMT4">
                  <p:embed/>
                </p:oleObj>
              </mc:Choice>
              <mc:Fallback>
                <p:oleObj name="Equation" r:id="rId34" imgW="787320" imgH="342720" progId="Equation.DSMT4">
                  <p:embed/>
                  <p:pic>
                    <p:nvPicPr>
                      <p:cNvPr id="94" name="Object 24">
                        <a:extLst>
                          <a:ext uri="{FF2B5EF4-FFF2-40B4-BE49-F238E27FC236}">
                            <a16:creationId xmlns:a16="http://schemas.microsoft.com/office/drawing/2014/main" id="{EFD1DB2B-0FE9-4FBC-95E2-94769608C4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247" y="1976057"/>
                        <a:ext cx="815975" cy="3222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24">
            <a:extLst>
              <a:ext uri="{FF2B5EF4-FFF2-40B4-BE49-F238E27FC236}">
                <a16:creationId xmlns:a16="http://schemas.microsoft.com/office/drawing/2014/main" id="{373E87D8-C8BD-4DA4-8F8A-A23F504B49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29269"/>
              </p:ext>
            </p:extLst>
          </p:nvPr>
        </p:nvGraphicFramePr>
        <p:xfrm>
          <a:off x="3442848" y="1775023"/>
          <a:ext cx="241935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73" name="Equation" r:id="rId35" imgW="2336760" imgH="723600" progId="Equation.DSMT4">
                  <p:embed/>
                </p:oleObj>
              </mc:Choice>
              <mc:Fallback>
                <p:oleObj name="Equation" r:id="rId35" imgW="2336760" imgH="723600" progId="Equation.DSMT4">
                  <p:embed/>
                  <p:pic>
                    <p:nvPicPr>
                      <p:cNvPr id="95" name="Object 24">
                        <a:extLst>
                          <a:ext uri="{FF2B5EF4-FFF2-40B4-BE49-F238E27FC236}">
                            <a16:creationId xmlns:a16="http://schemas.microsoft.com/office/drawing/2014/main" id="{99F6FE53-C73F-49FC-811E-0DBA170707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848" y="1775023"/>
                        <a:ext cx="2419350" cy="6826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24">
            <a:extLst>
              <a:ext uri="{FF2B5EF4-FFF2-40B4-BE49-F238E27FC236}">
                <a16:creationId xmlns:a16="http://schemas.microsoft.com/office/drawing/2014/main" id="{A433E03D-0FC8-41A1-A660-081C7D818D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34716"/>
              </p:ext>
            </p:extLst>
          </p:nvPr>
        </p:nvGraphicFramePr>
        <p:xfrm>
          <a:off x="4368109" y="2677444"/>
          <a:ext cx="52546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74" name="Equation" r:id="rId37" imgW="507960" imgH="342720" progId="Equation.DSMT4">
                  <p:embed/>
                </p:oleObj>
              </mc:Choice>
              <mc:Fallback>
                <p:oleObj name="Equation" r:id="rId37" imgW="507960" imgH="342720" progId="Equation.DSMT4">
                  <p:embed/>
                  <p:pic>
                    <p:nvPicPr>
                      <p:cNvPr id="96" name="Object 24">
                        <a:extLst>
                          <a:ext uri="{FF2B5EF4-FFF2-40B4-BE49-F238E27FC236}">
                            <a16:creationId xmlns:a16="http://schemas.microsoft.com/office/drawing/2014/main" id="{C7CE3DDF-FF77-4AB4-B017-96A37D2FE4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109" y="2677444"/>
                        <a:ext cx="525462" cy="3238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矩形 71">
            <a:extLst>
              <a:ext uri="{FF2B5EF4-FFF2-40B4-BE49-F238E27FC236}">
                <a16:creationId xmlns:a16="http://schemas.microsoft.com/office/drawing/2014/main" id="{5E2C1F17-E799-4E79-A3BA-728F987A39FC}"/>
              </a:ext>
            </a:extLst>
          </p:cNvPr>
          <p:cNvSpPr/>
          <p:nvPr/>
        </p:nvSpPr>
        <p:spPr>
          <a:xfrm>
            <a:off x="405872" y="3249736"/>
            <a:ext cx="8424936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00</a:t>
            </a:r>
            <a:endParaRPr lang="zh-CN" altLang="en-US" dirty="0"/>
          </a:p>
        </p:txBody>
      </p:sp>
      <p:grpSp>
        <p:nvGrpSpPr>
          <p:cNvPr id="73" name="Group 26">
            <a:extLst>
              <a:ext uri="{FF2B5EF4-FFF2-40B4-BE49-F238E27FC236}">
                <a16:creationId xmlns:a16="http://schemas.microsoft.com/office/drawing/2014/main" id="{9A030BB3-D093-412A-85B8-4626D2E018EF}"/>
              </a:ext>
            </a:extLst>
          </p:cNvPr>
          <p:cNvGrpSpPr>
            <a:grpSpLocks/>
          </p:cNvGrpSpPr>
          <p:nvPr/>
        </p:nvGrpSpPr>
        <p:grpSpPr bwMode="auto">
          <a:xfrm>
            <a:off x="380358" y="3143909"/>
            <a:ext cx="1819275" cy="496491"/>
            <a:chOff x="1717" y="2204"/>
            <a:chExt cx="1528" cy="417"/>
          </a:xfrm>
        </p:grpSpPr>
        <p:sp>
          <p:nvSpPr>
            <p:cNvPr id="74" name="AutoShape 7">
              <a:extLst>
                <a:ext uri="{FF2B5EF4-FFF2-40B4-BE49-F238E27FC236}">
                  <a16:creationId xmlns:a16="http://schemas.microsoft.com/office/drawing/2014/main" id="{B1636122-A778-4F63-A644-F0267E316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00"/>
              <a:ext cx="788" cy="121"/>
            </a:xfrm>
            <a:prstGeom prst="rightArrow">
              <a:avLst>
                <a:gd name="adj1" fmla="val 50000"/>
                <a:gd name="adj2" fmla="val 140693"/>
              </a:avLst>
            </a:prstGeom>
            <a:solidFill>
              <a:srgbClr val="006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en-US" sz="240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5" name="Text Box 4">
              <a:extLst>
                <a:ext uri="{FF2B5EF4-FFF2-40B4-BE49-F238E27FC236}">
                  <a16:creationId xmlns:a16="http://schemas.microsoft.com/office/drawing/2014/main" id="{EE8777CE-9DBA-4C43-AF25-BFBE6A0EE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7" y="2204"/>
              <a:ext cx="15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0064FF"/>
                  </a:solidFill>
                  <a:latin typeface="+mn-ea"/>
                  <a:ea typeface="+mn-ea"/>
                </a:rPr>
                <a:t>由准则</a:t>
              </a:r>
              <a:r>
                <a:rPr lang="en-US" altLang="zh-CN" sz="1800" dirty="0">
                  <a:solidFill>
                    <a:srgbClr val="0064FF"/>
                  </a:solidFill>
                  <a:latin typeface="+mn-ea"/>
                  <a:ea typeface="+mn-ea"/>
                </a:rPr>
                <a:t>Ⅱ</a:t>
              </a:r>
              <a:endParaRPr lang="zh-CN" altLang="en-US" sz="1800" dirty="0">
                <a:solidFill>
                  <a:srgbClr val="0064FF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76" name="Text Box 4">
            <a:extLst>
              <a:ext uri="{FF2B5EF4-FFF2-40B4-BE49-F238E27FC236}">
                <a16:creationId xmlns:a16="http://schemas.microsoft.com/office/drawing/2014/main" id="{01E4EB18-1931-4D83-B9AC-21EEB1E81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931" y="3289218"/>
            <a:ext cx="19442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极限值记作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e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</a:p>
        </p:txBody>
      </p:sp>
      <p:sp>
        <p:nvSpPr>
          <p:cNvPr id="77" name="Text Box 8">
            <a:extLst>
              <a:ext uri="{FF2B5EF4-FFF2-40B4-BE49-F238E27FC236}">
                <a16:creationId xmlns:a16="http://schemas.microsoft.com/office/drawing/2014/main" id="{F2700D6D-EC0D-4489-9EAF-7EF16A7E9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894" y="3313995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即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907E66B-4D76-44DF-8459-013C1E43EE8C}"/>
              </a:ext>
            </a:extLst>
          </p:cNvPr>
          <p:cNvGrpSpPr/>
          <p:nvPr/>
        </p:nvGrpSpPr>
        <p:grpSpPr>
          <a:xfrm>
            <a:off x="1349725" y="3296886"/>
            <a:ext cx="2088232" cy="461665"/>
            <a:chOff x="1676701" y="3452568"/>
            <a:chExt cx="1837863" cy="461665"/>
          </a:xfrm>
        </p:grpSpPr>
        <p:sp>
          <p:nvSpPr>
            <p:cNvPr id="79" name="Text Box 4">
              <a:extLst>
                <a:ext uri="{FF2B5EF4-FFF2-40B4-BE49-F238E27FC236}">
                  <a16:creationId xmlns:a16="http://schemas.microsoft.com/office/drawing/2014/main" id="{4FA9B324-3D19-4521-B512-84E7D7A2F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701" y="3452568"/>
              <a:ext cx="18378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数列   收敛，</a:t>
              </a:r>
            </a:p>
          </p:txBody>
        </p:sp>
        <p:graphicFrame>
          <p:nvGraphicFramePr>
            <p:cNvPr id="80" name="Object 24">
              <a:extLst>
                <a:ext uri="{FF2B5EF4-FFF2-40B4-BE49-F238E27FC236}">
                  <a16:creationId xmlns:a16="http://schemas.microsoft.com/office/drawing/2014/main" id="{A7C7CC59-FFD6-44E8-B507-55A171BD35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5162405"/>
                </p:ext>
              </p:extLst>
            </p:nvPr>
          </p:nvGraphicFramePr>
          <p:xfrm>
            <a:off x="2260373" y="3522576"/>
            <a:ext cx="462438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575" name="Equation" r:id="rId39" imgW="545760" imgH="380880" progId="Equation.DSMT4">
                    <p:embed/>
                  </p:oleObj>
                </mc:Choice>
                <mc:Fallback>
                  <p:oleObj name="Equation" r:id="rId39" imgW="545760" imgH="380880" progId="Equation.DSMT4">
                    <p:embed/>
                    <p:pic>
                      <p:nvPicPr>
                        <p:cNvPr id="105" name="Object 24">
                          <a:extLst>
                            <a:ext uri="{FF2B5EF4-FFF2-40B4-BE49-F238E27FC236}">
                              <a16:creationId xmlns:a16="http://schemas.microsoft.com/office/drawing/2014/main" id="{CD7125EF-9F9B-4596-82B2-B2C8D8DB91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0373" y="3522576"/>
                          <a:ext cx="462438" cy="38088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" name="Object 24">
            <a:extLst>
              <a:ext uri="{FF2B5EF4-FFF2-40B4-BE49-F238E27FC236}">
                <a16:creationId xmlns:a16="http://schemas.microsoft.com/office/drawing/2014/main" id="{B8902AB1-7CA2-4E0B-A694-8B0AA4C45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994400"/>
              </p:ext>
            </p:extLst>
          </p:nvPr>
        </p:nvGraphicFramePr>
        <p:xfrm>
          <a:off x="5459663" y="3128967"/>
          <a:ext cx="1748628" cy="788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76" name="Equation" r:id="rId40" imgW="1942920" imgH="876240" progId="Equation.DSMT4">
                  <p:embed/>
                </p:oleObj>
              </mc:Choice>
              <mc:Fallback>
                <p:oleObj name="Equation" r:id="rId40" imgW="1942920" imgH="876240" progId="Equation.DSMT4">
                  <p:embed/>
                  <p:pic>
                    <p:nvPicPr>
                      <p:cNvPr id="106" name="Object 24">
                        <a:extLst>
                          <a:ext uri="{FF2B5EF4-FFF2-40B4-BE49-F238E27FC236}">
                            <a16:creationId xmlns:a16="http://schemas.microsoft.com/office/drawing/2014/main" id="{C740B764-592D-471F-9CC4-7E5F630A07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9663" y="3128967"/>
                        <a:ext cx="1748628" cy="78861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Text Box 6">
            <a:extLst>
              <a:ext uri="{FF2B5EF4-FFF2-40B4-BE49-F238E27FC236}">
                <a16:creationId xmlns:a16="http://schemas.microsoft.com/office/drawing/2014/main" id="{53CE966C-C564-4D39-A2ED-C6E201648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59" y="4072560"/>
            <a:ext cx="49685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这个数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无理数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其值是</a:t>
            </a:r>
          </a:p>
        </p:txBody>
      </p:sp>
      <p:graphicFrame>
        <p:nvGraphicFramePr>
          <p:cNvPr id="83" name="Object 24">
            <a:extLst>
              <a:ext uri="{FF2B5EF4-FFF2-40B4-BE49-F238E27FC236}">
                <a16:creationId xmlns:a16="http://schemas.microsoft.com/office/drawing/2014/main" id="{1AA6223C-5B66-4746-B75F-3566ABE857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122097"/>
              </p:ext>
            </p:extLst>
          </p:nvPr>
        </p:nvGraphicFramePr>
        <p:xfrm>
          <a:off x="4482950" y="4185840"/>
          <a:ext cx="3694113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77" name="Equation" r:id="rId42" imgW="3568680" imgH="342720" progId="Equation.DSMT4">
                  <p:embed/>
                </p:oleObj>
              </mc:Choice>
              <mc:Fallback>
                <p:oleObj name="Equation" r:id="rId42" imgW="3568680" imgH="342720" progId="Equation.DSMT4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E146A393-CD87-4C71-AD64-760D493178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2950" y="4185840"/>
                        <a:ext cx="3694113" cy="3222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" name="Group 20">
            <a:extLst>
              <a:ext uri="{FF2B5EF4-FFF2-40B4-BE49-F238E27FC236}">
                <a16:creationId xmlns:a16="http://schemas.microsoft.com/office/drawing/2014/main" id="{278596EF-841C-42B7-8331-6095F80A1F2E}"/>
              </a:ext>
            </a:extLst>
          </p:cNvPr>
          <p:cNvGrpSpPr>
            <a:grpSpLocks/>
          </p:cNvGrpSpPr>
          <p:nvPr/>
        </p:nvGrpSpPr>
        <p:grpSpPr bwMode="auto">
          <a:xfrm rot="2039338">
            <a:off x="7580586" y="2622139"/>
            <a:ext cx="1385459" cy="971393"/>
            <a:chOff x="3354" y="1206"/>
            <a:chExt cx="1233" cy="687"/>
          </a:xfrm>
        </p:grpSpPr>
        <p:sp>
          <p:nvSpPr>
            <p:cNvPr id="85" name="AutoShape 2">
              <a:extLst>
                <a:ext uri="{FF2B5EF4-FFF2-40B4-BE49-F238E27FC236}">
                  <a16:creationId xmlns:a16="http://schemas.microsoft.com/office/drawing/2014/main" id="{DE77EA77-13E1-4A2A-B2B3-28875264E6A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81265">
              <a:off x="3354" y="1206"/>
              <a:ext cx="1233" cy="687"/>
            </a:xfrm>
            <a:prstGeom prst="cloudCallout">
              <a:avLst>
                <a:gd name="adj1" fmla="val -74192"/>
                <a:gd name="adj2" fmla="val 43502"/>
              </a:avLst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6" name="Text Box 28">
              <a:extLst>
                <a:ext uri="{FF2B5EF4-FFF2-40B4-BE49-F238E27FC236}">
                  <a16:creationId xmlns:a16="http://schemas.microsoft.com/office/drawing/2014/main" id="{C29BFAF2-4DB5-451A-B4E9-1CF410AB5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94371">
              <a:off x="3433" y="1426"/>
              <a:ext cx="104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</a:rPr>
                <a:t>重要极限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367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8" dur="1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000"/>
                            </p:stCondLst>
                            <p:childTnLst>
                              <p:par>
                                <p:cTn id="10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72" grpId="0" animBg="1"/>
      <p:bldP spid="76" grpId="0" autoUpdateAnimBg="0"/>
      <p:bldP spid="77" grpId="0" build="p" autoUpdateAnimBg="0"/>
      <p:bldP spid="8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B074FB62-26CD-4C28-9B45-212E897C5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40312"/>
            <a:ext cx="22405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13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计算极限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E00C6B9-82CB-4F33-A435-7E6F0F25F2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911146"/>
              </p:ext>
            </p:extLst>
          </p:nvPr>
        </p:nvGraphicFramePr>
        <p:xfrm>
          <a:off x="2924103" y="132995"/>
          <a:ext cx="1600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49" name="Equation" r:id="rId3" imgW="1600200" imgH="876240" progId="Equation.DSMT4">
                  <p:embed/>
                </p:oleObj>
              </mc:Choice>
              <mc:Fallback>
                <p:oleObj name="Equation" r:id="rId3" imgW="160020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4103" y="132995"/>
                        <a:ext cx="16002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600A9034-BED7-4191-8289-2F3A3890AE46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1872873"/>
            <a:ext cx="72008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3E11EF3-9093-4CE9-9A25-EBDDB934A6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70949"/>
              </p:ext>
            </p:extLst>
          </p:nvPr>
        </p:nvGraphicFramePr>
        <p:xfrm>
          <a:off x="1403648" y="1529973"/>
          <a:ext cx="42037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50" name="Equation" r:id="rId5" imgW="4203360" imgH="1257120" progId="Equation.DSMT4">
                  <p:embed/>
                </p:oleObj>
              </mc:Choice>
              <mc:Fallback>
                <p:oleObj name="Equation" r:id="rId5" imgW="4203360" imgH="1257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648" y="1529973"/>
                        <a:ext cx="420370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593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456DAB82-1FE9-428B-878A-E219F4CC8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483518"/>
            <a:ext cx="22405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14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计算极限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909A9D-0893-4F19-B524-F81B3DB5DFF1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1998663"/>
            <a:ext cx="72008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4345392-F640-4B2E-A8C1-4531A3B5D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322497"/>
              </p:ext>
            </p:extLst>
          </p:nvPr>
        </p:nvGraphicFramePr>
        <p:xfrm>
          <a:off x="1726755" y="1079649"/>
          <a:ext cx="61214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872" name="Equation" r:id="rId3" imgW="6121080" imgH="2514600" progId="Equation.DSMT4">
                  <p:embed/>
                </p:oleObj>
              </mc:Choice>
              <mc:Fallback>
                <p:oleObj name="Equation" r:id="rId3" imgW="6121080" imgH="2514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AA408C2-34FA-4215-B5F1-053CBE068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755" y="1079649"/>
                        <a:ext cx="612140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1D70904-9A28-4B87-A492-E82D6F09BE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082007"/>
              </p:ext>
            </p:extLst>
          </p:nvPr>
        </p:nvGraphicFramePr>
        <p:xfrm>
          <a:off x="3059832" y="276200"/>
          <a:ext cx="1612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873" name="Equation" r:id="rId5" imgW="1612800" imgH="876240" progId="Equation.DSMT4">
                  <p:embed/>
                </p:oleObj>
              </mc:Choice>
              <mc:Fallback>
                <p:oleObj name="Equation" r:id="rId5" imgW="1612800" imgH="8762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C3B79F2-C802-4A8B-93C5-6A2B4AA68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9832" y="276200"/>
                        <a:ext cx="16129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124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169BBCF4-9518-4C9E-B31E-ED5D70E4A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7" y="339502"/>
            <a:ext cx="17281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dirty="0">
                <a:solidFill>
                  <a:srgbClr val="0064FF"/>
                </a:solidFill>
                <a:latin typeface="+mn-ea"/>
                <a:ea typeface="+mn-ea"/>
              </a:rPr>
              <a:t>15 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4F08496-10B0-4F64-A39A-54ED879681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457863"/>
              </p:ext>
            </p:extLst>
          </p:nvPr>
        </p:nvGraphicFramePr>
        <p:xfrm>
          <a:off x="2006600" y="117599"/>
          <a:ext cx="5130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24" name="Equation" r:id="rId3" imgW="5130720" imgH="914400" progId="Equation.DSMT4">
                  <p:embed/>
                </p:oleObj>
              </mc:Choice>
              <mc:Fallback>
                <p:oleObj name="Equation" r:id="rId3" imgW="513072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6600" y="117599"/>
                        <a:ext cx="51308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6B47E34-99F1-4CCF-BD73-AA1166F1F0A7}"/>
              </a:ext>
            </a:extLst>
          </p:cNvPr>
          <p:cNvSpPr/>
          <p:nvPr/>
        </p:nvSpPr>
        <p:spPr>
          <a:xfrm>
            <a:off x="7137400" y="299169"/>
            <a:ext cx="1467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证明数列</a:t>
            </a:r>
            <a:endParaRPr lang="zh-CN" altLang="en-US" b="1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78FA721-5DDD-4C3E-B11C-CA52EA974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402741"/>
              </p:ext>
            </p:extLst>
          </p:nvPr>
        </p:nvGraphicFramePr>
        <p:xfrm>
          <a:off x="272852" y="987574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25" name="Equation" r:id="rId5" imgW="533160" imgH="380880" progId="Equation.DSMT4">
                  <p:embed/>
                </p:oleObj>
              </mc:Choice>
              <mc:Fallback>
                <p:oleObj name="Equation" r:id="rId5" imgW="53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2852" y="987574"/>
                        <a:ext cx="53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3499F3-C33D-4D35-AE9B-4982BFCAD587}"/>
              </a:ext>
            </a:extLst>
          </p:cNvPr>
          <p:cNvSpPr/>
          <p:nvPr/>
        </p:nvSpPr>
        <p:spPr>
          <a:xfrm>
            <a:off x="755576" y="947241"/>
            <a:ext cx="30243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收敛，并求其极限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9C48473-0417-493C-989A-834EF20A6DA8}"/>
              </a:ext>
            </a:extLst>
          </p:cNvPr>
          <p:cNvSpPr txBox="1">
            <a:spLocks noChangeArrowheads="1"/>
          </p:cNvSpPr>
          <p:nvPr/>
        </p:nvSpPr>
        <p:spPr>
          <a:xfrm>
            <a:off x="633327" y="1726430"/>
            <a:ext cx="72008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9856BEC-8EF3-406E-B0AB-F3A3F953A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579712"/>
              </p:ext>
            </p:extLst>
          </p:nvPr>
        </p:nvGraphicFramePr>
        <p:xfrm>
          <a:off x="1507793" y="1554980"/>
          <a:ext cx="3073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26" name="Equation" r:id="rId7" imgW="3073320" imgH="914400" progId="Equation.DSMT4">
                  <p:embed/>
                </p:oleObj>
              </mc:Choice>
              <mc:Fallback>
                <p:oleObj name="Equation" r:id="rId7" imgW="307332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07793" y="1554980"/>
                        <a:ext cx="3073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E07DAE51-2C2F-4D37-BA76-054A47CB427F}"/>
              </a:ext>
            </a:extLst>
          </p:cNvPr>
          <p:cNvGrpSpPr/>
          <p:nvPr/>
        </p:nvGrpSpPr>
        <p:grpSpPr>
          <a:xfrm>
            <a:off x="4603807" y="1781347"/>
            <a:ext cx="3208554" cy="461665"/>
            <a:chOff x="4603807" y="1781347"/>
            <a:chExt cx="3208554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3B86F25-B0F3-4BC0-944B-F7449C48DBB3}"/>
                </a:ext>
              </a:extLst>
            </p:cNvPr>
            <p:cNvSpPr/>
            <p:nvPr/>
          </p:nvSpPr>
          <p:spPr>
            <a:xfrm>
              <a:off x="4603807" y="1781347"/>
              <a:ext cx="320855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从而数列    有下界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B263CBD6-FEBD-4982-AF18-54EA0C2E1D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7632685"/>
                </p:ext>
              </p:extLst>
            </p:nvPr>
          </p:nvGraphicFramePr>
          <p:xfrm>
            <a:off x="6012160" y="1821679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27" name="Equation" r:id="rId9" imgW="533160" imgH="380880" progId="Equation.DSMT4">
                    <p:embed/>
                  </p:oleObj>
                </mc:Choice>
                <mc:Fallback>
                  <p:oleObj name="Equation" r:id="rId9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012160" y="1821679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CB65CD2-A427-4952-9862-399FBE90FB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373024"/>
              </p:ext>
            </p:extLst>
          </p:nvPr>
        </p:nvGraphicFramePr>
        <p:xfrm>
          <a:off x="308249" y="2615454"/>
          <a:ext cx="4978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28" name="Equation" r:id="rId11" imgW="4978080" imgH="914400" progId="Equation.DSMT4">
                  <p:embed/>
                </p:oleObj>
              </mc:Choice>
              <mc:Fallback>
                <p:oleObj name="Equation" r:id="rId11" imgW="497808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8249" y="2615454"/>
                        <a:ext cx="4978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EB71475D-F591-4ADF-95DF-CB3DEF54552C}"/>
              </a:ext>
            </a:extLst>
          </p:cNvPr>
          <p:cNvGrpSpPr/>
          <p:nvPr/>
        </p:nvGrpSpPr>
        <p:grpSpPr>
          <a:xfrm>
            <a:off x="5242201" y="2787650"/>
            <a:ext cx="3593550" cy="461665"/>
            <a:chOff x="5242201" y="2787650"/>
            <a:chExt cx="3593550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F03CB37-FF36-4B16-B825-8BEC3CD79454}"/>
                </a:ext>
              </a:extLst>
            </p:cNvPr>
            <p:cNvSpPr/>
            <p:nvPr/>
          </p:nvSpPr>
          <p:spPr>
            <a:xfrm>
              <a:off x="5242201" y="2787650"/>
              <a:ext cx="359355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从而数列    单调减少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27889EF-34A2-40D9-8610-E8EC9A1EA1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648739"/>
                </p:ext>
              </p:extLst>
            </p:nvPr>
          </p:nvGraphicFramePr>
          <p:xfrm>
            <a:off x="6604000" y="2868315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29" name="Equation" r:id="rId13" imgW="533160" imgH="380880" progId="Equation.DSMT4">
                    <p:embed/>
                  </p:oleObj>
                </mc:Choice>
                <mc:Fallback>
                  <p:oleObj name="Equation" r:id="rId13" imgW="533160" imgH="3808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B263CBD6-FEBD-4982-AF18-54EA0C2E1DB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604000" y="2868315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768D605-42AD-466E-95F3-E9B5B538E38A}"/>
              </a:ext>
            </a:extLst>
          </p:cNvPr>
          <p:cNvGrpSpPr/>
          <p:nvPr/>
        </p:nvGrpSpPr>
        <p:grpSpPr>
          <a:xfrm>
            <a:off x="664589" y="3481859"/>
            <a:ext cx="5419580" cy="571500"/>
            <a:chOff x="664589" y="3481859"/>
            <a:chExt cx="5419580" cy="571500"/>
          </a:xfrm>
        </p:grpSpPr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8114CBC6-67EF-43F3-A09C-C2AAECDC1AC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64589" y="3481859"/>
              <a:ext cx="5419580" cy="571500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由单调有界准则，数列    极限存在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B1CE230-4A45-4A66-B1D0-ED4991703F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8825865"/>
                </p:ext>
              </p:extLst>
            </p:nvPr>
          </p:nvGraphicFramePr>
          <p:xfrm>
            <a:off x="3851920" y="3601106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30" name="Equation" r:id="rId15" imgW="533160" imgH="380880" progId="Equation.DSMT4">
                    <p:embed/>
                  </p:oleObj>
                </mc:Choice>
                <mc:Fallback>
                  <p:oleObj name="Equation" r:id="rId15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51920" y="3601106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8CBE21C-1850-4CDB-A237-4E26E9ABFAC0}"/>
              </a:ext>
            </a:extLst>
          </p:cNvPr>
          <p:cNvGrpSpPr/>
          <p:nvPr/>
        </p:nvGrpSpPr>
        <p:grpSpPr>
          <a:xfrm>
            <a:off x="664588" y="4136137"/>
            <a:ext cx="1798517" cy="611563"/>
            <a:chOff x="664588" y="4136137"/>
            <a:chExt cx="1798517" cy="611563"/>
          </a:xfrm>
        </p:grpSpPr>
        <p:sp>
          <p:nvSpPr>
            <p:cNvPr id="16" name="Rectangle 2">
              <a:extLst>
                <a:ext uri="{FF2B5EF4-FFF2-40B4-BE49-F238E27FC236}">
                  <a16:creationId xmlns:a16="http://schemas.microsoft.com/office/drawing/2014/main" id="{5C9B4251-EC84-49E5-BD21-CCE5792F712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64588" y="4136137"/>
              <a:ext cx="528517" cy="571500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设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FF583888-04D0-4077-8109-07FDB44FD1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1329735"/>
                </p:ext>
              </p:extLst>
            </p:nvPr>
          </p:nvGraphicFramePr>
          <p:xfrm>
            <a:off x="1193105" y="4265100"/>
            <a:ext cx="12700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31" name="Equation" r:id="rId17" imgW="1269720" imgH="482400" progId="Equation.DSMT4">
                    <p:embed/>
                  </p:oleObj>
                </mc:Choice>
                <mc:Fallback>
                  <p:oleObj name="Equation" r:id="rId17" imgW="126972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193105" y="4265100"/>
                          <a:ext cx="12700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F9D938A-9FD6-4289-B53D-2D15614DE0E6}"/>
              </a:ext>
            </a:extLst>
          </p:cNvPr>
          <p:cNvGrpSpPr/>
          <p:nvPr/>
        </p:nvGrpSpPr>
        <p:grpSpPr>
          <a:xfrm>
            <a:off x="2523461" y="4005364"/>
            <a:ext cx="5955951" cy="914400"/>
            <a:chOff x="2523461" y="4005364"/>
            <a:chExt cx="5955951" cy="914400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06A1167A-FFBB-4490-AD7D-1870315C24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746595"/>
                </p:ext>
              </p:extLst>
            </p:nvPr>
          </p:nvGraphicFramePr>
          <p:xfrm>
            <a:off x="3051978" y="4005364"/>
            <a:ext cx="23114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032" name="Equation" r:id="rId19" imgW="2311200" imgH="914400" progId="Equation.DSMT4">
                    <p:embed/>
                  </p:oleObj>
                </mc:Choice>
                <mc:Fallback>
                  <p:oleObj name="Equation" r:id="rId19" imgW="231120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051978" y="4005364"/>
                          <a:ext cx="2311400" cy="914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2">
              <a:extLst>
                <a:ext uri="{FF2B5EF4-FFF2-40B4-BE49-F238E27FC236}">
                  <a16:creationId xmlns:a16="http://schemas.microsoft.com/office/drawing/2014/main" id="{7B44EE39-C0CA-461D-B7BE-726DDCFB02D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523461" y="4157774"/>
              <a:ext cx="5955951" cy="571500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对                 两边取极限，得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847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F8371B6-5BBC-4CCE-AC1F-E9E217E4EB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052848"/>
              </p:ext>
            </p:extLst>
          </p:nvPr>
        </p:nvGraphicFramePr>
        <p:xfrm>
          <a:off x="2771800" y="123478"/>
          <a:ext cx="231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50" name="Equation" r:id="rId3" imgW="2311200" imgH="914400" progId="Equation.DSMT4">
                  <p:embed/>
                </p:oleObj>
              </mc:Choice>
              <mc:Fallback>
                <p:oleObj name="Equation" r:id="rId3" imgW="2311200" imgH="9144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06A1167A-FFBB-4490-AD7D-1870315C24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800" y="123478"/>
                        <a:ext cx="2311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A1656D2-ADBB-4376-9259-FA693509DC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981115"/>
              </p:ext>
            </p:extLst>
          </p:nvPr>
        </p:nvGraphicFramePr>
        <p:xfrm>
          <a:off x="2771800" y="1437973"/>
          <a:ext cx="1879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51" name="Equation" r:id="rId5" imgW="1879560" imgH="812520" progId="Equation.DSMT4">
                  <p:embed/>
                </p:oleObj>
              </mc:Choice>
              <mc:Fallback>
                <p:oleObj name="Equation" r:id="rId5" imgW="18795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71800" y="1437973"/>
                        <a:ext cx="1879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箭头: 右 3">
            <a:extLst>
              <a:ext uri="{FF2B5EF4-FFF2-40B4-BE49-F238E27FC236}">
                <a16:creationId xmlns:a16="http://schemas.microsoft.com/office/drawing/2014/main" id="{2B28C99E-14CE-4920-AAD7-FFE3445C9442}"/>
              </a:ext>
            </a:extLst>
          </p:cNvPr>
          <p:cNvSpPr/>
          <p:nvPr/>
        </p:nvSpPr>
        <p:spPr>
          <a:xfrm>
            <a:off x="827584" y="1779662"/>
            <a:ext cx="792088" cy="288032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F241531-AC70-42AE-AF98-EDC5CCD8BB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091342"/>
              </p:ext>
            </p:extLst>
          </p:nvPr>
        </p:nvGraphicFramePr>
        <p:xfrm>
          <a:off x="5803528" y="1634823"/>
          <a:ext cx="1130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52" name="Equation" r:id="rId7" imgW="1130040" imgH="419040" progId="Equation.DSMT4">
                  <p:embed/>
                </p:oleObj>
              </mc:Choice>
              <mc:Fallback>
                <p:oleObj name="Equation" r:id="rId7" imgW="11300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03528" y="1634823"/>
                        <a:ext cx="1130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2201AC5D-1790-4E00-99D6-E2531E31369C}"/>
              </a:ext>
            </a:extLst>
          </p:cNvPr>
          <p:cNvSpPr txBox="1">
            <a:spLocks noChangeArrowheads="1"/>
          </p:cNvSpPr>
          <p:nvPr/>
        </p:nvSpPr>
        <p:spPr>
          <a:xfrm>
            <a:off x="791437" y="2488792"/>
            <a:ext cx="3780564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由数列极限的局部保号性，        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04B9705-B567-4775-B509-0B0CF3BB03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632658"/>
              </p:ext>
            </p:extLst>
          </p:nvPr>
        </p:nvGraphicFramePr>
        <p:xfrm>
          <a:off x="4651400" y="2564992"/>
          <a:ext cx="952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53" name="Equation" r:id="rId9" imgW="952200" imgH="419040" progId="Equation.DSMT4">
                  <p:embed/>
                </p:oleObj>
              </mc:Choice>
              <mc:Fallback>
                <p:oleObj name="Equation" r:id="rId9" imgW="952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51400" y="2564992"/>
                        <a:ext cx="952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139B71D-9EC0-4F8E-91EC-BDC0F740C513}"/>
              </a:ext>
            </a:extLst>
          </p:cNvPr>
          <p:cNvSpPr/>
          <p:nvPr/>
        </p:nvSpPr>
        <p:spPr>
          <a:xfrm>
            <a:off x="5683299" y="254370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即</a:t>
            </a:r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76FA240-BC36-457E-9C2F-C55DCD75BA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036669"/>
              </p:ext>
            </p:extLst>
          </p:nvPr>
        </p:nvGraphicFramePr>
        <p:xfrm>
          <a:off x="3275856" y="3374511"/>
          <a:ext cx="1498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54" name="Equation" r:id="rId11" imgW="1498320" imgH="545760" progId="Equation.DSMT4">
                  <p:embed/>
                </p:oleObj>
              </mc:Choice>
              <mc:Fallback>
                <p:oleObj name="Equation" r:id="rId11" imgW="149832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75856" y="3374511"/>
                        <a:ext cx="14986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8772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A3DFF7-285C-46B2-ABE4-ABFE60EE27E8}"/>
              </a:ext>
            </a:extLst>
          </p:cNvPr>
          <p:cNvSpPr txBox="1"/>
          <p:nvPr/>
        </p:nvSpPr>
        <p:spPr>
          <a:xfrm>
            <a:off x="683568" y="51470"/>
            <a:ext cx="32183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三、知识延展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009D18-93E1-4698-9564-87F45F0D82A1}"/>
              </a:ext>
            </a:extLst>
          </p:cNvPr>
          <p:cNvSpPr txBox="1"/>
          <p:nvPr/>
        </p:nvSpPr>
        <p:spPr>
          <a:xfrm>
            <a:off x="683568" y="699542"/>
            <a:ext cx="331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、施笃兹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(Stolz)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B5462F-DA73-4AF9-A5B4-9080B5D733B9}"/>
              </a:ext>
            </a:extLst>
          </p:cNvPr>
          <p:cNvSpPr txBox="1"/>
          <p:nvPr/>
        </p:nvSpPr>
        <p:spPr>
          <a:xfrm>
            <a:off x="661142" y="1294593"/>
            <a:ext cx="333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若数列                满足：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4DD5587-279E-4BDC-BD39-A8575AABD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828840"/>
              </p:ext>
            </p:extLst>
          </p:nvPr>
        </p:nvGraphicFramePr>
        <p:xfrm>
          <a:off x="1708526" y="1334925"/>
          <a:ext cx="1168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5" name="Equation" r:id="rId3" imgW="1168200" imgH="380880" progId="Equation.DSMT4">
                  <p:embed/>
                </p:oleObj>
              </mc:Choice>
              <mc:Fallback>
                <p:oleObj name="Equation" r:id="rId3" imgW="1168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8526" y="1334925"/>
                        <a:ext cx="1168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B0BE070-E498-46FB-A447-0D7EE9EFB5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406818"/>
              </p:ext>
            </p:extLst>
          </p:nvPr>
        </p:nvGraphicFramePr>
        <p:xfrm>
          <a:off x="791839" y="1940993"/>
          <a:ext cx="307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6" name="Equation" r:id="rId5" imgW="3073320" imgH="380880" progId="Equation.DSMT4">
                  <p:embed/>
                </p:oleObj>
              </mc:Choice>
              <mc:Fallback>
                <p:oleObj name="Equation" r:id="rId5" imgW="30733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1839" y="1940993"/>
                        <a:ext cx="307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1057E4D-55D0-48D5-84AE-F9B6D66767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703737"/>
              </p:ext>
            </p:extLst>
          </p:nvPr>
        </p:nvGraphicFramePr>
        <p:xfrm>
          <a:off x="791839" y="2546350"/>
          <a:ext cx="2108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7" name="Equation" r:id="rId7" imgW="2108160" imgH="482400" progId="Equation.DSMT4">
                  <p:embed/>
                </p:oleObj>
              </mc:Choice>
              <mc:Fallback>
                <p:oleObj name="Equation" r:id="rId7" imgW="21081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1839" y="2546350"/>
                        <a:ext cx="2108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EE05BB5-28AF-4807-B5F0-5C65CF7038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727132"/>
              </p:ext>
            </p:extLst>
          </p:nvPr>
        </p:nvGraphicFramePr>
        <p:xfrm>
          <a:off x="793513" y="3073176"/>
          <a:ext cx="2705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8" name="Equation" r:id="rId9" imgW="2705040" imgH="812520" progId="Equation.DSMT4">
                  <p:embed/>
                </p:oleObj>
              </mc:Choice>
              <mc:Fallback>
                <p:oleObj name="Equation" r:id="rId9" imgW="27050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3513" y="3073176"/>
                        <a:ext cx="2705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23C62A7-BD07-4BB8-8D4F-92B4674943F6}"/>
              </a:ext>
            </a:extLst>
          </p:cNvPr>
          <p:cNvSpPr/>
          <p:nvPr/>
        </p:nvSpPr>
        <p:spPr>
          <a:xfrm>
            <a:off x="683568" y="393020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D6C2950-1208-495B-AE5E-CBC472444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047104"/>
              </p:ext>
            </p:extLst>
          </p:nvPr>
        </p:nvGraphicFramePr>
        <p:xfrm>
          <a:off x="1259632" y="3824359"/>
          <a:ext cx="1384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9" name="Equation" r:id="rId11" imgW="1384200" imgH="812520" progId="Equation.DSMT4">
                  <p:embed/>
                </p:oleObj>
              </mc:Choice>
              <mc:Fallback>
                <p:oleObj name="Equation" r:id="rId11" imgW="13842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59632" y="3824359"/>
                        <a:ext cx="1384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5">
            <a:extLst>
              <a:ext uri="{FF2B5EF4-FFF2-40B4-BE49-F238E27FC236}">
                <a16:creationId xmlns:a16="http://schemas.microsoft.com/office/drawing/2014/main" id="{D2F339BF-EA73-439D-8692-25D27F850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950" y="4030735"/>
            <a:ext cx="42644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其中     为有限数或       或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ED862B8-5E43-440A-B425-CF07780DD2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108961"/>
              </p:ext>
            </p:extLst>
          </p:nvPr>
        </p:nvGraphicFramePr>
        <p:xfrm>
          <a:off x="3520611" y="4108361"/>
          <a:ext cx="228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30" name="Equation" r:id="rId13" imgW="228600" imgH="266400" progId="Equation.DSMT4">
                  <p:embed/>
                </p:oleObj>
              </mc:Choice>
              <mc:Fallback>
                <p:oleObj name="Equation" r:id="rId13" imgW="228600" imgH="266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803CB80-96E5-49C0-8F90-9437ABFDC0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20611" y="4108361"/>
                        <a:ext cx="2286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C2AE9A2-6681-4FEE-9EAE-69D0B587A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206635"/>
              </p:ext>
            </p:extLst>
          </p:nvPr>
        </p:nvGraphicFramePr>
        <p:xfrm>
          <a:off x="5379632" y="4159161"/>
          <a:ext cx="431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31" name="Equation" r:id="rId15" imgW="431640" imgH="215640" progId="Equation.DSMT4">
                  <p:embed/>
                </p:oleObj>
              </mc:Choice>
              <mc:Fallback>
                <p:oleObj name="Equation" r:id="rId15" imgW="431640" imgH="2156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F8FF1E6-A49D-4A82-8AB6-9A5DAF5CCE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79632" y="4159161"/>
                        <a:ext cx="431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C134B86-5FD1-4010-AD44-141322D0C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562427"/>
              </p:ext>
            </p:extLst>
          </p:nvPr>
        </p:nvGraphicFramePr>
        <p:xfrm>
          <a:off x="6203709" y="4167468"/>
          <a:ext cx="482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32" name="Equation" r:id="rId17" imgW="482400" imgH="215640" progId="Equation.DSMT4">
                  <p:embed/>
                </p:oleObj>
              </mc:Choice>
              <mc:Fallback>
                <p:oleObj name="Equation" r:id="rId17" imgW="482400" imgH="2156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AC50D13-AB8A-4E15-B01D-39E6C1F8AF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03709" y="4167468"/>
                        <a:ext cx="482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31029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BC7DDD9-F2CB-41A7-A765-B51B3E2A33BA}"/>
              </a:ext>
            </a:extLst>
          </p:cNvPr>
          <p:cNvSpPr/>
          <p:nvPr/>
        </p:nvSpPr>
        <p:spPr>
          <a:xfrm>
            <a:off x="755576" y="267494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16 </a:t>
            </a:r>
            <a:endParaRPr lang="zh-CN" altLang="en-US" sz="2400" b="1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9E8CB30-050E-4140-B133-E35B00F223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245111"/>
              </p:ext>
            </p:extLst>
          </p:nvPr>
        </p:nvGraphicFramePr>
        <p:xfrm>
          <a:off x="1957652" y="306975"/>
          <a:ext cx="1295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03" name="Equation" r:id="rId3" imgW="1295280" imgH="482400" progId="Equation.DSMT4">
                  <p:embed/>
                </p:oleObj>
              </mc:Choice>
              <mc:Fallback>
                <p:oleObj name="Equation" r:id="rId3" imgW="12952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7652" y="306975"/>
                        <a:ext cx="1295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F322E9B-2502-4CD3-B7A2-2040F2F3B3A6}"/>
              </a:ext>
            </a:extLst>
          </p:cNvPr>
          <p:cNvSpPr/>
          <p:nvPr/>
        </p:nvSpPr>
        <p:spPr>
          <a:xfrm>
            <a:off x="1475656" y="26749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设</a:t>
            </a:r>
            <a:endParaRPr lang="zh-CN" altLang="en-US" sz="24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709E4F-05CE-413C-96AD-87B7822929C8}"/>
              </a:ext>
            </a:extLst>
          </p:cNvPr>
          <p:cNvSpPr/>
          <p:nvPr/>
        </p:nvSpPr>
        <p:spPr>
          <a:xfrm>
            <a:off x="3347864" y="276047"/>
            <a:ext cx="32403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利用施笃兹定理证明：</a:t>
            </a:r>
            <a:endParaRPr lang="zh-CN" altLang="en-US" sz="2400" b="1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B205CD2-7AAA-44CB-A499-55ADCCA36F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077932"/>
              </p:ext>
            </p:extLst>
          </p:nvPr>
        </p:nvGraphicFramePr>
        <p:xfrm>
          <a:off x="3033713" y="820316"/>
          <a:ext cx="293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04" name="Equation" r:id="rId5" imgW="2933640" imgH="736560" progId="Equation.DSMT4">
                  <p:embed/>
                </p:oleObj>
              </mc:Choice>
              <mc:Fallback>
                <p:oleObj name="Equation" r:id="rId5" imgW="2933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33713" y="820316"/>
                        <a:ext cx="2933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10EB837E-4E9D-404B-9BC0-4D3E2B293BDC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712913"/>
            <a:ext cx="72008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1218FA3F-3D40-4E97-9752-DA139F89473F}"/>
              </a:ext>
            </a:extLst>
          </p:cNvPr>
          <p:cNvSpPr txBox="1">
            <a:spLocks noChangeArrowheads="1"/>
          </p:cNvSpPr>
          <p:nvPr/>
        </p:nvSpPr>
        <p:spPr>
          <a:xfrm>
            <a:off x="2465969" y="2328225"/>
            <a:ext cx="288290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施笃兹定理</a:t>
            </a:r>
            <a:r>
              <a:rPr lang="zh-CN" altLang="en-US" sz="2400" b="1" dirty="0">
                <a:latin typeface="+mn-ea"/>
                <a:ea typeface="+mn-ea"/>
              </a:rPr>
              <a:t>知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588BE58-06C6-43B5-9B23-0FA2B43D15C7}"/>
              </a:ext>
            </a:extLst>
          </p:cNvPr>
          <p:cNvGrpSpPr/>
          <p:nvPr/>
        </p:nvGrpSpPr>
        <p:grpSpPr>
          <a:xfrm>
            <a:off x="5975659" y="1711323"/>
            <a:ext cx="2901205" cy="571500"/>
            <a:chOff x="5975659" y="1711323"/>
            <a:chExt cx="2901205" cy="571500"/>
          </a:xfrm>
        </p:grpSpPr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AB20CA74-3587-4681-8E05-5F0B9AF32AE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975659" y="1711323"/>
              <a:ext cx="2901205" cy="571500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显然数列    单调    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311FA28E-08CF-44A4-A907-107960C5D6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540266"/>
                </p:ext>
              </p:extLst>
            </p:nvPr>
          </p:nvGraphicFramePr>
          <p:xfrm>
            <a:off x="7282185" y="1836979"/>
            <a:ext cx="546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05" name="Equation" r:id="rId7" imgW="545760" imgH="380880" progId="Equation.DSMT4">
                    <p:embed/>
                  </p:oleObj>
                </mc:Choice>
                <mc:Fallback>
                  <p:oleObj name="Equation" r:id="rId7" imgW="5457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282185" y="1836979"/>
                          <a:ext cx="546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AD5B963-AF38-468B-94E8-5F26A1DF0889}"/>
              </a:ext>
            </a:extLst>
          </p:cNvPr>
          <p:cNvGrpSpPr/>
          <p:nvPr/>
        </p:nvGrpSpPr>
        <p:grpSpPr>
          <a:xfrm>
            <a:off x="107503" y="2299193"/>
            <a:ext cx="2425084" cy="571500"/>
            <a:chOff x="107503" y="2299193"/>
            <a:chExt cx="2425084" cy="571500"/>
          </a:xfrm>
        </p:grpSpPr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id="{8C7501D7-2C03-4EB7-8A68-D86DAFE3B34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7503" y="2299193"/>
              <a:ext cx="2232249" cy="571500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latin typeface="+mn-ea"/>
                  <a:ea typeface="+mn-ea"/>
                </a:rPr>
                <a:t>递增且趋向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3D4362E6-9DC5-4F26-B88A-3E9570F990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429891"/>
                </p:ext>
              </p:extLst>
            </p:nvPr>
          </p:nvGraphicFramePr>
          <p:xfrm>
            <a:off x="2037287" y="2525224"/>
            <a:ext cx="495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06" name="Equation" r:id="rId9" imgW="495000" imgH="279360" progId="Equation.DSMT4">
                    <p:embed/>
                  </p:oleObj>
                </mc:Choice>
                <mc:Fallback>
                  <p:oleObj name="Equation" r:id="rId9" imgW="4950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37287" y="2525224"/>
                          <a:ext cx="495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B925F22-CEDF-4B19-8292-5C51CB54CC2A}"/>
              </a:ext>
            </a:extLst>
          </p:cNvPr>
          <p:cNvGrpSpPr/>
          <p:nvPr/>
        </p:nvGrpSpPr>
        <p:grpSpPr>
          <a:xfrm>
            <a:off x="1403156" y="1727692"/>
            <a:ext cx="4330243" cy="571500"/>
            <a:chOff x="1753429" y="1728123"/>
            <a:chExt cx="4330243" cy="571500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72046F3-67E2-432D-A98E-13EB888FF4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5187493"/>
                </p:ext>
              </p:extLst>
            </p:nvPr>
          </p:nvGraphicFramePr>
          <p:xfrm>
            <a:off x="2415344" y="1836979"/>
            <a:ext cx="2552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07" name="Equation" r:id="rId11" imgW="2552400" imgH="380880" progId="Equation.DSMT4">
                    <p:embed/>
                  </p:oleObj>
                </mc:Choice>
                <mc:Fallback>
                  <p:oleObj name="Equation" r:id="rId11" imgW="25524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15344" y="1836979"/>
                          <a:ext cx="2552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8E7BCEC7-1358-4D48-BD88-09DC3DEF988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5986211"/>
                </p:ext>
              </p:extLst>
            </p:nvPr>
          </p:nvGraphicFramePr>
          <p:xfrm>
            <a:off x="5220072" y="1820544"/>
            <a:ext cx="863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08" name="Equation" r:id="rId13" imgW="863280" imgH="380880" progId="Equation.DSMT4">
                    <p:embed/>
                  </p:oleObj>
                </mc:Choice>
                <mc:Fallback>
                  <p:oleObj name="Equation" r:id="rId13" imgW="8632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220072" y="1820544"/>
                          <a:ext cx="863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F395791F-C33C-434D-93A5-05457BF5852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753429" y="1728123"/>
              <a:ext cx="720080" cy="571500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latin typeface="+mn-ea"/>
                  <a:ea typeface="+mn-ea"/>
                </a:rPr>
                <a:t>令</a:t>
              </a:r>
            </a:p>
          </p:txBody>
        </p:sp>
      </p:grp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2090958-C593-490D-905C-86D82CBE5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456835"/>
              </p:ext>
            </p:extLst>
          </p:nvPr>
        </p:nvGraphicFramePr>
        <p:xfrm>
          <a:off x="985838" y="3009971"/>
          <a:ext cx="5270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09" name="Equation" r:id="rId15" imgW="5270400" imgH="812520" progId="Equation.DSMT4">
                  <p:embed/>
                </p:oleObj>
              </mc:Choice>
              <mc:Fallback>
                <p:oleObj name="Equation" r:id="rId15" imgW="52704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85838" y="3009971"/>
                        <a:ext cx="5270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61C14B5-8524-42F8-96A3-965AF47369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306986"/>
              </p:ext>
            </p:extLst>
          </p:nvPr>
        </p:nvGraphicFramePr>
        <p:xfrm>
          <a:off x="3352756" y="3974752"/>
          <a:ext cx="3429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10" name="Equation" r:id="rId17" imgW="3429000" imgH="787320" progId="Equation.DSMT4">
                  <p:embed/>
                </p:oleObj>
              </mc:Choice>
              <mc:Fallback>
                <p:oleObj name="Equation" r:id="rId17" imgW="34290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52756" y="3974752"/>
                        <a:ext cx="3429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100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F6C1BA9-4667-464B-A603-C1B3401529B5}"/>
              </a:ext>
            </a:extLst>
          </p:cNvPr>
          <p:cNvSpPr txBox="1"/>
          <p:nvPr/>
        </p:nvSpPr>
        <p:spPr>
          <a:xfrm>
            <a:off x="827584" y="267494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、柯西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Canchuy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收敛准则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8CD36C-275B-4EF8-B20C-1B09234C6AE8}"/>
              </a:ext>
            </a:extLst>
          </p:cNvPr>
          <p:cNvSpPr/>
          <p:nvPr/>
        </p:nvSpPr>
        <p:spPr>
          <a:xfrm>
            <a:off x="851882" y="987574"/>
            <a:ext cx="7704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数列        收敛的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充要条件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                              当            时，        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2570FD5-783D-4AF5-AAA8-85247E0E1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89995"/>
              </p:ext>
            </p:extLst>
          </p:nvPr>
        </p:nvGraphicFramePr>
        <p:xfrm>
          <a:off x="1619672" y="1027906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53" name="Equation" r:id="rId3" imgW="533160" imgH="380880" progId="Equation.DSMT4">
                  <p:embed/>
                </p:oleObj>
              </mc:Choice>
              <mc:Fallback>
                <p:oleObj name="Equation" r:id="rId3" imgW="53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1027906"/>
                        <a:ext cx="53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3FE02B9-10F6-4692-83A8-13A33A5879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460820"/>
              </p:ext>
            </p:extLst>
          </p:nvPr>
        </p:nvGraphicFramePr>
        <p:xfrm>
          <a:off x="4719217" y="1015206"/>
          <a:ext cx="210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54" name="Equation" r:id="rId5" imgW="2108160" imgH="393480" progId="Equation.DSMT4">
                  <p:embed/>
                </p:oleObj>
              </mc:Choice>
              <mc:Fallback>
                <p:oleObj name="Equation" r:id="rId5" imgW="2108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9217" y="1015206"/>
                        <a:ext cx="2108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FE46CB3-53F1-407A-ABF7-3E89FDA86A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193596"/>
              </p:ext>
            </p:extLst>
          </p:nvPr>
        </p:nvGraphicFramePr>
        <p:xfrm>
          <a:off x="7318871" y="1078706"/>
          <a:ext cx="749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55" name="Equation" r:id="rId7" imgW="749160" imgH="279360" progId="Equation.DSMT4">
                  <p:embed/>
                </p:oleObj>
              </mc:Choice>
              <mc:Fallback>
                <p:oleObj name="Equation" r:id="rId7" imgW="7491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18871" y="1078706"/>
                        <a:ext cx="749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C87B8F3F-6CEF-4F37-84DD-F54F4250A428}"/>
              </a:ext>
            </a:extLst>
          </p:cNvPr>
          <p:cNvSpPr/>
          <p:nvPr/>
        </p:nvSpPr>
        <p:spPr>
          <a:xfrm>
            <a:off x="395536" y="1604165"/>
            <a:ext cx="2664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对一切               有</a:t>
            </a:r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7212795-5726-4E82-A8F8-1EED90E73C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235032"/>
              </p:ext>
            </p:extLst>
          </p:nvPr>
        </p:nvGraphicFramePr>
        <p:xfrm>
          <a:off x="1397422" y="1585394"/>
          <a:ext cx="97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56" name="Equation" r:id="rId9" imgW="977760" imgH="406080" progId="Equation.DSMT4">
                  <p:embed/>
                </p:oleObj>
              </mc:Choice>
              <mc:Fallback>
                <p:oleObj name="Equation" r:id="rId9" imgW="977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7422" y="1585394"/>
                        <a:ext cx="977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CF66BA8-9CE2-469A-AFA6-8B8554FDA7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861313"/>
              </p:ext>
            </p:extLst>
          </p:nvPr>
        </p:nvGraphicFramePr>
        <p:xfrm>
          <a:off x="2844800" y="1627367"/>
          <a:ext cx="1727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57" name="Equation" r:id="rId11" imgW="1726920" imgH="419040" progId="Equation.DSMT4">
                  <p:embed/>
                </p:oleObj>
              </mc:Choice>
              <mc:Fallback>
                <p:oleObj name="Equation" r:id="rId11" imgW="1726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44800" y="1627367"/>
                        <a:ext cx="1727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DA23C60-840C-4F4C-B0FB-98A1B14D6C2B}"/>
              </a:ext>
            </a:extLst>
          </p:cNvPr>
          <p:cNvSpPr/>
          <p:nvPr/>
        </p:nvSpPr>
        <p:spPr>
          <a:xfrm>
            <a:off x="800527" y="2571750"/>
            <a:ext cx="77291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几何解释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当收敛数列的项数充分大时，任意两项之间的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5E650F-101D-4213-8890-05B49F92F8D7}"/>
              </a:ext>
            </a:extLst>
          </p:cNvPr>
          <p:cNvSpPr/>
          <p:nvPr/>
        </p:nvSpPr>
        <p:spPr>
          <a:xfrm>
            <a:off x="306481" y="3147814"/>
            <a:ext cx="22942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距离能充分小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40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D7FD572-7CE2-47B6-B22A-0D3FF121AC76}"/>
              </a:ext>
            </a:extLst>
          </p:cNvPr>
          <p:cNvSpPr/>
          <p:nvPr/>
        </p:nvSpPr>
        <p:spPr>
          <a:xfrm>
            <a:off x="755576" y="267494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17 </a:t>
            </a:r>
            <a:endParaRPr lang="zh-CN" altLang="en-US" sz="24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D77A4F-52FB-49D0-884C-7A44222F8E60}"/>
              </a:ext>
            </a:extLst>
          </p:cNvPr>
          <p:cNvSpPr/>
          <p:nvPr/>
        </p:nvSpPr>
        <p:spPr>
          <a:xfrm>
            <a:off x="1547664" y="292991"/>
            <a:ext cx="42546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cs typeface="Times New Roman" panose="02020603050405020304" pitchFamily="18" charset="0"/>
              </a:rPr>
              <a:t> 利用</a:t>
            </a:r>
            <a:r>
              <a:rPr lang="zh-CN" altLang="zh-CN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柯西收敛准则</a:t>
            </a:r>
            <a:r>
              <a:rPr lang="zh-CN" altLang="zh-CN" sz="2400" b="1" dirty="0">
                <a:cs typeface="Times New Roman" panose="02020603050405020304" pitchFamily="18" charset="0"/>
              </a:rPr>
              <a:t>证明：数列</a:t>
            </a:r>
            <a:endParaRPr lang="zh-CN" altLang="en-US" sz="2400" b="1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98ADD41-31AE-4753-986A-66ED034B37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865046"/>
              </p:ext>
            </p:extLst>
          </p:nvPr>
        </p:nvGraphicFramePr>
        <p:xfrm>
          <a:off x="770122" y="915566"/>
          <a:ext cx="3644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82" name="Equation" r:id="rId3" imgW="3644640" imgH="723600" progId="Equation.DSMT4">
                  <p:embed/>
                </p:oleObj>
              </mc:Choice>
              <mc:Fallback>
                <p:oleObj name="Equation" r:id="rId3" imgW="36446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0122" y="915566"/>
                        <a:ext cx="3644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D01B1E7-A758-4A3D-BD63-9BB04AAC89A9}"/>
              </a:ext>
            </a:extLst>
          </p:cNvPr>
          <p:cNvSpPr/>
          <p:nvPr/>
        </p:nvSpPr>
        <p:spPr>
          <a:xfrm>
            <a:off x="4644008" y="1046683"/>
            <a:ext cx="12303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收敛</a:t>
            </a:r>
            <a:r>
              <a:rPr lang="en-US" altLang="zh-CN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BA3D52-772E-454A-B7C8-18CE931F51FE}"/>
              </a:ext>
            </a:extLst>
          </p:cNvPr>
          <p:cNvSpPr/>
          <p:nvPr/>
        </p:nvSpPr>
        <p:spPr>
          <a:xfrm>
            <a:off x="770122" y="192367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证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9E845B8-E282-4CBD-AC0B-4531891006DE}"/>
              </a:ext>
            </a:extLst>
          </p:cNvPr>
          <p:cNvGrpSpPr/>
          <p:nvPr/>
        </p:nvGrpSpPr>
        <p:grpSpPr>
          <a:xfrm>
            <a:off x="1214423" y="1906850"/>
            <a:ext cx="3429586" cy="461665"/>
            <a:chOff x="1214423" y="1906850"/>
            <a:chExt cx="3429586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76E3911-66B3-4135-8674-0DCD4EBD3C54}"/>
                </a:ext>
              </a:extLst>
            </p:cNvPr>
            <p:cNvSpPr/>
            <p:nvPr/>
          </p:nvSpPr>
          <p:spPr>
            <a:xfrm>
              <a:off x="1214423" y="1906850"/>
              <a:ext cx="342958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</a:rPr>
                <a:t>对任意的正整数  和</a:t>
              </a:r>
              <a:endParaRPr lang="zh-CN" altLang="en-US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9B6DA045-8B57-4D87-8F28-DEABDE7B82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5243388"/>
                </p:ext>
              </p:extLst>
            </p:nvPr>
          </p:nvGraphicFramePr>
          <p:xfrm>
            <a:off x="3511466" y="206186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083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11466" y="2061868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8DBDD09-897A-442C-8FB9-E7A2D5E69A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7201503"/>
                </p:ext>
              </p:extLst>
            </p:nvPr>
          </p:nvGraphicFramePr>
          <p:xfrm>
            <a:off x="4146266" y="2021160"/>
            <a:ext cx="3048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084" name="Equation" r:id="rId7" imgW="304560" imgH="266400" progId="Equation.DSMT4">
                    <p:embed/>
                  </p:oleObj>
                </mc:Choice>
                <mc:Fallback>
                  <p:oleObj name="Equation" r:id="rId7" imgW="30456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146266" y="2021160"/>
                          <a:ext cx="3048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5EBF8E5-085C-4300-AF22-5AE14FB263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088275"/>
              </p:ext>
            </p:extLst>
          </p:nvPr>
        </p:nvGraphicFramePr>
        <p:xfrm>
          <a:off x="1395413" y="2660542"/>
          <a:ext cx="6210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85" name="Equation" r:id="rId9" imgW="6210000" imgH="812520" progId="Equation.DSMT4">
                  <p:embed/>
                </p:oleObj>
              </mc:Choice>
              <mc:Fallback>
                <p:oleObj name="Equation" r:id="rId9" imgW="62100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5413" y="2660542"/>
                        <a:ext cx="6210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1C8F0CD-0971-4109-BD72-F4F09204B0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717867"/>
              </p:ext>
            </p:extLst>
          </p:nvPr>
        </p:nvGraphicFramePr>
        <p:xfrm>
          <a:off x="2483768" y="3765369"/>
          <a:ext cx="5956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86" name="Equation" r:id="rId11" imgW="5956200" imgH="812520" progId="Equation.DSMT4">
                  <p:embed/>
                </p:oleObj>
              </mc:Choice>
              <mc:Fallback>
                <p:oleObj name="Equation" r:id="rId11" imgW="59562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83768" y="3765369"/>
                        <a:ext cx="5956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635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0C213FD-C165-4D92-A687-11EA597153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413075"/>
              </p:ext>
            </p:extLst>
          </p:nvPr>
        </p:nvGraphicFramePr>
        <p:xfrm>
          <a:off x="1835696" y="195486"/>
          <a:ext cx="5956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136" name="Equation" r:id="rId3" imgW="5956200" imgH="812520" progId="Equation.DSMT4">
                  <p:embed/>
                </p:oleObj>
              </mc:Choice>
              <mc:Fallback>
                <p:oleObj name="Equation" r:id="rId3" imgW="5956200" imgH="8125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1C8F0CD-0971-4109-BD72-F4F09204B0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195486"/>
                        <a:ext cx="5956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835FD6A-0048-4B50-9D8E-5BD764DB4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556876"/>
              </p:ext>
            </p:extLst>
          </p:nvPr>
        </p:nvGraphicFramePr>
        <p:xfrm>
          <a:off x="1863725" y="1347788"/>
          <a:ext cx="2895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137" name="Equation" r:id="rId5" imgW="2895480" imgH="812520" progId="Equation.DSMT4">
                  <p:embed/>
                </p:oleObj>
              </mc:Choice>
              <mc:Fallback>
                <p:oleObj name="Equation" r:id="rId5" imgW="28954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63725" y="1347788"/>
                        <a:ext cx="2895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15CC1BCD-2C89-4D6C-ADC0-59A0A7D8F260}"/>
              </a:ext>
            </a:extLst>
          </p:cNvPr>
          <p:cNvGrpSpPr/>
          <p:nvPr/>
        </p:nvGrpSpPr>
        <p:grpSpPr>
          <a:xfrm>
            <a:off x="755576" y="2390255"/>
            <a:ext cx="7978610" cy="812800"/>
            <a:chOff x="755576" y="2390255"/>
            <a:chExt cx="7978610" cy="8128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9ACAAED-FBD5-4EBD-B7E1-8F6E97D690B2}"/>
                </a:ext>
              </a:extLst>
            </p:cNvPr>
            <p:cNvSpPr/>
            <p:nvPr/>
          </p:nvSpPr>
          <p:spPr>
            <a:xfrm>
              <a:off x="755576" y="2500090"/>
              <a:ext cx="77048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</a:rPr>
                <a:t>对       取           当      时，</a:t>
              </a:r>
              <a:endParaRPr lang="zh-CN" altLang="en-US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6A3C5B7-FFE8-48AF-B075-26BD1EE807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3190523"/>
                </p:ext>
              </p:extLst>
            </p:nvPr>
          </p:nvGraphicFramePr>
          <p:xfrm>
            <a:off x="1259632" y="2631555"/>
            <a:ext cx="939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138" name="Equation" r:id="rId7" imgW="939600" imgH="330120" progId="Equation.DSMT4">
                    <p:embed/>
                  </p:oleObj>
                </mc:Choice>
                <mc:Fallback>
                  <p:oleObj name="Equation" r:id="rId7" imgW="939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59632" y="2631555"/>
                          <a:ext cx="939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0A60AAA-C47A-421C-943A-90C08D9EC8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8467505"/>
                </p:ext>
              </p:extLst>
            </p:nvPr>
          </p:nvGraphicFramePr>
          <p:xfrm>
            <a:off x="2675822" y="2390255"/>
            <a:ext cx="14351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139" name="Equation" r:id="rId9" imgW="1434960" imgH="812520" progId="Equation.DSMT4">
                    <p:embed/>
                  </p:oleObj>
                </mc:Choice>
                <mc:Fallback>
                  <p:oleObj name="Equation" r:id="rId9" imgW="143496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675822" y="2390255"/>
                          <a:ext cx="14351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628EE50-239D-4FAD-98A0-5E00406609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9331898"/>
                </p:ext>
              </p:extLst>
            </p:nvPr>
          </p:nvGraphicFramePr>
          <p:xfrm>
            <a:off x="4658430" y="2591222"/>
            <a:ext cx="749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140" name="Equation" r:id="rId11" imgW="749160" imgH="279360" progId="Equation.DSMT4">
                    <p:embed/>
                  </p:oleObj>
                </mc:Choice>
                <mc:Fallback>
                  <p:oleObj name="Equation" r:id="rId11" imgW="749160" imgH="27936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F07157C2-065D-4BD7-8E77-FEFE6076A57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658430" y="2591222"/>
                          <a:ext cx="749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C71FBBB-B912-48E4-8D06-A4EFA578A787}"/>
                </a:ext>
              </a:extLst>
            </p:cNvPr>
            <p:cNvSpPr/>
            <p:nvPr/>
          </p:nvSpPr>
          <p:spPr>
            <a:xfrm>
              <a:off x="6069890" y="2500090"/>
              <a:ext cx="26642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对一切               有</a:t>
              </a:r>
              <a:endParaRPr lang="zh-CN" altLang="en-US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0F86BC22-E168-41D9-92B1-E2012A01B2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6698179"/>
                </p:ext>
              </p:extLst>
            </p:nvPr>
          </p:nvGraphicFramePr>
          <p:xfrm>
            <a:off x="7231777" y="2498891"/>
            <a:ext cx="977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141" name="Equation" r:id="rId13" imgW="977760" imgH="406080" progId="Equation.DSMT4">
                    <p:embed/>
                  </p:oleObj>
                </mc:Choice>
                <mc:Fallback>
                  <p:oleObj name="Equation" r:id="rId13" imgW="977760" imgH="40608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37212795-5726-4E82-A8F8-1EED90E73C7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231777" y="2498891"/>
                          <a:ext cx="9779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C8AF34E-1752-4E8A-9643-0C67B6DDE9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29447"/>
              </p:ext>
            </p:extLst>
          </p:nvPr>
        </p:nvGraphicFramePr>
        <p:xfrm>
          <a:off x="3448849" y="3174257"/>
          <a:ext cx="222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142" name="Equation" r:id="rId15" imgW="2222280" imgH="736560" progId="Equation.DSMT4">
                  <p:embed/>
                </p:oleObj>
              </mc:Choice>
              <mc:Fallback>
                <p:oleObj name="Equation" r:id="rId15" imgW="2222280" imgH="7365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8CF66BA8-9CE2-469A-AFA6-8B8554FDA7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48849" y="3174257"/>
                        <a:ext cx="222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C6F5CDF1-3494-4137-AD47-5BFB00DC76C9}"/>
              </a:ext>
            </a:extLst>
          </p:cNvPr>
          <p:cNvGrpSpPr/>
          <p:nvPr/>
        </p:nvGrpSpPr>
        <p:grpSpPr>
          <a:xfrm>
            <a:off x="751276" y="3860776"/>
            <a:ext cx="8141204" cy="723900"/>
            <a:chOff x="751276" y="3860776"/>
            <a:chExt cx="8141204" cy="7239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31D420A-B4E7-44D8-877E-DC4E72C417C0}"/>
                </a:ext>
              </a:extLst>
            </p:cNvPr>
            <p:cNvSpPr/>
            <p:nvPr/>
          </p:nvSpPr>
          <p:spPr>
            <a:xfrm>
              <a:off x="751276" y="3991894"/>
              <a:ext cx="81412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由柯西收敛准则知，数列                         收敛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D3199A5-D471-48A7-B74A-CC0F983406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5917125"/>
                </p:ext>
              </p:extLst>
            </p:nvPr>
          </p:nvGraphicFramePr>
          <p:xfrm>
            <a:off x="4317821" y="3860776"/>
            <a:ext cx="36449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143" name="Equation" r:id="rId17" imgW="3644640" imgH="723600" progId="Equation.DSMT4">
                    <p:embed/>
                  </p:oleObj>
                </mc:Choice>
                <mc:Fallback>
                  <p:oleObj name="Equation" r:id="rId17" imgW="3644640" imgH="72360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E98ADD41-31AE-4753-986A-66ED034B37E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317821" y="3860776"/>
                          <a:ext cx="36449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8161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2F111B-8397-4158-B07C-CDAE2FFBB9B7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627534"/>
            <a:ext cx="288032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作业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375884-C507-4B72-BF8E-E63850C8F214}"/>
              </a:ext>
            </a:extLst>
          </p:cNvPr>
          <p:cNvSpPr txBox="1">
            <a:spLocks noChangeArrowheads="1"/>
          </p:cNvSpPr>
          <p:nvPr/>
        </p:nvSpPr>
        <p:spPr>
          <a:xfrm>
            <a:off x="1547664" y="1419622"/>
            <a:ext cx="612068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+mn-ea"/>
                <a:ea typeface="+mn-ea"/>
              </a:rPr>
              <a:t>1.</a:t>
            </a:r>
            <a:r>
              <a:rPr lang="zh-CN" altLang="en-US" sz="2400" b="1" dirty="0">
                <a:latin typeface="+mn-ea"/>
                <a:ea typeface="+mn-ea"/>
              </a:rPr>
              <a:t>继续学习</a:t>
            </a:r>
            <a:r>
              <a:rPr lang="en-US" altLang="zh-CN" sz="2400" b="1" dirty="0">
                <a:latin typeface="+mn-ea"/>
                <a:ea typeface="+mn-ea"/>
              </a:rPr>
              <a:t>PPT</a:t>
            </a:r>
            <a:r>
              <a:rPr lang="zh-CN" altLang="en-US" sz="2400" b="1" dirty="0">
                <a:latin typeface="+mn-ea"/>
                <a:ea typeface="+mn-ea"/>
              </a:rPr>
              <a:t>，研读课本并掌握课本例题</a:t>
            </a:r>
            <a:r>
              <a:rPr lang="en-US" altLang="zh-CN" sz="2400" b="1" dirty="0">
                <a:latin typeface="+mn-ea"/>
                <a:ea typeface="+mn-ea"/>
              </a:rPr>
              <a:t>;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8CE7154-A1DA-4881-936E-629A40063ED8}"/>
              </a:ext>
            </a:extLst>
          </p:cNvPr>
          <p:cNvSpPr txBox="1">
            <a:spLocks noChangeArrowheads="1"/>
          </p:cNvSpPr>
          <p:nvPr/>
        </p:nvSpPr>
        <p:spPr>
          <a:xfrm>
            <a:off x="1531674" y="2306604"/>
            <a:ext cx="5040560" cy="571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+mn-ea"/>
                <a:ea typeface="+mn-ea"/>
              </a:rPr>
              <a:t>2.</a:t>
            </a:r>
            <a:r>
              <a:rPr lang="zh-CN" altLang="en-US" sz="2400" b="1" dirty="0">
                <a:latin typeface="+mn-ea"/>
                <a:ea typeface="+mn-ea"/>
              </a:rPr>
              <a:t>课本习题</a:t>
            </a:r>
            <a:r>
              <a:rPr lang="en-US" altLang="zh-CN" sz="2400" b="1" dirty="0">
                <a:latin typeface="+mn-ea"/>
                <a:ea typeface="+mn-ea"/>
              </a:rPr>
              <a:t>1-3.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298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716016" y="3489852"/>
            <a:ext cx="3589760" cy="228880"/>
          </a:xfrm>
          <a:prstGeom prst="rect">
            <a:avLst/>
          </a:prstGeom>
          <a:noFill/>
        </p:spPr>
        <p:txBody>
          <a:bodyPr spcFirstLastPara="1" wrap="square" lIns="68580" tIns="34290" rIns="68580" bIns="34290" numCol="1">
            <a:prstTxWarp prst="textArchUp">
              <a:avLst/>
            </a:prstTxWarp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endParaRPr lang="en-US" altLang="zh-CN" sz="7200" b="1" dirty="0">
              <a:ln w="11430"/>
              <a:solidFill>
                <a:srgbClr val="320064"/>
              </a:solidFill>
              <a:latin typeface="华文行楷" pitchFamily="2" charset="-122"/>
              <a:ea typeface="华文行楷" pitchFamily="2" charset="-122"/>
            </a:endParaRPr>
          </a:p>
          <a:p>
            <a:pPr algn="ctr"/>
            <a:endParaRPr lang="en-US" altLang="zh-CN" sz="7200" b="1" dirty="0">
              <a:ln w="11430"/>
              <a:solidFill>
                <a:srgbClr val="320064"/>
              </a:solidFill>
              <a:latin typeface="华文行楷" pitchFamily="2" charset="-122"/>
              <a:ea typeface="华文行楷" pitchFamily="2" charset="-122"/>
            </a:endParaRPr>
          </a:p>
          <a:p>
            <a:pPr algn="ctr"/>
            <a:endParaRPr lang="en-US" altLang="zh-CN" sz="7200" b="1" dirty="0">
              <a:ln w="11430"/>
              <a:solidFill>
                <a:srgbClr val="320064"/>
              </a:solidFill>
              <a:latin typeface="华文行楷" pitchFamily="2" charset="-122"/>
              <a:ea typeface="华文行楷" pitchFamily="2" charset="-122"/>
            </a:endParaRPr>
          </a:p>
          <a:p>
            <a:pPr algn="ctr"/>
            <a:endParaRPr lang="en-US" altLang="zh-CN" sz="7200" b="1" dirty="0">
              <a:ln w="11430"/>
              <a:solidFill>
                <a:srgbClr val="320064"/>
              </a:solidFill>
              <a:latin typeface="华文行楷" pitchFamily="2" charset="-122"/>
              <a:ea typeface="华文行楷" pitchFamily="2" charset="-122"/>
            </a:endParaRPr>
          </a:p>
          <a:p>
            <a:pPr algn="ctr"/>
            <a:endParaRPr lang="en-US" altLang="zh-CN" sz="7200" b="1" dirty="0">
              <a:ln w="11430"/>
              <a:solidFill>
                <a:srgbClr val="320064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40F6FF52-3F62-4EE7-9093-F29DBB3875EF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E344509-7D9F-4B56-86E8-DB12BEDD1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4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9376</TotalTime>
  <Words>1168</Words>
  <Application>Microsoft Office PowerPoint</Application>
  <PresentationFormat>全屏显示(16:9)</PresentationFormat>
  <Paragraphs>314</Paragraphs>
  <Slides>50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50</vt:i4>
      </vt:variant>
    </vt:vector>
  </HeadingPairs>
  <TitlesOfParts>
    <vt:vector size="66" baseType="lpstr">
      <vt:lpstr>等线</vt:lpstr>
      <vt:lpstr>华文行楷</vt:lpstr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主题</vt:lpstr>
      <vt:lpstr>MathType 7.0 Equation</vt:lpstr>
      <vt:lpstr>Equation</vt:lpstr>
      <vt:lpstr>Equation.3</vt:lpstr>
      <vt:lpstr>第一章  函数与极限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1129</cp:revision>
  <cp:lastPrinted>2019-07-25T10:48:26Z</cp:lastPrinted>
  <dcterms:created xsi:type="dcterms:W3CDTF">2018-09-27T06:48:00Z</dcterms:created>
  <dcterms:modified xsi:type="dcterms:W3CDTF">2023-09-14T18:23:08Z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