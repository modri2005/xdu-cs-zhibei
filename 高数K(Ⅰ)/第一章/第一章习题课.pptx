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373" r:id="rId2"/>
    <p:sldId id="527" r:id="rId3"/>
    <p:sldId id="528" r:id="rId4"/>
    <p:sldId id="529" r:id="rId5"/>
    <p:sldId id="530" r:id="rId6"/>
    <p:sldId id="536" r:id="rId7"/>
    <p:sldId id="532" r:id="rId8"/>
    <p:sldId id="533" r:id="rId9"/>
    <p:sldId id="534" r:id="rId10"/>
    <p:sldId id="537" r:id="rId11"/>
    <p:sldId id="538" r:id="rId12"/>
    <p:sldId id="539" r:id="rId13"/>
    <p:sldId id="540" r:id="rId14"/>
    <p:sldId id="541" r:id="rId15"/>
    <p:sldId id="542" r:id="rId16"/>
    <p:sldId id="543" r:id="rId17"/>
    <p:sldId id="551" r:id="rId18"/>
    <p:sldId id="544" r:id="rId19"/>
    <p:sldId id="545" r:id="rId20"/>
    <p:sldId id="546" r:id="rId21"/>
    <p:sldId id="535" r:id="rId22"/>
    <p:sldId id="547" r:id="rId23"/>
    <p:sldId id="552" r:id="rId24"/>
    <p:sldId id="553" r:id="rId25"/>
    <p:sldId id="554" r:id="rId26"/>
    <p:sldId id="555" r:id="rId27"/>
    <p:sldId id="556" r:id="rId28"/>
    <p:sldId id="557" r:id="rId29"/>
    <p:sldId id="548" r:id="rId30"/>
    <p:sldId id="549" r:id="rId31"/>
    <p:sldId id="558" r:id="rId32"/>
    <p:sldId id="559" r:id="rId33"/>
    <p:sldId id="560" r:id="rId34"/>
    <p:sldId id="561" r:id="rId35"/>
    <p:sldId id="577" r:id="rId36"/>
    <p:sldId id="578" r:id="rId37"/>
    <p:sldId id="579" r:id="rId38"/>
    <p:sldId id="580" r:id="rId39"/>
    <p:sldId id="581" r:id="rId40"/>
    <p:sldId id="582" r:id="rId41"/>
    <p:sldId id="583" r:id="rId42"/>
    <p:sldId id="562" r:id="rId43"/>
    <p:sldId id="565" r:id="rId44"/>
    <p:sldId id="569" r:id="rId45"/>
    <p:sldId id="566" r:id="rId46"/>
    <p:sldId id="567" r:id="rId47"/>
    <p:sldId id="568" r:id="rId48"/>
    <p:sldId id="570" r:id="rId49"/>
    <p:sldId id="571" r:id="rId50"/>
    <p:sldId id="572" r:id="rId51"/>
    <p:sldId id="563" r:id="rId52"/>
    <p:sldId id="573" r:id="rId53"/>
    <p:sldId id="574" r:id="rId54"/>
    <p:sldId id="576" r:id="rId55"/>
    <p:sldId id="584" r:id="rId56"/>
    <p:sldId id="446" r:id="rId5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2D04DA"/>
    <a:srgbClr val="19F31E"/>
    <a:srgbClr val="1E2E7E"/>
    <a:srgbClr val="FF0066"/>
    <a:srgbClr val="FF0000"/>
    <a:srgbClr val="579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1" autoAdjust="0"/>
    <p:restoredTop sz="91422" autoAdjust="0"/>
  </p:normalViewPr>
  <p:slideViewPr>
    <p:cSldViewPr>
      <p:cViewPr varScale="1">
        <p:scale>
          <a:sx n="132" d="100"/>
          <a:sy n="132" d="100"/>
        </p:scale>
        <p:origin x="144" y="126"/>
      </p:cViewPr>
      <p:guideLst>
        <p:guide orient="horz" pos="107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-269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11" Type="http://schemas.openxmlformats.org/officeDocument/2006/relationships/image" Target="../media/image43.wmf"/><Relationship Id="rId5" Type="http://schemas.openxmlformats.org/officeDocument/2006/relationships/image" Target="../media/image37.wmf"/><Relationship Id="rId10" Type="http://schemas.openxmlformats.org/officeDocument/2006/relationships/image" Target="../media/image42.wmf"/><Relationship Id="rId4" Type="http://schemas.openxmlformats.org/officeDocument/2006/relationships/image" Target="../media/image36.wmf"/><Relationship Id="rId9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image" Target="../media/image56.wmf"/><Relationship Id="rId3" Type="http://schemas.openxmlformats.org/officeDocument/2006/relationships/image" Target="../media/image46.wmf"/><Relationship Id="rId7" Type="http://schemas.openxmlformats.org/officeDocument/2006/relationships/image" Target="../media/image50.wmf"/><Relationship Id="rId12" Type="http://schemas.openxmlformats.org/officeDocument/2006/relationships/image" Target="../media/image55.wmf"/><Relationship Id="rId17" Type="http://schemas.openxmlformats.org/officeDocument/2006/relationships/image" Target="../media/image60.wmf"/><Relationship Id="rId2" Type="http://schemas.openxmlformats.org/officeDocument/2006/relationships/image" Target="../media/image45.wmf"/><Relationship Id="rId16" Type="http://schemas.openxmlformats.org/officeDocument/2006/relationships/image" Target="../media/image59.wmf"/><Relationship Id="rId1" Type="http://schemas.openxmlformats.org/officeDocument/2006/relationships/image" Target="../media/image44.wmf"/><Relationship Id="rId6" Type="http://schemas.openxmlformats.org/officeDocument/2006/relationships/image" Target="../media/image49.wmf"/><Relationship Id="rId11" Type="http://schemas.openxmlformats.org/officeDocument/2006/relationships/image" Target="../media/image54.wmf"/><Relationship Id="rId5" Type="http://schemas.openxmlformats.org/officeDocument/2006/relationships/image" Target="../media/image48.wmf"/><Relationship Id="rId15" Type="http://schemas.openxmlformats.org/officeDocument/2006/relationships/image" Target="../media/image58.wmf"/><Relationship Id="rId10" Type="http://schemas.openxmlformats.org/officeDocument/2006/relationships/image" Target="../media/image53.wmf"/><Relationship Id="rId4" Type="http://schemas.openxmlformats.org/officeDocument/2006/relationships/image" Target="../media/image47.wmf"/><Relationship Id="rId9" Type="http://schemas.openxmlformats.org/officeDocument/2006/relationships/image" Target="../media/image52.wmf"/><Relationship Id="rId14" Type="http://schemas.openxmlformats.org/officeDocument/2006/relationships/image" Target="../media/image5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76.wmf"/><Relationship Id="rId1" Type="http://schemas.openxmlformats.org/officeDocument/2006/relationships/image" Target="../media/image75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11" Type="http://schemas.openxmlformats.org/officeDocument/2006/relationships/image" Target="../media/image90.wmf"/><Relationship Id="rId5" Type="http://schemas.openxmlformats.org/officeDocument/2006/relationships/image" Target="../media/image84.wmf"/><Relationship Id="rId10" Type="http://schemas.openxmlformats.org/officeDocument/2006/relationships/image" Target="../media/image89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Relationship Id="rId9" Type="http://schemas.openxmlformats.org/officeDocument/2006/relationships/image" Target="../media/image9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1.wmf"/><Relationship Id="rId1" Type="http://schemas.openxmlformats.org/officeDocument/2006/relationships/image" Target="../media/image100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13" Type="http://schemas.openxmlformats.org/officeDocument/2006/relationships/image" Target="../media/image117.wmf"/><Relationship Id="rId3" Type="http://schemas.openxmlformats.org/officeDocument/2006/relationships/image" Target="../media/image107.wmf"/><Relationship Id="rId7" Type="http://schemas.openxmlformats.org/officeDocument/2006/relationships/image" Target="../media/image111.wmf"/><Relationship Id="rId12" Type="http://schemas.openxmlformats.org/officeDocument/2006/relationships/image" Target="../media/image116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6" Type="http://schemas.openxmlformats.org/officeDocument/2006/relationships/image" Target="../media/image110.wmf"/><Relationship Id="rId11" Type="http://schemas.openxmlformats.org/officeDocument/2006/relationships/image" Target="../media/image115.wmf"/><Relationship Id="rId5" Type="http://schemas.openxmlformats.org/officeDocument/2006/relationships/image" Target="../media/image109.wmf"/><Relationship Id="rId10" Type="http://schemas.openxmlformats.org/officeDocument/2006/relationships/image" Target="../media/image114.w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Relationship Id="rId14" Type="http://schemas.openxmlformats.org/officeDocument/2006/relationships/image" Target="../media/image11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image" Target="../media/image131.wmf"/><Relationship Id="rId3" Type="http://schemas.openxmlformats.org/officeDocument/2006/relationships/image" Target="../media/image121.wmf"/><Relationship Id="rId7" Type="http://schemas.openxmlformats.org/officeDocument/2006/relationships/image" Target="../media/image125.wmf"/><Relationship Id="rId12" Type="http://schemas.openxmlformats.org/officeDocument/2006/relationships/image" Target="../media/image130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6" Type="http://schemas.openxmlformats.org/officeDocument/2006/relationships/image" Target="../media/image124.wmf"/><Relationship Id="rId11" Type="http://schemas.openxmlformats.org/officeDocument/2006/relationships/image" Target="../media/image129.wmf"/><Relationship Id="rId5" Type="http://schemas.openxmlformats.org/officeDocument/2006/relationships/image" Target="../media/image123.wmf"/><Relationship Id="rId10" Type="http://schemas.openxmlformats.org/officeDocument/2006/relationships/image" Target="../media/image128.wmf"/><Relationship Id="rId4" Type="http://schemas.openxmlformats.org/officeDocument/2006/relationships/image" Target="../media/image122.wmf"/><Relationship Id="rId9" Type="http://schemas.openxmlformats.org/officeDocument/2006/relationships/image" Target="../media/image127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49.wmf"/><Relationship Id="rId3" Type="http://schemas.openxmlformats.org/officeDocument/2006/relationships/image" Target="../media/image139.wmf"/><Relationship Id="rId7" Type="http://schemas.openxmlformats.org/officeDocument/2006/relationships/image" Target="../media/image143.wmf"/><Relationship Id="rId12" Type="http://schemas.openxmlformats.org/officeDocument/2006/relationships/image" Target="../media/image148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6" Type="http://schemas.openxmlformats.org/officeDocument/2006/relationships/image" Target="../media/image142.wmf"/><Relationship Id="rId11" Type="http://schemas.openxmlformats.org/officeDocument/2006/relationships/image" Target="../media/image147.wmf"/><Relationship Id="rId5" Type="http://schemas.openxmlformats.org/officeDocument/2006/relationships/image" Target="../media/image141.wmf"/><Relationship Id="rId10" Type="http://schemas.openxmlformats.org/officeDocument/2006/relationships/image" Target="../media/image146.wmf"/><Relationship Id="rId4" Type="http://schemas.openxmlformats.org/officeDocument/2006/relationships/image" Target="../media/image140.wmf"/><Relationship Id="rId9" Type="http://schemas.openxmlformats.org/officeDocument/2006/relationships/image" Target="../media/image14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image" Target="../media/image161.wmf"/><Relationship Id="rId3" Type="http://schemas.openxmlformats.org/officeDocument/2006/relationships/image" Target="../media/image152.wmf"/><Relationship Id="rId7" Type="http://schemas.openxmlformats.org/officeDocument/2006/relationships/image" Target="../media/image156.wmf"/><Relationship Id="rId12" Type="http://schemas.openxmlformats.org/officeDocument/2006/relationships/image" Target="../media/image160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11" Type="http://schemas.openxmlformats.org/officeDocument/2006/relationships/image" Target="../media/image159.wmf"/><Relationship Id="rId5" Type="http://schemas.openxmlformats.org/officeDocument/2006/relationships/image" Target="../media/image154.wmf"/><Relationship Id="rId10" Type="http://schemas.openxmlformats.org/officeDocument/2006/relationships/image" Target="../media/image142.wmf"/><Relationship Id="rId4" Type="http://schemas.openxmlformats.org/officeDocument/2006/relationships/image" Target="../media/image153.wmf"/><Relationship Id="rId9" Type="http://schemas.openxmlformats.org/officeDocument/2006/relationships/image" Target="../media/image158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55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13" Type="http://schemas.openxmlformats.org/officeDocument/2006/relationships/image" Target="../media/image179.wmf"/><Relationship Id="rId3" Type="http://schemas.openxmlformats.org/officeDocument/2006/relationships/image" Target="../media/image169.wmf"/><Relationship Id="rId7" Type="http://schemas.openxmlformats.org/officeDocument/2006/relationships/image" Target="../media/image173.wmf"/><Relationship Id="rId12" Type="http://schemas.openxmlformats.org/officeDocument/2006/relationships/image" Target="../media/image178.wmf"/><Relationship Id="rId2" Type="http://schemas.openxmlformats.org/officeDocument/2006/relationships/image" Target="../media/image168.wmf"/><Relationship Id="rId16" Type="http://schemas.openxmlformats.org/officeDocument/2006/relationships/image" Target="../media/image182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11" Type="http://schemas.openxmlformats.org/officeDocument/2006/relationships/image" Target="../media/image177.wmf"/><Relationship Id="rId5" Type="http://schemas.openxmlformats.org/officeDocument/2006/relationships/image" Target="../media/image171.wmf"/><Relationship Id="rId15" Type="http://schemas.openxmlformats.org/officeDocument/2006/relationships/image" Target="../media/image181.wmf"/><Relationship Id="rId10" Type="http://schemas.openxmlformats.org/officeDocument/2006/relationships/image" Target="../media/image176.wmf"/><Relationship Id="rId4" Type="http://schemas.openxmlformats.org/officeDocument/2006/relationships/image" Target="../media/image170.wmf"/><Relationship Id="rId9" Type="http://schemas.openxmlformats.org/officeDocument/2006/relationships/image" Target="../media/image175.wmf"/><Relationship Id="rId14" Type="http://schemas.openxmlformats.org/officeDocument/2006/relationships/image" Target="../media/image180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image" Target="../media/image195.wmf"/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12" Type="http://schemas.openxmlformats.org/officeDocument/2006/relationships/image" Target="../media/image194.wmf"/><Relationship Id="rId2" Type="http://schemas.openxmlformats.org/officeDocument/2006/relationships/image" Target="../media/image184.wmf"/><Relationship Id="rId16" Type="http://schemas.openxmlformats.org/officeDocument/2006/relationships/image" Target="../media/image198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11" Type="http://schemas.openxmlformats.org/officeDocument/2006/relationships/image" Target="../media/image193.wmf"/><Relationship Id="rId5" Type="http://schemas.openxmlformats.org/officeDocument/2006/relationships/image" Target="../media/image187.wmf"/><Relationship Id="rId15" Type="http://schemas.openxmlformats.org/officeDocument/2006/relationships/image" Target="../media/image197.wmf"/><Relationship Id="rId10" Type="http://schemas.openxmlformats.org/officeDocument/2006/relationships/image" Target="../media/image192.wmf"/><Relationship Id="rId4" Type="http://schemas.openxmlformats.org/officeDocument/2006/relationships/image" Target="../media/image186.wmf"/><Relationship Id="rId9" Type="http://schemas.openxmlformats.org/officeDocument/2006/relationships/image" Target="../media/image191.wmf"/><Relationship Id="rId14" Type="http://schemas.openxmlformats.org/officeDocument/2006/relationships/image" Target="../media/image196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07.wmf"/><Relationship Id="rId7" Type="http://schemas.openxmlformats.org/officeDocument/2006/relationships/image" Target="../media/image211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6" Type="http://schemas.openxmlformats.org/officeDocument/2006/relationships/image" Target="../media/image210.wmf"/><Relationship Id="rId5" Type="http://schemas.openxmlformats.org/officeDocument/2006/relationships/image" Target="../media/image209.wmf"/><Relationship Id="rId4" Type="http://schemas.openxmlformats.org/officeDocument/2006/relationships/image" Target="../media/image208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13" Type="http://schemas.openxmlformats.org/officeDocument/2006/relationships/image" Target="../media/image225.wmf"/><Relationship Id="rId3" Type="http://schemas.openxmlformats.org/officeDocument/2006/relationships/image" Target="../media/image215.wmf"/><Relationship Id="rId7" Type="http://schemas.openxmlformats.org/officeDocument/2006/relationships/image" Target="../media/image219.wmf"/><Relationship Id="rId12" Type="http://schemas.openxmlformats.org/officeDocument/2006/relationships/image" Target="../media/image224.wmf"/><Relationship Id="rId2" Type="http://schemas.openxmlformats.org/officeDocument/2006/relationships/image" Target="../media/image214.wmf"/><Relationship Id="rId1" Type="http://schemas.openxmlformats.org/officeDocument/2006/relationships/image" Target="../media/image213.wmf"/><Relationship Id="rId6" Type="http://schemas.openxmlformats.org/officeDocument/2006/relationships/image" Target="../media/image218.wmf"/><Relationship Id="rId11" Type="http://schemas.openxmlformats.org/officeDocument/2006/relationships/image" Target="../media/image223.wmf"/><Relationship Id="rId5" Type="http://schemas.openxmlformats.org/officeDocument/2006/relationships/image" Target="../media/image217.wmf"/><Relationship Id="rId15" Type="http://schemas.openxmlformats.org/officeDocument/2006/relationships/image" Target="../media/image227.wmf"/><Relationship Id="rId10" Type="http://schemas.openxmlformats.org/officeDocument/2006/relationships/image" Target="../media/image222.wmf"/><Relationship Id="rId4" Type="http://schemas.openxmlformats.org/officeDocument/2006/relationships/image" Target="../media/image216.wmf"/><Relationship Id="rId9" Type="http://schemas.openxmlformats.org/officeDocument/2006/relationships/image" Target="../media/image221.wmf"/><Relationship Id="rId14" Type="http://schemas.openxmlformats.org/officeDocument/2006/relationships/image" Target="../media/image22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wmf"/><Relationship Id="rId3" Type="http://schemas.openxmlformats.org/officeDocument/2006/relationships/image" Target="../media/image234.wmf"/><Relationship Id="rId7" Type="http://schemas.openxmlformats.org/officeDocument/2006/relationships/image" Target="../media/image236.wmf"/><Relationship Id="rId2" Type="http://schemas.openxmlformats.org/officeDocument/2006/relationships/image" Target="../media/image233.wmf"/><Relationship Id="rId1" Type="http://schemas.openxmlformats.org/officeDocument/2006/relationships/image" Target="../media/image225.wmf"/><Relationship Id="rId6" Type="http://schemas.openxmlformats.org/officeDocument/2006/relationships/image" Target="../media/image235.wmf"/><Relationship Id="rId5" Type="http://schemas.openxmlformats.org/officeDocument/2006/relationships/image" Target="../media/image218.wmf"/><Relationship Id="rId10" Type="http://schemas.openxmlformats.org/officeDocument/2006/relationships/image" Target="../media/image239.wmf"/><Relationship Id="rId4" Type="http://schemas.openxmlformats.org/officeDocument/2006/relationships/image" Target="../media/image217.wmf"/><Relationship Id="rId9" Type="http://schemas.openxmlformats.org/officeDocument/2006/relationships/image" Target="../media/image238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wmf"/><Relationship Id="rId3" Type="http://schemas.openxmlformats.org/officeDocument/2006/relationships/image" Target="../media/image242.wmf"/><Relationship Id="rId7" Type="http://schemas.openxmlformats.org/officeDocument/2006/relationships/image" Target="../media/image245.wmf"/><Relationship Id="rId2" Type="http://schemas.openxmlformats.org/officeDocument/2006/relationships/image" Target="../media/image241.wmf"/><Relationship Id="rId1" Type="http://schemas.openxmlformats.org/officeDocument/2006/relationships/image" Target="../media/image240.wmf"/><Relationship Id="rId6" Type="http://schemas.openxmlformats.org/officeDocument/2006/relationships/image" Target="../media/image244.wmf"/><Relationship Id="rId5" Type="http://schemas.openxmlformats.org/officeDocument/2006/relationships/image" Target="../media/image243.wmf"/><Relationship Id="rId4" Type="http://schemas.openxmlformats.org/officeDocument/2006/relationships/image" Target="../media/image225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wmf"/><Relationship Id="rId3" Type="http://schemas.openxmlformats.org/officeDocument/2006/relationships/image" Target="../media/image249.wmf"/><Relationship Id="rId7" Type="http://schemas.openxmlformats.org/officeDocument/2006/relationships/image" Target="../media/image253.wmf"/><Relationship Id="rId12" Type="http://schemas.openxmlformats.org/officeDocument/2006/relationships/image" Target="../media/image258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Relationship Id="rId6" Type="http://schemas.openxmlformats.org/officeDocument/2006/relationships/image" Target="../media/image252.wmf"/><Relationship Id="rId11" Type="http://schemas.openxmlformats.org/officeDocument/2006/relationships/image" Target="../media/image257.wmf"/><Relationship Id="rId5" Type="http://schemas.openxmlformats.org/officeDocument/2006/relationships/image" Target="../media/image251.wmf"/><Relationship Id="rId10" Type="http://schemas.openxmlformats.org/officeDocument/2006/relationships/image" Target="../media/image256.wmf"/><Relationship Id="rId4" Type="http://schemas.openxmlformats.org/officeDocument/2006/relationships/image" Target="../media/image250.wmf"/><Relationship Id="rId9" Type="http://schemas.openxmlformats.org/officeDocument/2006/relationships/image" Target="../media/image255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wmf"/><Relationship Id="rId3" Type="http://schemas.openxmlformats.org/officeDocument/2006/relationships/image" Target="../media/image261.wmf"/><Relationship Id="rId7" Type="http://schemas.openxmlformats.org/officeDocument/2006/relationships/image" Target="../media/image265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10" Type="http://schemas.openxmlformats.org/officeDocument/2006/relationships/image" Target="../media/image268.wmf"/><Relationship Id="rId4" Type="http://schemas.openxmlformats.org/officeDocument/2006/relationships/image" Target="../media/image262.wmf"/><Relationship Id="rId9" Type="http://schemas.openxmlformats.org/officeDocument/2006/relationships/image" Target="../media/image267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wmf"/><Relationship Id="rId2" Type="http://schemas.openxmlformats.org/officeDocument/2006/relationships/image" Target="../media/image270.wmf"/><Relationship Id="rId1" Type="http://schemas.openxmlformats.org/officeDocument/2006/relationships/image" Target="../media/image269.wmf"/><Relationship Id="rId4" Type="http://schemas.openxmlformats.org/officeDocument/2006/relationships/image" Target="../media/image272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13" Type="http://schemas.openxmlformats.org/officeDocument/2006/relationships/image" Target="../media/image285.wmf"/><Relationship Id="rId3" Type="http://schemas.openxmlformats.org/officeDocument/2006/relationships/image" Target="../media/image275.wmf"/><Relationship Id="rId7" Type="http://schemas.openxmlformats.org/officeDocument/2006/relationships/image" Target="../media/image279.wmf"/><Relationship Id="rId12" Type="http://schemas.openxmlformats.org/officeDocument/2006/relationships/image" Target="../media/image284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Relationship Id="rId6" Type="http://schemas.openxmlformats.org/officeDocument/2006/relationships/image" Target="../media/image278.wmf"/><Relationship Id="rId11" Type="http://schemas.openxmlformats.org/officeDocument/2006/relationships/image" Target="../media/image283.wmf"/><Relationship Id="rId5" Type="http://schemas.openxmlformats.org/officeDocument/2006/relationships/image" Target="../media/image277.wmf"/><Relationship Id="rId10" Type="http://schemas.openxmlformats.org/officeDocument/2006/relationships/image" Target="../media/image282.wmf"/><Relationship Id="rId4" Type="http://schemas.openxmlformats.org/officeDocument/2006/relationships/image" Target="../media/image276.wmf"/><Relationship Id="rId9" Type="http://schemas.openxmlformats.org/officeDocument/2006/relationships/image" Target="../media/image281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wmf"/><Relationship Id="rId7" Type="http://schemas.openxmlformats.org/officeDocument/2006/relationships/image" Target="../media/image291.wmf"/><Relationship Id="rId2" Type="http://schemas.openxmlformats.org/officeDocument/2006/relationships/image" Target="../media/image282.wmf"/><Relationship Id="rId1" Type="http://schemas.openxmlformats.org/officeDocument/2006/relationships/image" Target="../media/image286.wmf"/><Relationship Id="rId6" Type="http://schemas.openxmlformats.org/officeDocument/2006/relationships/image" Target="../media/image290.wmf"/><Relationship Id="rId5" Type="http://schemas.openxmlformats.org/officeDocument/2006/relationships/image" Target="../media/image289.wmf"/><Relationship Id="rId4" Type="http://schemas.openxmlformats.org/officeDocument/2006/relationships/image" Target="../media/image288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3" Type="http://schemas.openxmlformats.org/officeDocument/2006/relationships/image" Target="../media/image294.wmf"/><Relationship Id="rId7" Type="http://schemas.openxmlformats.org/officeDocument/2006/relationships/image" Target="../media/image298.wmf"/><Relationship Id="rId2" Type="http://schemas.openxmlformats.org/officeDocument/2006/relationships/image" Target="../media/image293.wmf"/><Relationship Id="rId1" Type="http://schemas.openxmlformats.org/officeDocument/2006/relationships/image" Target="../media/image292.wmf"/><Relationship Id="rId6" Type="http://schemas.openxmlformats.org/officeDocument/2006/relationships/image" Target="../media/image297.wmf"/><Relationship Id="rId5" Type="http://schemas.openxmlformats.org/officeDocument/2006/relationships/image" Target="../media/image296.wmf"/><Relationship Id="rId10" Type="http://schemas.openxmlformats.org/officeDocument/2006/relationships/image" Target="../media/image301.wmf"/><Relationship Id="rId4" Type="http://schemas.openxmlformats.org/officeDocument/2006/relationships/image" Target="../media/image295.wmf"/><Relationship Id="rId9" Type="http://schemas.openxmlformats.org/officeDocument/2006/relationships/image" Target="../media/image30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3.wmf"/><Relationship Id="rId2" Type="http://schemas.openxmlformats.org/officeDocument/2006/relationships/image" Target="../media/image302.wmf"/><Relationship Id="rId1" Type="http://schemas.openxmlformats.org/officeDocument/2006/relationships/image" Target="../media/image301.wmf"/><Relationship Id="rId5" Type="http://schemas.openxmlformats.org/officeDocument/2006/relationships/image" Target="../media/image305.wmf"/><Relationship Id="rId4" Type="http://schemas.openxmlformats.org/officeDocument/2006/relationships/image" Target="../media/image304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wmf"/><Relationship Id="rId7" Type="http://schemas.openxmlformats.org/officeDocument/2006/relationships/image" Target="../media/image312.wmf"/><Relationship Id="rId2" Type="http://schemas.openxmlformats.org/officeDocument/2006/relationships/image" Target="../media/image307.wmf"/><Relationship Id="rId1" Type="http://schemas.openxmlformats.org/officeDocument/2006/relationships/image" Target="../media/image306.wmf"/><Relationship Id="rId6" Type="http://schemas.openxmlformats.org/officeDocument/2006/relationships/image" Target="../media/image311.wmf"/><Relationship Id="rId5" Type="http://schemas.openxmlformats.org/officeDocument/2006/relationships/image" Target="../media/image310.wmf"/><Relationship Id="rId4" Type="http://schemas.openxmlformats.org/officeDocument/2006/relationships/image" Target="../media/image309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3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image" Target="../media/image316.wmf"/><Relationship Id="rId7" Type="http://schemas.openxmlformats.org/officeDocument/2006/relationships/image" Target="../media/image320.wmf"/><Relationship Id="rId2" Type="http://schemas.openxmlformats.org/officeDocument/2006/relationships/image" Target="../media/image315.wmf"/><Relationship Id="rId1" Type="http://schemas.openxmlformats.org/officeDocument/2006/relationships/image" Target="../media/image314.wmf"/><Relationship Id="rId6" Type="http://schemas.openxmlformats.org/officeDocument/2006/relationships/image" Target="../media/image319.wmf"/><Relationship Id="rId5" Type="http://schemas.openxmlformats.org/officeDocument/2006/relationships/image" Target="../media/image318.wmf"/><Relationship Id="rId10" Type="http://schemas.openxmlformats.org/officeDocument/2006/relationships/image" Target="../media/image323.wmf"/><Relationship Id="rId4" Type="http://schemas.openxmlformats.org/officeDocument/2006/relationships/image" Target="../media/image317.wmf"/><Relationship Id="rId9" Type="http://schemas.openxmlformats.org/officeDocument/2006/relationships/image" Target="../media/image322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wmf"/><Relationship Id="rId3" Type="http://schemas.openxmlformats.org/officeDocument/2006/relationships/image" Target="../media/image326.wmf"/><Relationship Id="rId7" Type="http://schemas.openxmlformats.org/officeDocument/2006/relationships/image" Target="../media/image330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Relationship Id="rId6" Type="http://schemas.openxmlformats.org/officeDocument/2006/relationships/image" Target="../media/image329.wmf"/><Relationship Id="rId11" Type="http://schemas.openxmlformats.org/officeDocument/2006/relationships/image" Target="../media/image334.wmf"/><Relationship Id="rId5" Type="http://schemas.openxmlformats.org/officeDocument/2006/relationships/image" Target="../media/image328.wmf"/><Relationship Id="rId10" Type="http://schemas.openxmlformats.org/officeDocument/2006/relationships/image" Target="../media/image333.wmf"/><Relationship Id="rId4" Type="http://schemas.openxmlformats.org/officeDocument/2006/relationships/image" Target="../media/image327.wmf"/><Relationship Id="rId9" Type="http://schemas.openxmlformats.org/officeDocument/2006/relationships/image" Target="../media/image332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3" Type="http://schemas.openxmlformats.org/officeDocument/2006/relationships/image" Target="../media/image326.wmf"/><Relationship Id="rId7" Type="http://schemas.openxmlformats.org/officeDocument/2006/relationships/image" Target="../media/image338.wmf"/><Relationship Id="rId2" Type="http://schemas.openxmlformats.org/officeDocument/2006/relationships/image" Target="../media/image325.wmf"/><Relationship Id="rId1" Type="http://schemas.openxmlformats.org/officeDocument/2006/relationships/image" Target="../media/image324.wmf"/><Relationship Id="rId6" Type="http://schemas.openxmlformats.org/officeDocument/2006/relationships/image" Target="../media/image337.wmf"/><Relationship Id="rId5" Type="http://schemas.openxmlformats.org/officeDocument/2006/relationships/image" Target="../media/image336.wmf"/><Relationship Id="rId4" Type="http://schemas.openxmlformats.org/officeDocument/2006/relationships/image" Target="../media/image335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2.wmf"/><Relationship Id="rId2" Type="http://schemas.openxmlformats.org/officeDocument/2006/relationships/image" Target="../media/image341.wmf"/><Relationship Id="rId1" Type="http://schemas.openxmlformats.org/officeDocument/2006/relationships/image" Target="../media/image340.wmf"/><Relationship Id="rId4" Type="http://schemas.openxmlformats.org/officeDocument/2006/relationships/image" Target="../media/image343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344.wmf"/><Relationship Id="rId1" Type="http://schemas.openxmlformats.org/officeDocument/2006/relationships/image" Target="../media/image92.wmf"/><Relationship Id="rId5" Type="http://schemas.openxmlformats.org/officeDocument/2006/relationships/image" Target="../media/image346.wmf"/><Relationship Id="rId4" Type="http://schemas.openxmlformats.org/officeDocument/2006/relationships/image" Target="../media/image345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wmf"/><Relationship Id="rId2" Type="http://schemas.openxmlformats.org/officeDocument/2006/relationships/image" Target="../media/image348.wmf"/><Relationship Id="rId1" Type="http://schemas.openxmlformats.org/officeDocument/2006/relationships/image" Target="../media/image347.wmf"/><Relationship Id="rId5" Type="http://schemas.openxmlformats.org/officeDocument/2006/relationships/image" Target="../media/image351.wmf"/><Relationship Id="rId4" Type="http://schemas.openxmlformats.org/officeDocument/2006/relationships/image" Target="../media/image350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3.wmf"/><Relationship Id="rId2" Type="http://schemas.openxmlformats.org/officeDocument/2006/relationships/image" Target="../media/image347.wmf"/><Relationship Id="rId1" Type="http://schemas.openxmlformats.org/officeDocument/2006/relationships/image" Target="../media/image352.wmf"/><Relationship Id="rId5" Type="http://schemas.openxmlformats.org/officeDocument/2006/relationships/image" Target="../media/image355.wmf"/><Relationship Id="rId4" Type="http://schemas.openxmlformats.org/officeDocument/2006/relationships/image" Target="../media/image354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7.wmf"/><Relationship Id="rId2" Type="http://schemas.openxmlformats.org/officeDocument/2006/relationships/image" Target="../media/image347.wmf"/><Relationship Id="rId1" Type="http://schemas.openxmlformats.org/officeDocument/2006/relationships/image" Target="../media/image356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65.wmf"/><Relationship Id="rId13" Type="http://schemas.openxmlformats.org/officeDocument/2006/relationships/image" Target="../media/image370.wmf"/><Relationship Id="rId3" Type="http://schemas.openxmlformats.org/officeDocument/2006/relationships/image" Target="../media/image360.wmf"/><Relationship Id="rId7" Type="http://schemas.openxmlformats.org/officeDocument/2006/relationships/image" Target="../media/image364.wmf"/><Relationship Id="rId12" Type="http://schemas.openxmlformats.org/officeDocument/2006/relationships/image" Target="../media/image369.wmf"/><Relationship Id="rId2" Type="http://schemas.openxmlformats.org/officeDocument/2006/relationships/image" Target="../media/image359.wmf"/><Relationship Id="rId1" Type="http://schemas.openxmlformats.org/officeDocument/2006/relationships/image" Target="../media/image358.wmf"/><Relationship Id="rId6" Type="http://schemas.openxmlformats.org/officeDocument/2006/relationships/image" Target="../media/image363.wmf"/><Relationship Id="rId11" Type="http://schemas.openxmlformats.org/officeDocument/2006/relationships/image" Target="../media/image368.wmf"/><Relationship Id="rId5" Type="http://schemas.openxmlformats.org/officeDocument/2006/relationships/image" Target="../media/image362.wmf"/><Relationship Id="rId15" Type="http://schemas.openxmlformats.org/officeDocument/2006/relationships/image" Target="../media/image372.wmf"/><Relationship Id="rId10" Type="http://schemas.openxmlformats.org/officeDocument/2006/relationships/image" Target="../media/image367.wmf"/><Relationship Id="rId4" Type="http://schemas.openxmlformats.org/officeDocument/2006/relationships/image" Target="../media/image361.wmf"/><Relationship Id="rId9" Type="http://schemas.openxmlformats.org/officeDocument/2006/relationships/image" Target="../media/image366.wmf"/><Relationship Id="rId14" Type="http://schemas.openxmlformats.org/officeDocument/2006/relationships/image" Target="../media/image371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wmf"/><Relationship Id="rId3" Type="http://schemas.openxmlformats.org/officeDocument/2006/relationships/image" Target="../media/image375.wmf"/><Relationship Id="rId7" Type="http://schemas.openxmlformats.org/officeDocument/2006/relationships/image" Target="../media/image379.wmf"/><Relationship Id="rId2" Type="http://schemas.openxmlformats.org/officeDocument/2006/relationships/image" Target="../media/image374.wmf"/><Relationship Id="rId1" Type="http://schemas.openxmlformats.org/officeDocument/2006/relationships/image" Target="../media/image373.wmf"/><Relationship Id="rId6" Type="http://schemas.openxmlformats.org/officeDocument/2006/relationships/image" Target="../media/image378.wmf"/><Relationship Id="rId5" Type="http://schemas.openxmlformats.org/officeDocument/2006/relationships/image" Target="../media/image377.wmf"/><Relationship Id="rId10" Type="http://schemas.openxmlformats.org/officeDocument/2006/relationships/image" Target="../media/image382.wmf"/><Relationship Id="rId4" Type="http://schemas.openxmlformats.org/officeDocument/2006/relationships/image" Target="../media/image376.wmf"/><Relationship Id="rId9" Type="http://schemas.openxmlformats.org/officeDocument/2006/relationships/image" Target="../media/image381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wmf"/><Relationship Id="rId3" Type="http://schemas.openxmlformats.org/officeDocument/2006/relationships/image" Target="../media/image385.wmf"/><Relationship Id="rId7" Type="http://schemas.openxmlformats.org/officeDocument/2006/relationships/image" Target="../media/image388.wmf"/><Relationship Id="rId2" Type="http://schemas.openxmlformats.org/officeDocument/2006/relationships/image" Target="../media/image384.wmf"/><Relationship Id="rId1" Type="http://schemas.openxmlformats.org/officeDocument/2006/relationships/image" Target="../media/image383.wmf"/><Relationship Id="rId6" Type="http://schemas.openxmlformats.org/officeDocument/2006/relationships/image" Target="../media/image387.wmf"/><Relationship Id="rId5" Type="http://schemas.openxmlformats.org/officeDocument/2006/relationships/image" Target="../media/image386.wmf"/><Relationship Id="rId4" Type="http://schemas.openxmlformats.org/officeDocument/2006/relationships/image" Target="../media/image225.wmf"/><Relationship Id="rId9" Type="http://schemas.openxmlformats.org/officeDocument/2006/relationships/image" Target="../media/image390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8.wmf"/><Relationship Id="rId3" Type="http://schemas.openxmlformats.org/officeDocument/2006/relationships/image" Target="../media/image393.wmf"/><Relationship Id="rId7" Type="http://schemas.openxmlformats.org/officeDocument/2006/relationships/image" Target="../media/image397.wmf"/><Relationship Id="rId2" Type="http://schemas.openxmlformats.org/officeDocument/2006/relationships/image" Target="../media/image392.wmf"/><Relationship Id="rId1" Type="http://schemas.openxmlformats.org/officeDocument/2006/relationships/image" Target="../media/image391.wmf"/><Relationship Id="rId6" Type="http://schemas.openxmlformats.org/officeDocument/2006/relationships/image" Target="../media/image396.wmf"/><Relationship Id="rId11" Type="http://schemas.openxmlformats.org/officeDocument/2006/relationships/image" Target="../media/image401.wmf"/><Relationship Id="rId5" Type="http://schemas.openxmlformats.org/officeDocument/2006/relationships/image" Target="../media/image395.wmf"/><Relationship Id="rId10" Type="http://schemas.openxmlformats.org/officeDocument/2006/relationships/image" Target="../media/image400.wmf"/><Relationship Id="rId4" Type="http://schemas.openxmlformats.org/officeDocument/2006/relationships/image" Target="../media/image394.wmf"/><Relationship Id="rId9" Type="http://schemas.openxmlformats.org/officeDocument/2006/relationships/image" Target="../media/image399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8.wmf"/><Relationship Id="rId13" Type="http://schemas.openxmlformats.org/officeDocument/2006/relationships/image" Target="../media/image413.wmf"/><Relationship Id="rId18" Type="http://schemas.openxmlformats.org/officeDocument/2006/relationships/image" Target="../media/image418.wmf"/><Relationship Id="rId3" Type="http://schemas.openxmlformats.org/officeDocument/2006/relationships/image" Target="../media/image403.wmf"/><Relationship Id="rId7" Type="http://schemas.openxmlformats.org/officeDocument/2006/relationships/image" Target="../media/image407.wmf"/><Relationship Id="rId12" Type="http://schemas.openxmlformats.org/officeDocument/2006/relationships/image" Target="../media/image412.wmf"/><Relationship Id="rId17" Type="http://schemas.openxmlformats.org/officeDocument/2006/relationships/image" Target="../media/image417.wmf"/><Relationship Id="rId2" Type="http://schemas.openxmlformats.org/officeDocument/2006/relationships/image" Target="../media/image225.wmf"/><Relationship Id="rId16" Type="http://schemas.openxmlformats.org/officeDocument/2006/relationships/image" Target="../media/image416.wmf"/><Relationship Id="rId1" Type="http://schemas.openxmlformats.org/officeDocument/2006/relationships/image" Target="../media/image402.wmf"/><Relationship Id="rId6" Type="http://schemas.openxmlformats.org/officeDocument/2006/relationships/image" Target="../media/image406.wmf"/><Relationship Id="rId11" Type="http://schemas.openxmlformats.org/officeDocument/2006/relationships/image" Target="../media/image411.wmf"/><Relationship Id="rId5" Type="http://schemas.openxmlformats.org/officeDocument/2006/relationships/image" Target="../media/image405.wmf"/><Relationship Id="rId15" Type="http://schemas.openxmlformats.org/officeDocument/2006/relationships/image" Target="../media/image415.wmf"/><Relationship Id="rId10" Type="http://schemas.openxmlformats.org/officeDocument/2006/relationships/image" Target="../media/image410.wmf"/><Relationship Id="rId19" Type="http://schemas.openxmlformats.org/officeDocument/2006/relationships/image" Target="../media/image419.wmf"/><Relationship Id="rId4" Type="http://schemas.openxmlformats.org/officeDocument/2006/relationships/image" Target="../media/image404.wmf"/><Relationship Id="rId9" Type="http://schemas.openxmlformats.org/officeDocument/2006/relationships/image" Target="../media/image409.wmf"/><Relationship Id="rId14" Type="http://schemas.openxmlformats.org/officeDocument/2006/relationships/image" Target="../media/image4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E8132-2EE5-474B-9AF7-26CFBCDBB031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CDC56-2C6A-45E0-890F-80645A6E33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64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0142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732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CDC56-2C6A-45E0-890F-80645A6E3367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601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18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6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3.wmf"/><Relationship Id="rId18" Type="http://schemas.openxmlformats.org/officeDocument/2006/relationships/oleObject" Target="../embeddings/oleObject26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20.w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5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5" Type="http://schemas.openxmlformats.org/officeDocument/2006/relationships/image" Target="../media/image24.wmf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26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1.wmf"/><Relationship Id="rId14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0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37.wmf"/><Relationship Id="rId17" Type="http://schemas.openxmlformats.org/officeDocument/2006/relationships/oleObject" Target="../embeddings/oleObject4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.wmf"/><Relationship Id="rId20" Type="http://schemas.openxmlformats.org/officeDocument/2006/relationships/image" Target="../media/image4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3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10" Type="http://schemas.openxmlformats.org/officeDocument/2006/relationships/image" Target="../media/image36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8.wmf"/><Relationship Id="rId22" Type="http://schemas.openxmlformats.org/officeDocument/2006/relationships/image" Target="../media/image42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9.bin"/><Relationship Id="rId18" Type="http://schemas.openxmlformats.org/officeDocument/2006/relationships/image" Target="../media/image51.wmf"/><Relationship Id="rId26" Type="http://schemas.openxmlformats.org/officeDocument/2006/relationships/image" Target="../media/image55.wmf"/><Relationship Id="rId3" Type="http://schemas.openxmlformats.org/officeDocument/2006/relationships/oleObject" Target="../embeddings/oleObject44.bin"/><Relationship Id="rId21" Type="http://schemas.openxmlformats.org/officeDocument/2006/relationships/oleObject" Target="../embeddings/oleObject53.bin"/><Relationship Id="rId34" Type="http://schemas.openxmlformats.org/officeDocument/2006/relationships/image" Target="../media/image59.wmf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48.wmf"/><Relationship Id="rId17" Type="http://schemas.openxmlformats.org/officeDocument/2006/relationships/oleObject" Target="../embeddings/oleObject51.bin"/><Relationship Id="rId25" Type="http://schemas.openxmlformats.org/officeDocument/2006/relationships/oleObject" Target="../embeddings/oleObject55.bin"/><Relationship Id="rId33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0.wmf"/><Relationship Id="rId20" Type="http://schemas.openxmlformats.org/officeDocument/2006/relationships/image" Target="../media/image52.wmf"/><Relationship Id="rId29" Type="http://schemas.openxmlformats.org/officeDocument/2006/relationships/oleObject" Target="../embeddings/oleObject57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48.bin"/><Relationship Id="rId24" Type="http://schemas.openxmlformats.org/officeDocument/2006/relationships/image" Target="../media/image54.wmf"/><Relationship Id="rId32" Type="http://schemas.openxmlformats.org/officeDocument/2006/relationships/image" Target="../media/image58.wmf"/><Relationship Id="rId5" Type="http://schemas.openxmlformats.org/officeDocument/2006/relationships/oleObject" Target="../embeddings/oleObject45.bin"/><Relationship Id="rId15" Type="http://schemas.openxmlformats.org/officeDocument/2006/relationships/oleObject" Target="../embeddings/oleObject50.bin"/><Relationship Id="rId23" Type="http://schemas.openxmlformats.org/officeDocument/2006/relationships/oleObject" Target="../embeddings/oleObject54.bin"/><Relationship Id="rId28" Type="http://schemas.openxmlformats.org/officeDocument/2006/relationships/image" Target="../media/image56.wmf"/><Relationship Id="rId36" Type="http://schemas.openxmlformats.org/officeDocument/2006/relationships/image" Target="../media/image60.wmf"/><Relationship Id="rId10" Type="http://schemas.openxmlformats.org/officeDocument/2006/relationships/image" Target="../media/image47.wmf"/><Relationship Id="rId19" Type="http://schemas.openxmlformats.org/officeDocument/2006/relationships/oleObject" Target="../embeddings/oleObject52.bin"/><Relationship Id="rId31" Type="http://schemas.openxmlformats.org/officeDocument/2006/relationships/oleObject" Target="../embeddings/oleObject58.bin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7.bin"/><Relationship Id="rId14" Type="http://schemas.openxmlformats.org/officeDocument/2006/relationships/image" Target="../media/image49.wmf"/><Relationship Id="rId22" Type="http://schemas.openxmlformats.org/officeDocument/2006/relationships/image" Target="../media/image53.wmf"/><Relationship Id="rId27" Type="http://schemas.openxmlformats.org/officeDocument/2006/relationships/oleObject" Target="../embeddings/oleObject56.bin"/><Relationship Id="rId30" Type="http://schemas.openxmlformats.org/officeDocument/2006/relationships/image" Target="../media/image57.wmf"/><Relationship Id="rId35" Type="http://schemas.openxmlformats.org/officeDocument/2006/relationships/oleObject" Target="../embeddings/oleObject60.bin"/><Relationship Id="rId8" Type="http://schemas.openxmlformats.org/officeDocument/2006/relationships/image" Target="../media/image4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66.bin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66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2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3.bin"/><Relationship Id="rId10" Type="http://schemas.openxmlformats.org/officeDocument/2006/relationships/image" Target="../media/image70.wmf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72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6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78.wmf"/><Relationship Id="rId4" Type="http://schemas.openxmlformats.org/officeDocument/2006/relationships/image" Target="../media/image75.wmf"/><Relationship Id="rId9" Type="http://schemas.openxmlformats.org/officeDocument/2006/relationships/oleObject" Target="../embeddings/oleObject7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87.wmf"/><Relationship Id="rId3" Type="http://schemas.openxmlformats.org/officeDocument/2006/relationships/oleObject" Target="../embeddings/oleObject80.bin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84.bin"/><Relationship Id="rId24" Type="http://schemas.openxmlformats.org/officeDocument/2006/relationships/image" Target="../media/image90.wmf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23" Type="http://schemas.openxmlformats.org/officeDocument/2006/relationships/oleObject" Target="../embeddings/oleObject90.bin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85.wmf"/><Relationship Id="rId22" Type="http://schemas.openxmlformats.org/officeDocument/2006/relationships/image" Target="../media/image89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98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95.wmf"/><Relationship Id="rId1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7.wmf"/><Relationship Id="rId20" Type="http://schemas.openxmlformats.org/officeDocument/2006/relationships/image" Target="../media/image99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94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91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96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0" Type="http://schemas.openxmlformats.org/officeDocument/2006/relationships/image" Target="../media/image103.wmf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0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13" Type="http://schemas.openxmlformats.org/officeDocument/2006/relationships/oleObject" Target="../embeddings/oleObject110.bin"/><Relationship Id="rId18" Type="http://schemas.openxmlformats.org/officeDocument/2006/relationships/image" Target="../media/image112.wmf"/><Relationship Id="rId26" Type="http://schemas.openxmlformats.org/officeDocument/2006/relationships/image" Target="../media/image116.wmf"/><Relationship Id="rId3" Type="http://schemas.openxmlformats.org/officeDocument/2006/relationships/oleObject" Target="../embeddings/oleObject105.bin"/><Relationship Id="rId21" Type="http://schemas.openxmlformats.org/officeDocument/2006/relationships/oleObject" Target="../embeddings/oleObject114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9.wmf"/><Relationship Id="rId17" Type="http://schemas.openxmlformats.org/officeDocument/2006/relationships/oleObject" Target="../embeddings/oleObject112.bin"/><Relationship Id="rId25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1.wmf"/><Relationship Id="rId20" Type="http://schemas.openxmlformats.org/officeDocument/2006/relationships/image" Target="../media/image113.wmf"/><Relationship Id="rId29" Type="http://schemas.openxmlformats.org/officeDocument/2006/relationships/oleObject" Target="../embeddings/oleObject118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6.wmf"/><Relationship Id="rId11" Type="http://schemas.openxmlformats.org/officeDocument/2006/relationships/oleObject" Target="../embeddings/oleObject109.bin"/><Relationship Id="rId24" Type="http://schemas.openxmlformats.org/officeDocument/2006/relationships/image" Target="../media/image115.wmf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1.bin"/><Relationship Id="rId23" Type="http://schemas.openxmlformats.org/officeDocument/2006/relationships/oleObject" Target="../embeddings/oleObject115.bin"/><Relationship Id="rId28" Type="http://schemas.openxmlformats.org/officeDocument/2006/relationships/image" Target="../media/image117.wmf"/><Relationship Id="rId10" Type="http://schemas.openxmlformats.org/officeDocument/2006/relationships/image" Target="../media/image108.wmf"/><Relationship Id="rId19" Type="http://schemas.openxmlformats.org/officeDocument/2006/relationships/oleObject" Target="../embeddings/oleObject113.bin"/><Relationship Id="rId4" Type="http://schemas.openxmlformats.org/officeDocument/2006/relationships/image" Target="../media/image105.w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10.wmf"/><Relationship Id="rId22" Type="http://schemas.openxmlformats.org/officeDocument/2006/relationships/image" Target="../media/image114.wmf"/><Relationship Id="rId27" Type="http://schemas.openxmlformats.org/officeDocument/2006/relationships/oleObject" Target="../embeddings/oleObject117.bin"/><Relationship Id="rId30" Type="http://schemas.openxmlformats.org/officeDocument/2006/relationships/image" Target="../media/image11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oleObject" Target="../embeddings/oleObject124.bin"/><Relationship Id="rId18" Type="http://schemas.openxmlformats.org/officeDocument/2006/relationships/image" Target="../media/image126.wmf"/><Relationship Id="rId26" Type="http://schemas.openxmlformats.org/officeDocument/2006/relationships/image" Target="../media/image130.wmf"/><Relationship Id="rId3" Type="http://schemas.openxmlformats.org/officeDocument/2006/relationships/oleObject" Target="../embeddings/oleObject119.bin"/><Relationship Id="rId21" Type="http://schemas.openxmlformats.org/officeDocument/2006/relationships/oleObject" Target="../embeddings/oleObject128.bin"/><Relationship Id="rId7" Type="http://schemas.openxmlformats.org/officeDocument/2006/relationships/oleObject" Target="../embeddings/oleObject121.bin"/><Relationship Id="rId12" Type="http://schemas.openxmlformats.org/officeDocument/2006/relationships/image" Target="../media/image123.wmf"/><Relationship Id="rId17" Type="http://schemas.openxmlformats.org/officeDocument/2006/relationships/oleObject" Target="../embeddings/oleObject126.bin"/><Relationship Id="rId25" Type="http://schemas.openxmlformats.org/officeDocument/2006/relationships/oleObject" Target="../embeddings/oleObject1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5.wmf"/><Relationship Id="rId20" Type="http://schemas.openxmlformats.org/officeDocument/2006/relationships/image" Target="../media/image127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0.wmf"/><Relationship Id="rId11" Type="http://schemas.openxmlformats.org/officeDocument/2006/relationships/oleObject" Target="../embeddings/oleObject123.bin"/><Relationship Id="rId24" Type="http://schemas.openxmlformats.org/officeDocument/2006/relationships/image" Target="../media/image129.wmf"/><Relationship Id="rId5" Type="http://schemas.openxmlformats.org/officeDocument/2006/relationships/oleObject" Target="../embeddings/oleObject120.bin"/><Relationship Id="rId15" Type="http://schemas.openxmlformats.org/officeDocument/2006/relationships/oleObject" Target="../embeddings/oleObject125.bin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131.wmf"/><Relationship Id="rId10" Type="http://schemas.openxmlformats.org/officeDocument/2006/relationships/image" Target="../media/image122.wmf"/><Relationship Id="rId19" Type="http://schemas.openxmlformats.org/officeDocument/2006/relationships/oleObject" Target="../embeddings/oleObject127.bin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22.bin"/><Relationship Id="rId14" Type="http://schemas.openxmlformats.org/officeDocument/2006/relationships/image" Target="../media/image124.wmf"/><Relationship Id="rId22" Type="http://schemas.openxmlformats.org/officeDocument/2006/relationships/image" Target="../media/image128.wmf"/><Relationship Id="rId27" Type="http://schemas.openxmlformats.org/officeDocument/2006/relationships/oleObject" Target="../embeddings/oleObject13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3" Type="http://schemas.openxmlformats.org/officeDocument/2006/relationships/oleObject" Target="../embeddings/oleObject132.bin"/><Relationship Id="rId7" Type="http://schemas.openxmlformats.org/officeDocument/2006/relationships/oleObject" Target="../embeddings/oleObject134.bin"/><Relationship Id="rId12" Type="http://schemas.openxmlformats.org/officeDocument/2006/relationships/image" Target="../media/image13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36.bin"/><Relationship Id="rId5" Type="http://schemas.openxmlformats.org/officeDocument/2006/relationships/oleObject" Target="../embeddings/oleObject133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35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42.bin"/><Relationship Id="rId18" Type="http://schemas.openxmlformats.org/officeDocument/2006/relationships/image" Target="../media/image144.wmf"/><Relationship Id="rId26" Type="http://schemas.openxmlformats.org/officeDocument/2006/relationships/image" Target="../media/image148.wmf"/><Relationship Id="rId3" Type="http://schemas.openxmlformats.org/officeDocument/2006/relationships/oleObject" Target="../embeddings/oleObject137.bin"/><Relationship Id="rId21" Type="http://schemas.openxmlformats.org/officeDocument/2006/relationships/oleObject" Target="../embeddings/oleObject146.bin"/><Relationship Id="rId7" Type="http://schemas.openxmlformats.org/officeDocument/2006/relationships/oleObject" Target="../embeddings/oleObject139.bin"/><Relationship Id="rId12" Type="http://schemas.openxmlformats.org/officeDocument/2006/relationships/image" Target="../media/image141.wmf"/><Relationship Id="rId17" Type="http://schemas.openxmlformats.org/officeDocument/2006/relationships/oleObject" Target="../embeddings/oleObject144.bin"/><Relationship Id="rId25" Type="http://schemas.openxmlformats.org/officeDocument/2006/relationships/oleObject" Target="../embeddings/oleObject14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3.wmf"/><Relationship Id="rId20" Type="http://schemas.openxmlformats.org/officeDocument/2006/relationships/image" Target="../media/image145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41.bin"/><Relationship Id="rId24" Type="http://schemas.openxmlformats.org/officeDocument/2006/relationships/image" Target="../media/image147.wmf"/><Relationship Id="rId5" Type="http://schemas.openxmlformats.org/officeDocument/2006/relationships/oleObject" Target="../embeddings/oleObject138.bin"/><Relationship Id="rId15" Type="http://schemas.openxmlformats.org/officeDocument/2006/relationships/oleObject" Target="../embeddings/oleObject143.bin"/><Relationship Id="rId23" Type="http://schemas.openxmlformats.org/officeDocument/2006/relationships/oleObject" Target="../embeddings/oleObject147.bin"/><Relationship Id="rId28" Type="http://schemas.openxmlformats.org/officeDocument/2006/relationships/image" Target="../media/image149.wmf"/><Relationship Id="rId10" Type="http://schemas.openxmlformats.org/officeDocument/2006/relationships/image" Target="../media/image140.wmf"/><Relationship Id="rId19" Type="http://schemas.openxmlformats.org/officeDocument/2006/relationships/oleObject" Target="../embeddings/oleObject145.bin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40.bin"/><Relationship Id="rId14" Type="http://schemas.openxmlformats.org/officeDocument/2006/relationships/image" Target="../media/image142.wmf"/><Relationship Id="rId22" Type="http://schemas.openxmlformats.org/officeDocument/2006/relationships/image" Target="../media/image146.wmf"/><Relationship Id="rId27" Type="http://schemas.openxmlformats.org/officeDocument/2006/relationships/oleObject" Target="../embeddings/oleObject14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57.wmf"/><Relationship Id="rId26" Type="http://schemas.openxmlformats.org/officeDocument/2006/relationships/image" Target="../media/image160.wmf"/><Relationship Id="rId3" Type="http://schemas.openxmlformats.org/officeDocument/2006/relationships/oleObject" Target="../embeddings/oleObject150.bin"/><Relationship Id="rId21" Type="http://schemas.openxmlformats.org/officeDocument/2006/relationships/oleObject" Target="../embeddings/oleObject159.bin"/><Relationship Id="rId7" Type="http://schemas.openxmlformats.org/officeDocument/2006/relationships/oleObject" Target="../embeddings/oleObject152.bin"/><Relationship Id="rId12" Type="http://schemas.openxmlformats.org/officeDocument/2006/relationships/image" Target="../media/image154.wmf"/><Relationship Id="rId17" Type="http://schemas.openxmlformats.org/officeDocument/2006/relationships/oleObject" Target="../embeddings/oleObject157.bin"/><Relationship Id="rId25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6.wmf"/><Relationship Id="rId20" Type="http://schemas.openxmlformats.org/officeDocument/2006/relationships/image" Target="../media/image158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54.bin"/><Relationship Id="rId24" Type="http://schemas.openxmlformats.org/officeDocument/2006/relationships/image" Target="../media/image159.wmf"/><Relationship Id="rId5" Type="http://schemas.openxmlformats.org/officeDocument/2006/relationships/oleObject" Target="../embeddings/oleObject151.bin"/><Relationship Id="rId15" Type="http://schemas.openxmlformats.org/officeDocument/2006/relationships/oleObject" Target="../embeddings/oleObject156.bin"/><Relationship Id="rId23" Type="http://schemas.openxmlformats.org/officeDocument/2006/relationships/oleObject" Target="../embeddings/oleObject160.bin"/><Relationship Id="rId28" Type="http://schemas.openxmlformats.org/officeDocument/2006/relationships/image" Target="../media/image161.wmf"/><Relationship Id="rId10" Type="http://schemas.openxmlformats.org/officeDocument/2006/relationships/image" Target="../media/image153.wmf"/><Relationship Id="rId19" Type="http://schemas.openxmlformats.org/officeDocument/2006/relationships/oleObject" Target="../embeddings/oleObject158.bin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53.bin"/><Relationship Id="rId14" Type="http://schemas.openxmlformats.org/officeDocument/2006/relationships/image" Target="../media/image155.wmf"/><Relationship Id="rId22" Type="http://schemas.openxmlformats.org/officeDocument/2006/relationships/image" Target="../media/image142.wmf"/><Relationship Id="rId27" Type="http://schemas.openxmlformats.org/officeDocument/2006/relationships/oleObject" Target="../embeddings/oleObject16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oleObject" Target="../embeddings/oleObject168.bin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12" Type="http://schemas.openxmlformats.org/officeDocument/2006/relationships/image" Target="../media/image16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62.wmf"/><Relationship Id="rId11" Type="http://schemas.openxmlformats.org/officeDocument/2006/relationships/oleObject" Target="../embeddings/oleObject167.bin"/><Relationship Id="rId5" Type="http://schemas.openxmlformats.org/officeDocument/2006/relationships/oleObject" Target="../embeddings/oleObject164.bin"/><Relationship Id="rId10" Type="http://schemas.openxmlformats.org/officeDocument/2006/relationships/image" Target="../media/image164.wmf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66.bin"/><Relationship Id="rId14" Type="http://schemas.openxmlformats.org/officeDocument/2006/relationships/image" Target="../media/image166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74.wmf"/><Relationship Id="rId26" Type="http://schemas.openxmlformats.org/officeDocument/2006/relationships/image" Target="../media/image178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34" Type="http://schemas.openxmlformats.org/officeDocument/2006/relationships/image" Target="../media/image182.wmf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71.w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0.bin"/><Relationship Id="rId33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3.wmf"/><Relationship Id="rId20" Type="http://schemas.openxmlformats.org/officeDocument/2006/relationships/image" Target="../media/image175.wmf"/><Relationship Id="rId29" Type="http://schemas.openxmlformats.org/officeDocument/2006/relationships/oleObject" Target="../embeddings/oleObject18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8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77.wmf"/><Relationship Id="rId32" Type="http://schemas.openxmlformats.org/officeDocument/2006/relationships/image" Target="../media/image181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28" Type="http://schemas.openxmlformats.org/officeDocument/2006/relationships/image" Target="../media/image179.wmf"/><Relationship Id="rId10" Type="http://schemas.openxmlformats.org/officeDocument/2006/relationships/image" Target="../media/image170.wmf"/><Relationship Id="rId19" Type="http://schemas.openxmlformats.org/officeDocument/2006/relationships/oleObject" Target="../embeddings/oleObject177.bin"/><Relationship Id="rId31" Type="http://schemas.openxmlformats.org/officeDocument/2006/relationships/oleObject" Target="../embeddings/oleObject183.bin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72.wmf"/><Relationship Id="rId22" Type="http://schemas.openxmlformats.org/officeDocument/2006/relationships/image" Target="../media/image176.wmf"/><Relationship Id="rId27" Type="http://schemas.openxmlformats.org/officeDocument/2006/relationships/oleObject" Target="../embeddings/oleObject181.bin"/><Relationship Id="rId30" Type="http://schemas.openxmlformats.org/officeDocument/2006/relationships/image" Target="../media/image180.wmf"/><Relationship Id="rId8" Type="http://schemas.openxmlformats.org/officeDocument/2006/relationships/image" Target="../media/image169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190.wmf"/><Relationship Id="rId26" Type="http://schemas.openxmlformats.org/officeDocument/2006/relationships/image" Target="../media/image194.wmf"/><Relationship Id="rId3" Type="http://schemas.openxmlformats.org/officeDocument/2006/relationships/oleObject" Target="../embeddings/oleObject185.bin"/><Relationship Id="rId21" Type="http://schemas.openxmlformats.org/officeDocument/2006/relationships/oleObject" Target="../embeddings/oleObject194.bin"/><Relationship Id="rId34" Type="http://schemas.openxmlformats.org/officeDocument/2006/relationships/image" Target="../media/image198.wmf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87.wmf"/><Relationship Id="rId17" Type="http://schemas.openxmlformats.org/officeDocument/2006/relationships/oleObject" Target="../embeddings/oleObject192.bin"/><Relationship Id="rId25" Type="http://schemas.openxmlformats.org/officeDocument/2006/relationships/oleObject" Target="../embeddings/oleObject196.bin"/><Relationship Id="rId33" Type="http://schemas.openxmlformats.org/officeDocument/2006/relationships/oleObject" Target="../embeddings/oleObject2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wmf"/><Relationship Id="rId20" Type="http://schemas.openxmlformats.org/officeDocument/2006/relationships/image" Target="../media/image191.wmf"/><Relationship Id="rId29" Type="http://schemas.openxmlformats.org/officeDocument/2006/relationships/oleObject" Target="../embeddings/oleObject198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193.wmf"/><Relationship Id="rId32" Type="http://schemas.openxmlformats.org/officeDocument/2006/relationships/image" Target="../media/image197.wmf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28" Type="http://schemas.openxmlformats.org/officeDocument/2006/relationships/image" Target="../media/image195.wmf"/><Relationship Id="rId10" Type="http://schemas.openxmlformats.org/officeDocument/2006/relationships/image" Target="../media/image186.wmf"/><Relationship Id="rId19" Type="http://schemas.openxmlformats.org/officeDocument/2006/relationships/oleObject" Target="../embeddings/oleObject193.bin"/><Relationship Id="rId31" Type="http://schemas.openxmlformats.org/officeDocument/2006/relationships/oleObject" Target="../embeddings/oleObject199.bin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88.wmf"/><Relationship Id="rId22" Type="http://schemas.openxmlformats.org/officeDocument/2006/relationships/image" Target="../media/image192.wmf"/><Relationship Id="rId27" Type="http://schemas.openxmlformats.org/officeDocument/2006/relationships/oleObject" Target="../embeddings/oleObject197.bin"/><Relationship Id="rId30" Type="http://schemas.openxmlformats.org/officeDocument/2006/relationships/image" Target="../media/image196.wmf"/><Relationship Id="rId35" Type="http://schemas.openxmlformats.org/officeDocument/2006/relationships/oleObject" Target="../embeddings/oleObject201.bin"/><Relationship Id="rId8" Type="http://schemas.openxmlformats.org/officeDocument/2006/relationships/image" Target="../media/image18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13" Type="http://schemas.openxmlformats.org/officeDocument/2006/relationships/oleObject" Target="../embeddings/oleObject207.bin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0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00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0" Type="http://schemas.openxmlformats.org/officeDocument/2006/relationships/image" Target="../media/image202.wmf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04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212.wmf"/><Relationship Id="rId3" Type="http://schemas.openxmlformats.org/officeDocument/2006/relationships/oleObject" Target="../embeddings/oleObject208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209.wmf"/><Relationship Id="rId17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1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6.wmf"/><Relationship Id="rId11" Type="http://schemas.openxmlformats.org/officeDocument/2006/relationships/oleObject" Target="../embeddings/oleObject212.bin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10" Type="http://schemas.openxmlformats.org/officeDocument/2006/relationships/image" Target="../media/image208.wmf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21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13" Type="http://schemas.openxmlformats.org/officeDocument/2006/relationships/oleObject" Target="../embeddings/oleObject221.bin"/><Relationship Id="rId18" Type="http://schemas.openxmlformats.org/officeDocument/2006/relationships/image" Target="../media/image220.wmf"/><Relationship Id="rId26" Type="http://schemas.openxmlformats.org/officeDocument/2006/relationships/image" Target="../media/image224.wmf"/><Relationship Id="rId3" Type="http://schemas.openxmlformats.org/officeDocument/2006/relationships/oleObject" Target="../embeddings/oleObject216.bin"/><Relationship Id="rId21" Type="http://schemas.openxmlformats.org/officeDocument/2006/relationships/oleObject" Target="../embeddings/oleObject225.bin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217.wmf"/><Relationship Id="rId17" Type="http://schemas.openxmlformats.org/officeDocument/2006/relationships/oleObject" Target="../embeddings/oleObject223.bin"/><Relationship Id="rId25" Type="http://schemas.openxmlformats.org/officeDocument/2006/relationships/oleObject" Target="../embeddings/oleObject2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9.wmf"/><Relationship Id="rId20" Type="http://schemas.openxmlformats.org/officeDocument/2006/relationships/image" Target="../media/image221.wmf"/><Relationship Id="rId29" Type="http://schemas.openxmlformats.org/officeDocument/2006/relationships/oleObject" Target="../embeddings/oleObject229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4.wmf"/><Relationship Id="rId11" Type="http://schemas.openxmlformats.org/officeDocument/2006/relationships/oleObject" Target="../embeddings/oleObject220.bin"/><Relationship Id="rId24" Type="http://schemas.openxmlformats.org/officeDocument/2006/relationships/image" Target="../media/image223.wmf"/><Relationship Id="rId32" Type="http://schemas.openxmlformats.org/officeDocument/2006/relationships/image" Target="../media/image227.wmf"/><Relationship Id="rId5" Type="http://schemas.openxmlformats.org/officeDocument/2006/relationships/oleObject" Target="../embeddings/oleObject217.bin"/><Relationship Id="rId15" Type="http://schemas.openxmlformats.org/officeDocument/2006/relationships/oleObject" Target="../embeddings/oleObject222.bin"/><Relationship Id="rId23" Type="http://schemas.openxmlformats.org/officeDocument/2006/relationships/oleObject" Target="../embeddings/oleObject226.bin"/><Relationship Id="rId28" Type="http://schemas.openxmlformats.org/officeDocument/2006/relationships/image" Target="../media/image225.wmf"/><Relationship Id="rId10" Type="http://schemas.openxmlformats.org/officeDocument/2006/relationships/image" Target="../media/image216.wmf"/><Relationship Id="rId19" Type="http://schemas.openxmlformats.org/officeDocument/2006/relationships/oleObject" Target="../embeddings/oleObject224.bin"/><Relationship Id="rId31" Type="http://schemas.openxmlformats.org/officeDocument/2006/relationships/oleObject" Target="../embeddings/oleObject230.bin"/><Relationship Id="rId4" Type="http://schemas.openxmlformats.org/officeDocument/2006/relationships/image" Target="../media/image213.wmf"/><Relationship Id="rId9" Type="http://schemas.openxmlformats.org/officeDocument/2006/relationships/oleObject" Target="../embeddings/oleObject219.bin"/><Relationship Id="rId14" Type="http://schemas.openxmlformats.org/officeDocument/2006/relationships/image" Target="../media/image218.wmf"/><Relationship Id="rId22" Type="http://schemas.openxmlformats.org/officeDocument/2006/relationships/image" Target="../media/image222.wmf"/><Relationship Id="rId27" Type="http://schemas.openxmlformats.org/officeDocument/2006/relationships/oleObject" Target="../embeddings/oleObject228.bin"/><Relationship Id="rId30" Type="http://schemas.openxmlformats.org/officeDocument/2006/relationships/image" Target="../media/image22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3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0" Type="http://schemas.openxmlformats.org/officeDocument/2006/relationships/image" Target="../media/image231.wmf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34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wmf"/><Relationship Id="rId13" Type="http://schemas.openxmlformats.org/officeDocument/2006/relationships/oleObject" Target="../embeddings/oleObject241.bin"/><Relationship Id="rId18" Type="http://schemas.openxmlformats.org/officeDocument/2006/relationships/image" Target="../media/image237.wmf"/><Relationship Id="rId3" Type="http://schemas.openxmlformats.org/officeDocument/2006/relationships/oleObject" Target="../embeddings/oleObject236.bin"/><Relationship Id="rId21" Type="http://schemas.openxmlformats.org/officeDocument/2006/relationships/oleObject" Target="../embeddings/oleObject245.bin"/><Relationship Id="rId7" Type="http://schemas.openxmlformats.org/officeDocument/2006/relationships/oleObject" Target="../embeddings/oleObject238.bin"/><Relationship Id="rId12" Type="http://schemas.openxmlformats.org/officeDocument/2006/relationships/image" Target="../media/image218.wmf"/><Relationship Id="rId17" Type="http://schemas.openxmlformats.org/officeDocument/2006/relationships/oleObject" Target="../embeddings/oleObject2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6.wmf"/><Relationship Id="rId20" Type="http://schemas.openxmlformats.org/officeDocument/2006/relationships/image" Target="../media/image238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33.wmf"/><Relationship Id="rId11" Type="http://schemas.openxmlformats.org/officeDocument/2006/relationships/oleObject" Target="../embeddings/oleObject240.bin"/><Relationship Id="rId5" Type="http://schemas.openxmlformats.org/officeDocument/2006/relationships/oleObject" Target="../embeddings/oleObject237.bin"/><Relationship Id="rId15" Type="http://schemas.openxmlformats.org/officeDocument/2006/relationships/oleObject" Target="../embeddings/oleObject242.bin"/><Relationship Id="rId10" Type="http://schemas.openxmlformats.org/officeDocument/2006/relationships/image" Target="../media/image217.wmf"/><Relationship Id="rId19" Type="http://schemas.openxmlformats.org/officeDocument/2006/relationships/oleObject" Target="../embeddings/oleObject244.bin"/><Relationship Id="rId4" Type="http://schemas.openxmlformats.org/officeDocument/2006/relationships/image" Target="../media/image225.wmf"/><Relationship Id="rId9" Type="http://schemas.openxmlformats.org/officeDocument/2006/relationships/oleObject" Target="../embeddings/oleObject239.bin"/><Relationship Id="rId14" Type="http://schemas.openxmlformats.org/officeDocument/2006/relationships/image" Target="../media/image235.wmf"/><Relationship Id="rId22" Type="http://schemas.openxmlformats.org/officeDocument/2006/relationships/image" Target="../media/image23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wmf"/><Relationship Id="rId13" Type="http://schemas.openxmlformats.org/officeDocument/2006/relationships/oleObject" Target="../embeddings/oleObject251.bin"/><Relationship Id="rId18" Type="http://schemas.openxmlformats.org/officeDocument/2006/relationships/image" Target="../media/image246.wmf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48.bin"/><Relationship Id="rId12" Type="http://schemas.openxmlformats.org/officeDocument/2006/relationships/image" Target="../media/image243.wmf"/><Relationship Id="rId17" Type="http://schemas.openxmlformats.org/officeDocument/2006/relationships/oleObject" Target="../embeddings/oleObject25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5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41.wmf"/><Relationship Id="rId11" Type="http://schemas.openxmlformats.org/officeDocument/2006/relationships/oleObject" Target="../embeddings/oleObject250.bin"/><Relationship Id="rId5" Type="http://schemas.openxmlformats.org/officeDocument/2006/relationships/oleObject" Target="../embeddings/oleObject247.bin"/><Relationship Id="rId15" Type="http://schemas.openxmlformats.org/officeDocument/2006/relationships/oleObject" Target="../embeddings/oleObject252.bin"/><Relationship Id="rId10" Type="http://schemas.openxmlformats.org/officeDocument/2006/relationships/image" Target="../media/image225.wmf"/><Relationship Id="rId4" Type="http://schemas.openxmlformats.org/officeDocument/2006/relationships/image" Target="../media/image240.wmf"/><Relationship Id="rId9" Type="http://schemas.openxmlformats.org/officeDocument/2006/relationships/oleObject" Target="../embeddings/oleObject249.bin"/><Relationship Id="rId14" Type="http://schemas.openxmlformats.org/officeDocument/2006/relationships/image" Target="../media/image24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oleObject" Target="../embeddings/oleObject259.bin"/><Relationship Id="rId18" Type="http://schemas.openxmlformats.org/officeDocument/2006/relationships/image" Target="../media/image254.wmf"/><Relationship Id="rId26" Type="http://schemas.openxmlformats.org/officeDocument/2006/relationships/image" Target="../media/image258.wmf"/><Relationship Id="rId3" Type="http://schemas.openxmlformats.org/officeDocument/2006/relationships/oleObject" Target="../embeddings/oleObject254.bin"/><Relationship Id="rId21" Type="http://schemas.openxmlformats.org/officeDocument/2006/relationships/oleObject" Target="../embeddings/oleObject263.bin"/><Relationship Id="rId7" Type="http://schemas.openxmlformats.org/officeDocument/2006/relationships/oleObject" Target="../embeddings/oleObject256.bin"/><Relationship Id="rId12" Type="http://schemas.openxmlformats.org/officeDocument/2006/relationships/image" Target="../media/image251.wmf"/><Relationship Id="rId17" Type="http://schemas.openxmlformats.org/officeDocument/2006/relationships/oleObject" Target="../embeddings/oleObject261.bin"/><Relationship Id="rId25" Type="http://schemas.openxmlformats.org/officeDocument/2006/relationships/oleObject" Target="../embeddings/oleObject26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3.wmf"/><Relationship Id="rId20" Type="http://schemas.openxmlformats.org/officeDocument/2006/relationships/image" Target="../media/image255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48.wmf"/><Relationship Id="rId11" Type="http://schemas.openxmlformats.org/officeDocument/2006/relationships/oleObject" Target="../embeddings/oleObject258.bin"/><Relationship Id="rId24" Type="http://schemas.openxmlformats.org/officeDocument/2006/relationships/image" Target="../media/image257.wmf"/><Relationship Id="rId5" Type="http://schemas.openxmlformats.org/officeDocument/2006/relationships/oleObject" Target="../embeddings/oleObject255.bin"/><Relationship Id="rId15" Type="http://schemas.openxmlformats.org/officeDocument/2006/relationships/oleObject" Target="../embeddings/oleObject260.bin"/><Relationship Id="rId23" Type="http://schemas.openxmlformats.org/officeDocument/2006/relationships/oleObject" Target="../embeddings/oleObject264.bin"/><Relationship Id="rId10" Type="http://schemas.openxmlformats.org/officeDocument/2006/relationships/image" Target="../media/image250.wmf"/><Relationship Id="rId19" Type="http://schemas.openxmlformats.org/officeDocument/2006/relationships/oleObject" Target="../embeddings/oleObject262.bin"/><Relationship Id="rId4" Type="http://schemas.openxmlformats.org/officeDocument/2006/relationships/image" Target="../media/image247.wmf"/><Relationship Id="rId9" Type="http://schemas.openxmlformats.org/officeDocument/2006/relationships/oleObject" Target="../embeddings/oleObject257.bin"/><Relationship Id="rId14" Type="http://schemas.openxmlformats.org/officeDocument/2006/relationships/image" Target="../media/image252.wmf"/><Relationship Id="rId22" Type="http://schemas.openxmlformats.org/officeDocument/2006/relationships/image" Target="../media/image25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oleObject" Target="../embeddings/oleObject271.bin"/><Relationship Id="rId18" Type="http://schemas.openxmlformats.org/officeDocument/2006/relationships/oleObject" Target="../embeddings/oleObject274.bin"/><Relationship Id="rId3" Type="http://schemas.openxmlformats.org/officeDocument/2006/relationships/oleObject" Target="../embeddings/oleObject266.bin"/><Relationship Id="rId21" Type="http://schemas.openxmlformats.org/officeDocument/2006/relationships/image" Target="../media/image267.wmf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263.wmf"/><Relationship Id="rId17" Type="http://schemas.openxmlformats.org/officeDocument/2006/relationships/oleObject" Target="../embeddings/oleObject27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5.wmf"/><Relationship Id="rId20" Type="http://schemas.openxmlformats.org/officeDocument/2006/relationships/oleObject" Target="../embeddings/oleObject275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2.bin"/><Relationship Id="rId23" Type="http://schemas.openxmlformats.org/officeDocument/2006/relationships/image" Target="../media/image268.wmf"/><Relationship Id="rId10" Type="http://schemas.openxmlformats.org/officeDocument/2006/relationships/image" Target="../media/image262.wmf"/><Relationship Id="rId19" Type="http://schemas.openxmlformats.org/officeDocument/2006/relationships/image" Target="../media/image266.wmf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264.wmf"/><Relationship Id="rId22" Type="http://schemas.openxmlformats.org/officeDocument/2006/relationships/oleObject" Target="../embeddings/oleObject276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3" Type="http://schemas.openxmlformats.org/officeDocument/2006/relationships/oleObject" Target="../embeddings/oleObject277.bin"/><Relationship Id="rId7" Type="http://schemas.openxmlformats.org/officeDocument/2006/relationships/oleObject" Target="../embeddings/oleObject27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70.wmf"/><Relationship Id="rId5" Type="http://schemas.openxmlformats.org/officeDocument/2006/relationships/oleObject" Target="../embeddings/oleObject278.bin"/><Relationship Id="rId10" Type="http://schemas.openxmlformats.org/officeDocument/2006/relationships/image" Target="../media/image272.wmf"/><Relationship Id="rId4" Type="http://schemas.openxmlformats.org/officeDocument/2006/relationships/image" Target="../media/image269.wmf"/><Relationship Id="rId9" Type="http://schemas.openxmlformats.org/officeDocument/2006/relationships/oleObject" Target="../embeddings/oleObject280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13" Type="http://schemas.openxmlformats.org/officeDocument/2006/relationships/oleObject" Target="../embeddings/oleObject286.bin"/><Relationship Id="rId18" Type="http://schemas.openxmlformats.org/officeDocument/2006/relationships/image" Target="../media/image280.wmf"/><Relationship Id="rId26" Type="http://schemas.openxmlformats.org/officeDocument/2006/relationships/image" Target="../media/image284.wmf"/><Relationship Id="rId3" Type="http://schemas.openxmlformats.org/officeDocument/2006/relationships/oleObject" Target="../embeddings/oleObject281.bin"/><Relationship Id="rId21" Type="http://schemas.openxmlformats.org/officeDocument/2006/relationships/oleObject" Target="../embeddings/oleObject290.bin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277.wmf"/><Relationship Id="rId17" Type="http://schemas.openxmlformats.org/officeDocument/2006/relationships/oleObject" Target="../embeddings/oleObject288.bin"/><Relationship Id="rId25" Type="http://schemas.openxmlformats.org/officeDocument/2006/relationships/oleObject" Target="../embeddings/oleObject29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9.wmf"/><Relationship Id="rId20" Type="http://schemas.openxmlformats.org/officeDocument/2006/relationships/image" Target="../media/image281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74.wmf"/><Relationship Id="rId11" Type="http://schemas.openxmlformats.org/officeDocument/2006/relationships/oleObject" Target="../embeddings/oleObject285.bin"/><Relationship Id="rId24" Type="http://schemas.openxmlformats.org/officeDocument/2006/relationships/image" Target="../media/image283.wmf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7.bin"/><Relationship Id="rId23" Type="http://schemas.openxmlformats.org/officeDocument/2006/relationships/oleObject" Target="../embeddings/oleObject291.bin"/><Relationship Id="rId28" Type="http://schemas.openxmlformats.org/officeDocument/2006/relationships/image" Target="../media/image285.wmf"/><Relationship Id="rId10" Type="http://schemas.openxmlformats.org/officeDocument/2006/relationships/image" Target="../media/image276.wmf"/><Relationship Id="rId19" Type="http://schemas.openxmlformats.org/officeDocument/2006/relationships/oleObject" Target="../embeddings/oleObject289.bin"/><Relationship Id="rId4" Type="http://schemas.openxmlformats.org/officeDocument/2006/relationships/image" Target="../media/image273.w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278.wmf"/><Relationship Id="rId22" Type="http://schemas.openxmlformats.org/officeDocument/2006/relationships/image" Target="../media/image282.wmf"/><Relationship Id="rId27" Type="http://schemas.openxmlformats.org/officeDocument/2006/relationships/oleObject" Target="../embeddings/oleObject29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7.bin"/><Relationship Id="rId13" Type="http://schemas.openxmlformats.org/officeDocument/2006/relationships/image" Target="../media/image289.wmf"/><Relationship Id="rId3" Type="http://schemas.openxmlformats.org/officeDocument/2006/relationships/oleObject" Target="../embeddings/oleObject294.bin"/><Relationship Id="rId7" Type="http://schemas.openxmlformats.org/officeDocument/2006/relationships/oleObject" Target="../embeddings/oleObject296.bin"/><Relationship Id="rId12" Type="http://schemas.openxmlformats.org/officeDocument/2006/relationships/oleObject" Target="../embeddings/oleObject299.bin"/><Relationship Id="rId17" Type="http://schemas.openxmlformats.org/officeDocument/2006/relationships/image" Target="../media/image291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01.bin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82.wmf"/><Relationship Id="rId11" Type="http://schemas.openxmlformats.org/officeDocument/2006/relationships/image" Target="../media/image288.wmf"/><Relationship Id="rId5" Type="http://schemas.openxmlformats.org/officeDocument/2006/relationships/oleObject" Target="../embeddings/oleObject295.bin"/><Relationship Id="rId15" Type="http://schemas.openxmlformats.org/officeDocument/2006/relationships/image" Target="../media/image290.wmf"/><Relationship Id="rId10" Type="http://schemas.openxmlformats.org/officeDocument/2006/relationships/oleObject" Target="../embeddings/oleObject298.bin"/><Relationship Id="rId4" Type="http://schemas.openxmlformats.org/officeDocument/2006/relationships/image" Target="../media/image286.wmf"/><Relationship Id="rId9" Type="http://schemas.openxmlformats.org/officeDocument/2006/relationships/image" Target="../media/image287.wmf"/><Relationship Id="rId14" Type="http://schemas.openxmlformats.org/officeDocument/2006/relationships/oleObject" Target="../embeddings/oleObject30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4.wmf"/><Relationship Id="rId13" Type="http://schemas.openxmlformats.org/officeDocument/2006/relationships/oleObject" Target="../embeddings/oleObject307.bin"/><Relationship Id="rId18" Type="http://schemas.openxmlformats.org/officeDocument/2006/relationships/oleObject" Target="../embeddings/oleObject310.bin"/><Relationship Id="rId3" Type="http://schemas.openxmlformats.org/officeDocument/2006/relationships/oleObject" Target="../embeddings/oleObject302.bin"/><Relationship Id="rId21" Type="http://schemas.openxmlformats.org/officeDocument/2006/relationships/image" Target="../media/image300.wmf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296.wmf"/><Relationship Id="rId17" Type="http://schemas.openxmlformats.org/officeDocument/2006/relationships/oleObject" Target="../embeddings/oleObject3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8.wmf"/><Relationship Id="rId20" Type="http://schemas.openxmlformats.org/officeDocument/2006/relationships/oleObject" Target="../embeddings/oleObject311.bin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93.wmf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23" Type="http://schemas.openxmlformats.org/officeDocument/2006/relationships/image" Target="../media/image301.wmf"/><Relationship Id="rId10" Type="http://schemas.openxmlformats.org/officeDocument/2006/relationships/image" Target="../media/image295.wmf"/><Relationship Id="rId19" Type="http://schemas.openxmlformats.org/officeDocument/2006/relationships/image" Target="../media/image299.wmf"/><Relationship Id="rId4" Type="http://schemas.openxmlformats.org/officeDocument/2006/relationships/image" Target="../media/image292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297.wmf"/><Relationship Id="rId22" Type="http://schemas.openxmlformats.org/officeDocument/2006/relationships/oleObject" Target="../embeddings/oleObject31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wmf"/><Relationship Id="rId3" Type="http://schemas.openxmlformats.org/officeDocument/2006/relationships/oleObject" Target="../embeddings/oleObject313.bin"/><Relationship Id="rId7" Type="http://schemas.openxmlformats.org/officeDocument/2006/relationships/oleObject" Target="../embeddings/oleObject315.bin"/><Relationship Id="rId12" Type="http://schemas.openxmlformats.org/officeDocument/2006/relationships/image" Target="../media/image30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02.wmf"/><Relationship Id="rId11" Type="http://schemas.openxmlformats.org/officeDocument/2006/relationships/oleObject" Target="../embeddings/oleObject317.bin"/><Relationship Id="rId5" Type="http://schemas.openxmlformats.org/officeDocument/2006/relationships/oleObject" Target="../embeddings/oleObject314.bin"/><Relationship Id="rId10" Type="http://schemas.openxmlformats.org/officeDocument/2006/relationships/image" Target="../media/image304.wmf"/><Relationship Id="rId4" Type="http://schemas.openxmlformats.org/officeDocument/2006/relationships/image" Target="../media/image301.wmf"/><Relationship Id="rId9" Type="http://schemas.openxmlformats.org/officeDocument/2006/relationships/oleObject" Target="../embeddings/oleObject316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8.wmf"/><Relationship Id="rId13" Type="http://schemas.openxmlformats.org/officeDocument/2006/relationships/oleObject" Target="../embeddings/oleObject323.bin"/><Relationship Id="rId3" Type="http://schemas.openxmlformats.org/officeDocument/2006/relationships/oleObject" Target="../embeddings/oleObject318.bin"/><Relationship Id="rId7" Type="http://schemas.openxmlformats.org/officeDocument/2006/relationships/oleObject" Target="../embeddings/oleObject320.bin"/><Relationship Id="rId12" Type="http://schemas.openxmlformats.org/officeDocument/2006/relationships/image" Target="../media/image31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2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07.wmf"/><Relationship Id="rId11" Type="http://schemas.openxmlformats.org/officeDocument/2006/relationships/oleObject" Target="../embeddings/oleObject322.bin"/><Relationship Id="rId5" Type="http://schemas.openxmlformats.org/officeDocument/2006/relationships/oleObject" Target="../embeddings/oleObject319.bin"/><Relationship Id="rId15" Type="http://schemas.openxmlformats.org/officeDocument/2006/relationships/oleObject" Target="../embeddings/oleObject324.bin"/><Relationship Id="rId10" Type="http://schemas.openxmlformats.org/officeDocument/2006/relationships/image" Target="../media/image309.wmf"/><Relationship Id="rId4" Type="http://schemas.openxmlformats.org/officeDocument/2006/relationships/image" Target="../media/image306.wmf"/><Relationship Id="rId9" Type="http://schemas.openxmlformats.org/officeDocument/2006/relationships/oleObject" Target="../embeddings/oleObject321.bin"/><Relationship Id="rId14" Type="http://schemas.openxmlformats.org/officeDocument/2006/relationships/image" Target="../media/image311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4" Type="http://schemas.openxmlformats.org/officeDocument/2006/relationships/image" Target="../media/image313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6.wmf"/><Relationship Id="rId13" Type="http://schemas.openxmlformats.org/officeDocument/2006/relationships/oleObject" Target="../embeddings/oleObject331.bin"/><Relationship Id="rId18" Type="http://schemas.openxmlformats.org/officeDocument/2006/relationships/image" Target="../media/image321.wmf"/><Relationship Id="rId3" Type="http://schemas.openxmlformats.org/officeDocument/2006/relationships/oleObject" Target="../embeddings/oleObject326.bin"/><Relationship Id="rId21" Type="http://schemas.openxmlformats.org/officeDocument/2006/relationships/oleObject" Target="../embeddings/oleObject335.bin"/><Relationship Id="rId7" Type="http://schemas.openxmlformats.org/officeDocument/2006/relationships/oleObject" Target="../embeddings/oleObject328.bin"/><Relationship Id="rId12" Type="http://schemas.openxmlformats.org/officeDocument/2006/relationships/image" Target="../media/image318.wmf"/><Relationship Id="rId17" Type="http://schemas.openxmlformats.org/officeDocument/2006/relationships/oleObject" Target="../embeddings/oleObject3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20.wmf"/><Relationship Id="rId20" Type="http://schemas.openxmlformats.org/officeDocument/2006/relationships/image" Target="../media/image322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15.wmf"/><Relationship Id="rId11" Type="http://schemas.openxmlformats.org/officeDocument/2006/relationships/oleObject" Target="../embeddings/oleObject330.bin"/><Relationship Id="rId5" Type="http://schemas.openxmlformats.org/officeDocument/2006/relationships/oleObject" Target="../embeddings/oleObject327.bin"/><Relationship Id="rId15" Type="http://schemas.openxmlformats.org/officeDocument/2006/relationships/oleObject" Target="../embeddings/oleObject332.bin"/><Relationship Id="rId10" Type="http://schemas.openxmlformats.org/officeDocument/2006/relationships/image" Target="../media/image317.wmf"/><Relationship Id="rId19" Type="http://schemas.openxmlformats.org/officeDocument/2006/relationships/oleObject" Target="../embeddings/oleObject334.bin"/><Relationship Id="rId4" Type="http://schemas.openxmlformats.org/officeDocument/2006/relationships/image" Target="../media/image314.wmf"/><Relationship Id="rId9" Type="http://schemas.openxmlformats.org/officeDocument/2006/relationships/oleObject" Target="../embeddings/oleObject329.bin"/><Relationship Id="rId14" Type="http://schemas.openxmlformats.org/officeDocument/2006/relationships/image" Target="../media/image319.wmf"/><Relationship Id="rId22" Type="http://schemas.openxmlformats.org/officeDocument/2006/relationships/image" Target="../media/image323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oleObject" Target="../embeddings/oleObject341.bin"/><Relationship Id="rId18" Type="http://schemas.openxmlformats.org/officeDocument/2006/relationships/image" Target="../media/image331.wmf"/><Relationship Id="rId3" Type="http://schemas.openxmlformats.org/officeDocument/2006/relationships/oleObject" Target="../embeddings/oleObject336.bin"/><Relationship Id="rId21" Type="http://schemas.openxmlformats.org/officeDocument/2006/relationships/oleObject" Target="../embeddings/oleObject345.bin"/><Relationship Id="rId7" Type="http://schemas.openxmlformats.org/officeDocument/2006/relationships/oleObject" Target="../embeddings/oleObject338.bin"/><Relationship Id="rId12" Type="http://schemas.openxmlformats.org/officeDocument/2006/relationships/image" Target="../media/image328.wmf"/><Relationship Id="rId17" Type="http://schemas.openxmlformats.org/officeDocument/2006/relationships/oleObject" Target="../embeddings/oleObject3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0.wmf"/><Relationship Id="rId20" Type="http://schemas.openxmlformats.org/officeDocument/2006/relationships/image" Target="../media/image332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340.bin"/><Relationship Id="rId24" Type="http://schemas.openxmlformats.org/officeDocument/2006/relationships/image" Target="../media/image334.wmf"/><Relationship Id="rId5" Type="http://schemas.openxmlformats.org/officeDocument/2006/relationships/oleObject" Target="../embeddings/oleObject337.bin"/><Relationship Id="rId15" Type="http://schemas.openxmlformats.org/officeDocument/2006/relationships/oleObject" Target="../embeddings/oleObject342.bin"/><Relationship Id="rId23" Type="http://schemas.openxmlformats.org/officeDocument/2006/relationships/oleObject" Target="../embeddings/oleObject346.bin"/><Relationship Id="rId10" Type="http://schemas.openxmlformats.org/officeDocument/2006/relationships/image" Target="../media/image327.wmf"/><Relationship Id="rId19" Type="http://schemas.openxmlformats.org/officeDocument/2006/relationships/oleObject" Target="../embeddings/oleObject344.bin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339.bin"/><Relationship Id="rId14" Type="http://schemas.openxmlformats.org/officeDocument/2006/relationships/image" Target="../media/image329.wmf"/><Relationship Id="rId22" Type="http://schemas.openxmlformats.org/officeDocument/2006/relationships/image" Target="../media/image333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6.wmf"/><Relationship Id="rId13" Type="http://schemas.openxmlformats.org/officeDocument/2006/relationships/oleObject" Target="../embeddings/oleObject352.bin"/><Relationship Id="rId18" Type="http://schemas.openxmlformats.org/officeDocument/2006/relationships/image" Target="../media/image339.wmf"/><Relationship Id="rId3" Type="http://schemas.openxmlformats.org/officeDocument/2006/relationships/oleObject" Target="../embeddings/oleObject347.bin"/><Relationship Id="rId7" Type="http://schemas.openxmlformats.org/officeDocument/2006/relationships/oleObject" Target="../embeddings/oleObject349.bin"/><Relationship Id="rId12" Type="http://schemas.openxmlformats.org/officeDocument/2006/relationships/image" Target="../media/image336.wmf"/><Relationship Id="rId17" Type="http://schemas.openxmlformats.org/officeDocument/2006/relationships/oleObject" Target="../embeddings/oleObject35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8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25.wmf"/><Relationship Id="rId11" Type="http://schemas.openxmlformats.org/officeDocument/2006/relationships/oleObject" Target="../embeddings/oleObject351.bin"/><Relationship Id="rId5" Type="http://schemas.openxmlformats.org/officeDocument/2006/relationships/oleObject" Target="../embeddings/oleObject348.bin"/><Relationship Id="rId15" Type="http://schemas.openxmlformats.org/officeDocument/2006/relationships/oleObject" Target="../embeddings/oleObject353.bin"/><Relationship Id="rId10" Type="http://schemas.openxmlformats.org/officeDocument/2006/relationships/image" Target="../media/image335.wmf"/><Relationship Id="rId4" Type="http://schemas.openxmlformats.org/officeDocument/2006/relationships/image" Target="../media/image324.wmf"/><Relationship Id="rId9" Type="http://schemas.openxmlformats.org/officeDocument/2006/relationships/oleObject" Target="../embeddings/oleObject350.bin"/><Relationship Id="rId14" Type="http://schemas.openxmlformats.org/officeDocument/2006/relationships/image" Target="../media/image337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2.wmf"/><Relationship Id="rId3" Type="http://schemas.openxmlformats.org/officeDocument/2006/relationships/oleObject" Target="../embeddings/oleObject355.bin"/><Relationship Id="rId7" Type="http://schemas.openxmlformats.org/officeDocument/2006/relationships/oleObject" Target="../embeddings/oleObject3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41.wmf"/><Relationship Id="rId5" Type="http://schemas.openxmlformats.org/officeDocument/2006/relationships/oleObject" Target="../embeddings/oleObject356.bin"/><Relationship Id="rId10" Type="http://schemas.openxmlformats.org/officeDocument/2006/relationships/image" Target="../media/image343.wmf"/><Relationship Id="rId4" Type="http://schemas.openxmlformats.org/officeDocument/2006/relationships/image" Target="../media/image340.wmf"/><Relationship Id="rId9" Type="http://schemas.openxmlformats.org/officeDocument/2006/relationships/oleObject" Target="../embeddings/oleObject35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359.bin"/><Relationship Id="rId7" Type="http://schemas.openxmlformats.org/officeDocument/2006/relationships/oleObject" Target="../embeddings/oleObject361.bin"/><Relationship Id="rId12" Type="http://schemas.openxmlformats.org/officeDocument/2006/relationships/image" Target="../media/image34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44.wmf"/><Relationship Id="rId11" Type="http://schemas.openxmlformats.org/officeDocument/2006/relationships/oleObject" Target="../embeddings/oleObject363.bin"/><Relationship Id="rId5" Type="http://schemas.openxmlformats.org/officeDocument/2006/relationships/oleObject" Target="../embeddings/oleObject360.bin"/><Relationship Id="rId10" Type="http://schemas.openxmlformats.org/officeDocument/2006/relationships/image" Target="../media/image34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362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9.wmf"/><Relationship Id="rId3" Type="http://schemas.openxmlformats.org/officeDocument/2006/relationships/oleObject" Target="../embeddings/oleObject364.bin"/><Relationship Id="rId7" Type="http://schemas.openxmlformats.org/officeDocument/2006/relationships/oleObject" Target="../embeddings/oleObject366.bin"/><Relationship Id="rId12" Type="http://schemas.openxmlformats.org/officeDocument/2006/relationships/image" Target="../media/image35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48.wmf"/><Relationship Id="rId11" Type="http://schemas.openxmlformats.org/officeDocument/2006/relationships/oleObject" Target="../embeddings/oleObject368.bin"/><Relationship Id="rId5" Type="http://schemas.openxmlformats.org/officeDocument/2006/relationships/oleObject" Target="../embeddings/oleObject365.bin"/><Relationship Id="rId10" Type="http://schemas.openxmlformats.org/officeDocument/2006/relationships/image" Target="../media/image350.wmf"/><Relationship Id="rId4" Type="http://schemas.openxmlformats.org/officeDocument/2006/relationships/image" Target="../media/image347.wmf"/><Relationship Id="rId9" Type="http://schemas.openxmlformats.org/officeDocument/2006/relationships/oleObject" Target="../embeddings/oleObject36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3" Type="http://schemas.openxmlformats.org/officeDocument/2006/relationships/oleObject" Target="../embeddings/oleObject369.bin"/><Relationship Id="rId7" Type="http://schemas.openxmlformats.org/officeDocument/2006/relationships/oleObject" Target="../embeddings/oleObject371.bin"/><Relationship Id="rId12" Type="http://schemas.openxmlformats.org/officeDocument/2006/relationships/image" Target="../media/image35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47.wmf"/><Relationship Id="rId11" Type="http://schemas.openxmlformats.org/officeDocument/2006/relationships/oleObject" Target="../embeddings/oleObject373.bin"/><Relationship Id="rId5" Type="http://schemas.openxmlformats.org/officeDocument/2006/relationships/oleObject" Target="../embeddings/oleObject370.bin"/><Relationship Id="rId10" Type="http://schemas.openxmlformats.org/officeDocument/2006/relationships/image" Target="../media/image354.wmf"/><Relationship Id="rId4" Type="http://schemas.openxmlformats.org/officeDocument/2006/relationships/image" Target="../media/image352.wmf"/><Relationship Id="rId9" Type="http://schemas.openxmlformats.org/officeDocument/2006/relationships/oleObject" Target="../embeddings/oleObject372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7.wmf"/><Relationship Id="rId3" Type="http://schemas.openxmlformats.org/officeDocument/2006/relationships/oleObject" Target="../embeddings/oleObject374.bin"/><Relationship Id="rId7" Type="http://schemas.openxmlformats.org/officeDocument/2006/relationships/oleObject" Target="../embeddings/oleObject3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47.wmf"/><Relationship Id="rId5" Type="http://schemas.openxmlformats.org/officeDocument/2006/relationships/oleObject" Target="../embeddings/oleObject375.bin"/><Relationship Id="rId4" Type="http://schemas.openxmlformats.org/officeDocument/2006/relationships/image" Target="../media/image356.wmf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2.bin"/><Relationship Id="rId18" Type="http://schemas.openxmlformats.org/officeDocument/2006/relationships/image" Target="../media/image365.wmf"/><Relationship Id="rId26" Type="http://schemas.openxmlformats.org/officeDocument/2006/relationships/image" Target="../media/image369.wmf"/><Relationship Id="rId3" Type="http://schemas.openxmlformats.org/officeDocument/2006/relationships/oleObject" Target="../embeddings/oleObject377.bin"/><Relationship Id="rId21" Type="http://schemas.openxmlformats.org/officeDocument/2006/relationships/oleObject" Target="../embeddings/oleObject386.bin"/><Relationship Id="rId7" Type="http://schemas.openxmlformats.org/officeDocument/2006/relationships/oleObject" Target="../embeddings/oleObject379.bin"/><Relationship Id="rId12" Type="http://schemas.openxmlformats.org/officeDocument/2006/relationships/image" Target="../media/image362.wmf"/><Relationship Id="rId17" Type="http://schemas.openxmlformats.org/officeDocument/2006/relationships/oleObject" Target="../embeddings/oleObject384.bin"/><Relationship Id="rId25" Type="http://schemas.openxmlformats.org/officeDocument/2006/relationships/oleObject" Target="../embeddings/oleObject388.bin"/><Relationship Id="rId33" Type="http://schemas.openxmlformats.org/officeDocument/2006/relationships/image" Target="../media/image37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4.wmf"/><Relationship Id="rId20" Type="http://schemas.openxmlformats.org/officeDocument/2006/relationships/image" Target="../media/image366.wmf"/><Relationship Id="rId29" Type="http://schemas.openxmlformats.org/officeDocument/2006/relationships/image" Target="../media/image370.wmf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59.wmf"/><Relationship Id="rId11" Type="http://schemas.openxmlformats.org/officeDocument/2006/relationships/oleObject" Target="../embeddings/oleObject381.bin"/><Relationship Id="rId24" Type="http://schemas.openxmlformats.org/officeDocument/2006/relationships/image" Target="../media/image368.wmf"/><Relationship Id="rId32" Type="http://schemas.openxmlformats.org/officeDocument/2006/relationships/oleObject" Target="../embeddings/oleObject392.bin"/><Relationship Id="rId5" Type="http://schemas.openxmlformats.org/officeDocument/2006/relationships/oleObject" Target="../embeddings/oleObject378.bin"/><Relationship Id="rId15" Type="http://schemas.openxmlformats.org/officeDocument/2006/relationships/oleObject" Target="../embeddings/oleObject383.bin"/><Relationship Id="rId23" Type="http://schemas.openxmlformats.org/officeDocument/2006/relationships/oleObject" Target="../embeddings/oleObject387.bin"/><Relationship Id="rId28" Type="http://schemas.openxmlformats.org/officeDocument/2006/relationships/oleObject" Target="../embeddings/oleObject390.bin"/><Relationship Id="rId10" Type="http://schemas.openxmlformats.org/officeDocument/2006/relationships/image" Target="../media/image361.wmf"/><Relationship Id="rId19" Type="http://schemas.openxmlformats.org/officeDocument/2006/relationships/oleObject" Target="../embeddings/oleObject385.bin"/><Relationship Id="rId31" Type="http://schemas.openxmlformats.org/officeDocument/2006/relationships/image" Target="../media/image371.wmf"/><Relationship Id="rId4" Type="http://schemas.openxmlformats.org/officeDocument/2006/relationships/image" Target="../media/image358.wmf"/><Relationship Id="rId9" Type="http://schemas.openxmlformats.org/officeDocument/2006/relationships/oleObject" Target="../embeddings/oleObject380.bin"/><Relationship Id="rId14" Type="http://schemas.openxmlformats.org/officeDocument/2006/relationships/image" Target="../media/image363.wmf"/><Relationship Id="rId22" Type="http://schemas.openxmlformats.org/officeDocument/2006/relationships/image" Target="../media/image367.wmf"/><Relationship Id="rId27" Type="http://schemas.openxmlformats.org/officeDocument/2006/relationships/oleObject" Target="../embeddings/oleObject389.bin"/><Relationship Id="rId30" Type="http://schemas.openxmlformats.org/officeDocument/2006/relationships/oleObject" Target="../embeddings/oleObject391.bin"/><Relationship Id="rId8" Type="http://schemas.openxmlformats.org/officeDocument/2006/relationships/image" Target="../media/image360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5.wmf"/><Relationship Id="rId13" Type="http://schemas.openxmlformats.org/officeDocument/2006/relationships/oleObject" Target="../embeddings/oleObject398.bin"/><Relationship Id="rId18" Type="http://schemas.openxmlformats.org/officeDocument/2006/relationships/image" Target="../media/image380.wmf"/><Relationship Id="rId3" Type="http://schemas.openxmlformats.org/officeDocument/2006/relationships/oleObject" Target="../embeddings/oleObject393.bin"/><Relationship Id="rId21" Type="http://schemas.openxmlformats.org/officeDocument/2006/relationships/oleObject" Target="../embeddings/oleObject402.bin"/><Relationship Id="rId7" Type="http://schemas.openxmlformats.org/officeDocument/2006/relationships/oleObject" Target="../embeddings/oleObject395.bin"/><Relationship Id="rId12" Type="http://schemas.openxmlformats.org/officeDocument/2006/relationships/image" Target="../media/image377.wmf"/><Relationship Id="rId17" Type="http://schemas.openxmlformats.org/officeDocument/2006/relationships/oleObject" Target="../embeddings/oleObject4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9.wmf"/><Relationship Id="rId20" Type="http://schemas.openxmlformats.org/officeDocument/2006/relationships/image" Target="../media/image381.wmf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74.wmf"/><Relationship Id="rId11" Type="http://schemas.openxmlformats.org/officeDocument/2006/relationships/oleObject" Target="../embeddings/oleObject397.bin"/><Relationship Id="rId5" Type="http://schemas.openxmlformats.org/officeDocument/2006/relationships/oleObject" Target="../embeddings/oleObject394.bin"/><Relationship Id="rId15" Type="http://schemas.openxmlformats.org/officeDocument/2006/relationships/oleObject" Target="../embeddings/oleObject399.bin"/><Relationship Id="rId10" Type="http://schemas.openxmlformats.org/officeDocument/2006/relationships/image" Target="../media/image376.wmf"/><Relationship Id="rId19" Type="http://schemas.openxmlformats.org/officeDocument/2006/relationships/oleObject" Target="../embeddings/oleObject401.bin"/><Relationship Id="rId4" Type="http://schemas.openxmlformats.org/officeDocument/2006/relationships/image" Target="../media/image373.wmf"/><Relationship Id="rId9" Type="http://schemas.openxmlformats.org/officeDocument/2006/relationships/oleObject" Target="../embeddings/oleObject396.bin"/><Relationship Id="rId14" Type="http://schemas.openxmlformats.org/officeDocument/2006/relationships/image" Target="../media/image378.wmf"/><Relationship Id="rId22" Type="http://schemas.openxmlformats.org/officeDocument/2006/relationships/image" Target="../media/image382.wmf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5.wmf"/><Relationship Id="rId13" Type="http://schemas.openxmlformats.org/officeDocument/2006/relationships/oleObject" Target="../embeddings/oleObject408.bin"/><Relationship Id="rId18" Type="http://schemas.openxmlformats.org/officeDocument/2006/relationships/image" Target="../media/image389.wmf"/><Relationship Id="rId3" Type="http://schemas.openxmlformats.org/officeDocument/2006/relationships/oleObject" Target="../embeddings/oleObject403.bin"/><Relationship Id="rId7" Type="http://schemas.openxmlformats.org/officeDocument/2006/relationships/oleObject" Target="../embeddings/oleObject405.bin"/><Relationship Id="rId12" Type="http://schemas.openxmlformats.org/officeDocument/2006/relationships/image" Target="../media/image386.wmf"/><Relationship Id="rId17" Type="http://schemas.openxmlformats.org/officeDocument/2006/relationships/oleObject" Target="../embeddings/oleObject41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8.wmf"/><Relationship Id="rId20" Type="http://schemas.openxmlformats.org/officeDocument/2006/relationships/image" Target="../media/image390.wmf"/><Relationship Id="rId1" Type="http://schemas.openxmlformats.org/officeDocument/2006/relationships/vmlDrawing" Target="../drawings/vmlDrawing47.vml"/><Relationship Id="rId6" Type="http://schemas.openxmlformats.org/officeDocument/2006/relationships/image" Target="../media/image384.wmf"/><Relationship Id="rId11" Type="http://schemas.openxmlformats.org/officeDocument/2006/relationships/oleObject" Target="../embeddings/oleObject407.bin"/><Relationship Id="rId5" Type="http://schemas.openxmlformats.org/officeDocument/2006/relationships/oleObject" Target="../embeddings/oleObject404.bin"/><Relationship Id="rId15" Type="http://schemas.openxmlformats.org/officeDocument/2006/relationships/oleObject" Target="../embeddings/oleObject409.bin"/><Relationship Id="rId10" Type="http://schemas.openxmlformats.org/officeDocument/2006/relationships/image" Target="../media/image225.wmf"/><Relationship Id="rId19" Type="http://schemas.openxmlformats.org/officeDocument/2006/relationships/oleObject" Target="../embeddings/oleObject411.bin"/><Relationship Id="rId4" Type="http://schemas.openxmlformats.org/officeDocument/2006/relationships/image" Target="../media/image383.wmf"/><Relationship Id="rId9" Type="http://schemas.openxmlformats.org/officeDocument/2006/relationships/oleObject" Target="../embeddings/oleObject406.bin"/><Relationship Id="rId14" Type="http://schemas.openxmlformats.org/officeDocument/2006/relationships/image" Target="../media/image387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3.wmf"/><Relationship Id="rId13" Type="http://schemas.openxmlformats.org/officeDocument/2006/relationships/oleObject" Target="../embeddings/oleObject417.bin"/><Relationship Id="rId18" Type="http://schemas.openxmlformats.org/officeDocument/2006/relationships/image" Target="../media/image398.wmf"/><Relationship Id="rId3" Type="http://schemas.openxmlformats.org/officeDocument/2006/relationships/oleObject" Target="../embeddings/oleObject412.bin"/><Relationship Id="rId21" Type="http://schemas.openxmlformats.org/officeDocument/2006/relationships/oleObject" Target="../embeddings/oleObject421.bin"/><Relationship Id="rId7" Type="http://schemas.openxmlformats.org/officeDocument/2006/relationships/oleObject" Target="../embeddings/oleObject414.bin"/><Relationship Id="rId12" Type="http://schemas.openxmlformats.org/officeDocument/2006/relationships/image" Target="../media/image395.wmf"/><Relationship Id="rId17" Type="http://schemas.openxmlformats.org/officeDocument/2006/relationships/oleObject" Target="../embeddings/oleObject419.bin"/><Relationship Id="rId25" Type="http://schemas.openxmlformats.org/officeDocument/2006/relationships/image" Target="../media/image40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97.wmf"/><Relationship Id="rId20" Type="http://schemas.openxmlformats.org/officeDocument/2006/relationships/image" Target="../media/image399.wmf"/><Relationship Id="rId1" Type="http://schemas.openxmlformats.org/officeDocument/2006/relationships/vmlDrawing" Target="../drawings/vmlDrawing48.vml"/><Relationship Id="rId6" Type="http://schemas.openxmlformats.org/officeDocument/2006/relationships/image" Target="../media/image392.wmf"/><Relationship Id="rId11" Type="http://schemas.openxmlformats.org/officeDocument/2006/relationships/oleObject" Target="../embeddings/oleObject416.bin"/><Relationship Id="rId24" Type="http://schemas.openxmlformats.org/officeDocument/2006/relationships/oleObject" Target="../embeddings/oleObject423.bin"/><Relationship Id="rId5" Type="http://schemas.openxmlformats.org/officeDocument/2006/relationships/oleObject" Target="../embeddings/oleObject413.bin"/><Relationship Id="rId15" Type="http://schemas.openxmlformats.org/officeDocument/2006/relationships/oleObject" Target="../embeddings/oleObject418.bin"/><Relationship Id="rId23" Type="http://schemas.openxmlformats.org/officeDocument/2006/relationships/oleObject" Target="../embeddings/oleObject422.bin"/><Relationship Id="rId10" Type="http://schemas.openxmlformats.org/officeDocument/2006/relationships/image" Target="../media/image394.wmf"/><Relationship Id="rId19" Type="http://schemas.openxmlformats.org/officeDocument/2006/relationships/oleObject" Target="../embeddings/oleObject420.bin"/><Relationship Id="rId4" Type="http://schemas.openxmlformats.org/officeDocument/2006/relationships/image" Target="../media/image391.wmf"/><Relationship Id="rId9" Type="http://schemas.openxmlformats.org/officeDocument/2006/relationships/oleObject" Target="../embeddings/oleObject415.bin"/><Relationship Id="rId14" Type="http://schemas.openxmlformats.org/officeDocument/2006/relationships/image" Target="../media/image396.wmf"/><Relationship Id="rId22" Type="http://schemas.openxmlformats.org/officeDocument/2006/relationships/image" Target="../media/image400.wmf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29.bin"/><Relationship Id="rId18" Type="http://schemas.openxmlformats.org/officeDocument/2006/relationships/image" Target="../media/image408.wmf"/><Relationship Id="rId26" Type="http://schemas.openxmlformats.org/officeDocument/2006/relationships/image" Target="../media/image412.wmf"/><Relationship Id="rId39" Type="http://schemas.openxmlformats.org/officeDocument/2006/relationships/oleObject" Target="../embeddings/oleObject442.bin"/><Relationship Id="rId21" Type="http://schemas.openxmlformats.org/officeDocument/2006/relationships/oleObject" Target="../embeddings/oleObject433.bin"/><Relationship Id="rId34" Type="http://schemas.openxmlformats.org/officeDocument/2006/relationships/image" Target="../media/image416.wmf"/><Relationship Id="rId7" Type="http://schemas.openxmlformats.org/officeDocument/2006/relationships/oleObject" Target="../embeddings/oleObject426.bin"/><Relationship Id="rId12" Type="http://schemas.openxmlformats.org/officeDocument/2006/relationships/image" Target="../media/image405.wmf"/><Relationship Id="rId17" Type="http://schemas.openxmlformats.org/officeDocument/2006/relationships/oleObject" Target="../embeddings/oleObject431.bin"/><Relationship Id="rId25" Type="http://schemas.openxmlformats.org/officeDocument/2006/relationships/oleObject" Target="../embeddings/oleObject435.bin"/><Relationship Id="rId33" Type="http://schemas.openxmlformats.org/officeDocument/2006/relationships/oleObject" Target="../embeddings/oleObject439.bin"/><Relationship Id="rId38" Type="http://schemas.openxmlformats.org/officeDocument/2006/relationships/image" Target="../media/image41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07.wmf"/><Relationship Id="rId20" Type="http://schemas.openxmlformats.org/officeDocument/2006/relationships/image" Target="../media/image409.wmf"/><Relationship Id="rId29" Type="http://schemas.openxmlformats.org/officeDocument/2006/relationships/oleObject" Target="../embeddings/oleObject437.bin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25.wmf"/><Relationship Id="rId11" Type="http://schemas.openxmlformats.org/officeDocument/2006/relationships/oleObject" Target="../embeddings/oleObject428.bin"/><Relationship Id="rId24" Type="http://schemas.openxmlformats.org/officeDocument/2006/relationships/image" Target="../media/image411.wmf"/><Relationship Id="rId32" Type="http://schemas.openxmlformats.org/officeDocument/2006/relationships/image" Target="../media/image415.wmf"/><Relationship Id="rId37" Type="http://schemas.openxmlformats.org/officeDocument/2006/relationships/oleObject" Target="../embeddings/oleObject441.bin"/><Relationship Id="rId40" Type="http://schemas.openxmlformats.org/officeDocument/2006/relationships/image" Target="../media/image419.wmf"/><Relationship Id="rId5" Type="http://schemas.openxmlformats.org/officeDocument/2006/relationships/oleObject" Target="../embeddings/oleObject425.bin"/><Relationship Id="rId15" Type="http://schemas.openxmlformats.org/officeDocument/2006/relationships/oleObject" Target="../embeddings/oleObject430.bin"/><Relationship Id="rId23" Type="http://schemas.openxmlformats.org/officeDocument/2006/relationships/oleObject" Target="../embeddings/oleObject434.bin"/><Relationship Id="rId28" Type="http://schemas.openxmlformats.org/officeDocument/2006/relationships/image" Target="../media/image413.wmf"/><Relationship Id="rId36" Type="http://schemas.openxmlformats.org/officeDocument/2006/relationships/image" Target="../media/image417.wmf"/><Relationship Id="rId10" Type="http://schemas.openxmlformats.org/officeDocument/2006/relationships/image" Target="../media/image404.wmf"/><Relationship Id="rId19" Type="http://schemas.openxmlformats.org/officeDocument/2006/relationships/oleObject" Target="../embeddings/oleObject432.bin"/><Relationship Id="rId31" Type="http://schemas.openxmlformats.org/officeDocument/2006/relationships/oleObject" Target="../embeddings/oleObject438.bin"/><Relationship Id="rId4" Type="http://schemas.openxmlformats.org/officeDocument/2006/relationships/image" Target="../media/image402.wmf"/><Relationship Id="rId9" Type="http://schemas.openxmlformats.org/officeDocument/2006/relationships/oleObject" Target="../embeddings/oleObject427.bin"/><Relationship Id="rId14" Type="http://schemas.openxmlformats.org/officeDocument/2006/relationships/image" Target="../media/image406.wmf"/><Relationship Id="rId22" Type="http://schemas.openxmlformats.org/officeDocument/2006/relationships/image" Target="../media/image410.wmf"/><Relationship Id="rId27" Type="http://schemas.openxmlformats.org/officeDocument/2006/relationships/oleObject" Target="../embeddings/oleObject436.bin"/><Relationship Id="rId30" Type="http://schemas.openxmlformats.org/officeDocument/2006/relationships/image" Target="../media/image414.wmf"/><Relationship Id="rId35" Type="http://schemas.openxmlformats.org/officeDocument/2006/relationships/oleObject" Target="../embeddings/oleObject440.bin"/><Relationship Id="rId8" Type="http://schemas.openxmlformats.org/officeDocument/2006/relationships/image" Target="../media/image403.wmf"/><Relationship Id="rId3" Type="http://schemas.openxmlformats.org/officeDocument/2006/relationships/oleObject" Target="../embeddings/oleObject424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153A746F-4996-4F7F-821A-117E6113C9B7}"/>
              </a:ext>
            </a:extLst>
          </p:cNvPr>
          <p:cNvSpPr txBox="1">
            <a:spLocks/>
          </p:cNvSpPr>
          <p:nvPr/>
        </p:nvSpPr>
        <p:spPr>
          <a:xfrm>
            <a:off x="467544" y="699542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第一章  函数与极限</a:t>
            </a:r>
          </a:p>
        </p:txBody>
      </p:sp>
      <p:sp>
        <p:nvSpPr>
          <p:cNvPr id="8" name="副标题 2">
            <a:extLst>
              <a:ext uri="{FF2B5EF4-FFF2-40B4-BE49-F238E27FC236}">
                <a16:creationId xmlns:a16="http://schemas.microsoft.com/office/drawing/2014/main" id="{F7A350CE-48C5-4BFD-890B-665FA602CD27}"/>
              </a:ext>
            </a:extLst>
          </p:cNvPr>
          <p:cNvSpPr txBox="1">
            <a:spLocks/>
          </p:cNvSpPr>
          <p:nvPr/>
        </p:nvSpPr>
        <p:spPr>
          <a:xfrm>
            <a:off x="1547664" y="3291830"/>
            <a:ext cx="6400800" cy="792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02060"/>
                </a:solidFill>
                <a:latin typeface="华文楷体" pitchFamily="2" charset="-122"/>
                <a:ea typeface="华文楷体" pitchFamily="2" charset="-122"/>
                <a:cs typeface="微软雅黑" panose="020B0503020204020204" charset="-122"/>
              </a:rPr>
              <a:t>数学与统计学院  郭晓峰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4F51B382-1B08-4AC6-9757-8EE23F24CF2C}"/>
              </a:ext>
            </a:extLst>
          </p:cNvPr>
          <p:cNvSpPr txBox="1">
            <a:spLocks/>
          </p:cNvSpPr>
          <p:nvPr/>
        </p:nvSpPr>
        <p:spPr>
          <a:xfrm>
            <a:off x="489315" y="1851670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习题课</a:t>
            </a:r>
          </a:p>
        </p:txBody>
      </p:sp>
    </p:spTree>
    <p:extLst>
      <p:ext uri="{BB962C8B-B14F-4D97-AF65-F5344CB8AC3E}">
        <p14:creationId xmlns:p14="http://schemas.microsoft.com/office/powerpoint/2010/main" val="298202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594F9640-CB2E-4ACE-89E3-AE0CF2E0F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1357978"/>
            <a:ext cx="2225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3200" b="1" dirty="0">
                <a:latin typeface="楷体_GB2312" pitchFamily="49" charset="-122"/>
                <a:ea typeface="楷体_GB2312" pitchFamily="49" charset="-122"/>
              </a:rPr>
              <a:t>一、 函数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CE3E2584-9109-46DD-A0FD-825DDD1C1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848" y="2185066"/>
            <a:ext cx="22256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3200" b="1" dirty="0">
                <a:latin typeface="楷体_GB2312" pitchFamily="49" charset="-122"/>
                <a:ea typeface="楷体_GB2312" pitchFamily="49" charset="-122"/>
              </a:rPr>
              <a:t>二、 极限 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9DD3D57-B9E4-4236-A442-04E2930CF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7711" y="3031079"/>
            <a:ext cx="20697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3200" b="1" dirty="0">
                <a:latin typeface="楷体_GB2312" pitchFamily="49" charset="-122"/>
                <a:ea typeface="楷体_GB2312" pitchFamily="49" charset="-122"/>
              </a:rPr>
              <a:t>三、 连续 </a:t>
            </a:r>
          </a:p>
        </p:txBody>
      </p:sp>
    </p:spTree>
    <p:extLst>
      <p:ext uri="{BB962C8B-B14F-4D97-AF65-F5344CB8AC3E}">
        <p14:creationId xmlns:p14="http://schemas.microsoft.com/office/powerpoint/2010/main" val="1665588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4">
            <a:extLst>
              <a:ext uri="{FF2B5EF4-FFF2-40B4-BE49-F238E27FC236}">
                <a16:creationId xmlns:a16="http://schemas.microsoft.com/office/drawing/2014/main" id="{CC0A3186-8649-4E32-8B62-E339FCA872C4}"/>
              </a:ext>
            </a:extLst>
          </p:cNvPr>
          <p:cNvSpPr txBox="1">
            <a:spLocks noChangeArrowheads="1"/>
          </p:cNvSpPr>
          <p:nvPr/>
        </p:nvSpPr>
        <p:spPr>
          <a:xfrm>
            <a:off x="685800" y="412527"/>
            <a:ext cx="2209800" cy="685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19050" cmpd="sng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 函数</a:t>
            </a:r>
          </a:p>
        </p:txBody>
      </p:sp>
      <p:sp>
        <p:nvSpPr>
          <p:cNvPr id="14" name="Text Box 15">
            <a:extLst>
              <a:ext uri="{FF2B5EF4-FFF2-40B4-BE49-F238E27FC236}">
                <a16:creationId xmlns:a16="http://schemas.microsoft.com/office/drawing/2014/main" id="{E4036B5E-F427-4681-B41C-2BAD23D13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914400"/>
            <a:ext cx="3238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函数的概念</a:t>
            </a:r>
          </a:p>
        </p:txBody>
      </p:sp>
      <p:sp>
        <p:nvSpPr>
          <p:cNvPr id="15" name="Text Box 16">
            <a:extLst>
              <a:ext uri="{FF2B5EF4-FFF2-40B4-BE49-F238E27FC236}">
                <a16:creationId xmlns:a16="http://schemas.microsoft.com/office/drawing/2014/main" id="{E6EECCA9-212E-4542-A62B-A7D1F104F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1443335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定义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4D7DDC2A-A021-43E7-9352-D9C367475C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982235"/>
              </p:ext>
            </p:extLst>
          </p:nvPr>
        </p:nvGraphicFramePr>
        <p:xfrm>
          <a:off x="5410200" y="1495426"/>
          <a:ext cx="660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74" name="Equation" r:id="rId3" imgW="660240" imgH="342720" progId="Equation.DSMT4">
                  <p:embed/>
                </p:oleObj>
              </mc:Choice>
              <mc:Fallback>
                <p:oleObj name="Equation" r:id="rId3" imgW="660240" imgH="342720" progId="Equation.DSMT4">
                  <p:embed/>
                  <p:pic>
                    <p:nvPicPr>
                      <p:cNvPr id="604177" name="Object 17">
                        <a:extLst>
                          <a:ext uri="{FF2B5EF4-FFF2-40B4-BE49-F238E27FC236}">
                            <a16:creationId xmlns:a16="http://schemas.microsoft.com/office/drawing/2014/main" id="{D5A31B6B-7677-47F1-A0BA-E17F92DF06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495426"/>
                        <a:ext cx="660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Line 18">
            <a:extLst>
              <a:ext uri="{FF2B5EF4-FFF2-40B4-BE49-F238E27FC236}">
                <a16:creationId xmlns:a16="http://schemas.microsoft.com/office/drawing/2014/main" id="{FFAE999E-F8ED-4710-A0F8-D4E41C448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0600" y="1621392"/>
            <a:ext cx="445616" cy="142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sz="240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19">
            <a:extLst>
              <a:ext uri="{FF2B5EF4-FFF2-40B4-BE49-F238E27FC236}">
                <a16:creationId xmlns:a16="http://schemas.microsoft.com/office/drawing/2014/main" id="{5423412B-EC10-45C3-941C-7C778F4F26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21730"/>
              </p:ext>
            </p:extLst>
          </p:nvPr>
        </p:nvGraphicFramePr>
        <p:xfrm>
          <a:off x="6615869" y="1493177"/>
          <a:ext cx="129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75" name="Equation" r:id="rId5" imgW="1295280" imgH="342720" progId="Equation.DSMT4">
                  <p:embed/>
                </p:oleObj>
              </mc:Choice>
              <mc:Fallback>
                <p:oleObj name="Equation" r:id="rId5" imgW="1295280" imgH="342720" progId="Equation.DSMT4">
                  <p:embed/>
                  <p:pic>
                    <p:nvPicPr>
                      <p:cNvPr id="604179" name="Object 19">
                        <a:extLst>
                          <a:ext uri="{FF2B5EF4-FFF2-40B4-BE49-F238E27FC236}">
                            <a16:creationId xmlns:a16="http://schemas.microsoft.com/office/drawing/2014/main" id="{742FD1F1-BBFC-4C52-9A86-0DCD6475CB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869" y="1493177"/>
                        <a:ext cx="1295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>
            <a:extLst>
              <a:ext uri="{FF2B5EF4-FFF2-40B4-BE49-F238E27FC236}">
                <a16:creationId xmlns:a16="http://schemas.microsoft.com/office/drawing/2014/main" id="{3ED970CF-891F-44A4-B547-77D29728B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4739396"/>
              </p:ext>
            </p:extLst>
          </p:nvPr>
        </p:nvGraphicFramePr>
        <p:xfrm>
          <a:off x="916503" y="2207790"/>
          <a:ext cx="3581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76" name="Equation" r:id="rId7" imgW="3581280" imgH="482400" progId="Equation.DSMT4">
                  <p:embed/>
                </p:oleObj>
              </mc:Choice>
              <mc:Fallback>
                <p:oleObj name="Equation" r:id="rId7" imgW="3581280" imgH="482400" progId="Equation.DSMT4">
                  <p:embed/>
                  <p:pic>
                    <p:nvPicPr>
                      <p:cNvPr id="604180" name="Object 20">
                        <a:extLst>
                          <a:ext uri="{FF2B5EF4-FFF2-40B4-BE49-F238E27FC236}">
                            <a16:creationId xmlns:a16="http://schemas.microsoft.com/office/drawing/2014/main" id="{F0259C90-7964-4A71-A1BD-6665AE9B86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03" y="2207790"/>
                        <a:ext cx="3581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1">
            <a:extLst>
              <a:ext uri="{FF2B5EF4-FFF2-40B4-BE49-F238E27FC236}">
                <a16:creationId xmlns:a16="http://schemas.microsoft.com/office/drawing/2014/main" id="{DD5C4492-FE3E-4B62-9F7B-E743014CB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5262" y="1824265"/>
            <a:ext cx="1430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定义域</a:t>
            </a:r>
          </a:p>
        </p:txBody>
      </p:sp>
      <p:sp>
        <p:nvSpPr>
          <p:cNvPr id="21" name="Text Box 22">
            <a:extLst>
              <a:ext uri="{FF2B5EF4-FFF2-40B4-BE49-F238E27FC236}">
                <a16:creationId xmlns:a16="http://schemas.microsoft.com/office/drawing/2014/main" id="{A30D3A82-F7EB-43E9-A9F9-F641D7CCB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1600" y="1814095"/>
            <a:ext cx="1143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值域</a:t>
            </a:r>
          </a:p>
        </p:txBody>
      </p:sp>
      <p:sp>
        <p:nvSpPr>
          <p:cNvPr id="22" name="Text Box 23">
            <a:extLst>
              <a:ext uri="{FF2B5EF4-FFF2-40B4-BE49-F238E27FC236}">
                <a16:creationId xmlns:a16="http://schemas.microsoft.com/office/drawing/2014/main" id="{B5FCBBA6-B163-4014-BF26-3A2D08F1F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56" y="2977015"/>
            <a:ext cx="1295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图形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D62080DE-FFC7-49A7-90CF-B40DCB4A6A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340954"/>
              </p:ext>
            </p:extLst>
          </p:nvPr>
        </p:nvGraphicFramePr>
        <p:xfrm>
          <a:off x="1766695" y="3477878"/>
          <a:ext cx="36290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77" name="Equation" r:id="rId9" imgW="3632040" imgH="482400" progId="Equation.DSMT4">
                  <p:embed/>
                </p:oleObj>
              </mc:Choice>
              <mc:Fallback>
                <p:oleObj name="Equation" r:id="rId9" imgW="3632040" imgH="482400" progId="Equation.DSMT4">
                  <p:embed/>
                  <p:pic>
                    <p:nvPicPr>
                      <p:cNvPr id="604184" name="Object 24">
                        <a:extLst>
                          <a:ext uri="{FF2B5EF4-FFF2-40B4-BE49-F238E27FC236}">
                            <a16:creationId xmlns:a16="http://schemas.microsoft.com/office/drawing/2014/main" id="{D2610813-AB32-4160-B568-3F48D5A9E8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695" y="3477878"/>
                        <a:ext cx="36290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5">
            <a:extLst>
              <a:ext uri="{FF2B5EF4-FFF2-40B4-BE49-F238E27FC236}">
                <a16:creationId xmlns:a16="http://schemas.microsoft.com/office/drawing/2014/main" id="{2960D625-4A39-44B0-B2FB-ED27FB4F6E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3337782"/>
            <a:ext cx="25273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( </a:t>
            </a: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一般为曲线 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6" name="Text Box 27">
            <a:extLst>
              <a:ext uri="{FF2B5EF4-FFF2-40B4-BE49-F238E27FC236}">
                <a16:creationId xmlns:a16="http://schemas.microsoft.com/office/drawing/2014/main" id="{25C0C05E-6287-41D0-A817-0A755AA20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113" y="1458267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27" name="Object 28">
            <a:extLst>
              <a:ext uri="{FF2B5EF4-FFF2-40B4-BE49-F238E27FC236}">
                <a16:creationId xmlns:a16="http://schemas.microsoft.com/office/drawing/2014/main" id="{503084A6-3A38-4CAC-B0A9-45801C2C5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037590"/>
              </p:ext>
            </p:extLst>
          </p:nvPr>
        </p:nvGraphicFramePr>
        <p:xfrm>
          <a:off x="1807369" y="1535038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78" name="Equation" r:id="rId11" imgW="965160" imgH="342720" progId="Equation.DSMT4">
                  <p:embed/>
                </p:oleObj>
              </mc:Choice>
              <mc:Fallback>
                <p:oleObj name="Equation" r:id="rId11" imgW="965160" imgH="342720" progId="Equation.DSMT4">
                  <p:embed/>
                  <p:pic>
                    <p:nvPicPr>
                      <p:cNvPr id="604188" name="Object 28">
                        <a:extLst>
                          <a:ext uri="{FF2B5EF4-FFF2-40B4-BE49-F238E27FC236}">
                            <a16:creationId xmlns:a16="http://schemas.microsoft.com/office/drawing/2014/main" id="{1C3D5366-2D94-4FAF-935D-F876DA9B97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369" y="1535038"/>
                        <a:ext cx="965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9">
            <a:extLst>
              <a:ext uri="{FF2B5EF4-FFF2-40B4-BE49-F238E27FC236}">
                <a16:creationId xmlns:a16="http://schemas.microsoft.com/office/drawing/2014/main" id="{740CD9EA-324A-4C72-82DB-368C149AC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203" y="1407467"/>
            <a:ext cx="28151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函数为特殊的映射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9" name="Text Box 30">
            <a:extLst>
              <a:ext uri="{FF2B5EF4-FFF2-40B4-BE49-F238E27FC236}">
                <a16:creationId xmlns:a16="http://schemas.microsoft.com/office/drawing/2014/main" id="{C3491FB3-3EF3-427B-BE48-4387D2A91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590" y="2234852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其中</a:t>
            </a:r>
          </a:p>
        </p:txBody>
      </p:sp>
    </p:spTree>
    <p:extLst>
      <p:ext uri="{BB962C8B-B14F-4D97-AF65-F5344CB8AC3E}">
        <p14:creationId xmlns:p14="http://schemas.microsoft.com/office/powerpoint/2010/main" val="190973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9B8407C-3850-41AC-B022-F09D44B8DE25}"/>
              </a:ext>
            </a:extLst>
          </p:cNvPr>
          <p:cNvSpPr txBox="1">
            <a:spLocks noChangeArrowheads="1"/>
          </p:cNvSpPr>
          <p:nvPr/>
        </p:nvSpPr>
        <p:spPr>
          <a:xfrm>
            <a:off x="671770" y="134275"/>
            <a:ext cx="24384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函数的特性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B1625B4-A6D4-46A3-9F95-AFF8F94B5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870" y="552522"/>
            <a:ext cx="1536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有界性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43DF7EE-3804-4C71-8067-5AE4AFC52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470" y="552522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单调性 </a:t>
            </a:r>
            <a:r>
              <a:rPr kumimoji="1"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AC1CB2B-705E-4FDB-94E5-EB25067C2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0070" y="552522"/>
            <a:ext cx="1536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奇偶性 </a:t>
            </a:r>
            <a:r>
              <a:rPr kumimoji="1"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851AEDF5-14DA-4D53-93A6-C4C1FE956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420" y="568694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周期性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63F05591-5D25-4759-95DD-2EE1F677E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100" y="1086341"/>
            <a:ext cx="1828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反函数</a:t>
            </a:r>
          </a:p>
        </p:txBody>
      </p:sp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B42157A7-A872-40CA-92A4-BC3BCB404D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850795"/>
              </p:ext>
            </p:extLst>
          </p:nvPr>
        </p:nvGraphicFramePr>
        <p:xfrm>
          <a:off x="1884642" y="1708258"/>
          <a:ext cx="1765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08" name="Equation" r:id="rId3" imgW="1765080" imgH="342720" progId="Equation.DSMT4">
                  <p:embed/>
                </p:oleObj>
              </mc:Choice>
              <mc:Fallback>
                <p:oleObj name="Equation" r:id="rId3" imgW="1765080" imgH="342720" progId="Equation.DSMT4">
                  <p:embed/>
                  <p:pic>
                    <p:nvPicPr>
                      <p:cNvPr id="605192" name="Object 8">
                        <a:extLst>
                          <a:ext uri="{FF2B5EF4-FFF2-40B4-BE49-F238E27FC236}">
                            <a16:creationId xmlns:a16="http://schemas.microsoft.com/office/drawing/2014/main" id="{6C120F0B-59AE-4CD0-856C-B3317994FA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642" y="1708258"/>
                        <a:ext cx="1765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>
            <a:extLst>
              <a:ext uri="{FF2B5EF4-FFF2-40B4-BE49-F238E27FC236}">
                <a16:creationId xmlns:a16="http://schemas.microsoft.com/office/drawing/2014/main" id="{F17A8E6E-85E4-4619-A933-C1370DA3B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419" y="1621750"/>
            <a:ext cx="110799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设函数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F57394A-2D6B-4C7C-A0E2-BD6820E7A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0070" y="1594266"/>
            <a:ext cx="11897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为单射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1F125489-1F32-46E6-A707-414A58E1F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420" y="1630133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反函数为其逆映射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46B458F1-0651-49D4-81B7-AA8E777279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167507"/>
              </p:ext>
            </p:extLst>
          </p:nvPr>
        </p:nvGraphicFramePr>
        <p:xfrm>
          <a:off x="3302319" y="2109659"/>
          <a:ext cx="2019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09" name="Equation" r:id="rId5" imgW="2019240" imgH="406080" progId="Equation.DSMT4">
                  <p:embed/>
                </p:oleObj>
              </mc:Choice>
              <mc:Fallback>
                <p:oleObj name="Equation" r:id="rId5" imgW="2019240" imgH="406080" progId="Equation.DSMT4">
                  <p:embed/>
                  <p:pic>
                    <p:nvPicPr>
                      <p:cNvPr id="605196" name="Object 12">
                        <a:extLst>
                          <a:ext uri="{FF2B5EF4-FFF2-40B4-BE49-F238E27FC236}">
                            <a16:creationId xmlns:a16="http://schemas.microsoft.com/office/drawing/2014/main" id="{FAC4D7A0-34FC-4B08-8B30-0B34D53B86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319" y="2109659"/>
                        <a:ext cx="20193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F0256978-0905-4130-BDDF-270C29176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132" y="2376674"/>
            <a:ext cx="23145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复合函数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F3DB7E64-454A-48F6-B7CC-458BDD9DB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25" y="2962307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给定函数链</a:t>
            </a:r>
          </a:p>
        </p:txBody>
      </p:sp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2F3D888D-E7D7-4BFA-A530-82608ABD88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238636"/>
              </p:ext>
            </p:extLst>
          </p:nvPr>
        </p:nvGraphicFramePr>
        <p:xfrm>
          <a:off x="2376798" y="3016256"/>
          <a:ext cx="2019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10" name="Equation" r:id="rId7" imgW="2019240" imgH="419040" progId="Equation.DSMT4">
                  <p:embed/>
                </p:oleObj>
              </mc:Choice>
              <mc:Fallback>
                <p:oleObj name="Equation" r:id="rId7" imgW="2019240" imgH="419040" progId="Equation.DSMT4">
                  <p:embed/>
                  <p:pic>
                    <p:nvPicPr>
                      <p:cNvPr id="605199" name="Object 15">
                        <a:extLst>
                          <a:ext uri="{FF2B5EF4-FFF2-40B4-BE49-F238E27FC236}">
                            <a16:creationId xmlns:a16="http://schemas.microsoft.com/office/drawing/2014/main" id="{0C19202B-9B8A-473D-91D6-C97F87E3DB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798" y="3016256"/>
                        <a:ext cx="2019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79D822CF-D94E-423A-9081-63F1E0A468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122968"/>
              </p:ext>
            </p:extLst>
          </p:nvPr>
        </p:nvGraphicFramePr>
        <p:xfrm>
          <a:off x="4439062" y="2971441"/>
          <a:ext cx="2476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11" name="Equation" r:id="rId9" imgW="2476440" imgH="419040" progId="Equation.DSMT4">
                  <p:embed/>
                </p:oleObj>
              </mc:Choice>
              <mc:Fallback>
                <p:oleObj name="Equation" r:id="rId9" imgW="2476440" imgH="419040" progId="Equation.DSMT4">
                  <p:embed/>
                  <p:pic>
                    <p:nvPicPr>
                      <p:cNvPr id="605200" name="Object 16">
                        <a:extLst>
                          <a:ext uri="{FF2B5EF4-FFF2-40B4-BE49-F238E27FC236}">
                            <a16:creationId xmlns:a16="http://schemas.microsoft.com/office/drawing/2014/main" id="{E03946E6-D2DE-4C5E-A294-573C9E62D7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9062" y="2971441"/>
                        <a:ext cx="2476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>
            <a:extLst>
              <a:ext uri="{FF2B5EF4-FFF2-40B4-BE49-F238E27FC236}">
                <a16:creationId xmlns:a16="http://schemas.microsoft.com/office/drawing/2014/main" id="{F54AE6B9-84D2-4EB3-8D38-2B43C7B68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5200" y="2935286"/>
            <a:ext cx="20313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则复合函数为</a:t>
            </a:r>
          </a:p>
        </p:txBody>
      </p:sp>
      <p:graphicFrame>
        <p:nvGraphicFramePr>
          <p:cNvPr id="18" name="Object 18">
            <a:extLst>
              <a:ext uri="{FF2B5EF4-FFF2-40B4-BE49-F238E27FC236}">
                <a16:creationId xmlns:a16="http://schemas.microsoft.com/office/drawing/2014/main" id="{47894C8B-3B1A-4FFC-8832-1A23F7245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142359"/>
              </p:ext>
            </p:extLst>
          </p:nvPr>
        </p:nvGraphicFramePr>
        <p:xfrm>
          <a:off x="3244850" y="3517175"/>
          <a:ext cx="265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12" name="Equation" r:id="rId11" imgW="2654280" imgH="342720" progId="Equation.DSMT4">
                  <p:embed/>
                </p:oleObj>
              </mc:Choice>
              <mc:Fallback>
                <p:oleObj name="Equation" r:id="rId11" imgW="2654280" imgH="342720" progId="Equation.DSMT4">
                  <p:embed/>
                  <p:pic>
                    <p:nvPicPr>
                      <p:cNvPr id="605202" name="Object 18">
                        <a:extLst>
                          <a:ext uri="{FF2B5EF4-FFF2-40B4-BE49-F238E27FC236}">
                            <a16:creationId xmlns:a16="http://schemas.microsoft.com/office/drawing/2014/main" id="{8BF8734C-A44E-4B07-9646-3A4C1ECBF9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3517175"/>
                        <a:ext cx="2654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9">
            <a:extLst>
              <a:ext uri="{FF2B5EF4-FFF2-40B4-BE49-F238E27FC236}">
                <a16:creationId xmlns:a16="http://schemas.microsoft.com/office/drawing/2014/main" id="{9E90407D-6F22-4439-AB17-97622EDB9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331" y="3964619"/>
            <a:ext cx="24590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初等函数</a:t>
            </a: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50937517-62D2-43FE-9C3F-4A68C3B9A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7654" y="3986709"/>
            <a:ext cx="38779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有限个常数及基本初等函数</a:t>
            </a: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68512C15-FF1F-4627-B2DE-D8D0990C2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5536" y="3986709"/>
            <a:ext cx="296908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经有限次四则运算与</a:t>
            </a: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3B23E376-0FA6-4DDD-9AFF-1B189BF17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524" y="4538925"/>
            <a:ext cx="436209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复合而成的一个表达式的函数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542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9" grpId="0" build="p" autoUpdateAnimBg="0"/>
      <p:bldP spid="10" grpId="0" build="p" autoUpdateAnimBg="0" advAuto="0"/>
      <p:bldP spid="11" grpId="0" build="p" autoUpdateAnimBg="0"/>
      <p:bldP spid="13" grpId="0" build="p" autoUpdateAnimBg="0"/>
      <p:bldP spid="14" grpId="0" build="p" autoUpdateAnimBg="0"/>
      <p:bldP spid="17" grpId="0" build="p" autoUpdateAnimBg="0"/>
      <p:bldP spid="19" grpId="0" build="p" autoUpdateAnimBg="0"/>
      <p:bldP spid="20" grpId="0" build="p" autoUpdateAnimBg="0"/>
      <p:bldP spid="21" grpId="0" build="p" autoUpdateAnimBg="0"/>
      <p:bldP spid="22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E61BD9FC-AB71-4A62-83C6-A32FE707D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426848"/>
              </p:ext>
            </p:extLst>
          </p:nvPr>
        </p:nvGraphicFramePr>
        <p:xfrm>
          <a:off x="1339080" y="1217588"/>
          <a:ext cx="142236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1" name="Equation" r:id="rId3" imgW="1422360" imgH="736560" progId="Equation.DSMT4">
                  <p:embed/>
                </p:oleObj>
              </mc:Choice>
              <mc:Fallback>
                <p:oleObj name="Equation" r:id="rId3" imgW="1422360" imgH="736560" progId="Equation.DSMT4">
                  <p:embed/>
                  <p:pic>
                    <p:nvPicPr>
                      <p:cNvPr id="651269" name="Object 5">
                        <a:extLst>
                          <a:ext uri="{FF2B5EF4-FFF2-40B4-BE49-F238E27FC236}">
                            <a16:creationId xmlns:a16="http://schemas.microsoft.com/office/drawing/2014/main" id="{DF7FB79D-3427-4937-BE29-7EA22DFCC0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080" y="1217588"/>
                        <a:ext cx="1422360" cy="7365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5A97C9-437D-4D68-B762-1400535F60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973650"/>
              </p:ext>
            </p:extLst>
          </p:nvPr>
        </p:nvGraphicFramePr>
        <p:xfrm>
          <a:off x="2769622" y="1088981"/>
          <a:ext cx="4609800" cy="1028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2" name="Equation" r:id="rId5" imgW="4609800" imgH="1028520" progId="Equation.DSMT4">
                  <p:embed/>
                </p:oleObj>
              </mc:Choice>
              <mc:Fallback>
                <p:oleObj name="Equation" r:id="rId5" imgW="4609800" imgH="1028520" progId="Equation.DSMT4">
                  <p:embed/>
                  <p:pic>
                    <p:nvPicPr>
                      <p:cNvPr id="651268" name="Object 4">
                        <a:extLst>
                          <a:ext uri="{FF2B5EF4-FFF2-40B4-BE49-F238E27FC236}">
                            <a16:creationId xmlns:a16="http://schemas.microsoft.com/office/drawing/2014/main" id="{883D6CD0-BB56-4C38-ADE6-45A3B99442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9622" y="1088981"/>
                        <a:ext cx="4609800" cy="10285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91A4ABE7-C52C-491B-8D5E-DFE91CF282B1}"/>
              </a:ext>
            </a:extLst>
          </p:cNvPr>
          <p:cNvGrpSpPr/>
          <p:nvPr/>
        </p:nvGrpSpPr>
        <p:grpSpPr>
          <a:xfrm>
            <a:off x="179512" y="195486"/>
            <a:ext cx="8610186" cy="825480"/>
            <a:chOff x="107950" y="420707"/>
            <a:chExt cx="8610186" cy="825480"/>
          </a:xfrm>
        </p:grpSpPr>
        <p:graphicFrame>
          <p:nvGraphicFramePr>
            <p:cNvPr id="2" name="Object 8">
              <a:extLst>
                <a:ext uri="{FF2B5EF4-FFF2-40B4-BE49-F238E27FC236}">
                  <a16:creationId xmlns:a16="http://schemas.microsoft.com/office/drawing/2014/main" id="{66C249E4-67BB-4E41-BF26-649051F26E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315545"/>
                </p:ext>
              </p:extLst>
            </p:nvPr>
          </p:nvGraphicFramePr>
          <p:xfrm>
            <a:off x="1490922" y="420707"/>
            <a:ext cx="5206680" cy="825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3" name="Equation" r:id="rId7" imgW="5206680" imgH="825480" progId="Equation.DSMT4">
                    <p:embed/>
                  </p:oleObj>
                </mc:Choice>
                <mc:Fallback>
                  <p:oleObj name="Equation" r:id="rId7" imgW="5206680" imgH="825480" progId="Equation.DSMT4">
                    <p:embed/>
                    <p:pic>
                      <p:nvPicPr>
                        <p:cNvPr id="651272" name="Object 8">
                          <a:extLst>
                            <a:ext uri="{FF2B5EF4-FFF2-40B4-BE49-F238E27FC236}">
                              <a16:creationId xmlns:a16="http://schemas.microsoft.com/office/drawing/2014/main" id="{6491BFD2-1FDA-4535-83D9-BB80FD1E992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0922" y="420707"/>
                          <a:ext cx="5206680" cy="825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" name="Object 7">
              <a:extLst>
                <a:ext uri="{FF2B5EF4-FFF2-40B4-BE49-F238E27FC236}">
                  <a16:creationId xmlns:a16="http://schemas.microsoft.com/office/drawing/2014/main" id="{4F1297B9-AD9B-43E1-8731-B9116DA9DC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882547"/>
                </p:ext>
              </p:extLst>
            </p:nvPr>
          </p:nvGraphicFramePr>
          <p:xfrm>
            <a:off x="6816131" y="712033"/>
            <a:ext cx="799920" cy="33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4" name="Equation" r:id="rId9" imgW="799920" imgH="330120" progId="Equation.DSMT4">
                    <p:embed/>
                  </p:oleObj>
                </mc:Choice>
                <mc:Fallback>
                  <p:oleObj name="Equation" r:id="rId9" imgW="799920" imgH="330120" progId="Equation.DSMT4">
                    <p:embed/>
                    <p:pic>
                      <p:nvPicPr>
                        <p:cNvPr id="651271" name="Object 7">
                          <a:extLst>
                            <a:ext uri="{FF2B5EF4-FFF2-40B4-BE49-F238E27FC236}">
                              <a16:creationId xmlns:a16="http://schemas.microsoft.com/office/drawing/2014/main" id="{692440EA-1DC0-481B-AFE4-E0C52228F0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16131" y="712033"/>
                          <a:ext cx="799920" cy="3301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6">
              <a:extLst>
                <a:ext uri="{FF2B5EF4-FFF2-40B4-BE49-F238E27FC236}">
                  <a16:creationId xmlns:a16="http://schemas.microsoft.com/office/drawing/2014/main" id="{5654DDD0-4C5A-4F78-9761-FAFCB381CB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5254136"/>
                </p:ext>
              </p:extLst>
            </p:nvPr>
          </p:nvGraphicFramePr>
          <p:xfrm>
            <a:off x="7956376" y="703651"/>
            <a:ext cx="76176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5" name="Equation" r:id="rId11" imgW="761760" imgH="342720" progId="Equation.DSMT4">
                    <p:embed/>
                  </p:oleObj>
                </mc:Choice>
                <mc:Fallback>
                  <p:oleObj name="Equation" r:id="rId11" imgW="761760" imgH="342720" progId="Equation.DSMT4">
                    <p:embed/>
                    <p:pic>
                      <p:nvPicPr>
                        <p:cNvPr id="651270" name="Object 6">
                          <a:extLst>
                            <a:ext uri="{FF2B5EF4-FFF2-40B4-BE49-F238E27FC236}">
                              <a16:creationId xmlns:a16="http://schemas.microsoft.com/office/drawing/2014/main" id="{A00115EA-1E0B-4E60-9774-87EC773566C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56376" y="703651"/>
                          <a:ext cx="76176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1EEC7234-7B4D-420F-A2DD-5DC874173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950" y="646261"/>
              <a:ext cx="149143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indent="30003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设 </a:t>
              </a: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85A3AF95-B50F-45D7-8227-05C525E39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8131" y="647622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</a:t>
              </a:r>
            </a:p>
          </p:txBody>
        </p:sp>
      </p:grpSp>
      <p:sp>
        <p:nvSpPr>
          <p:cNvPr id="9" name="Rectangle 12">
            <a:extLst>
              <a:ext uri="{FF2B5EF4-FFF2-40B4-BE49-F238E27FC236}">
                <a16:creationId xmlns:a16="http://schemas.microsoft.com/office/drawing/2014/main" id="{6F66DD24-4C22-4B91-8F17-327B3B0D6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20" y="1339477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zh-CN" altLang="en-US" sz="2400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16">
            <a:extLst>
              <a:ext uri="{FF2B5EF4-FFF2-40B4-BE49-F238E27FC236}">
                <a16:creationId xmlns:a16="http://schemas.microsoft.com/office/drawing/2014/main" id="{88D5AAB4-0027-4299-9E0C-18B4FE5D0A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0317280"/>
              </p:ext>
            </p:extLst>
          </p:nvPr>
        </p:nvGraphicFramePr>
        <p:xfrm>
          <a:off x="1235520" y="2170742"/>
          <a:ext cx="13204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6" name="Equation" r:id="rId13" imgW="1320480" imgH="736560" progId="Equation.DSMT4">
                  <p:embed/>
                </p:oleObj>
              </mc:Choice>
              <mc:Fallback>
                <p:oleObj name="Equation" r:id="rId13" imgW="1320480" imgH="736560" progId="Equation.DSMT4">
                  <p:embed/>
                  <p:pic>
                    <p:nvPicPr>
                      <p:cNvPr id="651280" name="Object 16">
                        <a:extLst>
                          <a:ext uri="{FF2B5EF4-FFF2-40B4-BE49-F238E27FC236}">
                            <a16:creationId xmlns:a16="http://schemas.microsoft.com/office/drawing/2014/main" id="{7BA9F18F-6FAF-4A09-A865-BF440CEC3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5520" y="2170742"/>
                        <a:ext cx="1320480" cy="73656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7">
            <a:extLst>
              <a:ext uri="{FF2B5EF4-FFF2-40B4-BE49-F238E27FC236}">
                <a16:creationId xmlns:a16="http://schemas.microsoft.com/office/drawing/2014/main" id="{939C88E6-6D7D-4577-B79C-BF1D89762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14" y="2346529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令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ADDAED7-819A-4774-B271-53D7C64EDCC7}"/>
              </a:ext>
            </a:extLst>
          </p:cNvPr>
          <p:cNvGrpSpPr/>
          <p:nvPr/>
        </p:nvGrpSpPr>
        <p:grpSpPr>
          <a:xfrm>
            <a:off x="2514417" y="2302678"/>
            <a:ext cx="4373276" cy="545760"/>
            <a:chOff x="2442855" y="2527899"/>
            <a:chExt cx="4373276" cy="545760"/>
          </a:xfrm>
        </p:grpSpPr>
        <p:graphicFrame>
          <p:nvGraphicFramePr>
            <p:cNvPr id="11" name="Object 15">
              <a:extLst>
                <a:ext uri="{FF2B5EF4-FFF2-40B4-BE49-F238E27FC236}">
                  <a16:creationId xmlns:a16="http://schemas.microsoft.com/office/drawing/2014/main" id="{EE56B214-8574-43C1-9354-0A25EF3AE96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1102479"/>
                </p:ext>
              </p:extLst>
            </p:nvPr>
          </p:nvGraphicFramePr>
          <p:xfrm>
            <a:off x="2777651" y="2527899"/>
            <a:ext cx="4038480" cy="5457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927" name="Equation" r:id="rId15" imgW="4038480" imgH="545760" progId="Equation.DSMT4">
                    <p:embed/>
                  </p:oleObj>
                </mc:Choice>
                <mc:Fallback>
                  <p:oleObj name="Equation" r:id="rId15" imgW="4038480" imgH="545760" progId="Equation.DSMT4">
                    <p:embed/>
                    <p:pic>
                      <p:nvPicPr>
                        <p:cNvPr id="651279" name="Object 15">
                          <a:extLst>
                            <a:ext uri="{FF2B5EF4-FFF2-40B4-BE49-F238E27FC236}">
                              <a16:creationId xmlns:a16="http://schemas.microsoft.com/office/drawing/2014/main" id="{D5E703D2-B0A6-4FFC-9341-D9A10D65817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7651" y="2527899"/>
                          <a:ext cx="4038480" cy="5457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Rectangle 18">
              <a:extLst>
                <a:ext uri="{FF2B5EF4-FFF2-40B4-BE49-F238E27FC236}">
                  <a16:creationId xmlns:a16="http://schemas.microsoft.com/office/drawing/2014/main" id="{C6C19E75-24A1-4BB6-84EA-F64AF2896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2855" y="2571750"/>
              <a:ext cx="4940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则</a:t>
              </a:r>
            </a:p>
          </p:txBody>
        </p:sp>
      </p:grpSp>
      <p:sp>
        <p:nvSpPr>
          <p:cNvPr id="14" name="Rectangle 19">
            <a:extLst>
              <a:ext uri="{FF2B5EF4-FFF2-40B4-BE49-F238E27FC236}">
                <a16:creationId xmlns:a16="http://schemas.microsoft.com/office/drawing/2014/main" id="{804F76F7-B6A8-480B-AF5F-614CDAEDD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26" y="3264966"/>
            <a:ext cx="213231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将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</a:t>
            </a:r>
            <a:r>
              <a:rPr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换成 </a:t>
            </a:r>
            <a:r>
              <a:rPr lang="en-US" altLang="zh-CN" sz="2400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5B075B8B-2E28-4FD0-B7B6-4B56A40112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010523"/>
              </p:ext>
            </p:extLst>
          </p:nvPr>
        </p:nvGraphicFramePr>
        <p:xfrm>
          <a:off x="2411314" y="3750944"/>
          <a:ext cx="4025880" cy="545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28" name="Equation" r:id="rId17" imgW="4025880" imgH="545760" progId="Equation.DSMT4">
                  <p:embed/>
                </p:oleObj>
              </mc:Choice>
              <mc:Fallback>
                <p:oleObj name="Equation" r:id="rId17" imgW="4025880" imgH="545760" progId="Equation.DSMT4">
                  <p:embed/>
                  <p:pic>
                    <p:nvPicPr>
                      <p:cNvPr id="651278" name="Object 14">
                        <a:extLst>
                          <a:ext uri="{FF2B5EF4-FFF2-40B4-BE49-F238E27FC236}">
                            <a16:creationId xmlns:a16="http://schemas.microsoft.com/office/drawing/2014/main" id="{4E71A896-DAD8-47A4-AA09-1C2D5D0490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314" y="3750944"/>
                        <a:ext cx="4025880" cy="5457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165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B7413E3F-7FBF-4300-9D34-99671F2DE801}"/>
              </a:ext>
            </a:extLst>
          </p:cNvPr>
          <p:cNvGrpSpPr/>
          <p:nvPr/>
        </p:nvGrpSpPr>
        <p:grpSpPr>
          <a:xfrm>
            <a:off x="109779" y="195486"/>
            <a:ext cx="8924441" cy="1357791"/>
            <a:chOff x="167900" y="315948"/>
            <a:chExt cx="8924441" cy="1357791"/>
          </a:xfrm>
        </p:grpSpPr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32153468-F109-4BF2-A05D-5FB262385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050" y="395288"/>
              <a:ext cx="4248150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2 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判别函数</a:t>
              </a:r>
            </a:p>
          </p:txBody>
        </p:sp>
        <p:graphicFrame>
          <p:nvGraphicFramePr>
            <p:cNvPr id="3" name="Object 5">
              <a:extLst>
                <a:ext uri="{FF2B5EF4-FFF2-40B4-BE49-F238E27FC236}">
                  <a16:creationId xmlns:a16="http://schemas.microsoft.com/office/drawing/2014/main" id="{679C2F8B-ACEC-40B0-B2BB-E73ABEC5FF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9580424"/>
                </p:ext>
              </p:extLst>
            </p:nvPr>
          </p:nvGraphicFramePr>
          <p:xfrm>
            <a:off x="2729106" y="315948"/>
            <a:ext cx="3035160" cy="812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259" name="Equation" r:id="rId4" imgW="3035160" imgH="812520" progId="Equation.DSMT4">
                    <p:embed/>
                  </p:oleObj>
                </mc:Choice>
                <mc:Fallback>
                  <p:oleObj name="Equation" r:id="rId4" imgW="3035160" imgH="812520" progId="Equation.DSMT4">
                    <p:embed/>
                    <p:pic>
                      <p:nvPicPr>
                        <p:cNvPr id="3" name="Object 5">
                          <a:extLst>
                            <a:ext uri="{FF2B5EF4-FFF2-40B4-BE49-F238E27FC236}">
                              <a16:creationId xmlns:a16="http://schemas.microsoft.com/office/drawing/2014/main" id="{679C2F8B-ACEC-40B0-B2BB-E73ABEC5FFF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9106" y="315948"/>
                          <a:ext cx="3035160" cy="8125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B0C8918E-5D1A-4BE7-9606-720E9A79F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00002" y="395288"/>
              <a:ext cx="1511300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其中</a:t>
              </a:r>
            </a:p>
          </p:txBody>
        </p:sp>
        <p:graphicFrame>
          <p:nvGraphicFramePr>
            <p:cNvPr id="5" name="Object 7">
              <a:extLst>
                <a:ext uri="{FF2B5EF4-FFF2-40B4-BE49-F238E27FC236}">
                  <a16:creationId xmlns:a16="http://schemas.microsoft.com/office/drawing/2014/main" id="{1D7D0867-3937-4E43-9DF4-26DCDC01A1B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6210789"/>
                </p:ext>
              </p:extLst>
            </p:nvPr>
          </p:nvGraphicFramePr>
          <p:xfrm>
            <a:off x="167900" y="1209108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260" name="Equation" r:id="rId6" imgW="622080" imgH="342720" progId="Equation.DSMT4">
                    <p:embed/>
                  </p:oleObj>
                </mc:Choice>
                <mc:Fallback>
                  <p:oleObj name="Equation" r:id="rId6" imgW="622080" imgH="342720" progId="Equation.DSMT4">
                    <p:embed/>
                    <p:pic>
                      <p:nvPicPr>
                        <p:cNvPr id="5" name="Object 7">
                          <a:extLst>
                            <a:ext uri="{FF2B5EF4-FFF2-40B4-BE49-F238E27FC236}">
                              <a16:creationId xmlns:a16="http://schemas.microsoft.com/office/drawing/2014/main" id="{1D7D0867-3937-4E43-9DF4-26DCDC01A1B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900" y="1209108"/>
                          <a:ext cx="6223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Rectangle 8">
              <a:extLst>
                <a:ext uri="{FF2B5EF4-FFF2-40B4-BE49-F238E27FC236}">
                  <a16:creationId xmlns:a16="http://schemas.microsoft.com/office/drawing/2014/main" id="{91D1A369-734A-44C3-A52E-28DC28D8E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050" y="1064139"/>
              <a:ext cx="1511300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</a:t>
              </a:r>
            </a:p>
          </p:txBody>
        </p:sp>
        <p:graphicFrame>
          <p:nvGraphicFramePr>
            <p:cNvPr id="7" name="Object 9">
              <a:extLst>
                <a:ext uri="{FF2B5EF4-FFF2-40B4-BE49-F238E27FC236}">
                  <a16:creationId xmlns:a16="http://schemas.microsoft.com/office/drawing/2014/main" id="{66130694-7CFB-4C4A-826E-231D137A7C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2070871"/>
                </p:ext>
              </p:extLst>
            </p:nvPr>
          </p:nvGraphicFramePr>
          <p:xfrm>
            <a:off x="1194060" y="1222465"/>
            <a:ext cx="11300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261" name="Equation" r:id="rId8" imgW="1130040" imgH="342720" progId="Equation.DSMT4">
                    <p:embed/>
                  </p:oleObj>
                </mc:Choice>
                <mc:Fallback>
                  <p:oleObj name="Equation" r:id="rId8" imgW="1130040" imgH="342720" progId="Equation.DSMT4">
                    <p:embed/>
                    <p:pic>
                      <p:nvPicPr>
                        <p:cNvPr id="7" name="Object 9">
                          <a:extLst>
                            <a:ext uri="{FF2B5EF4-FFF2-40B4-BE49-F238E27FC236}">
                              <a16:creationId xmlns:a16="http://schemas.microsoft.com/office/drawing/2014/main" id="{66130694-7CFB-4C4A-826E-231D137A7CF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4060" y="1222465"/>
                          <a:ext cx="113004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F1F5617B-B66E-4544-9DD5-A66A650B0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930" y="1045604"/>
              <a:ext cx="2592387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任何 </a:t>
              </a: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x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, </a:t>
              </a: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y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有</a:t>
              </a:r>
            </a:p>
          </p:txBody>
        </p:sp>
        <p:graphicFrame>
          <p:nvGraphicFramePr>
            <p:cNvPr id="9" name="Object 11">
              <a:extLst>
                <a:ext uri="{FF2B5EF4-FFF2-40B4-BE49-F238E27FC236}">
                  <a16:creationId xmlns:a16="http://schemas.microsoft.com/office/drawing/2014/main" id="{177CD722-992E-4C35-AB81-084F241A6D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7412930"/>
                </p:ext>
              </p:extLst>
            </p:nvPr>
          </p:nvGraphicFramePr>
          <p:xfrm>
            <a:off x="5994667" y="1222465"/>
            <a:ext cx="28954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262" name="Equation" r:id="rId10" imgW="2895480" imgH="342720" progId="Equation.DSMT4">
                    <p:embed/>
                  </p:oleObj>
                </mc:Choice>
                <mc:Fallback>
                  <p:oleObj name="Equation" r:id="rId10" imgW="2895480" imgH="342720" progId="Equation.DSMT4">
                    <p:embed/>
                    <p:pic>
                      <p:nvPicPr>
                        <p:cNvPr id="9" name="Object 11">
                          <a:extLst>
                            <a:ext uri="{FF2B5EF4-FFF2-40B4-BE49-F238E27FC236}">
                              <a16:creationId xmlns:a16="http://schemas.microsoft.com/office/drawing/2014/main" id="{177CD722-992E-4C35-AB81-084F241A6D5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94667" y="1222465"/>
                          <a:ext cx="289548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C23E9808-7792-4923-B003-CD8B45B31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9216" y="404813"/>
              <a:ext cx="2016125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的奇偶性．</a:t>
              </a:r>
            </a:p>
          </p:txBody>
        </p:sp>
        <p:sp>
          <p:nvSpPr>
            <p:cNvPr id="11" name="Rectangle 13">
              <a:extLst>
                <a:ext uri="{FF2B5EF4-FFF2-40B4-BE49-F238E27FC236}">
                  <a16:creationId xmlns:a16="http://schemas.microsoft.com/office/drawing/2014/main" id="{A7724C45-4670-4E37-8D47-48028320AB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736" y="1056202"/>
              <a:ext cx="3348037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上有定义，且对</a:t>
              </a: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6DE589A-E616-4BE4-AF46-B21DB1C1158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9988108"/>
                </p:ext>
              </p:extLst>
            </p:nvPr>
          </p:nvGraphicFramePr>
          <p:xfrm>
            <a:off x="7695341" y="534988"/>
            <a:ext cx="1397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263" name="Equation" r:id="rId12" imgW="1396800" imgH="330120" progId="Equation.DSMT4">
                    <p:embed/>
                  </p:oleObj>
                </mc:Choice>
                <mc:Fallback>
                  <p:oleObj name="Equation" r:id="rId12" imgW="1396800" imgH="3301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C6DE589A-E616-4BE4-AF46-B21DB1C1158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695341" y="534988"/>
                          <a:ext cx="1397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F69D8ACA-2F15-4A61-97D6-160B6003A6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607944"/>
              </p:ext>
            </p:extLst>
          </p:nvPr>
        </p:nvGraphicFramePr>
        <p:xfrm>
          <a:off x="1868565" y="1564987"/>
          <a:ext cx="21841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4" name="Equation" r:id="rId14" imgW="2184120" imgH="736560" progId="Equation.DSMT4">
                  <p:embed/>
                </p:oleObj>
              </mc:Choice>
              <mc:Fallback>
                <p:oleObj name="Equation" r:id="rId14" imgW="2184120" imgH="736560" progId="Equation.DSMT4">
                  <p:embed/>
                  <p:pic>
                    <p:nvPicPr>
                      <p:cNvPr id="634884" name="Object 4">
                        <a:extLst>
                          <a:ext uri="{FF2B5EF4-FFF2-40B4-BE49-F238E27FC236}">
                            <a16:creationId xmlns:a16="http://schemas.microsoft.com/office/drawing/2014/main" id="{93A687BC-4ABD-4C7E-9DEC-6F76A5283E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565" y="1564987"/>
                        <a:ext cx="21841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5">
            <a:extLst>
              <a:ext uri="{FF2B5EF4-FFF2-40B4-BE49-F238E27FC236}">
                <a16:creationId xmlns:a16="http://schemas.microsoft.com/office/drawing/2014/main" id="{0C2886B4-CA4E-4365-85C5-545772205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154" y="1637789"/>
            <a:ext cx="25923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　令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7D1E879-263D-43DC-9B49-90F44FED1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685" y="1659572"/>
            <a:ext cx="259238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因为</a:t>
            </a:r>
          </a:p>
        </p:txBody>
      </p:sp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2B9A8D91-4EC2-4A38-9499-C418F58D2F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8523019"/>
              </p:ext>
            </p:extLst>
          </p:nvPr>
        </p:nvGraphicFramePr>
        <p:xfrm>
          <a:off x="3229032" y="3117936"/>
          <a:ext cx="341604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5" name="Equation" r:id="rId16" imgW="3416040" imgH="774360" progId="Equation.DSMT4">
                  <p:embed/>
                </p:oleObj>
              </mc:Choice>
              <mc:Fallback>
                <p:oleObj name="Equation" r:id="rId16" imgW="3416040" imgH="774360" progId="Equation.DSMT4">
                  <p:embed/>
                  <p:pic>
                    <p:nvPicPr>
                      <p:cNvPr id="634887" name="Object 7">
                        <a:extLst>
                          <a:ext uri="{FF2B5EF4-FFF2-40B4-BE49-F238E27FC236}">
                            <a16:creationId xmlns:a16="http://schemas.microsoft.com/office/drawing/2014/main" id="{5A0F8B15-7C8D-4FAC-9F24-B6A4255312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9032" y="3117936"/>
                        <a:ext cx="3416040" cy="774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>
            <a:extLst>
              <a:ext uri="{FF2B5EF4-FFF2-40B4-BE49-F238E27FC236}">
                <a16:creationId xmlns:a16="http://schemas.microsoft.com/office/drawing/2014/main" id="{BBFE4B13-9A6F-4098-BCA9-55FF97A21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6454776"/>
              </p:ext>
            </p:extLst>
          </p:nvPr>
        </p:nvGraphicFramePr>
        <p:xfrm>
          <a:off x="1507277" y="2254616"/>
          <a:ext cx="495288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266" name="Equation" r:id="rId18" imgW="4952880" imgH="812520" progId="Equation.DSMT4">
                  <p:embed/>
                </p:oleObj>
              </mc:Choice>
              <mc:Fallback>
                <p:oleObj name="Equation" r:id="rId18" imgW="4952880" imgH="812520" progId="Equation.DSMT4">
                  <p:embed/>
                  <p:pic>
                    <p:nvPicPr>
                      <p:cNvPr id="634888" name="Object 8">
                        <a:extLst>
                          <a:ext uri="{FF2B5EF4-FFF2-40B4-BE49-F238E27FC236}">
                            <a16:creationId xmlns:a16="http://schemas.microsoft.com/office/drawing/2014/main" id="{D982B8C8-8B78-4F6D-8FA0-892FDBA0C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277" y="2254616"/>
                        <a:ext cx="495288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9">
            <a:extLst>
              <a:ext uri="{FF2B5EF4-FFF2-40B4-BE49-F238E27FC236}">
                <a16:creationId xmlns:a16="http://schemas.microsoft.com/office/drawing/2014/main" id="{43999B4C-F822-4E2B-9F30-07928E83A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241" y="4118657"/>
            <a:ext cx="352901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所以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奇函数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33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C724EC7C-A0CD-4991-AF57-A138411B7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339502"/>
            <a:ext cx="352901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又</a:t>
            </a:r>
          </a:p>
        </p:txBody>
      </p:sp>
      <p:graphicFrame>
        <p:nvGraphicFramePr>
          <p:cNvPr id="3" name="Object 10">
            <a:extLst>
              <a:ext uri="{FF2B5EF4-FFF2-40B4-BE49-F238E27FC236}">
                <a16:creationId xmlns:a16="http://schemas.microsoft.com/office/drawing/2014/main" id="{00843241-E936-44AC-B4BF-839E7D6AD4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045877"/>
              </p:ext>
            </p:extLst>
          </p:nvPr>
        </p:nvGraphicFramePr>
        <p:xfrm>
          <a:off x="1423960" y="497149"/>
          <a:ext cx="28954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4" name="Equation" r:id="rId3" imgW="2895480" imgH="342720" progId="Equation.DSMT4">
                  <p:embed/>
                </p:oleObj>
              </mc:Choice>
              <mc:Fallback>
                <p:oleObj name="Equation" r:id="rId3" imgW="2895480" imgH="342720" progId="Equation.DSMT4">
                  <p:embed/>
                  <p:pic>
                    <p:nvPicPr>
                      <p:cNvPr id="19" name="Object 10">
                        <a:extLst>
                          <a:ext uri="{FF2B5EF4-FFF2-40B4-BE49-F238E27FC236}">
                            <a16:creationId xmlns:a16="http://schemas.microsoft.com/office/drawing/2014/main" id="{05837EBD-2388-4EC9-92EC-3ACEDDEAE0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60" y="497149"/>
                        <a:ext cx="289548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>
            <a:extLst>
              <a:ext uri="{FF2B5EF4-FFF2-40B4-BE49-F238E27FC236}">
                <a16:creationId xmlns:a16="http://schemas.microsoft.com/office/drawing/2014/main" id="{3AC725CD-726F-4A75-A60C-246CEE8ADC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02652"/>
              </p:ext>
            </p:extLst>
          </p:nvPr>
        </p:nvGraphicFramePr>
        <p:xfrm>
          <a:off x="1746250" y="1227138"/>
          <a:ext cx="243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5" name="Equation" r:id="rId5" imgW="2438280" imgH="342720" progId="Equation.DSMT4">
                  <p:embed/>
                </p:oleObj>
              </mc:Choice>
              <mc:Fallback>
                <p:oleObj name="Equation" r:id="rId5" imgW="2438280" imgH="342720" progId="Equation.DSMT4">
                  <p:embed/>
                  <p:pic>
                    <p:nvPicPr>
                      <p:cNvPr id="21" name="Object 12">
                        <a:extLst>
                          <a:ext uri="{FF2B5EF4-FFF2-40B4-BE49-F238E27FC236}">
                            <a16:creationId xmlns:a16="http://schemas.microsoft.com/office/drawing/2014/main" id="{2DD8B241-3573-40EF-AA6F-4761A85DB3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250" y="1227138"/>
                        <a:ext cx="2438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92832E69-CD38-4A3A-8CA8-01CEA3BE5845}"/>
              </a:ext>
            </a:extLst>
          </p:cNvPr>
          <p:cNvGrpSpPr/>
          <p:nvPr/>
        </p:nvGrpSpPr>
        <p:grpSpPr>
          <a:xfrm>
            <a:off x="4366725" y="363709"/>
            <a:ext cx="1692275" cy="609600"/>
            <a:chOff x="4427984" y="627534"/>
            <a:chExt cx="1692275" cy="609600"/>
          </a:xfrm>
        </p:grpSpPr>
        <p:sp>
          <p:nvSpPr>
            <p:cNvPr id="4" name="Rectangle 11">
              <a:extLst>
                <a:ext uri="{FF2B5EF4-FFF2-40B4-BE49-F238E27FC236}">
                  <a16:creationId xmlns:a16="http://schemas.microsoft.com/office/drawing/2014/main" id="{F6F099F0-9D07-470F-8A24-A311E48BB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7984" y="627534"/>
              <a:ext cx="1692275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令</a:t>
              </a:r>
              <a:r>
                <a:rPr lang="en-US" altLang="zh-CN" sz="2400" b="1" i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         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有</a:t>
              </a:r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E407414F-7EB7-4FA3-AD3A-7B9856AFC5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50987275"/>
                </p:ext>
              </p:extLst>
            </p:nvPr>
          </p:nvGraphicFramePr>
          <p:xfrm>
            <a:off x="4902911" y="760974"/>
            <a:ext cx="7366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876" name="Equation" r:id="rId7" imgW="736560" imgH="342720" progId="Equation.DSMT4">
                    <p:embed/>
                  </p:oleObj>
                </mc:Choice>
                <mc:Fallback>
                  <p:oleObj name="Equation" r:id="rId7" imgW="736560" imgH="34272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55266D56-CF27-4C9E-8118-C20DA07B2E1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02911" y="760974"/>
                          <a:ext cx="7366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0860E43-20CB-4FEB-94F1-A8A1CA2496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284807"/>
              </p:ext>
            </p:extLst>
          </p:nvPr>
        </p:nvGraphicFramePr>
        <p:xfrm>
          <a:off x="4454635" y="1227805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7" name="Equation" r:id="rId9" imgW="1143000" imgH="342720" progId="Equation.DSMT4">
                  <p:embed/>
                </p:oleObj>
              </mc:Choice>
              <mc:Fallback>
                <p:oleObj name="Equation" r:id="rId9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54635" y="1227805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15">
            <a:extLst>
              <a:ext uri="{FF2B5EF4-FFF2-40B4-BE49-F238E27FC236}">
                <a16:creationId xmlns:a16="http://schemas.microsoft.com/office/drawing/2014/main" id="{42804750-6DDA-48B0-97C5-669F8E910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396" y="3131474"/>
            <a:ext cx="41052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所以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 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奇函数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故</a:t>
            </a:r>
          </a:p>
        </p:txBody>
      </p:sp>
      <p:graphicFrame>
        <p:nvGraphicFramePr>
          <p:cNvPr id="9" name="Object 16">
            <a:extLst>
              <a:ext uri="{FF2B5EF4-FFF2-40B4-BE49-F238E27FC236}">
                <a16:creationId xmlns:a16="http://schemas.microsoft.com/office/drawing/2014/main" id="{4EAE6935-2CF8-4A65-8A6A-3AF1B5187F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876297"/>
              </p:ext>
            </p:extLst>
          </p:nvPr>
        </p:nvGraphicFramePr>
        <p:xfrm>
          <a:off x="3577037" y="3292464"/>
          <a:ext cx="20952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8" name="Equation" r:id="rId11" imgW="2095200" imgH="342720" progId="Equation.DSMT4">
                  <p:embed/>
                </p:oleObj>
              </mc:Choice>
              <mc:Fallback>
                <p:oleObj name="Equation" r:id="rId11" imgW="2095200" imgH="342720" progId="Equation.DSMT4">
                  <p:embed/>
                  <p:pic>
                    <p:nvPicPr>
                      <p:cNvPr id="634896" name="Object 16">
                        <a:extLst>
                          <a:ext uri="{FF2B5EF4-FFF2-40B4-BE49-F238E27FC236}">
                            <a16:creationId xmlns:a16="http://schemas.microsoft.com/office/drawing/2014/main" id="{8A5B44E5-4AF2-47CD-B4C1-D8BD75F661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7037" y="3292464"/>
                        <a:ext cx="209520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7">
            <a:extLst>
              <a:ext uri="{FF2B5EF4-FFF2-40B4-BE49-F238E27FC236}">
                <a16:creationId xmlns:a16="http://schemas.microsoft.com/office/drawing/2014/main" id="{8BAFCFAD-0CF2-4748-A4A2-6B86344E6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8252" y="3131474"/>
            <a:ext cx="180206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偶函数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．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B5B63B64-2203-4D84-9FDB-F0FF03C27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22" y="1611979"/>
            <a:ext cx="169227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显然有</a:t>
            </a:r>
          </a:p>
        </p:txBody>
      </p: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E8A9D3A4-8169-43FD-A95C-AFA505424E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470806"/>
              </p:ext>
            </p:extLst>
          </p:nvPr>
        </p:nvGraphicFramePr>
        <p:xfrm>
          <a:off x="1558413" y="2362718"/>
          <a:ext cx="43812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79" name="Equation" r:id="rId13" imgW="4381200" imgH="342720" progId="Equation.DSMT4">
                  <p:embed/>
                </p:oleObj>
              </mc:Choice>
              <mc:Fallback>
                <p:oleObj name="Equation" r:id="rId13" imgW="4381200" imgH="342720" progId="Equation.DSMT4">
                  <p:embed/>
                  <p:pic>
                    <p:nvPicPr>
                      <p:cNvPr id="12" name="Object 14">
                        <a:extLst>
                          <a:ext uri="{FF2B5EF4-FFF2-40B4-BE49-F238E27FC236}">
                            <a16:creationId xmlns:a16="http://schemas.microsoft.com/office/drawing/2014/main" id="{C9A03673-F093-4545-849F-BDA37C8927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413" y="2362718"/>
                        <a:ext cx="438120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473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>
            <a:extLst>
              <a:ext uri="{FF2B5EF4-FFF2-40B4-BE49-F238E27FC236}">
                <a16:creationId xmlns:a16="http://schemas.microsoft.com/office/drawing/2014/main" id="{F6539447-4E06-4D8F-9977-7940E9B64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863" y="1979618"/>
            <a:ext cx="9715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C825D821-D584-4AC0-94F3-6350DD6FD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072281"/>
              </p:ext>
            </p:extLst>
          </p:nvPr>
        </p:nvGraphicFramePr>
        <p:xfrm>
          <a:off x="2155044" y="3593411"/>
          <a:ext cx="20939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78" name="Equation" r:id="rId3" imgW="2095200" imgH="812520" progId="Equation.DSMT4">
                  <p:embed/>
                </p:oleObj>
              </mc:Choice>
              <mc:Fallback>
                <p:oleObj name="Equation" r:id="rId3" imgW="2095200" imgH="812520" progId="Equation.DSMT4">
                  <p:embed/>
                  <p:pic>
                    <p:nvPicPr>
                      <p:cNvPr id="636940" name="Object 12">
                        <a:extLst>
                          <a:ext uri="{FF2B5EF4-FFF2-40B4-BE49-F238E27FC236}">
                            <a16:creationId xmlns:a16="http://schemas.microsoft.com/office/drawing/2014/main" id="{C7DAB74F-7F2E-45E6-814A-930A598871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044" y="3593411"/>
                        <a:ext cx="209391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B7E58425-D835-436C-9D62-4C73D72CBFB2}"/>
              </a:ext>
            </a:extLst>
          </p:cNvPr>
          <p:cNvGrpSpPr/>
          <p:nvPr/>
        </p:nvGrpSpPr>
        <p:grpSpPr>
          <a:xfrm>
            <a:off x="1294844" y="1960636"/>
            <a:ext cx="3943116" cy="461665"/>
            <a:chOff x="1282850" y="2091103"/>
            <a:chExt cx="3943116" cy="461665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7C998A36-11C2-465B-867F-ADBB00FD5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6618" y="2091103"/>
              <a:ext cx="2057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时，</a:t>
              </a:r>
              <a:endParaRPr kumimoji="1"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1" name="Object 11">
              <a:extLst>
                <a:ext uri="{FF2B5EF4-FFF2-40B4-BE49-F238E27FC236}">
                  <a16:creationId xmlns:a16="http://schemas.microsoft.com/office/drawing/2014/main" id="{CE76BA12-E51D-4C49-A673-A39FC111BE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9384167"/>
                </p:ext>
              </p:extLst>
            </p:nvPr>
          </p:nvGraphicFramePr>
          <p:xfrm>
            <a:off x="2495466" y="2182236"/>
            <a:ext cx="2730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79" name="Equation" r:id="rId5" imgW="2730240" imgH="342720" progId="Equation.DSMT4">
                    <p:embed/>
                  </p:oleObj>
                </mc:Choice>
                <mc:Fallback>
                  <p:oleObj name="Equation" r:id="rId5" imgW="2730240" imgH="342720" progId="Equation.DSMT4">
                    <p:embed/>
                    <p:pic>
                      <p:nvPicPr>
                        <p:cNvPr id="636939" name="Object 11">
                          <a:extLst>
                            <a:ext uri="{FF2B5EF4-FFF2-40B4-BE49-F238E27FC236}">
                              <a16:creationId xmlns:a16="http://schemas.microsoft.com/office/drawing/2014/main" id="{1AEF9949-101C-4BC0-98E6-252FDEEA8C7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5466" y="2182236"/>
                          <a:ext cx="2730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ACE0B1D-DDB0-4BD3-8E25-CEBD63BA5B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9777046"/>
                </p:ext>
              </p:extLst>
            </p:nvPr>
          </p:nvGraphicFramePr>
          <p:xfrm>
            <a:off x="1282850" y="2182236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80" name="Equation" r:id="rId7" imgW="647640" imgH="279360" progId="Equation.DSMT4">
                    <p:embed/>
                  </p:oleObj>
                </mc:Choice>
                <mc:Fallback>
                  <p:oleObj name="Equation" r:id="rId7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82850" y="2182236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A701559-39AD-4211-A13D-FDD8BD055AC2}"/>
              </a:ext>
            </a:extLst>
          </p:cNvPr>
          <p:cNvGrpSpPr/>
          <p:nvPr/>
        </p:nvGrpSpPr>
        <p:grpSpPr>
          <a:xfrm>
            <a:off x="107504" y="195486"/>
            <a:ext cx="8572151" cy="1608115"/>
            <a:chOff x="95510" y="325953"/>
            <a:chExt cx="8572151" cy="1608115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11560DD5-DF7B-499B-BADA-73C5B8458BD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74625" y="829725"/>
              <a:ext cx="2736850" cy="685800"/>
            </a:xfrm>
            <a:prstGeom prst="rect">
              <a:avLst/>
            </a:prstGeom>
            <a:noFill/>
            <a:ln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800000"/>
                      </a:gs>
                      <a:gs pos="100000">
                        <a:srgbClr val="800000">
                          <a:gamma/>
                          <a:shade val="46275"/>
                          <a:invGamma/>
                        </a:srgbClr>
                      </a:gs>
                    </a:gsLst>
                    <a:path path="shape">
                      <a:fillToRect l="50000" t="50000" r="50000" b="50000"/>
                    </a:path>
                  </a:gradFill>
                </a14:hiddenFill>
              </a:ext>
              <a:ext uri="{91240B29-F687-4F45-9708-019B960494DF}">
                <a14:hiddenLine xmlns:a14="http://schemas.microsoft.com/office/drawing/2010/main" w="76200" cmpd="tri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+mj-ea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</a:rPr>
                <a:t>3</a:t>
              </a:r>
              <a:r>
                <a:rPr lang="en-US" altLang="zh-CN" sz="2400" b="1" dirty="0">
                  <a:latin typeface="+mj-ea"/>
                </a:rPr>
                <a:t>  </a:t>
              </a:r>
              <a:r>
                <a:rPr lang="zh-CN" altLang="en-US" sz="2400" b="1" dirty="0">
                  <a:latin typeface="+mj-ea"/>
                </a:rPr>
                <a:t>设函数</a:t>
              </a:r>
            </a:p>
          </p:txBody>
        </p:sp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EA106CA7-48F4-4C77-845B-6D11AF68DD3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0979877"/>
                </p:ext>
              </p:extLst>
            </p:nvPr>
          </p:nvGraphicFramePr>
          <p:xfrm>
            <a:off x="2568390" y="325953"/>
            <a:ext cx="3974760" cy="1549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81" name="Equation" r:id="rId9" imgW="3974760" imgH="1549080" progId="Equation.DSMT4">
                    <p:embed/>
                  </p:oleObj>
                </mc:Choice>
                <mc:Fallback>
                  <p:oleObj name="Equation" r:id="rId9" imgW="3974760" imgH="1549080" progId="Equation.DSMT4">
                    <p:embed/>
                    <p:pic>
                      <p:nvPicPr>
                        <p:cNvPr id="636931" name="Object 3">
                          <a:extLst>
                            <a:ext uri="{FF2B5EF4-FFF2-40B4-BE49-F238E27FC236}">
                              <a16:creationId xmlns:a16="http://schemas.microsoft.com/office/drawing/2014/main" id="{805BDE46-4AB8-44AF-BFA1-F77CFC8CFD1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390" y="325953"/>
                          <a:ext cx="3974760" cy="15490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222084FE-4DA4-4438-A21F-8B94B9368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9042" y="839082"/>
              <a:ext cx="609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求</a:t>
              </a:r>
            </a:p>
          </p:txBody>
        </p:sp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8EC54D06-1AEA-441F-B764-90112D44F4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4465846"/>
                </p:ext>
              </p:extLst>
            </p:nvPr>
          </p:nvGraphicFramePr>
          <p:xfrm>
            <a:off x="8045581" y="898554"/>
            <a:ext cx="62208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82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636933" name="Object 5">
                          <a:extLst>
                            <a:ext uri="{FF2B5EF4-FFF2-40B4-BE49-F238E27FC236}">
                              <a16:creationId xmlns:a16="http://schemas.microsoft.com/office/drawing/2014/main" id="{075C5583-ACBF-4FC9-8805-F03BE63DEAD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045581" y="898554"/>
                          <a:ext cx="622080" cy="3427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2F20C759-35B9-4EDE-B97D-867FF8CA282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0285454"/>
                </p:ext>
              </p:extLst>
            </p:nvPr>
          </p:nvGraphicFramePr>
          <p:xfrm>
            <a:off x="6969362" y="929043"/>
            <a:ext cx="723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6183" name="Equation" r:id="rId13" imgW="723600" imgH="342720" progId="Equation.DSMT4">
                    <p:embed/>
                  </p:oleObj>
                </mc:Choice>
                <mc:Fallback>
                  <p:oleObj name="Equation" r:id="rId13" imgW="723600" imgH="342720" progId="Equation.DSMT4">
                    <p:embed/>
                    <p:pic>
                      <p:nvPicPr>
                        <p:cNvPr id="636935" name="Object 7">
                          <a:extLst>
                            <a:ext uri="{FF2B5EF4-FFF2-40B4-BE49-F238E27FC236}">
                              <a16:creationId xmlns:a16="http://schemas.microsoft.com/office/drawing/2014/main" id="{C0C6B448-D705-484B-851B-A44B5CB8BF5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9362" y="929043"/>
                          <a:ext cx="723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215DAA8F-6671-4616-8C17-D7B2AC84F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8579" y="810278"/>
              <a:ext cx="6096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使</a:t>
              </a:r>
            </a:p>
          </p:txBody>
        </p:sp>
        <p:sp>
          <p:nvSpPr>
            <p:cNvPr id="16" name="Text Box 9">
              <a:extLst>
                <a:ext uri="{FF2B5EF4-FFF2-40B4-BE49-F238E27FC236}">
                  <a16:creationId xmlns:a16="http://schemas.microsoft.com/office/drawing/2014/main" id="{459A9F04-B379-49C9-A2A4-2BA090A40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510" y="1472403"/>
              <a:ext cx="20574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为奇函数</a:t>
              </a:r>
              <a:r>
                <a:rPr kumimoji="1"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114E3B8-7000-4BA6-AAFA-3595324C4A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773396"/>
              </p:ext>
            </p:extLst>
          </p:nvPr>
        </p:nvGraphicFramePr>
        <p:xfrm>
          <a:off x="5237960" y="2065585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84" name="Equation" r:id="rId15" imgW="1028520" imgH="342720" progId="Equation.DSMT4">
                  <p:embed/>
                </p:oleObj>
              </mc:Choice>
              <mc:Fallback>
                <p:oleObj name="Equation" r:id="rId15" imgW="1028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237960" y="2065585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0E80B18-8D6A-451D-BE9E-10B07723BE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823196"/>
              </p:ext>
            </p:extLst>
          </p:nvPr>
        </p:nvGraphicFramePr>
        <p:xfrm>
          <a:off x="2164904" y="2752723"/>
          <a:ext cx="28702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85" name="Equation" r:id="rId17" imgW="2869920" imgH="634680" progId="Equation.DSMT4">
                  <p:embed/>
                </p:oleObj>
              </mc:Choice>
              <mc:Fallback>
                <p:oleObj name="Equation" r:id="rId17" imgW="2869920" imgH="634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64904" y="2752723"/>
                        <a:ext cx="28702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C8C1573-C136-463C-964C-1A4DA862D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941832"/>
              </p:ext>
            </p:extLst>
          </p:nvPr>
        </p:nvGraphicFramePr>
        <p:xfrm>
          <a:off x="5001280" y="2616487"/>
          <a:ext cx="2844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86" name="Equation" r:id="rId19" imgW="2844720" imgH="698400" progId="Equation.DSMT4">
                  <p:embed/>
                </p:oleObj>
              </mc:Choice>
              <mc:Fallback>
                <p:oleObj name="Equation" r:id="rId19" imgW="2844720" imgH="6984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80E80B18-8D6A-451D-BE9E-10B07723BE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001280" y="2616487"/>
                        <a:ext cx="28448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ABCEFC8-E3A6-462C-8B78-8A6348EA8D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024723"/>
              </p:ext>
            </p:extLst>
          </p:nvPr>
        </p:nvGraphicFramePr>
        <p:xfrm>
          <a:off x="4385330" y="3451223"/>
          <a:ext cx="40767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87" name="Equation" r:id="rId21" imgW="4076640" imgH="1130040" progId="Equation.DSMT4">
                  <p:embed/>
                </p:oleObj>
              </mc:Choice>
              <mc:Fallback>
                <p:oleObj name="Equation" r:id="rId21" imgW="407664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85330" y="3451223"/>
                        <a:ext cx="40767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6C7C6F6-B515-437B-8B4E-1AECEA5F87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940294"/>
              </p:ext>
            </p:extLst>
          </p:nvPr>
        </p:nvGraphicFramePr>
        <p:xfrm>
          <a:off x="2298845" y="4497098"/>
          <a:ext cx="2095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188" name="Equation" r:id="rId23" imgW="2095200" imgH="469800" progId="Equation.DSMT4">
                  <p:embed/>
                </p:oleObj>
              </mc:Choice>
              <mc:Fallback>
                <p:oleObj name="Equation" r:id="rId23" imgW="209520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98845" y="4497098"/>
                        <a:ext cx="20955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69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EC98EAA9-C9FC-4AD1-8AD3-627CCB22620E}"/>
              </a:ext>
            </a:extLst>
          </p:cNvPr>
          <p:cNvGrpSpPr/>
          <p:nvPr/>
        </p:nvGrpSpPr>
        <p:grpSpPr>
          <a:xfrm>
            <a:off x="654575" y="409602"/>
            <a:ext cx="6835568" cy="609600"/>
            <a:chOff x="759032" y="351482"/>
            <a:chExt cx="6835568" cy="6096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7F0D7704-23ED-44B2-ADEA-7289B840C08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9032" y="351482"/>
              <a:ext cx="1374775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3" name="Object 3">
              <a:extLst>
                <a:ext uri="{FF2B5EF4-FFF2-40B4-BE49-F238E27FC236}">
                  <a16:creationId xmlns:a16="http://schemas.microsoft.com/office/drawing/2014/main" id="{73D5025D-E429-45C1-9D4B-734A3462F9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2786147"/>
                </p:ext>
              </p:extLst>
            </p:nvPr>
          </p:nvGraphicFramePr>
          <p:xfrm>
            <a:off x="1763688" y="359446"/>
            <a:ext cx="4825800" cy="444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35" name="Equation" r:id="rId3" imgW="4825800" imgH="444240" progId="Equation.DSMT4">
                    <p:embed/>
                  </p:oleObj>
                </mc:Choice>
                <mc:Fallback>
                  <p:oleObj name="Equation" r:id="rId3" imgW="4825800" imgH="444240" progId="Equation.DSMT4">
                    <p:embed/>
                    <p:pic>
                      <p:nvPicPr>
                        <p:cNvPr id="612355" name="Object 3">
                          <a:extLst>
                            <a:ext uri="{FF2B5EF4-FFF2-40B4-BE49-F238E27FC236}">
                              <a16:creationId xmlns:a16="http://schemas.microsoft.com/office/drawing/2014/main" id="{A54490F0-CF7A-4B84-8536-9821759C1CD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3688" y="359446"/>
                          <a:ext cx="4825800" cy="444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4">
              <a:extLst>
                <a:ext uri="{FF2B5EF4-FFF2-40B4-BE49-F238E27FC236}">
                  <a16:creationId xmlns:a16="http://schemas.microsoft.com/office/drawing/2014/main" id="{64C2D44B-D8F6-460E-88AE-CBE44230A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36746" y="365423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en-US" sz="2400" b="1" dirty="0">
                  <a:latin typeface="+mn-ea"/>
                </a:rPr>
                <a:t>求</a:t>
              </a:r>
            </a:p>
          </p:txBody>
        </p:sp>
        <p:graphicFrame>
          <p:nvGraphicFramePr>
            <p:cNvPr id="5" name="Object 5">
              <a:extLst>
                <a:ext uri="{FF2B5EF4-FFF2-40B4-BE49-F238E27FC236}">
                  <a16:creationId xmlns:a16="http://schemas.microsoft.com/office/drawing/2014/main" id="{73DD54A1-B70B-4983-A05B-9034FB3E55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2631661"/>
                </p:ext>
              </p:extLst>
            </p:nvPr>
          </p:nvGraphicFramePr>
          <p:xfrm>
            <a:off x="6997700" y="468313"/>
            <a:ext cx="5969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36" name="Equation" r:id="rId5" imgW="596880" imgH="342720" progId="Equation.DSMT4">
                    <p:embed/>
                  </p:oleObj>
                </mc:Choice>
                <mc:Fallback>
                  <p:oleObj name="Equation" r:id="rId5" imgW="596880" imgH="342720" progId="Equation.DSMT4">
                    <p:embed/>
                    <p:pic>
                      <p:nvPicPr>
                        <p:cNvPr id="612357" name="Object 5">
                          <a:extLst>
                            <a:ext uri="{FF2B5EF4-FFF2-40B4-BE49-F238E27FC236}">
                              <a16:creationId xmlns:a16="http://schemas.microsoft.com/office/drawing/2014/main" id="{E13D67F5-660D-4EA0-99FE-100D6323F8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7700" y="468313"/>
                          <a:ext cx="5969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6">
            <a:extLst>
              <a:ext uri="{FF2B5EF4-FFF2-40B4-BE49-F238E27FC236}">
                <a16:creationId xmlns:a16="http://schemas.microsoft.com/office/drawing/2014/main" id="{0CBF9246-B414-4257-9AA6-B9A2F1F5D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2" y="441033"/>
            <a:ext cx="156616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n-ea"/>
              </a:rPr>
              <a:t>及定义域</a:t>
            </a:r>
            <a:r>
              <a:rPr kumimoji="1" lang="en-US" altLang="zh-CN" sz="2400" b="1" dirty="0">
                <a:latin typeface="+mn-ea"/>
              </a:rPr>
              <a:t>.</a:t>
            </a:r>
          </a:p>
        </p:txBody>
      </p:sp>
      <p:sp>
        <p:nvSpPr>
          <p:cNvPr id="7" name="Text Box 36">
            <a:extLst>
              <a:ext uri="{FF2B5EF4-FFF2-40B4-BE49-F238E27FC236}">
                <a16:creationId xmlns:a16="http://schemas.microsoft.com/office/drawing/2014/main" id="{F3432BBE-D834-4EFA-8D68-6D2F82C19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5" y="730250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endParaRPr kumimoji="1" lang="zh-CN" altLang="zh-CN" sz="2400" b="1">
              <a:latin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13760B4-2CA0-4EB3-8717-752CEBBFE2E0}"/>
              </a:ext>
            </a:extLst>
          </p:cNvPr>
          <p:cNvGrpSpPr/>
          <p:nvPr/>
        </p:nvGrpSpPr>
        <p:grpSpPr>
          <a:xfrm>
            <a:off x="4686590" y="1004695"/>
            <a:ext cx="2993734" cy="496803"/>
            <a:chOff x="4686590" y="1004695"/>
            <a:chExt cx="2993734" cy="496803"/>
          </a:xfrm>
        </p:grpSpPr>
        <p:sp>
          <p:nvSpPr>
            <p:cNvPr id="8" name="Text Box 16">
              <a:extLst>
                <a:ext uri="{FF2B5EF4-FFF2-40B4-BE49-F238E27FC236}">
                  <a16:creationId xmlns:a16="http://schemas.microsoft.com/office/drawing/2014/main" id="{56ECD38A-015A-4ECE-A5FC-DB19BA1929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6590" y="1004695"/>
              <a:ext cx="609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由</a:t>
              </a:r>
            </a:p>
          </p:txBody>
        </p:sp>
        <p:graphicFrame>
          <p:nvGraphicFramePr>
            <p:cNvPr id="9" name="Object 17">
              <a:extLst>
                <a:ext uri="{FF2B5EF4-FFF2-40B4-BE49-F238E27FC236}">
                  <a16:creationId xmlns:a16="http://schemas.microsoft.com/office/drawing/2014/main" id="{5373360F-81F9-4B72-8D9F-11D74F1DDB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2508304"/>
                </p:ext>
              </p:extLst>
            </p:nvPr>
          </p:nvGraphicFramePr>
          <p:xfrm>
            <a:off x="5076056" y="1018882"/>
            <a:ext cx="62208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37" name="Equation" r:id="rId7" imgW="622080" imgH="380880" progId="Equation.DSMT4">
                    <p:embed/>
                  </p:oleObj>
                </mc:Choice>
                <mc:Fallback>
                  <p:oleObj name="Equation" r:id="rId7" imgW="622080" imgH="380880" progId="Equation.DSMT4">
                    <p:embed/>
                    <p:pic>
                      <p:nvPicPr>
                        <p:cNvPr id="612369" name="Object 17">
                          <a:extLst>
                            <a:ext uri="{FF2B5EF4-FFF2-40B4-BE49-F238E27FC236}">
                              <a16:creationId xmlns:a16="http://schemas.microsoft.com/office/drawing/2014/main" id="{8E1D17EE-7662-4D78-9E2A-1E017EDFB77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6056" y="1018882"/>
                          <a:ext cx="62208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8">
              <a:extLst>
                <a:ext uri="{FF2B5EF4-FFF2-40B4-BE49-F238E27FC236}">
                  <a16:creationId xmlns:a16="http://schemas.microsoft.com/office/drawing/2014/main" id="{56144D61-6953-4CBE-98F4-111CBABD32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7509983"/>
                </p:ext>
              </p:extLst>
            </p:nvPr>
          </p:nvGraphicFramePr>
          <p:xfrm>
            <a:off x="5698136" y="1144094"/>
            <a:ext cx="863280" cy="330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38" name="Equation" r:id="rId9" imgW="863280" imgH="330120" progId="Equation.DSMT4">
                    <p:embed/>
                  </p:oleObj>
                </mc:Choice>
                <mc:Fallback>
                  <p:oleObj name="Equation" r:id="rId9" imgW="863280" imgH="330120" progId="Equation.DSMT4">
                    <p:embed/>
                    <p:pic>
                      <p:nvPicPr>
                        <p:cNvPr id="612370" name="Object 18">
                          <a:extLst>
                            <a:ext uri="{FF2B5EF4-FFF2-40B4-BE49-F238E27FC236}">
                              <a16:creationId xmlns:a16="http://schemas.microsoft.com/office/drawing/2014/main" id="{713254BE-DEC6-4733-B17E-5EA935A4C2E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grayscl/>
                          <a:biLevel thresh="50000"/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8136" y="1144094"/>
                          <a:ext cx="863280" cy="330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9">
              <a:extLst>
                <a:ext uri="{FF2B5EF4-FFF2-40B4-BE49-F238E27FC236}">
                  <a16:creationId xmlns:a16="http://schemas.microsoft.com/office/drawing/2014/main" id="{9E6437C6-50B1-4D9F-941A-32487777D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65924" y="1039833"/>
              <a:ext cx="9144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得</a:t>
              </a:r>
            </a:p>
          </p:txBody>
        </p:sp>
      </p:grpSp>
      <p:graphicFrame>
        <p:nvGraphicFramePr>
          <p:cNvPr id="12" name="Object 21">
            <a:extLst>
              <a:ext uri="{FF2B5EF4-FFF2-40B4-BE49-F238E27FC236}">
                <a16:creationId xmlns:a16="http://schemas.microsoft.com/office/drawing/2014/main" id="{B11C93B3-5B2D-422E-9A51-A23037048A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630576"/>
              </p:ext>
            </p:extLst>
          </p:nvPr>
        </p:nvGraphicFramePr>
        <p:xfrm>
          <a:off x="4635335" y="1912143"/>
          <a:ext cx="142236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39" name="Equation" r:id="rId11" imgW="1422360" imgH="342720" progId="Equation.DSMT4">
                  <p:embed/>
                </p:oleObj>
              </mc:Choice>
              <mc:Fallback>
                <p:oleObj name="Equation" r:id="rId11" imgW="1422360" imgH="342720" progId="Equation.DSMT4">
                  <p:embed/>
                  <p:pic>
                    <p:nvPicPr>
                      <p:cNvPr id="612373" name="Object 21">
                        <a:extLst>
                          <a:ext uri="{FF2B5EF4-FFF2-40B4-BE49-F238E27FC236}">
                            <a16:creationId xmlns:a16="http://schemas.microsoft.com/office/drawing/2014/main" id="{B9D44A98-528A-42DC-BDA7-C84F789030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5335" y="1912143"/>
                        <a:ext cx="142236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BE5306B1-A732-4F74-8718-A0B65E755E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766952"/>
              </p:ext>
            </p:extLst>
          </p:nvPr>
        </p:nvGraphicFramePr>
        <p:xfrm>
          <a:off x="1175794" y="987993"/>
          <a:ext cx="1346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0" name="Equation" r:id="rId13" imgW="1346040" imgH="444240" progId="Equation.DSMT4">
                  <p:embed/>
                </p:oleObj>
              </mc:Choice>
              <mc:Fallback>
                <p:oleObj name="Equation" r:id="rId13" imgW="1346040" imgH="444240" progId="Equation.DSMT4">
                  <p:embed/>
                  <p:pic>
                    <p:nvPicPr>
                      <p:cNvPr id="612376" name="Object 24">
                        <a:extLst>
                          <a:ext uri="{FF2B5EF4-FFF2-40B4-BE49-F238E27FC236}">
                            <a16:creationId xmlns:a16="http://schemas.microsoft.com/office/drawing/2014/main" id="{903866FC-8EC4-41DC-AE2B-548595E163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794" y="987993"/>
                        <a:ext cx="1346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9">
            <a:extLst>
              <a:ext uri="{FF2B5EF4-FFF2-40B4-BE49-F238E27FC236}">
                <a16:creationId xmlns:a16="http://schemas.microsoft.com/office/drawing/2014/main" id="{77228924-A2D9-49AD-A238-DD54EEBFFF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308933"/>
              </p:ext>
            </p:extLst>
          </p:nvPr>
        </p:nvGraphicFramePr>
        <p:xfrm>
          <a:off x="2514890" y="995654"/>
          <a:ext cx="2171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1" name="Equation" r:id="rId15" imgW="2171520" imgH="444240" progId="Equation.DSMT4">
                  <p:embed/>
                </p:oleObj>
              </mc:Choice>
              <mc:Fallback>
                <p:oleObj name="Equation" r:id="rId15" imgW="2171520" imgH="444240" progId="Equation.DSMT4">
                  <p:embed/>
                  <p:pic>
                    <p:nvPicPr>
                      <p:cNvPr id="612381" name="Object 29">
                        <a:extLst>
                          <a:ext uri="{FF2B5EF4-FFF2-40B4-BE49-F238E27FC236}">
                            <a16:creationId xmlns:a16="http://schemas.microsoft.com/office/drawing/2014/main" id="{F8A7459D-771B-4D78-9384-FBE81237F8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890" y="995654"/>
                        <a:ext cx="2171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1">
            <a:extLst>
              <a:ext uri="{FF2B5EF4-FFF2-40B4-BE49-F238E27FC236}">
                <a16:creationId xmlns:a16="http://schemas.microsoft.com/office/drawing/2014/main" id="{301CDB39-2A45-4D8B-8079-66C5BBF19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41" y="1046554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B168AB6-AEEF-4AE6-AEAB-B55D5D400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561863"/>
              </p:ext>
            </p:extLst>
          </p:nvPr>
        </p:nvGraphicFramePr>
        <p:xfrm>
          <a:off x="2302854" y="1797663"/>
          <a:ext cx="224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2" name="Equation" r:id="rId17" imgW="2247840" imgH="457200" progId="Equation.DSMT4">
                  <p:embed/>
                </p:oleObj>
              </mc:Choice>
              <mc:Fallback>
                <p:oleObj name="Equation" r:id="rId17" imgW="22478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02854" y="1797663"/>
                        <a:ext cx="22479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组合 52">
            <a:extLst>
              <a:ext uri="{FF2B5EF4-FFF2-40B4-BE49-F238E27FC236}">
                <a16:creationId xmlns:a16="http://schemas.microsoft.com/office/drawing/2014/main" id="{F1BDE79E-E22D-4B98-8E06-9D3E546AECD5}"/>
              </a:ext>
            </a:extLst>
          </p:cNvPr>
          <p:cNvGrpSpPr/>
          <p:nvPr/>
        </p:nvGrpSpPr>
        <p:grpSpPr>
          <a:xfrm>
            <a:off x="647406" y="2648461"/>
            <a:ext cx="6302507" cy="863280"/>
            <a:chOff x="647406" y="2648461"/>
            <a:chExt cx="6302507" cy="863280"/>
          </a:xfrm>
        </p:grpSpPr>
        <p:sp>
          <p:nvSpPr>
            <p:cNvPr id="30" name="Text Box 7">
              <a:extLst>
                <a:ext uri="{FF2B5EF4-FFF2-40B4-BE49-F238E27FC236}">
                  <a16:creationId xmlns:a16="http://schemas.microsoft.com/office/drawing/2014/main" id="{3B6CB689-C907-4EA2-9AB5-009970827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406" y="2812375"/>
              <a:ext cx="16065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5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已知</a:t>
              </a:r>
            </a:p>
          </p:txBody>
        </p:sp>
        <p:graphicFrame>
          <p:nvGraphicFramePr>
            <p:cNvPr id="31" name="Object 8">
              <a:extLst>
                <a:ext uri="{FF2B5EF4-FFF2-40B4-BE49-F238E27FC236}">
                  <a16:creationId xmlns:a16="http://schemas.microsoft.com/office/drawing/2014/main" id="{C633EA2D-005F-4794-8514-EA75F2E6A3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9631940"/>
                </p:ext>
              </p:extLst>
            </p:nvPr>
          </p:nvGraphicFramePr>
          <p:xfrm>
            <a:off x="2014209" y="2648461"/>
            <a:ext cx="3479760" cy="863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43" name="Equation" r:id="rId19" imgW="3479760" imgH="863280" progId="Equation.DSMT4">
                    <p:embed/>
                  </p:oleObj>
                </mc:Choice>
                <mc:Fallback>
                  <p:oleObj name="Equation" r:id="rId19" imgW="3479760" imgH="863280" progId="Equation.DSMT4">
                    <p:embed/>
                    <p:pic>
                      <p:nvPicPr>
                        <p:cNvPr id="612360" name="Object 8">
                          <a:extLst>
                            <a:ext uri="{FF2B5EF4-FFF2-40B4-BE49-F238E27FC236}">
                              <a16:creationId xmlns:a16="http://schemas.microsoft.com/office/drawing/2014/main" id="{D6CF9BCE-80D1-4192-A4A1-07A00CD8485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4209" y="2648461"/>
                          <a:ext cx="3479760" cy="863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Text Box 9">
              <a:extLst>
                <a:ext uri="{FF2B5EF4-FFF2-40B4-BE49-F238E27FC236}">
                  <a16:creationId xmlns:a16="http://schemas.microsoft.com/office/drawing/2014/main" id="{8A9D2562-733B-4549-8F84-6F8D89F956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59150" y="2729650"/>
              <a:ext cx="9921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kumimoji="1"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 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</a:t>
              </a:r>
            </a:p>
          </p:txBody>
        </p:sp>
        <p:graphicFrame>
          <p:nvGraphicFramePr>
            <p:cNvPr id="34" name="对象 33">
              <a:extLst>
                <a:ext uri="{FF2B5EF4-FFF2-40B4-BE49-F238E27FC236}">
                  <a16:creationId xmlns:a16="http://schemas.microsoft.com/office/drawing/2014/main" id="{4BB53537-7E37-4D77-BBD2-E33D37C6759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312786"/>
                </p:ext>
              </p:extLst>
            </p:nvPr>
          </p:nvGraphicFramePr>
          <p:xfrm>
            <a:off x="6289513" y="2824592"/>
            <a:ext cx="660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44" name="Equation" r:id="rId21" imgW="660240" imgH="342720" progId="Equation.DSMT4">
                    <p:embed/>
                  </p:oleObj>
                </mc:Choice>
                <mc:Fallback>
                  <p:oleObj name="Equation" r:id="rId21" imgW="6602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289513" y="2824592"/>
                          <a:ext cx="6604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Object 2">
            <a:extLst>
              <a:ext uri="{FF2B5EF4-FFF2-40B4-BE49-F238E27FC236}">
                <a16:creationId xmlns:a16="http://schemas.microsoft.com/office/drawing/2014/main" id="{71386AFB-C7CC-4A75-A818-E6A6569B1E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088368"/>
              </p:ext>
            </p:extLst>
          </p:nvPr>
        </p:nvGraphicFramePr>
        <p:xfrm>
          <a:off x="1829090" y="3939505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5" name="Equation" r:id="rId23" imgW="1371600" imgH="342720" progId="Equation.DSMT4">
                  <p:embed/>
                </p:oleObj>
              </mc:Choice>
              <mc:Fallback>
                <p:oleObj name="Equation" r:id="rId23" imgW="1371600" imgH="342720" progId="Equation.DSMT4">
                  <p:embed/>
                  <p:pic>
                    <p:nvPicPr>
                      <p:cNvPr id="613378" name="Object 2">
                        <a:extLst>
                          <a:ext uri="{FF2B5EF4-FFF2-40B4-BE49-F238E27FC236}">
                            <a16:creationId xmlns:a16="http://schemas.microsoft.com/office/drawing/2014/main" id="{09F43114-B810-4EE7-A877-45D4B1F2B3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9090" y="3939505"/>
                        <a:ext cx="1371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7">
            <a:extLst>
              <a:ext uri="{FF2B5EF4-FFF2-40B4-BE49-F238E27FC236}">
                <a16:creationId xmlns:a16="http://schemas.microsoft.com/office/drawing/2014/main" id="{595E8364-77E2-435D-A98C-029D0ADB4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659" y="3827065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7" name="Object 8">
            <a:extLst>
              <a:ext uri="{FF2B5EF4-FFF2-40B4-BE49-F238E27FC236}">
                <a16:creationId xmlns:a16="http://schemas.microsoft.com/office/drawing/2014/main" id="{6FC01447-BCAB-420E-862E-6A02C7BE64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7804603"/>
              </p:ext>
            </p:extLst>
          </p:nvPr>
        </p:nvGraphicFramePr>
        <p:xfrm>
          <a:off x="1187832" y="3946010"/>
          <a:ext cx="6094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6" name="Equation" r:id="rId25" imgW="609480" imgH="342720" progId="Equation.DSMT4">
                  <p:embed/>
                </p:oleObj>
              </mc:Choice>
              <mc:Fallback>
                <p:oleObj name="Equation" r:id="rId25" imgW="609480" imgH="342720" progId="Equation.DSMT4">
                  <p:embed/>
                  <p:pic>
                    <p:nvPicPr>
                      <p:cNvPr id="613384" name="Object 8">
                        <a:extLst>
                          <a:ext uri="{FF2B5EF4-FFF2-40B4-BE49-F238E27FC236}">
                            <a16:creationId xmlns:a16="http://schemas.microsoft.com/office/drawing/2014/main" id="{00CB8F87-6FB9-4750-A669-E3844406D4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832" y="3946010"/>
                        <a:ext cx="60948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B7E80CB0-4EA0-4058-AB04-2C33EE7136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544806"/>
              </p:ext>
            </p:extLst>
          </p:nvPr>
        </p:nvGraphicFramePr>
        <p:xfrm>
          <a:off x="3232468" y="3953168"/>
          <a:ext cx="2260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7" name="Equation" r:id="rId27" imgW="2260440" imgH="342720" progId="Equation.DSMT4">
                  <p:embed/>
                </p:oleObj>
              </mc:Choice>
              <mc:Fallback>
                <p:oleObj name="Equation" r:id="rId27" imgW="22604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232468" y="3953168"/>
                        <a:ext cx="2260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6617B301-77A9-4073-9EE2-4E2D0574D1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623924"/>
              </p:ext>
            </p:extLst>
          </p:nvPr>
        </p:nvGraphicFramePr>
        <p:xfrm>
          <a:off x="5553132" y="3946010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8" name="Equation" r:id="rId29" imgW="1371600" imgH="342720" progId="Equation.DSMT4">
                  <p:embed/>
                </p:oleObj>
              </mc:Choice>
              <mc:Fallback>
                <p:oleObj name="Equation" r:id="rId29" imgW="1371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553132" y="3946010"/>
                        <a:ext cx="1371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A2B74C61-4247-42E5-8A7F-CC15679A7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3681924"/>
              </p:ext>
            </p:extLst>
          </p:nvPr>
        </p:nvGraphicFramePr>
        <p:xfrm>
          <a:off x="6947404" y="3939505"/>
          <a:ext cx="1371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9" name="Equation" r:id="rId31" imgW="1371600" imgH="342720" progId="Equation.DSMT4">
                  <p:embed/>
                </p:oleObj>
              </mc:Choice>
              <mc:Fallback>
                <p:oleObj name="Equation" r:id="rId31" imgW="1371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947404" y="3939505"/>
                        <a:ext cx="1371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2BC9E1B3-A762-42EE-A687-EE32151D0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893470"/>
              </p:ext>
            </p:extLst>
          </p:nvPr>
        </p:nvGraphicFramePr>
        <p:xfrm>
          <a:off x="1797312" y="4562448"/>
          <a:ext cx="85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50" name="Equation" r:id="rId33" imgW="850680" imgH="342720" progId="Equation.DSMT4">
                  <p:embed/>
                </p:oleObj>
              </mc:Choice>
              <mc:Fallback>
                <p:oleObj name="Equation" r:id="rId33" imgW="8506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797312" y="4562448"/>
                        <a:ext cx="850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D60EEA4E-5E04-4F56-A7F1-BD0DA9FF1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3486805"/>
              </p:ext>
            </p:extLst>
          </p:nvPr>
        </p:nvGraphicFramePr>
        <p:xfrm>
          <a:off x="2718642" y="4580348"/>
          <a:ext cx="1333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51" name="Equation" r:id="rId35" imgW="1333440" imgH="279360" progId="Equation.DSMT4">
                  <p:embed/>
                </p:oleObj>
              </mc:Choice>
              <mc:Fallback>
                <p:oleObj name="Equation" r:id="rId35" imgW="13334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718642" y="4580348"/>
                        <a:ext cx="13335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193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9">
            <a:extLst>
              <a:ext uri="{FF2B5EF4-FFF2-40B4-BE49-F238E27FC236}">
                <a16:creationId xmlns:a16="http://schemas.microsoft.com/office/drawing/2014/main" id="{AB6B4ABA-FAD0-49E8-B22B-4EAB3D0C11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700" y="443195"/>
            <a:ext cx="111440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6 </a:t>
            </a:r>
            <a:r>
              <a:rPr lang="zh-CN" altLang="en-US" sz="2400" b="1" dirty="0">
                <a:latin typeface="+mj-ea"/>
                <a:ea typeface="+mj-ea"/>
              </a:rPr>
              <a:t>设</a:t>
            </a:r>
          </a:p>
        </p:txBody>
      </p:sp>
      <p:graphicFrame>
        <p:nvGraphicFramePr>
          <p:cNvPr id="3" name="Object 20">
            <a:extLst>
              <a:ext uri="{FF2B5EF4-FFF2-40B4-BE49-F238E27FC236}">
                <a16:creationId xmlns:a16="http://schemas.microsoft.com/office/drawing/2014/main" id="{A006C13A-4939-45D7-A96C-2950A1017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419720"/>
              </p:ext>
            </p:extLst>
          </p:nvPr>
        </p:nvGraphicFramePr>
        <p:xfrm>
          <a:off x="2071708" y="305747"/>
          <a:ext cx="40258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4" name="Equation" r:id="rId3" imgW="4025880" imgH="736560" progId="Equation.DSMT4">
                  <p:embed/>
                </p:oleObj>
              </mc:Choice>
              <mc:Fallback>
                <p:oleObj name="Equation" r:id="rId3" imgW="4025880" imgH="736560" progId="Equation.DSMT4">
                  <p:embed/>
                  <p:pic>
                    <p:nvPicPr>
                      <p:cNvPr id="613396" name="Object 20">
                        <a:extLst>
                          <a:ext uri="{FF2B5EF4-FFF2-40B4-BE49-F238E27FC236}">
                            <a16:creationId xmlns:a16="http://schemas.microsoft.com/office/drawing/2014/main" id="{8FA9E5CB-9220-49B6-A716-F87E50B800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708" y="305747"/>
                        <a:ext cx="402588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1">
            <a:extLst>
              <a:ext uri="{FF2B5EF4-FFF2-40B4-BE49-F238E27FC236}">
                <a16:creationId xmlns:a16="http://schemas.microsoft.com/office/drawing/2014/main" id="{9DF223E9-7345-4B8C-A4CE-30D100044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588" y="385748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5" name="Object 22">
            <a:extLst>
              <a:ext uri="{FF2B5EF4-FFF2-40B4-BE49-F238E27FC236}">
                <a16:creationId xmlns:a16="http://schemas.microsoft.com/office/drawing/2014/main" id="{31BF48C4-49CC-41B4-A42D-9A57F529B6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596639"/>
              </p:ext>
            </p:extLst>
          </p:nvPr>
        </p:nvGraphicFramePr>
        <p:xfrm>
          <a:off x="6488196" y="502667"/>
          <a:ext cx="6984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5" name="Equation" r:id="rId5" imgW="698400" imgH="342720" progId="Equation.DSMT4">
                  <p:embed/>
                </p:oleObj>
              </mc:Choice>
              <mc:Fallback>
                <p:oleObj name="Equation" r:id="rId5" imgW="698400" imgH="342720" progId="Equation.DSMT4">
                  <p:embed/>
                  <p:pic>
                    <p:nvPicPr>
                      <p:cNvPr id="613398" name="Object 22">
                        <a:extLst>
                          <a:ext uri="{FF2B5EF4-FFF2-40B4-BE49-F238E27FC236}">
                            <a16:creationId xmlns:a16="http://schemas.microsoft.com/office/drawing/2014/main" id="{56CE3E5B-F3E9-4FDC-AD5E-449241B779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196" y="502667"/>
                        <a:ext cx="69840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3">
            <a:extLst>
              <a:ext uri="{FF2B5EF4-FFF2-40B4-BE49-F238E27FC236}">
                <a16:creationId xmlns:a16="http://schemas.microsoft.com/office/drawing/2014/main" id="{AB5E2081-4E91-47F0-B3B5-BD6AABDBC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701" y="1595586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7D3772E7-7E31-4C94-9DB7-E7E3EAD9C4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511955"/>
              </p:ext>
            </p:extLst>
          </p:nvPr>
        </p:nvGraphicFramePr>
        <p:xfrm>
          <a:off x="1265238" y="1420813"/>
          <a:ext cx="466090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6" name="Equation" r:id="rId7" imgW="4660560" imgH="812520" progId="Equation.DSMT4">
                  <p:embed/>
                </p:oleObj>
              </mc:Choice>
              <mc:Fallback>
                <p:oleObj name="Equation" r:id="rId7" imgW="4660560" imgH="812520" progId="Equation.DSMT4">
                  <p:embed/>
                  <p:pic>
                    <p:nvPicPr>
                      <p:cNvPr id="613400" name="Object 24">
                        <a:extLst>
                          <a:ext uri="{FF2B5EF4-FFF2-40B4-BE49-F238E27FC236}">
                            <a16:creationId xmlns:a16="http://schemas.microsoft.com/office/drawing/2014/main" id="{799FA7BF-E3C7-4E92-8ACC-606AB61950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238" y="1420813"/>
                        <a:ext cx="4660900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5">
            <a:extLst>
              <a:ext uri="{FF2B5EF4-FFF2-40B4-BE49-F238E27FC236}">
                <a16:creationId xmlns:a16="http://schemas.microsoft.com/office/drawing/2014/main" id="{67DB7608-AB21-441B-8CF7-7D1646215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233747"/>
              </p:ext>
            </p:extLst>
          </p:nvPr>
        </p:nvGraphicFramePr>
        <p:xfrm>
          <a:off x="3570288" y="2422525"/>
          <a:ext cx="252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7" name="Equation" r:id="rId9" imgW="2527200" imgH="736560" progId="Equation.DSMT4">
                  <p:embed/>
                </p:oleObj>
              </mc:Choice>
              <mc:Fallback>
                <p:oleObj name="Equation" r:id="rId9" imgW="2527200" imgH="736560" progId="Equation.DSMT4">
                  <p:embed/>
                  <p:pic>
                    <p:nvPicPr>
                      <p:cNvPr id="613401" name="Object 25">
                        <a:extLst>
                          <a:ext uri="{FF2B5EF4-FFF2-40B4-BE49-F238E27FC236}">
                            <a16:creationId xmlns:a16="http://schemas.microsoft.com/office/drawing/2014/main" id="{5CCB0D68-A925-4ADE-B8EB-52266BE5BFB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2422525"/>
                        <a:ext cx="252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6">
            <a:extLst>
              <a:ext uri="{FF2B5EF4-FFF2-40B4-BE49-F238E27FC236}">
                <a16:creationId xmlns:a16="http://schemas.microsoft.com/office/drawing/2014/main" id="{604BF903-EC70-494B-93A1-A84CC2A61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658634"/>
              </p:ext>
            </p:extLst>
          </p:nvPr>
        </p:nvGraphicFramePr>
        <p:xfrm>
          <a:off x="1835696" y="3454282"/>
          <a:ext cx="1688760" cy="406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8" name="Equation" r:id="rId11" imgW="1688760" imgH="406080" progId="Equation.DSMT4">
                  <p:embed/>
                </p:oleObj>
              </mc:Choice>
              <mc:Fallback>
                <p:oleObj name="Equation" r:id="rId11" imgW="1688760" imgH="406080" progId="Equation.DSMT4">
                  <p:embed/>
                  <p:pic>
                    <p:nvPicPr>
                      <p:cNvPr id="613402" name="Object 26">
                        <a:extLst>
                          <a:ext uri="{FF2B5EF4-FFF2-40B4-BE49-F238E27FC236}">
                            <a16:creationId xmlns:a16="http://schemas.microsoft.com/office/drawing/2014/main" id="{2D16E777-5B36-4FF5-8D46-B1D96DC5F2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3454282"/>
                        <a:ext cx="1688760" cy="406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1B67B05-154C-42EC-A2DE-001989A707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92297"/>
              </p:ext>
            </p:extLst>
          </p:nvPr>
        </p:nvGraphicFramePr>
        <p:xfrm>
          <a:off x="5721350" y="3348038"/>
          <a:ext cx="3175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939" name="Equation" r:id="rId13" imgW="3174840" imgH="736560" progId="Equation.DSMT4">
                  <p:embed/>
                </p:oleObj>
              </mc:Choice>
              <mc:Fallback>
                <p:oleObj name="Equation" r:id="rId13" imgW="3174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721350" y="3348038"/>
                        <a:ext cx="3175000" cy="7366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1AD94F3-A71E-429E-9EB6-C05209FA8386}"/>
              </a:ext>
            </a:extLst>
          </p:cNvPr>
          <p:cNvSpPr txBox="1"/>
          <p:nvPr/>
        </p:nvSpPr>
        <p:spPr>
          <a:xfrm>
            <a:off x="5627287" y="4226013"/>
            <a:ext cx="1474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余割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FF849E-5F3E-455F-868B-31EDD421C6F8}"/>
              </a:ext>
            </a:extLst>
          </p:cNvPr>
          <p:cNvSpPr txBox="1"/>
          <p:nvPr/>
        </p:nvSpPr>
        <p:spPr>
          <a:xfrm>
            <a:off x="7524328" y="4155926"/>
            <a:ext cx="1474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正割</a:t>
            </a:r>
          </a:p>
        </p:txBody>
      </p:sp>
      <p:sp>
        <p:nvSpPr>
          <p:cNvPr id="14" name="Text Box 23">
            <a:extLst>
              <a:ext uri="{FF2B5EF4-FFF2-40B4-BE49-F238E27FC236}">
                <a16:creationId xmlns:a16="http://schemas.microsoft.com/office/drawing/2014/main" id="{81AEB9F9-B777-4B3C-BD8F-22D64504A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3237" y="3426489"/>
            <a:ext cx="9044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所以</a:t>
            </a:r>
            <a:endParaRPr kumimoji="1" lang="en-US" altLang="zh-CN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32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10E13B4-3CDD-46DB-831F-509B7B238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826" y="244702"/>
            <a:ext cx="230505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9C65CBB-3171-4715-8F88-9AA386249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5774" y="245835"/>
            <a:ext cx="1512887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并讨论 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1F87C16-62A7-4057-ABB5-759BAD30B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3915" y="244702"/>
            <a:ext cx="100806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求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5BDCA30-7417-4E88-BB53-AF29C844F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57" y="1093756"/>
            <a:ext cx="309862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的奇偶性和有界性</a:t>
            </a:r>
            <a:r>
              <a:rPr lang="en-US" altLang="zh-CN" sz="2400" b="1" dirty="0">
                <a:solidFill>
                  <a:schemeClr val="tx1"/>
                </a:solidFill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BA3E2CC-09C1-44F3-BD30-4311C81781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730844"/>
              </p:ext>
            </p:extLst>
          </p:nvPr>
        </p:nvGraphicFramePr>
        <p:xfrm>
          <a:off x="1626471" y="174150"/>
          <a:ext cx="1968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1" name="Equation" r:id="rId3" imgW="1968480" imgH="812520" progId="Equation.DSMT4">
                  <p:embed/>
                </p:oleObj>
              </mc:Choice>
              <mc:Fallback>
                <p:oleObj name="Equation" r:id="rId3" imgW="19684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6471" y="174150"/>
                        <a:ext cx="1968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955E326-139D-4088-BCEF-FB71AF1553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114421"/>
              </p:ext>
            </p:extLst>
          </p:nvPr>
        </p:nvGraphicFramePr>
        <p:xfrm>
          <a:off x="3956771" y="376464"/>
          <a:ext cx="3187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2" name="Equation" r:id="rId5" imgW="3187440" imgH="723600" progId="Equation.DSMT4">
                  <p:embed/>
                </p:oleObj>
              </mc:Choice>
              <mc:Fallback>
                <p:oleObj name="Equation" r:id="rId5" imgW="31874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6771" y="376464"/>
                        <a:ext cx="3187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8A6AC49-460B-4395-8B68-D2162345A1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809928"/>
              </p:ext>
            </p:extLst>
          </p:nvPr>
        </p:nvGraphicFramePr>
        <p:xfrm>
          <a:off x="8053886" y="333602"/>
          <a:ext cx="69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3" name="Equation" r:id="rId7" imgW="698400" imgH="380880" progId="Equation.DSMT4">
                  <p:embed/>
                </p:oleObj>
              </mc:Choice>
              <mc:Fallback>
                <p:oleObj name="Equation" r:id="rId7" imgW="698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53886" y="333602"/>
                        <a:ext cx="698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>
            <a:extLst>
              <a:ext uri="{FF2B5EF4-FFF2-40B4-BE49-F238E27FC236}">
                <a16:creationId xmlns:a16="http://schemas.microsoft.com/office/drawing/2014/main" id="{CA7681B6-2EEA-4E2C-B099-53BA5C22D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060" y="1706995"/>
            <a:ext cx="1800225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EFF54D94-C6BD-4281-AA7B-96D7962EA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5133" y="1714273"/>
            <a:ext cx="79216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则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394A35DA-46B6-4F28-914C-3BBCCEEE01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6590650"/>
              </p:ext>
            </p:extLst>
          </p:nvPr>
        </p:nvGraphicFramePr>
        <p:xfrm>
          <a:off x="1350272" y="1828767"/>
          <a:ext cx="1625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4" name="Equation" r:id="rId9" imgW="1625400" imgH="380880" progId="Equation.DSMT4">
                  <p:embed/>
                </p:oleObj>
              </mc:Choice>
              <mc:Fallback>
                <p:oleObj name="Equation" r:id="rId9" imgW="16254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50272" y="1828767"/>
                        <a:ext cx="1625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A42C1F73-75D8-4C9D-B084-50A049855F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787855"/>
              </p:ext>
            </p:extLst>
          </p:nvPr>
        </p:nvGraphicFramePr>
        <p:xfrm>
          <a:off x="753937" y="2323873"/>
          <a:ext cx="3670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5" name="Equation" r:id="rId11" imgW="3670200" imgH="888840" progId="Equation.DSMT4">
                  <p:embed/>
                </p:oleObj>
              </mc:Choice>
              <mc:Fallback>
                <p:oleObj name="Equation" r:id="rId11" imgW="36702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3937" y="2323873"/>
                        <a:ext cx="36703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7BF1C77-53A9-4E26-B03A-67EFAD399D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446315"/>
              </p:ext>
            </p:extLst>
          </p:nvPr>
        </p:nvGraphicFramePr>
        <p:xfrm>
          <a:off x="4510940" y="1961923"/>
          <a:ext cx="4064000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6" name="Equation" r:id="rId13" imgW="4063680" imgH="1612800" progId="Equation.DSMT4">
                  <p:embed/>
                </p:oleObj>
              </mc:Choice>
              <mc:Fallback>
                <p:oleObj name="Equation" r:id="rId13" imgW="4063680" imgH="1612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10940" y="1961923"/>
                        <a:ext cx="4064000" cy="161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83DBDDC-246B-4464-808D-B24C54092C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1328456"/>
              </p:ext>
            </p:extLst>
          </p:nvPr>
        </p:nvGraphicFramePr>
        <p:xfrm>
          <a:off x="582786" y="3723878"/>
          <a:ext cx="36957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7" name="Equation" r:id="rId15" imgW="3695400" imgH="888840" progId="Equation.DSMT4">
                  <p:embed/>
                </p:oleObj>
              </mc:Choice>
              <mc:Fallback>
                <p:oleObj name="Equation" r:id="rId15" imgW="36954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2786" y="3723878"/>
                        <a:ext cx="36957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CBEA821A-6891-4780-9A98-CF16DB2559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204514"/>
              </p:ext>
            </p:extLst>
          </p:nvPr>
        </p:nvGraphicFramePr>
        <p:xfrm>
          <a:off x="4371240" y="3651870"/>
          <a:ext cx="4203700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058" name="Equation" r:id="rId17" imgW="4203360" imgH="1282680" progId="Equation.DSMT4">
                  <p:embed/>
                </p:oleObj>
              </mc:Choice>
              <mc:Fallback>
                <p:oleObj name="Equation" r:id="rId17" imgW="4203360" imgH="1282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371240" y="3651870"/>
                        <a:ext cx="4203700" cy="1282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815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141D8C07-FE71-42C0-A442-2605A3860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739" y="544623"/>
            <a:ext cx="3095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应用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数学归纳法</a:t>
            </a:r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,</a:t>
            </a:r>
            <a:r>
              <a:rPr lang="zh-CN" altLang="en-US" sz="2400" b="1" dirty="0">
                <a:latin typeface="+mj-ea"/>
                <a:ea typeface="+mj-ea"/>
              </a:rPr>
              <a:t>可得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61B09FA-FA73-491A-860D-B74CD01DC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2040770"/>
              </p:ext>
            </p:extLst>
          </p:nvPr>
        </p:nvGraphicFramePr>
        <p:xfrm>
          <a:off x="2712514" y="969099"/>
          <a:ext cx="2171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14" name="Equation" r:id="rId3" imgW="2171520" imgH="812520" progId="Equation.DSMT4">
                  <p:embed/>
                </p:oleObj>
              </mc:Choice>
              <mc:Fallback>
                <p:oleObj name="Equation" r:id="rId3" imgW="217152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12514" y="969099"/>
                        <a:ext cx="2171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10">
            <a:extLst>
              <a:ext uri="{FF2B5EF4-FFF2-40B4-BE49-F238E27FC236}">
                <a16:creationId xmlns:a16="http://schemas.microsoft.com/office/drawing/2014/main" id="{BA1A2A40-6E7E-46F1-A9E1-52C37EE50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739" y="3044926"/>
            <a:ext cx="23764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又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20C26100-7E96-4784-BAEE-E4E6AAEB75E6}"/>
              </a:ext>
            </a:extLst>
          </p:cNvPr>
          <p:cNvGrpSpPr/>
          <p:nvPr/>
        </p:nvGrpSpPr>
        <p:grpSpPr>
          <a:xfrm>
            <a:off x="642243" y="2060407"/>
            <a:ext cx="6366494" cy="482387"/>
            <a:chOff x="642243" y="2060407"/>
            <a:chExt cx="6366494" cy="482387"/>
          </a:xfrm>
        </p:grpSpPr>
        <p:sp>
          <p:nvSpPr>
            <p:cNvPr id="14" name="Text Box 2">
              <a:extLst>
                <a:ext uri="{FF2B5EF4-FFF2-40B4-BE49-F238E27FC236}">
                  <a16:creationId xmlns:a16="http://schemas.microsoft.com/office/drawing/2014/main" id="{BAF572BD-6BA2-4562-89AC-E08409A35E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243" y="2074397"/>
              <a:ext cx="136683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显然</a:t>
              </a:r>
            </a:p>
          </p:txBody>
        </p:sp>
        <p:sp>
          <p:nvSpPr>
            <p:cNvPr id="16" name="Text Box 5">
              <a:extLst>
                <a:ext uri="{FF2B5EF4-FFF2-40B4-BE49-F238E27FC236}">
                  <a16:creationId xmlns:a16="http://schemas.microsoft.com/office/drawing/2014/main" id="{1B921140-55AC-4D4F-95DD-1298C2054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8006" y="2060407"/>
              <a:ext cx="136683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知</a:t>
              </a:r>
            </a:p>
          </p:txBody>
        </p:sp>
        <p:sp>
          <p:nvSpPr>
            <p:cNvPr id="17" name="Text Box 6">
              <a:extLst>
                <a:ext uri="{FF2B5EF4-FFF2-40B4-BE49-F238E27FC236}">
                  <a16:creationId xmlns:a16="http://schemas.microsoft.com/office/drawing/2014/main" id="{85D28978-AA90-4439-88C1-6834030D0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2250" y="2081129"/>
              <a:ext cx="23764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是奇函数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678C80B0-57AD-4E76-83F3-4CBB54B5BF1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9268688"/>
                </p:ext>
              </p:extLst>
            </p:nvPr>
          </p:nvGraphicFramePr>
          <p:xfrm>
            <a:off x="1389162" y="2113141"/>
            <a:ext cx="2070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15" name="Equation" r:id="rId5" imgW="2070000" imgH="380880" progId="Equation.DSMT4">
                    <p:embed/>
                  </p:oleObj>
                </mc:Choice>
                <mc:Fallback>
                  <p:oleObj name="Equation" r:id="rId5" imgW="20700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89162" y="2113141"/>
                          <a:ext cx="2070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4E9C46BC-822D-4ABF-8400-8ACA416E8C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69850"/>
                </p:ext>
              </p:extLst>
            </p:nvPr>
          </p:nvGraphicFramePr>
          <p:xfrm>
            <a:off x="3953966" y="2153474"/>
            <a:ext cx="698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16" name="Equation" r:id="rId7" imgW="698400" imgH="380880" progId="Equation.DSMT4">
                    <p:embed/>
                  </p:oleObj>
                </mc:Choice>
                <mc:Fallback>
                  <p:oleObj name="Equation" r:id="rId7" imgW="6984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53966" y="2153474"/>
                          <a:ext cx="698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FB1100BF-8608-4E2B-9BC0-183E9695A6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839937"/>
              </p:ext>
            </p:extLst>
          </p:nvPr>
        </p:nvGraphicFramePr>
        <p:xfrm>
          <a:off x="1612936" y="2937112"/>
          <a:ext cx="5486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917" name="Equation" r:id="rId9" imgW="5486400" imgH="812520" progId="Equation.DSMT4">
                  <p:embed/>
                </p:oleObj>
              </mc:Choice>
              <mc:Fallback>
                <p:oleObj name="Equation" r:id="rId9" imgW="5486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12936" y="2937112"/>
                        <a:ext cx="5486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>
            <a:extLst>
              <a:ext uri="{FF2B5EF4-FFF2-40B4-BE49-F238E27FC236}">
                <a16:creationId xmlns:a16="http://schemas.microsoft.com/office/drawing/2014/main" id="{91AC8756-BF7B-433F-9C8A-9945330FBA2A}"/>
              </a:ext>
            </a:extLst>
          </p:cNvPr>
          <p:cNvGrpSpPr/>
          <p:nvPr/>
        </p:nvGrpSpPr>
        <p:grpSpPr>
          <a:xfrm>
            <a:off x="820836" y="4092502"/>
            <a:ext cx="2376487" cy="461665"/>
            <a:chOff x="4680283" y="4613647"/>
            <a:chExt cx="2376487" cy="461665"/>
          </a:xfrm>
        </p:grpSpPr>
        <p:sp>
          <p:nvSpPr>
            <p:cNvPr id="22" name="Text Box 13">
              <a:extLst>
                <a:ext uri="{FF2B5EF4-FFF2-40B4-BE49-F238E27FC236}">
                  <a16:creationId xmlns:a16="http://schemas.microsoft.com/office/drawing/2014/main" id="{52D920D0-9CB0-4BCD-A27B-0AB5C6F9B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283" y="4613647"/>
              <a:ext cx="2376487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所以     有界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DB487D00-3830-448E-BAC0-6838328706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0725320"/>
                </p:ext>
              </p:extLst>
            </p:nvPr>
          </p:nvGraphicFramePr>
          <p:xfrm>
            <a:off x="5364088" y="4653979"/>
            <a:ext cx="698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9918" name="Equation" r:id="rId11" imgW="698400" imgH="380880" progId="Equation.DSMT4">
                    <p:embed/>
                  </p:oleObj>
                </mc:Choice>
                <mc:Fallback>
                  <p:oleObj name="Equation" r:id="rId11" imgW="6984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364088" y="4653979"/>
                          <a:ext cx="698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928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0C9E5354-9E39-4EAB-9675-0A57FB1EE4FD}"/>
              </a:ext>
            </a:extLst>
          </p:cNvPr>
          <p:cNvGrpSpPr/>
          <p:nvPr/>
        </p:nvGrpSpPr>
        <p:grpSpPr>
          <a:xfrm>
            <a:off x="611560" y="426368"/>
            <a:ext cx="5112568" cy="723900"/>
            <a:chOff x="611560" y="426368"/>
            <a:chExt cx="5112568" cy="723900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47B20A29-1FC5-4650-AE29-D0C0249445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60" y="483518"/>
              <a:ext cx="5112568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7 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求函数                           的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反函数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DF2D5728-0ABF-481D-ADFD-564568F5EA9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5373515"/>
                </p:ext>
              </p:extLst>
            </p:nvPr>
          </p:nvGraphicFramePr>
          <p:xfrm>
            <a:off x="2296803" y="426368"/>
            <a:ext cx="19431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57" name="Equation" r:id="rId3" imgW="1942920" imgH="723600" progId="Equation.DSMT4">
                    <p:embed/>
                  </p:oleObj>
                </mc:Choice>
                <mc:Fallback>
                  <p:oleObj name="Equation" r:id="rId3" imgW="194292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96803" y="426368"/>
                          <a:ext cx="19431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Rectangle 10">
            <a:extLst>
              <a:ext uri="{FF2B5EF4-FFF2-40B4-BE49-F238E27FC236}">
                <a16:creationId xmlns:a16="http://schemas.microsoft.com/office/drawing/2014/main" id="{C0DCE549-2D71-4096-9D35-D316D318A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9" y="1347614"/>
            <a:ext cx="72008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A22513F-54E7-4562-A313-7F8E72B1A5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652635"/>
              </p:ext>
            </p:extLst>
          </p:nvPr>
        </p:nvGraphicFramePr>
        <p:xfrm>
          <a:off x="1312000" y="1249490"/>
          <a:ext cx="1943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58" name="Equation" r:id="rId5" imgW="1942920" imgH="723600" progId="Equation.DSMT4">
                  <p:embed/>
                </p:oleObj>
              </mc:Choice>
              <mc:Fallback>
                <p:oleObj name="Equation" r:id="rId5" imgW="194292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1C77F07-77DA-42E3-8E59-38B317FF87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12000" y="1249490"/>
                        <a:ext cx="1943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右 8">
            <a:extLst>
              <a:ext uri="{FF2B5EF4-FFF2-40B4-BE49-F238E27FC236}">
                <a16:creationId xmlns:a16="http://schemas.microsoft.com/office/drawing/2014/main" id="{870B95CC-1CE5-4D4C-8B91-C7FBF490C79D}"/>
              </a:ext>
            </a:extLst>
          </p:cNvPr>
          <p:cNvSpPr/>
          <p:nvPr/>
        </p:nvSpPr>
        <p:spPr>
          <a:xfrm>
            <a:off x="3514516" y="1556997"/>
            <a:ext cx="648072" cy="199256"/>
          </a:xfrm>
          <a:prstGeom prst="rightArrow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6B2371D-60CA-4225-8EBC-621F19250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1392974"/>
              </p:ext>
            </p:extLst>
          </p:nvPr>
        </p:nvGraphicFramePr>
        <p:xfrm>
          <a:off x="4427984" y="1260128"/>
          <a:ext cx="1943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59" name="Equation" r:id="rId7" imgW="1942920" imgH="723600" progId="Equation.DSMT4">
                  <p:embed/>
                </p:oleObj>
              </mc:Choice>
              <mc:Fallback>
                <p:oleObj name="Equation" r:id="rId7" imgW="194292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A22513F-54E7-4562-A313-7F8E72B1A5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7984" y="1260128"/>
                        <a:ext cx="1943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76023FE-E4C3-466D-8C6C-11146C8F72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188395"/>
              </p:ext>
            </p:extLst>
          </p:nvPr>
        </p:nvGraphicFramePr>
        <p:xfrm>
          <a:off x="4387455" y="2166583"/>
          <a:ext cx="1739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60" name="Equation" r:id="rId9" imgW="1739880" imgH="723600" progId="Equation.DSMT4">
                  <p:embed/>
                </p:oleObj>
              </mc:Choice>
              <mc:Fallback>
                <p:oleObj name="Equation" r:id="rId9" imgW="1739880" imgH="723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6B2371D-60CA-4225-8EBC-621F19250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87455" y="2166583"/>
                        <a:ext cx="17399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箭头: 右 11">
            <a:extLst>
              <a:ext uri="{FF2B5EF4-FFF2-40B4-BE49-F238E27FC236}">
                <a16:creationId xmlns:a16="http://schemas.microsoft.com/office/drawing/2014/main" id="{C7BD99C3-1EEC-4518-8A93-0A1024932C5E}"/>
              </a:ext>
            </a:extLst>
          </p:cNvPr>
          <p:cNvSpPr/>
          <p:nvPr/>
        </p:nvSpPr>
        <p:spPr>
          <a:xfrm>
            <a:off x="3514516" y="2450069"/>
            <a:ext cx="648072" cy="199256"/>
          </a:xfrm>
          <a:prstGeom prst="rightArrow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AEAB525-2CE7-4CDA-94B3-435B2840F1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438100"/>
              </p:ext>
            </p:extLst>
          </p:nvPr>
        </p:nvGraphicFramePr>
        <p:xfrm>
          <a:off x="4317605" y="3308350"/>
          <a:ext cx="187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61" name="Equation" r:id="rId11" imgW="1879560" imgH="342720" progId="Equation.DSMT4">
                  <p:embed/>
                </p:oleObj>
              </mc:Choice>
              <mc:Fallback>
                <p:oleObj name="Equation" r:id="rId11" imgW="1879560" imgH="3427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76023FE-E4C3-466D-8C6C-11146C8F72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17605" y="3308350"/>
                        <a:ext cx="18796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箭头: 右 13">
            <a:extLst>
              <a:ext uri="{FF2B5EF4-FFF2-40B4-BE49-F238E27FC236}">
                <a16:creationId xmlns:a16="http://schemas.microsoft.com/office/drawing/2014/main" id="{EA2DED56-3978-4C45-B7A1-BA3F1033922F}"/>
              </a:ext>
            </a:extLst>
          </p:cNvPr>
          <p:cNvSpPr/>
          <p:nvPr/>
        </p:nvSpPr>
        <p:spPr>
          <a:xfrm>
            <a:off x="3504509" y="3380172"/>
            <a:ext cx="648072" cy="199256"/>
          </a:xfrm>
          <a:prstGeom prst="rightArrow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89D6B21-7165-4795-9F41-F8A8DEEF0F90}"/>
              </a:ext>
            </a:extLst>
          </p:cNvPr>
          <p:cNvGrpSpPr/>
          <p:nvPr/>
        </p:nvGrpSpPr>
        <p:grpSpPr>
          <a:xfrm>
            <a:off x="596358" y="3963059"/>
            <a:ext cx="3599575" cy="609600"/>
            <a:chOff x="180337" y="4172446"/>
            <a:chExt cx="3599575" cy="609600"/>
          </a:xfrm>
        </p:grpSpPr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7B1C4B28-F907-4DA1-B384-BB3BD7F18F4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4729141"/>
                </p:ext>
              </p:extLst>
            </p:nvPr>
          </p:nvGraphicFramePr>
          <p:xfrm>
            <a:off x="483987" y="443186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62" name="Equation" r:id="rId13" imgW="190440" imgH="203040" progId="Equation.DSMT4">
                    <p:embed/>
                  </p:oleObj>
                </mc:Choice>
                <mc:Fallback>
                  <p:oleObj name="Equation" r:id="rId13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83987" y="443186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5EB82B7A-8211-4752-9DC8-E2BE6D4F7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337" y="4172446"/>
              <a:ext cx="3599575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     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和    交换，得反函数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CE63E70D-8354-44F0-BA2F-62828BD45A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0447657"/>
                </p:ext>
              </p:extLst>
            </p:nvPr>
          </p:nvGraphicFramePr>
          <p:xfrm>
            <a:off x="1171973" y="4389583"/>
            <a:ext cx="215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63" name="Equation" r:id="rId15" imgW="215640" imgH="266400" progId="Equation.DSMT4">
                    <p:embed/>
                  </p:oleObj>
                </mc:Choice>
                <mc:Fallback>
                  <p:oleObj name="Equation" r:id="rId15" imgW="21564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71973" y="4389583"/>
                          <a:ext cx="215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275DE50A-1FEB-46F4-BCEE-C5D20BDD0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1761035"/>
              </p:ext>
            </p:extLst>
          </p:nvPr>
        </p:nvGraphicFramePr>
        <p:xfrm>
          <a:off x="4166770" y="4133565"/>
          <a:ext cx="194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64" name="Equation" r:id="rId17" imgW="1942920" imgH="342720" progId="Equation.DSMT4">
                  <p:embed/>
                </p:oleObj>
              </mc:Choice>
              <mc:Fallback>
                <p:oleObj name="Equation" r:id="rId17" imgW="1942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66770" y="4133565"/>
                        <a:ext cx="1943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0F0BA8FF-61B8-4CB1-9197-388115F926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888758"/>
              </p:ext>
            </p:extLst>
          </p:nvPr>
        </p:nvGraphicFramePr>
        <p:xfrm>
          <a:off x="6284165" y="3867894"/>
          <a:ext cx="1562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265" name="Equation" r:id="rId19" imgW="1562040" imgH="812520" progId="Equation.DSMT4">
                  <p:embed/>
                </p:oleObj>
              </mc:Choice>
              <mc:Fallback>
                <p:oleObj name="Equation" r:id="rId19" imgW="15620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84165" y="3867894"/>
                        <a:ext cx="1562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9100AD0E-E5DF-435A-B9F6-5895E1255EB5}"/>
              </a:ext>
            </a:extLst>
          </p:cNvPr>
          <p:cNvGrpSpPr/>
          <p:nvPr/>
        </p:nvGrpSpPr>
        <p:grpSpPr>
          <a:xfrm>
            <a:off x="6804248" y="426368"/>
            <a:ext cx="1800200" cy="1419894"/>
            <a:chOff x="6804248" y="426368"/>
            <a:chExt cx="1800200" cy="1419894"/>
          </a:xfrm>
        </p:grpSpPr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FA9FE4E8-8DC8-4CA8-B01F-AE86FCDD87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473387"/>
                </p:ext>
              </p:extLst>
            </p:nvPr>
          </p:nvGraphicFramePr>
          <p:xfrm>
            <a:off x="6930686" y="931773"/>
            <a:ext cx="15621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66" name="Equation" r:id="rId21" imgW="1562040" imgH="812520" progId="Equation.DSMT4">
                    <p:embed/>
                  </p:oleObj>
                </mc:Choice>
                <mc:Fallback>
                  <p:oleObj name="Equation" r:id="rId21" imgW="156204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930686" y="931773"/>
                          <a:ext cx="15621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F713A0FA-67C3-478A-B0C5-AE1D173662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8029664"/>
                </p:ext>
              </p:extLst>
            </p:nvPr>
          </p:nvGraphicFramePr>
          <p:xfrm>
            <a:off x="6910598" y="499973"/>
            <a:ext cx="1574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267" name="Equation" r:id="rId23" imgW="1574640" imgH="431640" progId="Equation.DSMT4">
                    <p:embed/>
                  </p:oleObj>
                </mc:Choice>
                <mc:Fallback>
                  <p:oleObj name="Equation" r:id="rId23" imgW="1574640" imgH="43164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FA9FE4E8-8DC8-4CA8-B01F-AE86FCDD87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6910598" y="499973"/>
                          <a:ext cx="15748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8B8E5FA7-B3B5-46AC-8CDC-71AD20B0B720}"/>
                </a:ext>
              </a:extLst>
            </p:cNvPr>
            <p:cNvSpPr/>
            <p:nvPr/>
          </p:nvSpPr>
          <p:spPr>
            <a:xfrm>
              <a:off x="6804248" y="426368"/>
              <a:ext cx="1800200" cy="1419894"/>
            </a:xfrm>
            <a:prstGeom prst="round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425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2" grpId="0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C4654C6-6A06-43AB-B777-EADA9B127438}"/>
              </a:ext>
            </a:extLst>
          </p:cNvPr>
          <p:cNvSpPr txBox="1">
            <a:spLocks noChangeArrowheads="1"/>
          </p:cNvSpPr>
          <p:nvPr/>
        </p:nvSpPr>
        <p:spPr>
          <a:xfrm>
            <a:off x="626570" y="369664"/>
            <a:ext cx="2057400" cy="68421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二、 极限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129B3A8-269E-4391-B0F7-5D91F9431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244" y="902643"/>
            <a:ext cx="4179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极限定义的等价形式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E395D0C-FFD0-4B92-AD49-3D493B0F2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033" y="902643"/>
            <a:ext cx="3124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以              为例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777B6E2E-D049-4B68-B010-05CD2A811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33" y="3797560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</a:t>
            </a:r>
          </a:p>
        </p:txBody>
      </p: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4F8A052F-3CC6-4877-ADCB-26F0802504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895050"/>
              </p:ext>
            </p:extLst>
          </p:nvPr>
        </p:nvGraphicFramePr>
        <p:xfrm>
          <a:off x="680244" y="1568450"/>
          <a:ext cx="1625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7" name="Equation" r:id="rId3" imgW="1625400" imgH="520560" progId="Equation.DSMT4">
                  <p:embed/>
                </p:oleObj>
              </mc:Choice>
              <mc:Fallback>
                <p:oleObj name="Equation" r:id="rId3" imgW="162540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0244" y="1568450"/>
                        <a:ext cx="16256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21ECD218-F137-4E28-9817-07A25C7CC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707309"/>
              </p:ext>
            </p:extLst>
          </p:nvPr>
        </p:nvGraphicFramePr>
        <p:xfrm>
          <a:off x="4572000" y="966788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8" name="Equation" r:id="rId5" imgW="863280" imgH="380880" progId="Equation.DSMT4">
                  <p:embed/>
                </p:oleObj>
              </mc:Choice>
              <mc:Fallback>
                <p:oleObj name="Equation" r:id="rId5" imgW="86328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0" y="966788"/>
                        <a:ext cx="86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箭头: 左右 33">
            <a:extLst>
              <a:ext uri="{FF2B5EF4-FFF2-40B4-BE49-F238E27FC236}">
                <a16:creationId xmlns:a16="http://schemas.microsoft.com/office/drawing/2014/main" id="{5176B998-EFFF-45AD-B207-07B8B7A78778}"/>
              </a:ext>
            </a:extLst>
          </p:cNvPr>
          <p:cNvSpPr/>
          <p:nvPr/>
        </p:nvSpPr>
        <p:spPr>
          <a:xfrm>
            <a:off x="2441203" y="1635376"/>
            <a:ext cx="648072" cy="189115"/>
          </a:xfrm>
          <a:prstGeom prst="left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516BC1AB-BDB2-4DFE-8DFB-074E7F8D8A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236504"/>
              </p:ext>
            </p:extLst>
          </p:nvPr>
        </p:nvGraphicFramePr>
        <p:xfrm>
          <a:off x="3224634" y="1599125"/>
          <a:ext cx="21971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9" name="Equation" r:id="rId7" imgW="2197080" imgH="520560" progId="Equation.DSMT4">
                  <p:embed/>
                </p:oleObj>
              </mc:Choice>
              <mc:Fallback>
                <p:oleObj name="Equation" r:id="rId7" imgW="21970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24634" y="1599125"/>
                        <a:ext cx="21971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41A92842-F7F7-4237-8F7B-66304B4EEA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891006"/>
              </p:ext>
            </p:extLst>
          </p:nvPr>
        </p:nvGraphicFramePr>
        <p:xfrm>
          <a:off x="899592" y="2104932"/>
          <a:ext cx="1092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0" name="Equation" r:id="rId9" imgW="1091880" imgH="368280" progId="Equation.DSMT4">
                  <p:embed/>
                </p:oleObj>
              </mc:Choice>
              <mc:Fallback>
                <p:oleObj name="Equation" r:id="rId9" imgW="109188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9592" y="2104932"/>
                        <a:ext cx="1092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>
            <a:extLst>
              <a:ext uri="{FF2B5EF4-FFF2-40B4-BE49-F238E27FC236}">
                <a16:creationId xmlns:a16="http://schemas.microsoft.com/office/drawing/2014/main" id="{194FAF0E-087F-44AE-A0F7-91D5B9EDDFBF}"/>
              </a:ext>
            </a:extLst>
          </p:cNvPr>
          <p:cNvGrpSpPr/>
          <p:nvPr/>
        </p:nvGrpSpPr>
        <p:grpSpPr>
          <a:xfrm>
            <a:off x="4648200" y="2382098"/>
            <a:ext cx="4495800" cy="461963"/>
            <a:chOff x="3581400" y="2416178"/>
            <a:chExt cx="4495800" cy="461963"/>
          </a:xfrm>
        </p:grpSpPr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73C0CBD6-68D6-412D-9FE9-C2D49176D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2416178"/>
              <a:ext cx="44958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                       为无穷小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)</a:t>
              </a:r>
            </a:p>
          </p:txBody>
        </p:sp>
        <p:graphicFrame>
          <p:nvGraphicFramePr>
            <p:cNvPr id="37" name="对象 36">
              <a:extLst>
                <a:ext uri="{FF2B5EF4-FFF2-40B4-BE49-F238E27FC236}">
                  <a16:creationId xmlns:a16="http://schemas.microsoft.com/office/drawing/2014/main" id="{7BE0AFC8-2760-465B-A39A-2301A00E33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0958781"/>
                </p:ext>
              </p:extLst>
            </p:nvPr>
          </p:nvGraphicFramePr>
          <p:xfrm>
            <a:off x="3846751" y="2492554"/>
            <a:ext cx="160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171" name="Equation" r:id="rId11" imgW="1600200" imgH="342720" progId="Equation.DSMT4">
                    <p:embed/>
                  </p:oleObj>
                </mc:Choice>
                <mc:Fallback>
                  <p:oleObj name="Equation" r:id="rId11" imgW="16002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846751" y="2492554"/>
                          <a:ext cx="1600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箭头: 左右 38">
            <a:extLst>
              <a:ext uri="{FF2B5EF4-FFF2-40B4-BE49-F238E27FC236}">
                <a16:creationId xmlns:a16="http://schemas.microsoft.com/office/drawing/2014/main" id="{14AAA0A1-BCA0-4E66-8A7E-C7045EFB40E9}"/>
              </a:ext>
            </a:extLst>
          </p:cNvPr>
          <p:cNvSpPr/>
          <p:nvPr/>
        </p:nvSpPr>
        <p:spPr>
          <a:xfrm>
            <a:off x="2433745" y="3257473"/>
            <a:ext cx="648072" cy="189115"/>
          </a:xfrm>
          <a:prstGeom prst="left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571D3910-DAEA-473F-9DB3-E3A034811B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691437"/>
              </p:ext>
            </p:extLst>
          </p:nvPr>
        </p:nvGraphicFramePr>
        <p:xfrm>
          <a:off x="3211001" y="3105716"/>
          <a:ext cx="231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2" name="Equation" r:id="rId13" imgW="2311200" imgH="419040" progId="Equation.DSMT4">
                  <p:embed/>
                </p:oleObj>
              </mc:Choice>
              <mc:Fallback>
                <p:oleObj name="Equation" r:id="rId13" imgW="2311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11001" y="3105716"/>
                        <a:ext cx="23114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箭头: 左右 40">
            <a:extLst>
              <a:ext uri="{FF2B5EF4-FFF2-40B4-BE49-F238E27FC236}">
                <a16:creationId xmlns:a16="http://schemas.microsoft.com/office/drawing/2014/main" id="{0D47950F-9535-429F-99E4-3D376FC9ED4A}"/>
              </a:ext>
            </a:extLst>
          </p:cNvPr>
          <p:cNvSpPr/>
          <p:nvPr/>
        </p:nvSpPr>
        <p:spPr>
          <a:xfrm>
            <a:off x="2457227" y="4008047"/>
            <a:ext cx="648072" cy="189115"/>
          </a:xfrm>
          <a:prstGeom prst="left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1B2909E6-2103-4CE7-BCD4-3D594B8AFB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170459"/>
              </p:ext>
            </p:extLst>
          </p:nvPr>
        </p:nvGraphicFramePr>
        <p:xfrm>
          <a:off x="3322459" y="3854891"/>
          <a:ext cx="320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3" name="Equation" r:id="rId15" imgW="3200400" imgH="431640" progId="Equation.DSMT4">
                  <p:embed/>
                </p:oleObj>
              </mc:Choice>
              <mc:Fallback>
                <p:oleObj name="Equation" r:id="rId15" imgW="32004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322459" y="3854891"/>
                        <a:ext cx="32004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DB848765-78C1-4953-8312-DABFF82C36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57648"/>
              </p:ext>
            </p:extLst>
          </p:nvPr>
        </p:nvGraphicFramePr>
        <p:xfrm>
          <a:off x="4259263" y="4360863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4" name="Equation" r:id="rId17" imgW="1422360" imgH="380880" progId="Equation.DSMT4">
                  <p:embed/>
                </p:oleObj>
              </mc:Choice>
              <mc:Fallback>
                <p:oleObj name="Equation" r:id="rId17" imgW="14223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59263" y="4360863"/>
                        <a:ext cx="1422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箭头: 左右 43">
            <a:extLst>
              <a:ext uri="{FF2B5EF4-FFF2-40B4-BE49-F238E27FC236}">
                <a16:creationId xmlns:a16="http://schemas.microsoft.com/office/drawing/2014/main" id="{A15092B8-1637-4BFE-9E62-1375DBB8FE17}"/>
              </a:ext>
            </a:extLst>
          </p:cNvPr>
          <p:cNvSpPr/>
          <p:nvPr/>
        </p:nvSpPr>
        <p:spPr>
          <a:xfrm>
            <a:off x="2444632" y="2486859"/>
            <a:ext cx="648072" cy="189115"/>
          </a:xfrm>
          <a:prstGeom prst="left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B5A822F2-6C4F-46F8-B5D3-4AA0694B33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746694"/>
              </p:ext>
            </p:extLst>
          </p:nvPr>
        </p:nvGraphicFramePr>
        <p:xfrm>
          <a:off x="3211001" y="2456212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5" name="Equation" r:id="rId19" imgW="1384200" imgH="342720" progId="Equation.DSMT4">
                  <p:embed/>
                </p:oleObj>
              </mc:Choice>
              <mc:Fallback>
                <p:oleObj name="Equation" r:id="rId19" imgW="1384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11001" y="2456212"/>
                        <a:ext cx="1384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2">
            <a:extLst>
              <a:ext uri="{FF2B5EF4-FFF2-40B4-BE49-F238E27FC236}">
                <a16:creationId xmlns:a16="http://schemas.microsoft.com/office/drawing/2014/main" id="{5FE0B0AD-BBE6-4C79-AB8F-F644A93EF648}"/>
              </a:ext>
            </a:extLst>
          </p:cNvPr>
          <p:cNvSpPr txBox="1">
            <a:spLocks noChangeArrowheads="1"/>
          </p:cNvSpPr>
          <p:nvPr/>
        </p:nvSpPr>
        <p:spPr>
          <a:xfrm>
            <a:off x="5148064" y="2790328"/>
            <a:ext cx="2562437" cy="38892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极限与无穷小的关系</a:t>
            </a:r>
          </a:p>
        </p:txBody>
      </p:sp>
    </p:spTree>
    <p:extLst>
      <p:ext uri="{BB962C8B-B14F-4D97-AF65-F5344CB8AC3E}">
        <p14:creationId xmlns:p14="http://schemas.microsoft.com/office/powerpoint/2010/main" val="125292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4" grpId="0" animBg="1"/>
      <p:bldP spid="39" grpId="0" animBg="1"/>
      <p:bldP spid="41" grpId="0" animBg="1"/>
      <p:bldP spid="44" grpId="0" animBg="1"/>
      <p:bldP spid="4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7">
            <a:extLst>
              <a:ext uri="{FF2B5EF4-FFF2-40B4-BE49-F238E27FC236}">
                <a16:creationId xmlns:a16="http://schemas.microsoft.com/office/drawing/2014/main" id="{6DF87B4C-288E-4646-9682-7443E6ADE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749" y="578544"/>
            <a:ext cx="56880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2. </a:t>
            </a: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极限存在准则及极限运算法则</a:t>
            </a:r>
          </a:p>
        </p:txBody>
      </p:sp>
      <p:sp>
        <p:nvSpPr>
          <p:cNvPr id="36" name="Text Box 37">
            <a:extLst>
              <a:ext uri="{FF2B5EF4-FFF2-40B4-BE49-F238E27FC236}">
                <a16:creationId xmlns:a16="http://schemas.microsoft.com/office/drawing/2014/main" id="{1B14CFE4-7C60-4EB5-8D3C-A06D2EA86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955" y="1195586"/>
            <a:ext cx="80885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</a:rPr>
              <a:t>单调有界准则，夹逼准则，四则运算法则，复合运算法则</a:t>
            </a:r>
          </a:p>
        </p:txBody>
      </p:sp>
      <p:sp>
        <p:nvSpPr>
          <p:cNvPr id="37" name="Rectangle 2">
            <a:extLst>
              <a:ext uri="{FF2B5EF4-FFF2-40B4-BE49-F238E27FC236}">
                <a16:creationId xmlns:a16="http://schemas.microsoft.com/office/drawing/2014/main" id="{BB247B03-97ED-45B3-AFDD-335349ED6977}"/>
              </a:ext>
            </a:extLst>
          </p:cNvPr>
          <p:cNvSpPr txBox="1">
            <a:spLocks noChangeArrowheads="1"/>
          </p:cNvSpPr>
          <p:nvPr/>
        </p:nvSpPr>
        <p:spPr>
          <a:xfrm>
            <a:off x="609749" y="1823790"/>
            <a:ext cx="783828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3. </a:t>
            </a:r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数列极限的性质</a:t>
            </a:r>
          </a:p>
        </p:txBody>
      </p:sp>
      <p:sp>
        <p:nvSpPr>
          <p:cNvPr id="38" name="Text Box 37">
            <a:extLst>
              <a:ext uri="{FF2B5EF4-FFF2-40B4-BE49-F238E27FC236}">
                <a16:creationId xmlns:a16="http://schemas.microsoft.com/office/drawing/2014/main" id="{0A0FC240-4B89-4241-A4ED-067B7EF1F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369096"/>
            <a:ext cx="80885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整体</a:t>
            </a:r>
            <a:r>
              <a:rPr kumimoji="1" lang="zh-CN" altLang="en-US" sz="2400" b="1" dirty="0">
                <a:latin typeface="+mj-ea"/>
                <a:ea typeface="+mj-ea"/>
              </a:rPr>
              <a:t>有界性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  局部</a:t>
            </a:r>
            <a:r>
              <a:rPr kumimoji="1" lang="zh-CN" altLang="en-US" sz="2400" b="1" dirty="0">
                <a:latin typeface="+mj-ea"/>
                <a:ea typeface="+mj-ea"/>
              </a:rPr>
              <a:t>保号性</a:t>
            </a: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E323A750-79C4-45E5-93D3-5054332B3307}"/>
              </a:ext>
            </a:extLst>
          </p:cNvPr>
          <p:cNvSpPr txBox="1">
            <a:spLocks noChangeArrowheads="1"/>
          </p:cNvSpPr>
          <p:nvPr/>
        </p:nvSpPr>
        <p:spPr>
          <a:xfrm>
            <a:off x="609749" y="2978696"/>
            <a:ext cx="783828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4. </a:t>
            </a:r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函数极限的性质</a:t>
            </a:r>
          </a:p>
        </p:txBody>
      </p:sp>
      <p:sp>
        <p:nvSpPr>
          <p:cNvPr id="41" name="Text Box 37">
            <a:extLst>
              <a:ext uri="{FF2B5EF4-FFF2-40B4-BE49-F238E27FC236}">
                <a16:creationId xmlns:a16="http://schemas.microsoft.com/office/drawing/2014/main" id="{1D995187-7D27-47BD-A585-35A7F1051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3685254"/>
            <a:ext cx="80885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局部</a:t>
            </a:r>
            <a:r>
              <a:rPr kumimoji="1" lang="zh-CN" altLang="en-US" sz="2400" b="1" dirty="0">
                <a:latin typeface="+mj-ea"/>
                <a:ea typeface="+mj-ea"/>
              </a:rPr>
              <a:t>有界性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  局部</a:t>
            </a:r>
            <a:r>
              <a:rPr kumimoji="1" lang="zh-CN" altLang="en-US" sz="2400" b="1" dirty="0">
                <a:latin typeface="+mj-ea"/>
                <a:ea typeface="+mj-ea"/>
              </a:rPr>
              <a:t>保号性</a:t>
            </a:r>
          </a:p>
        </p:txBody>
      </p:sp>
    </p:spTree>
    <p:extLst>
      <p:ext uri="{BB962C8B-B14F-4D97-AF65-F5344CB8AC3E}">
        <p14:creationId xmlns:p14="http://schemas.microsoft.com/office/powerpoint/2010/main" val="2193628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E9BC4245-3E04-4E4F-98B8-66A6ADCFE1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043484"/>
            <a:ext cx="32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kumimoji="1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无穷小的性质 </a:t>
            </a:r>
            <a:endParaRPr lang="en-US" altLang="zh-CN" dirty="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B568F37A-DFBB-43CC-9764-E018518DA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307" y="2211710"/>
            <a:ext cx="3200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无穷小的比较</a:t>
            </a:r>
            <a:endParaRPr kumimoji="1" lang="en-US" altLang="zh-C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4" name="Rectangle 2">
            <a:extLst>
              <a:ext uri="{FF2B5EF4-FFF2-40B4-BE49-F238E27FC236}">
                <a16:creationId xmlns:a16="http://schemas.microsoft.com/office/drawing/2014/main" id="{4C1A567D-D66C-4444-ADDA-FB38E2E0C508}"/>
              </a:ext>
            </a:extLst>
          </p:cNvPr>
          <p:cNvSpPr txBox="1">
            <a:spLocks noChangeArrowheads="1"/>
          </p:cNvSpPr>
          <p:nvPr/>
        </p:nvSpPr>
        <p:spPr>
          <a:xfrm>
            <a:off x="873273" y="411510"/>
            <a:ext cx="3427197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无穷小量和无穷大量</a:t>
            </a:r>
          </a:p>
        </p:txBody>
      </p:sp>
      <p:sp>
        <p:nvSpPr>
          <p:cNvPr id="54" name="Rectangle 2">
            <a:extLst>
              <a:ext uri="{FF2B5EF4-FFF2-40B4-BE49-F238E27FC236}">
                <a16:creationId xmlns:a16="http://schemas.microsoft.com/office/drawing/2014/main" id="{3372CB64-338A-4734-A5EF-B1EE44C0A67A}"/>
              </a:ext>
            </a:extLst>
          </p:cNvPr>
          <p:cNvSpPr txBox="1">
            <a:spLocks noChangeArrowheads="1"/>
          </p:cNvSpPr>
          <p:nvPr/>
        </p:nvSpPr>
        <p:spPr>
          <a:xfrm>
            <a:off x="715616" y="1527523"/>
            <a:ext cx="6480720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有界函数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与无穷小的乘积是无穷小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4D6BAD7-EB12-4DF4-A45D-D3AE3C77FD7C}"/>
              </a:ext>
            </a:extLst>
          </p:cNvPr>
          <p:cNvSpPr/>
          <p:nvPr/>
        </p:nvSpPr>
        <p:spPr>
          <a:xfrm>
            <a:off x="730424" y="3003798"/>
            <a:ext cx="4825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无穷大量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（注意与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无界量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的区别）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930D33FF-B15B-47C3-A69E-483F9759E4C2}"/>
              </a:ext>
            </a:extLst>
          </p:cNvPr>
          <p:cNvGrpSpPr/>
          <p:nvPr/>
        </p:nvGrpSpPr>
        <p:grpSpPr>
          <a:xfrm>
            <a:off x="1547664" y="3630578"/>
            <a:ext cx="6399682" cy="1101412"/>
            <a:chOff x="1403648" y="3263809"/>
            <a:chExt cx="6399682" cy="1101412"/>
          </a:xfrm>
        </p:grpSpPr>
        <p:grpSp>
          <p:nvGrpSpPr>
            <p:cNvPr id="57" name="组合 56">
              <a:extLst>
                <a:ext uri="{FF2B5EF4-FFF2-40B4-BE49-F238E27FC236}">
                  <a16:creationId xmlns:a16="http://schemas.microsoft.com/office/drawing/2014/main" id="{CECF682D-3E92-4044-A244-F99761A1A0DE}"/>
                </a:ext>
              </a:extLst>
            </p:cNvPr>
            <p:cNvGrpSpPr/>
            <p:nvPr/>
          </p:nvGrpSpPr>
          <p:grpSpPr>
            <a:xfrm>
              <a:off x="1405699" y="3263809"/>
              <a:ext cx="6397631" cy="1101412"/>
              <a:chOff x="1176123" y="3769529"/>
              <a:chExt cx="6397631" cy="1101412"/>
            </a:xfrm>
          </p:grpSpPr>
          <p:sp>
            <p:nvSpPr>
              <p:cNvPr id="59" name="圆角矩形 1">
                <a:extLst>
                  <a:ext uri="{FF2B5EF4-FFF2-40B4-BE49-F238E27FC236}">
                    <a16:creationId xmlns:a16="http://schemas.microsoft.com/office/drawing/2014/main" id="{04502727-478F-4D6B-B6F6-18250C6F9C97}"/>
                  </a:ext>
                </a:extLst>
              </p:cNvPr>
              <p:cNvSpPr/>
              <p:nvPr/>
            </p:nvSpPr>
            <p:spPr>
              <a:xfrm>
                <a:off x="1176123" y="3769529"/>
                <a:ext cx="6397631" cy="1101412"/>
              </a:xfrm>
              <a:prstGeom prst="roundRect">
                <a:avLst/>
              </a:prstGeom>
              <a:noFill/>
              <a:ln w="12700">
                <a:solidFill>
                  <a:srgbClr val="FF0000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</a:pPr>
                <a:endParaRPr lang="zh-CN" altLang="en-US" sz="2400" b="1">
                  <a:solidFill>
                    <a:srgbClr val="0064FF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60" name="Object 20">
                <a:extLst>
                  <a:ext uri="{FF2B5EF4-FFF2-40B4-BE49-F238E27FC236}">
                    <a16:creationId xmlns:a16="http://schemas.microsoft.com/office/drawing/2014/main" id="{3E61BD00-C8A3-4110-9AD5-04849A1BFF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47238899"/>
                  </p:ext>
                </p:extLst>
              </p:nvPr>
            </p:nvGraphicFramePr>
            <p:xfrm>
              <a:off x="4998037" y="3844696"/>
              <a:ext cx="1144587" cy="341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014" name="Equation" r:id="rId3" imgW="1143000" imgH="342720" progId="Equation.DSMT4">
                      <p:embed/>
                    </p:oleObj>
                  </mc:Choice>
                  <mc:Fallback>
                    <p:oleObj name="Equation" r:id="rId3" imgW="1143000" imgH="342720" progId="Equation.DSMT4">
                      <p:embed/>
                      <p:pic>
                        <p:nvPicPr>
                          <p:cNvPr id="7" name="Object 20">
                            <a:extLst>
                              <a:ext uri="{FF2B5EF4-FFF2-40B4-BE49-F238E27FC236}">
                                <a16:creationId xmlns:a16="http://schemas.microsoft.com/office/drawing/2014/main" id="{3FB4091D-B689-460E-AA50-6AE4C0366E6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98037" y="3844696"/>
                            <a:ext cx="1144587" cy="341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Object 21">
                <a:extLst>
                  <a:ext uri="{FF2B5EF4-FFF2-40B4-BE49-F238E27FC236}">
                    <a16:creationId xmlns:a16="http://schemas.microsoft.com/office/drawing/2014/main" id="{FCA5581C-F929-4093-BD77-0A1B9CA1FA0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58301681"/>
                  </p:ext>
                </p:extLst>
              </p:nvPr>
            </p:nvGraphicFramePr>
            <p:xfrm>
              <a:off x="6286640" y="3836156"/>
              <a:ext cx="965200" cy="341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015" name="Equation" r:id="rId5" imgW="965160" imgH="342720" progId="Equation.DSMT4">
                      <p:embed/>
                    </p:oleObj>
                  </mc:Choice>
                  <mc:Fallback>
                    <p:oleObj name="Equation" r:id="rId5" imgW="965160" imgH="342720" progId="Equation.DSMT4">
                      <p:embed/>
                      <p:pic>
                        <p:nvPicPr>
                          <p:cNvPr id="8" name="Object 21">
                            <a:extLst>
                              <a:ext uri="{FF2B5EF4-FFF2-40B4-BE49-F238E27FC236}">
                                <a16:creationId xmlns:a16="http://schemas.microsoft.com/office/drawing/2014/main" id="{37029BC1-3791-44FF-951A-712BB5C8D7DD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86640" y="3836156"/>
                            <a:ext cx="965200" cy="341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2" name="Object 32">
                <a:extLst>
                  <a:ext uri="{FF2B5EF4-FFF2-40B4-BE49-F238E27FC236}">
                    <a16:creationId xmlns:a16="http://schemas.microsoft.com/office/drawing/2014/main" id="{D32585DA-5059-43AF-80DD-E9A5F1429A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93899811"/>
                  </p:ext>
                </p:extLst>
              </p:nvPr>
            </p:nvGraphicFramePr>
            <p:xfrm>
              <a:off x="2747167" y="4375528"/>
              <a:ext cx="4533900" cy="393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016" name="Equation" r:id="rId7" imgW="4533840" imgH="393480" progId="Equation.DSMT4">
                      <p:embed/>
                    </p:oleObj>
                  </mc:Choice>
                  <mc:Fallback>
                    <p:oleObj name="Equation" r:id="rId7" imgW="4533840" imgH="393480" progId="Equation.DSMT4">
                      <p:embed/>
                      <p:pic>
                        <p:nvPicPr>
                          <p:cNvPr id="9" name="Object 32">
                            <a:extLst>
                              <a:ext uri="{FF2B5EF4-FFF2-40B4-BE49-F238E27FC236}">
                                <a16:creationId xmlns:a16="http://schemas.microsoft.com/office/drawing/2014/main" id="{99904650-5527-4692-ABC6-2F687C059299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grayscl/>
                            <a:biLevel thresh="50000"/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47167" y="4375528"/>
                            <a:ext cx="4533900" cy="3937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对象 62">
                <a:extLst>
                  <a:ext uri="{FF2B5EF4-FFF2-40B4-BE49-F238E27FC236}">
                    <a16:creationId xmlns:a16="http://schemas.microsoft.com/office/drawing/2014/main" id="{AE38794C-F5B1-4950-BAFB-6C209B76A14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8242206"/>
                  </p:ext>
                </p:extLst>
              </p:nvPr>
            </p:nvGraphicFramePr>
            <p:xfrm>
              <a:off x="2758248" y="3799535"/>
              <a:ext cx="2159000" cy="5207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3017" name="Equation" r:id="rId9" imgW="2158920" imgH="520560" progId="Equation.DSMT4">
                      <p:embed/>
                    </p:oleObj>
                  </mc:Choice>
                  <mc:Fallback>
                    <p:oleObj name="Equation" r:id="rId9" imgW="2158920" imgH="520560" progId="Equation.DSMT4">
                      <p:embed/>
                      <p:pic>
                        <p:nvPicPr>
                          <p:cNvPr id="10" name="对象 9">
                            <a:extLst>
                              <a:ext uri="{FF2B5EF4-FFF2-40B4-BE49-F238E27FC236}">
                                <a16:creationId xmlns:a16="http://schemas.microsoft.com/office/drawing/2014/main" id="{EF376B60-3898-4E4E-B0B1-455AC3C07C1D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758248" y="3799535"/>
                            <a:ext cx="2159000" cy="5207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8" name="Object 3">
              <a:extLst>
                <a:ext uri="{FF2B5EF4-FFF2-40B4-BE49-F238E27FC236}">
                  <a16:creationId xmlns:a16="http://schemas.microsoft.com/office/drawing/2014/main" id="{2D4A78EB-DC2E-4FB5-B1E8-2F0C0A191F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5126567"/>
                </p:ext>
              </p:extLst>
            </p:nvPr>
          </p:nvGraphicFramePr>
          <p:xfrm>
            <a:off x="1403648" y="3597002"/>
            <a:ext cx="1460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018" name="Equation" r:id="rId11" imgW="1460160" imgH="342720" progId="Equation.DSMT4">
                    <p:embed/>
                  </p:oleObj>
                </mc:Choice>
                <mc:Fallback>
                  <p:oleObj name="Equation" r:id="rId11" imgW="1460160" imgH="342720" progId="Equation.DSMT4">
                    <p:embed/>
                    <p:pic>
                      <p:nvPicPr>
                        <p:cNvPr id="5" name="Object 3">
                          <a:extLst>
                            <a:ext uri="{FF2B5EF4-FFF2-40B4-BE49-F238E27FC236}">
                              <a16:creationId xmlns:a16="http://schemas.microsoft.com/office/drawing/2014/main" id="{78535B1B-407C-430F-81E5-83974D08FA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3648" y="3597002"/>
                          <a:ext cx="1460500" cy="342900"/>
                        </a:xfrm>
                        <a:prstGeom prst="rect">
                          <a:avLst/>
                        </a:prstGeom>
                        <a:noFill/>
                        <a:ln w="25400">
                          <a:noFill/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1975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4" grpId="0"/>
      <p:bldP spid="5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36527FEF-E8C7-4033-8692-402F2C0ED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859" y="1657710"/>
            <a:ext cx="472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常用</a:t>
            </a:r>
            <a:r>
              <a:rPr kumimoji="1"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等价无穷小</a:t>
            </a:r>
            <a:r>
              <a:rPr kumimoji="1" lang="en-US" altLang="zh-CN" sz="2400" b="1" dirty="0">
                <a:latin typeface="+mj-ea"/>
                <a:ea typeface="+mj-ea"/>
              </a:rPr>
              <a:t>:  </a:t>
            </a:r>
            <a:r>
              <a:rPr kumimoji="1" lang="zh-CN" altLang="en-US" sz="2400" b="1" dirty="0">
                <a:latin typeface="+mj-ea"/>
                <a:ea typeface="+mj-ea"/>
              </a:rPr>
              <a:t>当 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F1F4024-B437-4337-9F94-6101EFD97FC5}"/>
              </a:ext>
            </a:extLst>
          </p:cNvPr>
          <p:cNvGrpSpPr/>
          <p:nvPr/>
        </p:nvGrpSpPr>
        <p:grpSpPr>
          <a:xfrm>
            <a:off x="3754254" y="1682501"/>
            <a:ext cx="1271734" cy="461665"/>
            <a:chOff x="3754254" y="1682501"/>
            <a:chExt cx="1271734" cy="461665"/>
          </a:xfrm>
        </p:grpSpPr>
        <p:sp>
          <p:nvSpPr>
            <p:cNvPr id="3" name="Text Box 5">
              <a:extLst>
                <a:ext uri="{FF2B5EF4-FFF2-40B4-BE49-F238E27FC236}">
                  <a16:creationId xmlns:a16="http://schemas.microsoft.com/office/drawing/2014/main" id="{3CEAD934-998B-4E5F-AF62-3764CC87A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932" y="1682501"/>
              <a:ext cx="50405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时，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4" name="Object 24">
              <a:extLst>
                <a:ext uri="{FF2B5EF4-FFF2-40B4-BE49-F238E27FC236}">
                  <a16:creationId xmlns:a16="http://schemas.microsoft.com/office/drawing/2014/main" id="{3E19F77D-14FB-4CF0-A63F-B7AC4C4292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6955000"/>
                </p:ext>
              </p:extLst>
            </p:nvPr>
          </p:nvGraphicFramePr>
          <p:xfrm>
            <a:off x="3754254" y="1776627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00" name="Equation" r:id="rId3" imgW="774360" imgH="279360" progId="">
                    <p:embed/>
                  </p:oleObj>
                </mc:Choice>
                <mc:Fallback>
                  <p:oleObj name="Equation" r:id="rId3" imgW="774360" imgH="279360" progId="">
                    <p:embed/>
                    <p:pic>
                      <p:nvPicPr>
                        <p:cNvPr id="37" name="Object 24">
                          <a:extLst>
                            <a:ext uri="{FF2B5EF4-FFF2-40B4-BE49-F238E27FC236}">
                              <a16:creationId xmlns:a16="http://schemas.microsoft.com/office/drawing/2014/main" id="{069BACDC-3F17-4376-BC62-F8F475E0D36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254" y="1776627"/>
                          <a:ext cx="774700" cy="279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Object 24">
            <a:extLst>
              <a:ext uri="{FF2B5EF4-FFF2-40B4-BE49-F238E27FC236}">
                <a16:creationId xmlns:a16="http://schemas.microsoft.com/office/drawing/2014/main" id="{9F8BE980-6396-40F4-8638-DF0A4EEA6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689405"/>
              </p:ext>
            </p:extLst>
          </p:nvPr>
        </p:nvGraphicFramePr>
        <p:xfrm>
          <a:off x="981225" y="2211239"/>
          <a:ext cx="1219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1" name="Equation" r:id="rId5" imgW="1218960" imgH="342720" progId="">
                  <p:embed/>
                </p:oleObj>
              </mc:Choice>
              <mc:Fallback>
                <p:oleObj name="Equation" r:id="rId5" imgW="1218960" imgH="342720" progId="">
                  <p:embed/>
                  <p:pic>
                    <p:nvPicPr>
                      <p:cNvPr id="40" name="Object 24">
                        <a:extLst>
                          <a:ext uri="{FF2B5EF4-FFF2-40B4-BE49-F238E27FC236}">
                            <a16:creationId xmlns:a16="http://schemas.microsoft.com/office/drawing/2014/main" id="{E113474E-0DD5-4FF5-A770-0CE3E0A664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1225" y="2211239"/>
                        <a:ext cx="1219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4">
            <a:extLst>
              <a:ext uri="{FF2B5EF4-FFF2-40B4-BE49-F238E27FC236}">
                <a16:creationId xmlns:a16="http://schemas.microsoft.com/office/drawing/2014/main" id="{81F2CA2D-2DA8-4BB0-8861-2B0B108E1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202604"/>
              </p:ext>
            </p:extLst>
          </p:nvPr>
        </p:nvGraphicFramePr>
        <p:xfrm>
          <a:off x="2820269" y="2239549"/>
          <a:ext cx="1257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2" name="Equation" r:id="rId7" imgW="1257120" imgH="317160" progId="">
                  <p:embed/>
                </p:oleObj>
              </mc:Choice>
              <mc:Fallback>
                <p:oleObj name="Equation" r:id="rId7" imgW="1257120" imgH="317160" progId="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0288BD36-9500-482E-9035-38C25D6FE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269" y="2239549"/>
                        <a:ext cx="12573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4">
            <a:extLst>
              <a:ext uri="{FF2B5EF4-FFF2-40B4-BE49-F238E27FC236}">
                <a16:creationId xmlns:a16="http://schemas.microsoft.com/office/drawing/2014/main" id="{F40DC15F-3848-4870-8188-8BFB9CF10F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171960"/>
              </p:ext>
            </p:extLst>
          </p:nvPr>
        </p:nvGraphicFramePr>
        <p:xfrm>
          <a:off x="4518993" y="2204380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3" name="Equation" r:id="rId9" imgW="1574640" imgH="342720" progId="">
                  <p:embed/>
                </p:oleObj>
              </mc:Choice>
              <mc:Fallback>
                <p:oleObj name="Equation" r:id="rId9" imgW="1574640" imgH="342720" progId="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E95B3444-8E15-42C4-9699-53310AE16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8993" y="2204380"/>
                        <a:ext cx="1574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950F9EEB-1091-476C-8A4D-943D7710CC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233546"/>
              </p:ext>
            </p:extLst>
          </p:nvPr>
        </p:nvGraphicFramePr>
        <p:xfrm>
          <a:off x="6463209" y="2227826"/>
          <a:ext cx="1574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4" name="Equation" r:id="rId11" imgW="1574640" imgH="317160" progId="">
                  <p:embed/>
                </p:oleObj>
              </mc:Choice>
              <mc:Fallback>
                <p:oleObj name="Equation" r:id="rId11" imgW="1574640" imgH="317160" progId="">
                  <p:embed/>
                  <p:pic>
                    <p:nvPicPr>
                      <p:cNvPr id="43" name="Object 24">
                        <a:extLst>
                          <a:ext uri="{FF2B5EF4-FFF2-40B4-BE49-F238E27FC236}">
                            <a16:creationId xmlns:a16="http://schemas.microsoft.com/office/drawing/2014/main" id="{65622266-6D9C-4F46-9B95-CE14855725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209" y="2227826"/>
                        <a:ext cx="15748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5C923ABD-1DA6-4BCA-AAB0-59E5DB6244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102332"/>
              </p:ext>
            </p:extLst>
          </p:nvPr>
        </p:nvGraphicFramePr>
        <p:xfrm>
          <a:off x="5202029" y="2939367"/>
          <a:ext cx="1625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5" name="Equation" r:id="rId13" imgW="1625400" imgH="342720" progId="">
                  <p:embed/>
                </p:oleObj>
              </mc:Choice>
              <mc:Fallback>
                <p:oleObj name="Equation" r:id="rId13" imgW="1625400" imgH="342720" progId="">
                  <p:embed/>
                  <p:pic>
                    <p:nvPicPr>
                      <p:cNvPr id="44" name="Object 24">
                        <a:extLst>
                          <a:ext uri="{FF2B5EF4-FFF2-40B4-BE49-F238E27FC236}">
                            <a16:creationId xmlns:a16="http://schemas.microsoft.com/office/drawing/2014/main" id="{9691227D-11D1-4FCB-935A-E9E7D6C316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2029" y="2939367"/>
                        <a:ext cx="16256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178FDCF2-F38D-44C5-B036-9C57B8BA6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218053"/>
              </p:ext>
            </p:extLst>
          </p:nvPr>
        </p:nvGraphicFramePr>
        <p:xfrm>
          <a:off x="6963522" y="2844004"/>
          <a:ext cx="1257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6" name="Equation" r:id="rId15" imgW="1257120" imgH="406080" progId="">
                  <p:embed/>
                </p:oleObj>
              </mc:Choice>
              <mc:Fallback>
                <p:oleObj name="Equation" r:id="rId15" imgW="1257120" imgH="406080" progId="">
                  <p:embed/>
                  <p:pic>
                    <p:nvPicPr>
                      <p:cNvPr id="45" name="Object 24">
                        <a:extLst>
                          <a:ext uri="{FF2B5EF4-FFF2-40B4-BE49-F238E27FC236}">
                            <a16:creationId xmlns:a16="http://schemas.microsoft.com/office/drawing/2014/main" id="{D73D4DA3-4785-4106-8616-1DC4BF634C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3522" y="2844004"/>
                        <a:ext cx="12573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460C9F74-6EC2-45E5-9060-7C5EC486DF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0746162"/>
              </p:ext>
            </p:extLst>
          </p:nvPr>
        </p:nvGraphicFramePr>
        <p:xfrm>
          <a:off x="846071" y="3719740"/>
          <a:ext cx="345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7" name="Equation" r:id="rId17" imgW="3454200" imgH="406080" progId="">
                  <p:embed/>
                </p:oleObj>
              </mc:Choice>
              <mc:Fallback>
                <p:oleObj name="Equation" r:id="rId17" imgW="3454200" imgH="406080" progId="">
                  <p:embed/>
                  <p:pic>
                    <p:nvPicPr>
                      <p:cNvPr id="46" name="Object 24">
                        <a:extLst>
                          <a:ext uri="{FF2B5EF4-FFF2-40B4-BE49-F238E27FC236}">
                            <a16:creationId xmlns:a16="http://schemas.microsoft.com/office/drawing/2014/main" id="{5E1795D4-ADF8-4132-9DE0-942F5DE5A4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071" y="3719740"/>
                        <a:ext cx="3454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A3F21824-27CD-4A93-A90A-F3BDB3920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880367"/>
              </p:ext>
            </p:extLst>
          </p:nvPr>
        </p:nvGraphicFramePr>
        <p:xfrm>
          <a:off x="904163" y="2669126"/>
          <a:ext cx="1930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8" name="Equation" r:id="rId19" imgW="1930320" imgH="723600" progId="">
                  <p:embed/>
                </p:oleObj>
              </mc:Choice>
              <mc:Fallback>
                <p:oleObj name="Equation" r:id="rId19" imgW="1930320" imgH="723600" progId="">
                  <p:embed/>
                  <p:pic>
                    <p:nvPicPr>
                      <p:cNvPr id="47" name="Object 24">
                        <a:extLst>
                          <a:ext uri="{FF2B5EF4-FFF2-40B4-BE49-F238E27FC236}">
                            <a16:creationId xmlns:a16="http://schemas.microsoft.com/office/drawing/2014/main" id="{C6E71843-94F3-4F16-9B95-D63624A0AA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163" y="2669126"/>
                        <a:ext cx="1930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2BF8571B-0E39-47AF-ACB2-B8C14CF2F6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032601"/>
              </p:ext>
            </p:extLst>
          </p:nvPr>
        </p:nvGraphicFramePr>
        <p:xfrm>
          <a:off x="2905916" y="2722647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09" name="Equation" r:id="rId21" imgW="2019240" imgH="736560" progId="">
                  <p:embed/>
                </p:oleObj>
              </mc:Choice>
              <mc:Fallback>
                <p:oleObj name="Equation" r:id="rId21" imgW="2019240" imgH="736560" progId="">
                  <p:embed/>
                  <p:pic>
                    <p:nvPicPr>
                      <p:cNvPr id="48" name="Object 24">
                        <a:extLst>
                          <a:ext uri="{FF2B5EF4-FFF2-40B4-BE49-F238E27FC236}">
                            <a16:creationId xmlns:a16="http://schemas.microsoft.com/office/drawing/2014/main" id="{08EC8467-DC7E-4576-AE6A-F6ECA756A7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916" y="2722647"/>
                        <a:ext cx="2019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D3D26314-A119-4001-8C08-D196D66E2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077718"/>
              </p:ext>
            </p:extLst>
          </p:nvPr>
        </p:nvGraphicFramePr>
        <p:xfrm>
          <a:off x="4557776" y="3674354"/>
          <a:ext cx="377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10" name="Equation" r:id="rId23" imgW="3771720" imgH="406080" progId="Equation.DSMT4">
                  <p:embed/>
                </p:oleObj>
              </mc:Choice>
              <mc:Fallback>
                <p:oleObj name="Equation" r:id="rId23" imgW="3771720" imgH="406080" progId="Equation.DSMT4">
                  <p:embed/>
                  <p:pic>
                    <p:nvPicPr>
                      <p:cNvPr id="49" name="Object 24">
                        <a:extLst>
                          <a:ext uri="{FF2B5EF4-FFF2-40B4-BE49-F238E27FC236}">
                            <a16:creationId xmlns:a16="http://schemas.microsoft.com/office/drawing/2014/main" id="{7A68D1A8-2D66-4EEE-A788-68DD1054047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76" y="3674354"/>
                        <a:ext cx="37719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B93D2FF4-92C4-4C56-A9C9-2B97C69E1DC1}"/>
              </a:ext>
            </a:extLst>
          </p:cNvPr>
          <p:cNvSpPr txBox="1"/>
          <p:nvPr/>
        </p:nvSpPr>
        <p:spPr>
          <a:xfrm>
            <a:off x="839580" y="51981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定理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</a:rPr>
              <a:t> </a:t>
            </a:r>
            <a:endParaRPr lang="zh-CN" altLang="en-US" sz="2400" b="1" dirty="0">
              <a:solidFill>
                <a:srgbClr val="0064FF"/>
              </a:solidFill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7AFED0E-6A45-4053-9006-6F0EA5DE3C3F}"/>
              </a:ext>
            </a:extLst>
          </p:cNvPr>
          <p:cNvGrpSpPr/>
          <p:nvPr/>
        </p:nvGrpSpPr>
        <p:grpSpPr>
          <a:xfrm>
            <a:off x="1966072" y="512315"/>
            <a:ext cx="5565353" cy="469160"/>
            <a:chOff x="4276809" y="771550"/>
            <a:chExt cx="5565353" cy="469160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6C50782E-7BAE-4EA9-961D-BE58F3322C6D}"/>
                </a:ext>
              </a:extLst>
            </p:cNvPr>
            <p:cNvGrpSpPr/>
            <p:nvPr/>
          </p:nvGrpSpPr>
          <p:grpSpPr>
            <a:xfrm>
              <a:off x="4276809" y="771550"/>
              <a:ext cx="5565353" cy="469160"/>
              <a:chOff x="2476609" y="771550"/>
              <a:chExt cx="5565353" cy="469160"/>
            </a:xfrm>
          </p:grpSpPr>
          <p:graphicFrame>
            <p:nvGraphicFramePr>
              <p:cNvPr id="19" name="Object 24">
                <a:extLst>
                  <a:ext uri="{FF2B5EF4-FFF2-40B4-BE49-F238E27FC236}">
                    <a16:creationId xmlns:a16="http://schemas.microsoft.com/office/drawing/2014/main" id="{E5BE290A-715E-4833-9857-D128FD370AA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55721078"/>
                  </p:ext>
                </p:extLst>
              </p:nvPr>
            </p:nvGraphicFramePr>
            <p:xfrm>
              <a:off x="2476609" y="892374"/>
              <a:ext cx="254000" cy="330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76511" name="Equation" r:id="rId25" imgW="253800" imgH="330120" progId="">
                      <p:embed/>
                    </p:oleObj>
                  </mc:Choice>
                  <mc:Fallback>
                    <p:oleObj name="Equation" r:id="rId25" imgW="253800" imgH="330120" progId="">
                      <p:embed/>
                      <p:pic>
                        <p:nvPicPr>
                          <p:cNvPr id="12" name="Object 24">
                            <a:extLst>
                              <a:ext uri="{FF2B5EF4-FFF2-40B4-BE49-F238E27FC236}">
                                <a16:creationId xmlns:a16="http://schemas.microsoft.com/office/drawing/2014/main" id="{4C94AD78-F5A5-4AA5-8E23-42D18C43B0B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76609" y="892374"/>
                            <a:ext cx="254000" cy="33020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" name="Text Box 5">
                <a:extLst>
                  <a:ext uri="{FF2B5EF4-FFF2-40B4-BE49-F238E27FC236}">
                    <a16:creationId xmlns:a16="http://schemas.microsoft.com/office/drawing/2014/main" id="{DEF01BDD-A087-4791-9685-04CE5F36D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3370" y="771550"/>
                <a:ext cx="576064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与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F86FB571-1579-460B-9EAE-F33D0C59E8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3947" y="779045"/>
                <a:ext cx="50405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是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22" name="Text Box 5">
                <a:extLst>
                  <a:ext uri="{FF2B5EF4-FFF2-40B4-BE49-F238E27FC236}">
                    <a16:creationId xmlns:a16="http://schemas.microsoft.com/office/drawing/2014/main" id="{CFB58EE8-3BAC-4D8C-B1B6-539126D559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1482" y="771550"/>
                <a:ext cx="43204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等价无穷小的充分必要条件是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18" name="Object 24">
              <a:extLst>
                <a:ext uri="{FF2B5EF4-FFF2-40B4-BE49-F238E27FC236}">
                  <a16:creationId xmlns:a16="http://schemas.microsoft.com/office/drawing/2014/main" id="{7D46AEC8-099A-43B3-947C-E241C4456F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3942066"/>
                </p:ext>
              </p:extLst>
            </p:nvPr>
          </p:nvGraphicFramePr>
          <p:xfrm>
            <a:off x="4978820" y="932946"/>
            <a:ext cx="241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12" name="Equation" r:id="rId27" imgW="241200" imgH="215640" progId="">
                    <p:embed/>
                  </p:oleObj>
                </mc:Choice>
                <mc:Fallback>
                  <p:oleObj name="Equation" r:id="rId27" imgW="241200" imgH="215640" progId="">
                    <p:embed/>
                    <p:pic>
                      <p:nvPicPr>
                        <p:cNvPr id="10" name="Object 24">
                          <a:extLst>
                            <a:ext uri="{FF2B5EF4-FFF2-40B4-BE49-F238E27FC236}">
                              <a16:creationId xmlns:a16="http://schemas.microsoft.com/office/drawing/2014/main" id="{9D1E876A-567D-4DF2-A358-217B1C6E32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8820" y="932946"/>
                          <a:ext cx="241300" cy="215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Object 24">
            <a:extLst>
              <a:ext uri="{FF2B5EF4-FFF2-40B4-BE49-F238E27FC236}">
                <a16:creationId xmlns:a16="http://schemas.microsoft.com/office/drawing/2014/main" id="{F3A3B0AB-EAC0-4640-81A0-470C694A28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1254907"/>
              </p:ext>
            </p:extLst>
          </p:nvPr>
        </p:nvGraphicFramePr>
        <p:xfrm>
          <a:off x="2870737" y="1205357"/>
          <a:ext cx="1600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13" name="Equation" r:id="rId29" imgW="1600200" imgH="342720" progId="Equation.DSMT4">
                  <p:embed/>
                </p:oleObj>
              </mc:Choice>
              <mc:Fallback>
                <p:oleObj name="Equation" r:id="rId29" imgW="1600200" imgH="342720" progId="Equation.DSMT4">
                  <p:embed/>
                  <p:pic>
                    <p:nvPicPr>
                      <p:cNvPr id="20" name="Object 24">
                        <a:extLst>
                          <a:ext uri="{FF2B5EF4-FFF2-40B4-BE49-F238E27FC236}">
                            <a16:creationId xmlns:a16="http://schemas.microsoft.com/office/drawing/2014/main" id="{5B30CB26-3BB1-45C0-A8B8-7CD736DA11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737" y="1205357"/>
                        <a:ext cx="1600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1423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4E5BA4-A6B0-487D-901E-CD05FE61566F}"/>
              </a:ext>
            </a:extLst>
          </p:cNvPr>
          <p:cNvSpPr txBox="1"/>
          <p:nvPr/>
        </p:nvSpPr>
        <p:spPr>
          <a:xfrm>
            <a:off x="611560" y="339502"/>
            <a:ext cx="1654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  <a:latin typeface="+mn-ea"/>
              </a:rPr>
              <a:t>推广形式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019929E-DC97-4CC4-94F0-CF977CA84328}"/>
              </a:ext>
            </a:extLst>
          </p:cNvPr>
          <p:cNvGrpSpPr/>
          <p:nvPr/>
        </p:nvGrpSpPr>
        <p:grpSpPr>
          <a:xfrm>
            <a:off x="611560" y="966959"/>
            <a:ext cx="4141599" cy="473841"/>
            <a:chOff x="4186397" y="759374"/>
            <a:chExt cx="4141599" cy="473841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A6CCF9AD-6762-47D5-8F00-9B865208CDC3}"/>
                </a:ext>
              </a:extLst>
            </p:cNvPr>
            <p:cNvGrpSpPr/>
            <p:nvPr/>
          </p:nvGrpSpPr>
          <p:grpSpPr>
            <a:xfrm>
              <a:off x="4186397" y="759374"/>
              <a:ext cx="4141599" cy="473841"/>
              <a:chOff x="2386197" y="759374"/>
              <a:chExt cx="4141599" cy="473841"/>
            </a:xfrm>
          </p:grpSpPr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630CFCD4-C15D-46A0-AD2E-613C651355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6197" y="771550"/>
                <a:ext cx="2272665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在自变量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7" name="Text Box 5">
                <a:extLst>
                  <a:ext uri="{FF2B5EF4-FFF2-40B4-BE49-F238E27FC236}">
                    <a16:creationId xmlns:a16="http://schemas.microsoft.com/office/drawing/2014/main" id="{DA3D04CB-F2C7-4790-8983-FBDD0D85BB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34850" y="759374"/>
                <a:ext cx="2692946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2800" b="1">
                    <a:solidFill>
                      <a:schemeClr val="hlink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zh-CN" altLang="en-US" sz="2400" dirty="0">
                    <a:solidFill>
                      <a:schemeClr val="tx1"/>
                    </a:solidFill>
                    <a:latin typeface="+mn-ea"/>
                    <a:ea typeface="+mn-ea"/>
                  </a:rPr>
                  <a:t>的某种变化过程中，</a:t>
                </a:r>
                <a:endParaRPr lang="en-US" altLang="zh-CN" sz="2400" dirty="0">
                  <a:solidFill>
                    <a:schemeClr val="tx1"/>
                  </a:solidFill>
                  <a:latin typeface="+mn-ea"/>
                  <a:ea typeface="+mn-ea"/>
                </a:endParaRPr>
              </a:p>
            </p:txBody>
          </p:sp>
        </p:grpSp>
        <p:graphicFrame>
          <p:nvGraphicFramePr>
            <p:cNvPr id="5" name="Object 24">
              <a:extLst>
                <a:ext uri="{FF2B5EF4-FFF2-40B4-BE49-F238E27FC236}">
                  <a16:creationId xmlns:a16="http://schemas.microsoft.com/office/drawing/2014/main" id="{3D6FB6FA-6E2B-4BBE-BA54-7CC4A281B0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4249333"/>
                </p:ext>
              </p:extLst>
            </p:nvPr>
          </p:nvGraphicFramePr>
          <p:xfrm>
            <a:off x="5496498" y="92113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393" name="Equation" r:id="rId3" imgW="190440" imgH="203040" progId="">
                    <p:embed/>
                  </p:oleObj>
                </mc:Choice>
                <mc:Fallback>
                  <p:oleObj name="Equation" r:id="rId3" imgW="190440" imgH="203040" progId="">
                    <p:embed/>
                    <p:pic>
                      <p:nvPicPr>
                        <p:cNvPr id="26" name="Object 24">
                          <a:extLst>
                            <a:ext uri="{FF2B5EF4-FFF2-40B4-BE49-F238E27FC236}">
                              <a16:creationId xmlns:a16="http://schemas.microsoft.com/office/drawing/2014/main" id="{9E000B45-8EF2-42C6-8181-1AC49549A33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96498" y="921130"/>
                          <a:ext cx="190500" cy="203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A6927A68-0D0C-4168-A8A5-699B92DC68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00224"/>
              </p:ext>
            </p:extLst>
          </p:nvPr>
        </p:nvGraphicFramePr>
        <p:xfrm>
          <a:off x="3466222" y="1720847"/>
          <a:ext cx="208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94" name="Equation" r:id="rId5" imgW="2082600" imgH="342720" progId="Equation.DSMT4">
                  <p:embed/>
                </p:oleObj>
              </mc:Choice>
              <mc:Fallback>
                <p:oleObj name="Equation" r:id="rId5" imgW="2082600" imgH="342720" progId="Equation.DSMT4">
                  <p:embed/>
                  <p:pic>
                    <p:nvPicPr>
                      <p:cNvPr id="29" name="Object 24">
                        <a:extLst>
                          <a:ext uri="{FF2B5EF4-FFF2-40B4-BE49-F238E27FC236}">
                            <a16:creationId xmlns:a16="http://schemas.microsoft.com/office/drawing/2014/main" id="{FFF8046B-3E40-43C2-A3F3-DBB902C1A2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6222" y="1720847"/>
                        <a:ext cx="2082800" cy="3429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4">
            <a:extLst>
              <a:ext uri="{FF2B5EF4-FFF2-40B4-BE49-F238E27FC236}">
                <a16:creationId xmlns:a16="http://schemas.microsoft.com/office/drawing/2014/main" id="{756868D3-7677-4A22-80A3-A28213DFFC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871888"/>
              </p:ext>
            </p:extLst>
          </p:nvPr>
        </p:nvGraphicFramePr>
        <p:xfrm>
          <a:off x="611560" y="2563664"/>
          <a:ext cx="2120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95" name="Equation" r:id="rId7" imgW="2120760" imgH="342720" progId="Equation.DSMT4">
                  <p:embed/>
                </p:oleObj>
              </mc:Choice>
              <mc:Fallback>
                <p:oleObj name="Equation" r:id="rId7" imgW="2120760" imgH="342720" progId="Equation.DSMT4">
                  <p:embed/>
                  <p:pic>
                    <p:nvPicPr>
                      <p:cNvPr id="30" name="Object 24">
                        <a:extLst>
                          <a:ext uri="{FF2B5EF4-FFF2-40B4-BE49-F238E27FC236}">
                            <a16:creationId xmlns:a16="http://schemas.microsoft.com/office/drawing/2014/main" id="{4FA52CDE-C76C-45FC-A962-11DC39FB54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563664"/>
                        <a:ext cx="21209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4">
            <a:extLst>
              <a:ext uri="{FF2B5EF4-FFF2-40B4-BE49-F238E27FC236}">
                <a16:creationId xmlns:a16="http://schemas.microsoft.com/office/drawing/2014/main" id="{11773A88-7037-46A2-A755-927A9591E6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314104"/>
              </p:ext>
            </p:extLst>
          </p:nvPr>
        </p:nvGraphicFramePr>
        <p:xfrm>
          <a:off x="618247" y="3440067"/>
          <a:ext cx="246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96" name="Equation" r:id="rId9" imgW="2463480" imgH="342720" progId="Equation.DSMT4">
                  <p:embed/>
                </p:oleObj>
              </mc:Choice>
              <mc:Fallback>
                <p:oleObj name="Equation" r:id="rId9" imgW="2463480" imgH="342720" progId="Equation.DSMT4">
                  <p:embed/>
                  <p:pic>
                    <p:nvPicPr>
                      <p:cNvPr id="37" name="Object 24">
                        <a:extLst>
                          <a:ext uri="{FF2B5EF4-FFF2-40B4-BE49-F238E27FC236}">
                            <a16:creationId xmlns:a16="http://schemas.microsoft.com/office/drawing/2014/main" id="{8F604D56-2519-4B94-869B-C2234C074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47" y="3440067"/>
                        <a:ext cx="2463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AC681361-70C4-470E-BDA2-8384C5F512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158419"/>
              </p:ext>
            </p:extLst>
          </p:nvPr>
        </p:nvGraphicFramePr>
        <p:xfrm>
          <a:off x="618247" y="4187281"/>
          <a:ext cx="1955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97" name="Equation" r:id="rId11" imgW="1955520" imgH="406080" progId="Equation.DSMT4">
                  <p:embed/>
                </p:oleObj>
              </mc:Choice>
              <mc:Fallback>
                <p:oleObj name="Equation" r:id="rId11" imgW="1955520" imgH="406080" progId="Equation.DSMT4">
                  <p:embed/>
                  <p:pic>
                    <p:nvPicPr>
                      <p:cNvPr id="38" name="Object 24">
                        <a:extLst>
                          <a:ext uri="{FF2B5EF4-FFF2-40B4-BE49-F238E27FC236}">
                            <a16:creationId xmlns:a16="http://schemas.microsoft.com/office/drawing/2014/main" id="{9FFBEA15-7A23-49DA-8D2C-E1D9DFD7AA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47" y="4187281"/>
                        <a:ext cx="1955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C6794933-9089-4B06-9945-CD12CAC0D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029909"/>
              </p:ext>
            </p:extLst>
          </p:nvPr>
        </p:nvGraphicFramePr>
        <p:xfrm>
          <a:off x="2804235" y="2357434"/>
          <a:ext cx="3111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98" name="Equation" r:id="rId13" imgW="3111480" imgH="723600" progId="Equation.DSMT4">
                  <p:embed/>
                </p:oleObj>
              </mc:Choice>
              <mc:Fallback>
                <p:oleObj name="Equation" r:id="rId13" imgW="3111480" imgH="723600" progId="Equation.DSMT4">
                  <p:embed/>
                  <p:pic>
                    <p:nvPicPr>
                      <p:cNvPr id="40" name="Object 24">
                        <a:extLst>
                          <a:ext uri="{FF2B5EF4-FFF2-40B4-BE49-F238E27FC236}">
                            <a16:creationId xmlns:a16="http://schemas.microsoft.com/office/drawing/2014/main" id="{5638E2B4-CED0-4A86-89AD-D4B7783786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4235" y="2357434"/>
                        <a:ext cx="3111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4">
            <a:extLst>
              <a:ext uri="{FF2B5EF4-FFF2-40B4-BE49-F238E27FC236}">
                <a16:creationId xmlns:a16="http://schemas.microsoft.com/office/drawing/2014/main" id="{E2DDA702-CC1A-4817-961F-C62DF30587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2761240"/>
              </p:ext>
            </p:extLst>
          </p:nvPr>
        </p:nvGraphicFramePr>
        <p:xfrm>
          <a:off x="5957627" y="2351478"/>
          <a:ext cx="281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399" name="Equation" r:id="rId15" imgW="2819160" imgH="736560" progId="Equation.DSMT4">
                  <p:embed/>
                </p:oleObj>
              </mc:Choice>
              <mc:Fallback>
                <p:oleObj name="Equation" r:id="rId15" imgW="2819160" imgH="736560" progId="Equation.DSMT4">
                  <p:embed/>
                  <p:pic>
                    <p:nvPicPr>
                      <p:cNvPr id="41" name="Object 24">
                        <a:extLst>
                          <a:ext uri="{FF2B5EF4-FFF2-40B4-BE49-F238E27FC236}">
                            <a16:creationId xmlns:a16="http://schemas.microsoft.com/office/drawing/2014/main" id="{DDD7BBD6-6976-4CC1-81AA-A53A730C8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7627" y="2351478"/>
                        <a:ext cx="28194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4">
            <a:extLst>
              <a:ext uri="{FF2B5EF4-FFF2-40B4-BE49-F238E27FC236}">
                <a16:creationId xmlns:a16="http://schemas.microsoft.com/office/drawing/2014/main" id="{EE77366C-1DA4-41B5-8170-3D2F3C7D08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694965"/>
              </p:ext>
            </p:extLst>
          </p:nvPr>
        </p:nvGraphicFramePr>
        <p:xfrm>
          <a:off x="618247" y="1721183"/>
          <a:ext cx="245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00" name="Equation" r:id="rId17" imgW="2450880" imgH="342720" progId="Equation.DSMT4">
                  <p:embed/>
                </p:oleObj>
              </mc:Choice>
              <mc:Fallback>
                <p:oleObj name="Equation" r:id="rId17" imgW="2450880" imgH="342720" progId="Equation.DSMT4">
                  <p:embed/>
                  <p:pic>
                    <p:nvPicPr>
                      <p:cNvPr id="35" name="Object 24">
                        <a:extLst>
                          <a:ext uri="{FF2B5EF4-FFF2-40B4-BE49-F238E27FC236}">
                            <a16:creationId xmlns:a16="http://schemas.microsoft.com/office/drawing/2014/main" id="{81CCE37F-D6F6-4BC8-AFFE-94A9EF2732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47" y="1721183"/>
                        <a:ext cx="2451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9CD5888B-FA0C-4486-8948-DEFD56309C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720007"/>
              </p:ext>
            </p:extLst>
          </p:nvPr>
        </p:nvGraphicFramePr>
        <p:xfrm>
          <a:off x="5908765" y="1721183"/>
          <a:ext cx="2463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01" name="Equation" r:id="rId19" imgW="2463480" imgH="342720" progId="Equation.DSMT4">
                  <p:embed/>
                </p:oleObj>
              </mc:Choice>
              <mc:Fallback>
                <p:oleObj name="Equation" r:id="rId19" imgW="2463480" imgH="342720" progId="Equation.DSMT4">
                  <p:embed/>
                  <p:pic>
                    <p:nvPicPr>
                      <p:cNvPr id="36" name="Object 24">
                        <a:extLst>
                          <a:ext uri="{FF2B5EF4-FFF2-40B4-BE49-F238E27FC236}">
                            <a16:creationId xmlns:a16="http://schemas.microsoft.com/office/drawing/2014/main" id="{20FC7B5E-8045-4A21-9257-EA3045011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8765" y="1721183"/>
                        <a:ext cx="24638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>
            <a:extLst>
              <a:ext uri="{FF2B5EF4-FFF2-40B4-BE49-F238E27FC236}">
                <a16:creationId xmlns:a16="http://schemas.microsoft.com/office/drawing/2014/main" id="{D8BE6744-0AB9-4397-B281-5940DBE56A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3218555"/>
              </p:ext>
            </p:extLst>
          </p:nvPr>
        </p:nvGraphicFramePr>
        <p:xfrm>
          <a:off x="4320297" y="3360734"/>
          <a:ext cx="4165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02" name="Equation" r:id="rId21" imgW="4165560" imgH="406080" progId="Equation.DSMT4">
                  <p:embed/>
                </p:oleObj>
              </mc:Choice>
              <mc:Fallback>
                <p:oleObj name="Equation" r:id="rId21" imgW="4165560" imgH="406080" progId="Equation.DSMT4">
                  <p:embed/>
                  <p:pic>
                    <p:nvPicPr>
                      <p:cNvPr id="39" name="Object 24">
                        <a:extLst>
                          <a:ext uri="{FF2B5EF4-FFF2-40B4-BE49-F238E27FC236}">
                            <a16:creationId xmlns:a16="http://schemas.microsoft.com/office/drawing/2014/main" id="{29C1EBB5-4A51-454D-B5B4-5987402D66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0297" y="3360734"/>
                        <a:ext cx="4165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4">
            <a:extLst>
              <a:ext uri="{FF2B5EF4-FFF2-40B4-BE49-F238E27FC236}">
                <a16:creationId xmlns:a16="http://schemas.microsoft.com/office/drawing/2014/main" id="{04110627-9782-4BE1-A925-1B6AFC1D39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531806"/>
              </p:ext>
            </p:extLst>
          </p:nvPr>
        </p:nvGraphicFramePr>
        <p:xfrm>
          <a:off x="3839611" y="4187281"/>
          <a:ext cx="4724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03" name="Equation" r:id="rId23" imgW="4724280" imgH="406080" progId="Equation.DSMT4">
                  <p:embed/>
                </p:oleObj>
              </mc:Choice>
              <mc:Fallback>
                <p:oleObj name="Equation" r:id="rId23" imgW="4724280" imgH="406080" progId="Equation.DSMT4">
                  <p:embed/>
                  <p:pic>
                    <p:nvPicPr>
                      <p:cNvPr id="42" name="Object 24">
                        <a:extLst>
                          <a:ext uri="{FF2B5EF4-FFF2-40B4-BE49-F238E27FC236}">
                            <a16:creationId xmlns:a16="http://schemas.microsoft.com/office/drawing/2014/main" id="{DB1FAAF2-F018-4455-B10D-6A5A467310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9611" y="4187281"/>
                        <a:ext cx="47244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5B51E24C-D9EA-4B4B-B100-D42D0CFE3F41}"/>
              </a:ext>
            </a:extLst>
          </p:cNvPr>
          <p:cNvGrpSpPr/>
          <p:nvPr/>
        </p:nvGrpSpPr>
        <p:grpSpPr>
          <a:xfrm>
            <a:off x="4844170" y="997338"/>
            <a:ext cx="2715283" cy="461665"/>
            <a:chOff x="6188075" y="445180"/>
            <a:chExt cx="2715283" cy="461665"/>
          </a:xfrm>
        </p:grpSpPr>
        <p:graphicFrame>
          <p:nvGraphicFramePr>
            <p:cNvPr id="19" name="Object 24">
              <a:extLst>
                <a:ext uri="{FF2B5EF4-FFF2-40B4-BE49-F238E27FC236}">
                  <a16:creationId xmlns:a16="http://schemas.microsoft.com/office/drawing/2014/main" id="{921C4BF8-4366-4A8B-80F0-090FB12874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6334102"/>
                </p:ext>
              </p:extLst>
            </p:nvPr>
          </p:nvGraphicFramePr>
          <p:xfrm>
            <a:off x="6188075" y="534988"/>
            <a:ext cx="1206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404" name="Equation" r:id="rId25" imgW="1206360" imgH="342720" progId="Equation.DSMT4">
                    <p:embed/>
                  </p:oleObj>
                </mc:Choice>
                <mc:Fallback>
                  <p:oleObj name="Equation" r:id="rId25" imgW="1206360" imgH="342720" progId="Equation.DSMT4">
                    <p:embed/>
                    <p:pic>
                      <p:nvPicPr>
                        <p:cNvPr id="21" name="Object 24">
                          <a:extLst>
                            <a:ext uri="{FF2B5EF4-FFF2-40B4-BE49-F238E27FC236}">
                              <a16:creationId xmlns:a16="http://schemas.microsoft.com/office/drawing/2014/main" id="{484EE118-4A67-4C9A-A0D8-6ACD70837F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8075" y="534988"/>
                          <a:ext cx="12065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4">
              <a:extLst>
                <a:ext uri="{FF2B5EF4-FFF2-40B4-BE49-F238E27FC236}">
                  <a16:creationId xmlns:a16="http://schemas.microsoft.com/office/drawing/2014/main" id="{35728F7E-A96C-42B8-820E-F13B8CA022F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5275180"/>
                </p:ext>
              </p:extLst>
            </p:nvPr>
          </p:nvGraphicFramePr>
          <p:xfrm>
            <a:off x="7747658" y="528997"/>
            <a:ext cx="1155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4405" name="Equation" r:id="rId27" imgW="1155600" imgH="342720" progId="Equation.DSMT4">
                    <p:embed/>
                  </p:oleObj>
                </mc:Choice>
                <mc:Fallback>
                  <p:oleObj name="Equation" r:id="rId27" imgW="1155600" imgH="342720" progId="Equation.DSMT4">
                    <p:embed/>
                    <p:pic>
                      <p:nvPicPr>
                        <p:cNvPr id="32" name="Object 24">
                          <a:extLst>
                            <a:ext uri="{FF2B5EF4-FFF2-40B4-BE49-F238E27FC236}">
                              <a16:creationId xmlns:a16="http://schemas.microsoft.com/office/drawing/2014/main" id="{CB7B4942-1D68-47AD-9908-9C1FC92EEBE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7658" y="528997"/>
                          <a:ext cx="1155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Text Box 5">
              <a:extLst>
                <a:ext uri="{FF2B5EF4-FFF2-40B4-BE49-F238E27FC236}">
                  <a16:creationId xmlns:a16="http://schemas.microsoft.com/office/drawing/2014/main" id="{61C77AFF-2CCE-4058-9DC2-B7AFEC2EB6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79073" y="445180"/>
              <a:ext cx="53328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 eaLnBrk="0" hangingPunct="0"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800" b="1">
                  <a:solidFill>
                    <a:schemeClr val="hlink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tx1"/>
                  </a:solidFill>
                  <a:latin typeface="+mn-ea"/>
                  <a:ea typeface="+mn-ea"/>
                </a:rPr>
                <a:t>且</a:t>
              </a:r>
              <a:endParaRPr lang="en-US" altLang="zh-CN" sz="2400" dirty="0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849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DDC8835E-E038-428E-89B7-B2EF8310B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02" y="405622"/>
            <a:ext cx="2638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两个重要极限 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8DA751F-7EA9-46A2-9F2F-B4EEB2CC4D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203289"/>
              </p:ext>
            </p:extLst>
          </p:nvPr>
        </p:nvGraphicFramePr>
        <p:xfrm>
          <a:off x="1115616" y="1153248"/>
          <a:ext cx="154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19" name="Equation" r:id="rId3" imgW="1549080" imgH="736560" progId="Equation.DSMT4">
                  <p:embed/>
                </p:oleObj>
              </mc:Choice>
              <mc:Fallback>
                <p:oleObj name="Equation" r:id="rId3" imgW="1549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1153248"/>
                        <a:ext cx="1549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1669C1A-9A36-408F-83D5-C43B0872B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1236818"/>
              </p:ext>
            </p:extLst>
          </p:nvPr>
        </p:nvGraphicFramePr>
        <p:xfrm>
          <a:off x="3325576" y="1127897"/>
          <a:ext cx="2184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20" name="Equation" r:id="rId5" imgW="2184120" imgH="787320" progId="Equation.DSMT4">
                  <p:embed/>
                </p:oleObj>
              </mc:Choice>
              <mc:Fallback>
                <p:oleObj name="Equation" r:id="rId5" imgW="2184120" imgH="7873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6787AA78-17AB-412F-ACFB-5DED0DCE3B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25576" y="1127897"/>
                        <a:ext cx="21844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624642B-6854-4C6E-8138-782AFB6EFB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6600523"/>
              </p:ext>
            </p:extLst>
          </p:nvPr>
        </p:nvGraphicFramePr>
        <p:xfrm>
          <a:off x="1110478" y="2377353"/>
          <a:ext cx="1930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21" name="Equation" r:id="rId7" imgW="1930320" imgH="876240" progId="Equation.DSMT4">
                  <p:embed/>
                </p:oleObj>
              </mc:Choice>
              <mc:Fallback>
                <p:oleObj name="Equation" r:id="rId7" imgW="193032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0478" y="2377353"/>
                        <a:ext cx="19304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D704476-F986-4CE8-80C2-70ED8779E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517516"/>
              </p:ext>
            </p:extLst>
          </p:nvPr>
        </p:nvGraphicFramePr>
        <p:xfrm>
          <a:off x="3635896" y="2351904"/>
          <a:ext cx="19304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22" name="Equation" r:id="rId9" imgW="1930320" imgH="876240" progId="Equation.DSMT4">
                  <p:embed/>
                </p:oleObj>
              </mc:Choice>
              <mc:Fallback>
                <p:oleObj name="Equation" r:id="rId9" imgW="193032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35896" y="2351904"/>
                        <a:ext cx="19304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D080E6E-58DF-42CE-9296-8E35D656F4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4167477"/>
              </p:ext>
            </p:extLst>
          </p:nvPr>
        </p:nvGraphicFramePr>
        <p:xfrm>
          <a:off x="3401583" y="3723878"/>
          <a:ext cx="2705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23" name="Equation" r:id="rId11" imgW="2705040" imgH="888840" progId="Equation.DSMT4">
                  <p:embed/>
                </p:oleObj>
              </mc:Choice>
              <mc:Fallback>
                <p:oleObj name="Equation" r:id="rId11" imgW="270504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01583" y="3723878"/>
                        <a:ext cx="27051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8555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E3EC498-D816-4DB3-98F8-1F542FD7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84" y="783940"/>
            <a:ext cx="41846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）用极限定义求极限；</a:t>
            </a:r>
            <a:r>
              <a:rPr lang="zh-CN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12938AF-C638-482B-B27E-001AD2115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84" y="1304993"/>
            <a:ext cx="41137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）求分式极限</a:t>
            </a:r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----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消零因子法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；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DCA8C0E-7B3A-4EFC-A33F-E23344F01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84" y="2133043"/>
            <a:ext cx="36804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 用单调有界准则求极限；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1D2E10C-C89A-46FA-ABFC-19BE63DFC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84" y="2586569"/>
            <a:ext cx="280831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）用夹逼准则求极限；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829ADEB9-6980-4C9B-839D-D079BB2C0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267494"/>
            <a:ext cx="42481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7.  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求极限的常见方法：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368940A-DFC9-40AA-8C1D-0296EE8B6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85" y="3018077"/>
            <a:ext cx="336051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）用两个重要极限求极限；</a:t>
            </a:r>
            <a:r>
              <a:rPr lang="zh-CN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76B1D76B-1E89-4787-8525-55E1BA1CC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91" y="3503001"/>
            <a:ext cx="311960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7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）利用左右极限求极限；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AF8EB710-D64A-4EA1-932C-2F911CD03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291" y="3925315"/>
            <a:ext cx="282406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）用变量代换求极限；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764C8E81-FFB3-4B96-81DC-2610197DB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84" y="4419433"/>
            <a:ext cx="35583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9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）用等价无穷小代换求极限；</a:t>
            </a:r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38D28969-B5D6-462C-B685-006214CF0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8284" y="1128884"/>
            <a:ext cx="2016224" cy="1954381"/>
          </a:xfrm>
          <a:prstGeom prst="rect">
            <a:avLst/>
          </a:prstGeom>
          <a:noFill/>
          <a:ln w="12700" cap="sq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81000"/>
              </a:lnSpc>
              <a:spcBef>
                <a:spcPct val="5000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这些方法非常</a:t>
            </a:r>
          </a:p>
          <a:p>
            <a:pPr>
              <a:lnSpc>
                <a:spcPct val="81000"/>
              </a:lnSpc>
              <a:spcBef>
                <a:spcPct val="5000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重要且十分有</a:t>
            </a:r>
          </a:p>
          <a:p>
            <a:pPr>
              <a:lnSpc>
                <a:spcPct val="81000"/>
              </a:lnSpc>
              <a:spcBef>
                <a:spcPct val="5000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效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随着课程的</a:t>
            </a:r>
          </a:p>
          <a:p>
            <a:pPr>
              <a:lnSpc>
                <a:spcPct val="81000"/>
              </a:lnSpc>
              <a:spcBef>
                <a:spcPct val="5000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深入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后面还将</a:t>
            </a:r>
          </a:p>
          <a:p>
            <a:pPr>
              <a:lnSpc>
                <a:spcPct val="81000"/>
              </a:lnSpc>
              <a:spcBef>
                <a:spcPct val="5000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介绍新的方法</a:t>
            </a:r>
            <a:r>
              <a:rPr lang="en-US" altLang="zh-CN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C576B55B-2E20-43A0-A3EB-3ACB386DA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85" y="1721310"/>
            <a:ext cx="32165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）</a:t>
            </a: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非零极限因子</a:t>
            </a:r>
            <a:r>
              <a:rPr lang="zh-CN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提出法；</a:t>
            </a:r>
          </a:p>
        </p:txBody>
      </p:sp>
    </p:spTree>
    <p:extLst>
      <p:ext uri="{BB962C8B-B14F-4D97-AF65-F5344CB8AC3E}">
        <p14:creationId xmlns:p14="http://schemas.microsoft.com/office/powerpoint/2010/main" val="924924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:a16="http://schemas.microsoft.com/office/drawing/2014/main" id="{C3FD8C97-A59A-47F7-A3B7-F2D77FF74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58986"/>
            <a:ext cx="237626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8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用定义证明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B154216-B1AC-4B38-9C96-2D318D8E7C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252463"/>
              </p:ext>
            </p:extLst>
          </p:nvPr>
        </p:nvGraphicFramePr>
        <p:xfrm>
          <a:off x="2843808" y="195486"/>
          <a:ext cx="1879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62" name="Equation" r:id="rId3" imgW="1879560" imgH="736560" progId="Equation.DSMT4">
                  <p:embed/>
                </p:oleObj>
              </mc:Choice>
              <mc:Fallback>
                <p:oleObj name="Equation" r:id="rId3" imgW="18795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808" y="195486"/>
                        <a:ext cx="1879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23">
            <a:extLst>
              <a:ext uri="{FF2B5EF4-FFF2-40B4-BE49-F238E27FC236}">
                <a16:creationId xmlns:a16="http://schemas.microsoft.com/office/drawing/2014/main" id="{412135E3-F88F-4769-BDEB-491F35856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195090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748A366-DC7F-4A71-8090-D1CC226BE9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810252"/>
              </p:ext>
            </p:extLst>
          </p:nvPr>
        </p:nvGraphicFramePr>
        <p:xfrm>
          <a:off x="1187624" y="1058168"/>
          <a:ext cx="14478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63" name="Equation" r:id="rId5" imgW="1447560" imgH="850680" progId="Equation.DSMT4">
                  <p:embed/>
                </p:oleObj>
              </mc:Choice>
              <mc:Fallback>
                <p:oleObj name="Equation" r:id="rId5" imgW="144756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624" y="1058168"/>
                        <a:ext cx="14478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54E1F60-77BD-4EAE-9368-71C5DCE712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548528"/>
              </p:ext>
            </p:extLst>
          </p:nvPr>
        </p:nvGraphicFramePr>
        <p:xfrm>
          <a:off x="2717442" y="1067112"/>
          <a:ext cx="149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64" name="Equation" r:id="rId7" imgW="1498320" imgH="838080" progId="Equation.DSMT4">
                  <p:embed/>
                </p:oleObj>
              </mc:Choice>
              <mc:Fallback>
                <p:oleObj name="Equation" r:id="rId7" imgW="149832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7442" y="1067112"/>
                        <a:ext cx="14986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316DF17-4C9D-4774-881F-A2D390A29E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108804"/>
              </p:ext>
            </p:extLst>
          </p:nvPr>
        </p:nvGraphicFramePr>
        <p:xfrm>
          <a:off x="4471988" y="1134368"/>
          <a:ext cx="1143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65" name="Equation" r:id="rId9" imgW="1143000" imgH="698400" progId="Equation.DSMT4">
                  <p:embed/>
                </p:oleObj>
              </mc:Choice>
              <mc:Fallback>
                <p:oleObj name="Equation" r:id="rId9" imgW="114300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71988" y="1134368"/>
                        <a:ext cx="11430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76D356E-9FE3-419B-8A7F-B4CFD77CDA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7487815"/>
              </p:ext>
            </p:extLst>
          </p:nvPr>
        </p:nvGraphicFramePr>
        <p:xfrm>
          <a:off x="5724128" y="1312168"/>
          <a:ext cx="876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466" name="Equation" r:id="rId11" imgW="876240" imgH="342720" progId="Equation.DSMT4">
                  <p:embed/>
                </p:oleObj>
              </mc:Choice>
              <mc:Fallback>
                <p:oleObj name="Equation" r:id="rId11" imgW="8762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24128" y="1312168"/>
                        <a:ext cx="876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915A1BF0-830A-44C8-B8C7-BAEC94DF939D}"/>
              </a:ext>
            </a:extLst>
          </p:cNvPr>
          <p:cNvGrpSpPr/>
          <p:nvPr/>
        </p:nvGrpSpPr>
        <p:grpSpPr>
          <a:xfrm>
            <a:off x="635721" y="1985421"/>
            <a:ext cx="4235895" cy="850900"/>
            <a:chOff x="635721" y="2209953"/>
            <a:chExt cx="4235895" cy="850900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2CA1672-B98F-4D59-B0A0-7399859DC9A2}"/>
                </a:ext>
              </a:extLst>
            </p:cNvPr>
            <p:cNvSpPr/>
            <p:nvPr/>
          </p:nvSpPr>
          <p:spPr>
            <a:xfrm>
              <a:off x="635721" y="2383904"/>
              <a:ext cx="220808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             要使              </a:t>
              </a:r>
              <a:endParaRPr lang="zh-CN" altLang="en-US" sz="2400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2D2E821-0664-4E25-8053-4686F46A32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8614312"/>
                </p:ext>
              </p:extLst>
            </p:nvPr>
          </p:nvGraphicFramePr>
          <p:xfrm>
            <a:off x="1105606" y="2466035"/>
            <a:ext cx="9017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67" name="Equation" r:id="rId13" imgW="901440" imgH="304560" progId="Equation.DSMT4">
                    <p:embed/>
                  </p:oleObj>
                </mc:Choice>
                <mc:Fallback>
                  <p:oleObj name="Equation" r:id="rId13" imgW="90144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105606" y="2466035"/>
                          <a:ext cx="9017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3B630472-FFBA-45D5-8CFD-68DD804B51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1318252"/>
                </p:ext>
              </p:extLst>
            </p:nvPr>
          </p:nvGraphicFramePr>
          <p:xfrm>
            <a:off x="2915816" y="2209953"/>
            <a:ext cx="1955800" cy="850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68" name="Equation" r:id="rId15" imgW="1955520" imgH="850680" progId="Equation.DSMT4">
                    <p:embed/>
                  </p:oleObj>
                </mc:Choice>
                <mc:Fallback>
                  <p:oleObj name="Equation" r:id="rId15" imgW="1955520" imgH="850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915816" y="2209953"/>
                          <a:ext cx="1955800" cy="850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E219204-D4B8-4449-AC05-FA19C45888F5}"/>
              </a:ext>
            </a:extLst>
          </p:cNvPr>
          <p:cNvGrpSpPr/>
          <p:nvPr/>
        </p:nvGrpSpPr>
        <p:grpSpPr>
          <a:xfrm>
            <a:off x="4895539" y="1997968"/>
            <a:ext cx="2809174" cy="718360"/>
            <a:chOff x="4895539" y="2222500"/>
            <a:chExt cx="2809174" cy="71836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B186941-37ED-4F97-90A4-7426C697176D}"/>
                </a:ext>
              </a:extLst>
            </p:cNvPr>
            <p:cNvSpPr/>
            <p:nvPr/>
          </p:nvSpPr>
          <p:spPr>
            <a:xfrm>
              <a:off x="4895539" y="2383904"/>
              <a:ext cx="212473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只要            即              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2A0397C-F3FF-47FC-A120-CE7EA9B9DD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3093148"/>
                </p:ext>
              </p:extLst>
            </p:nvPr>
          </p:nvGraphicFramePr>
          <p:xfrm>
            <a:off x="5724128" y="2222500"/>
            <a:ext cx="7493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69" name="Equation" r:id="rId17" imgW="749160" imgH="698400" progId="Equation.DSMT4">
                    <p:embed/>
                  </p:oleObj>
                </mc:Choice>
                <mc:Fallback>
                  <p:oleObj name="Equation" r:id="rId17" imgW="749160" imgH="698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724128" y="2222500"/>
                          <a:ext cx="749300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CAB5235-CB2A-49F4-8956-7E15F000DA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7329650"/>
                </p:ext>
              </p:extLst>
            </p:nvPr>
          </p:nvGraphicFramePr>
          <p:xfrm>
            <a:off x="6930013" y="2242360"/>
            <a:ext cx="7747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70" name="Equation" r:id="rId19" imgW="774360" imgH="698400" progId="Equation.DSMT4">
                    <p:embed/>
                  </p:oleObj>
                </mc:Choice>
                <mc:Fallback>
                  <p:oleObj name="Equation" r:id="rId19" imgW="774360" imgH="698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930013" y="2242360"/>
                          <a:ext cx="774700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0478E087-9B1A-4B48-AD0E-0615DFD2033F}"/>
              </a:ext>
            </a:extLst>
          </p:cNvPr>
          <p:cNvGrpSpPr/>
          <p:nvPr/>
        </p:nvGrpSpPr>
        <p:grpSpPr>
          <a:xfrm>
            <a:off x="659644" y="2926888"/>
            <a:ext cx="2414462" cy="698500"/>
            <a:chOff x="659644" y="3151420"/>
            <a:chExt cx="2414462" cy="6985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DD11A87-8C47-4503-8191-88EF2AC87B0B}"/>
                </a:ext>
              </a:extLst>
            </p:cNvPr>
            <p:cNvSpPr/>
            <p:nvPr/>
          </p:nvSpPr>
          <p:spPr>
            <a:xfrm>
              <a:off x="659644" y="3252926"/>
              <a:ext cx="52798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              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85500162-4708-46FC-97D1-186DF849036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1176173"/>
                </p:ext>
              </p:extLst>
            </p:nvPr>
          </p:nvGraphicFramePr>
          <p:xfrm>
            <a:off x="1105606" y="3151420"/>
            <a:ext cx="19685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71" name="Equation" r:id="rId21" imgW="1968480" imgH="698400" progId="Equation.DSMT4">
                    <p:embed/>
                  </p:oleObj>
                </mc:Choice>
                <mc:Fallback>
                  <p:oleObj name="Equation" r:id="rId21" imgW="1968480" imgH="698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05606" y="3151420"/>
                          <a:ext cx="1968500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23A353F-A323-4A0B-AF46-185CCD64E0A9}"/>
              </a:ext>
            </a:extLst>
          </p:cNvPr>
          <p:cNvGrpSpPr/>
          <p:nvPr/>
        </p:nvGrpSpPr>
        <p:grpSpPr>
          <a:xfrm>
            <a:off x="3107916" y="3086625"/>
            <a:ext cx="3314828" cy="461665"/>
            <a:chOff x="3107916" y="3311157"/>
            <a:chExt cx="3314828" cy="46166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E1CC722-4008-452E-9FBA-6C647D67684B}"/>
                </a:ext>
              </a:extLst>
            </p:cNvPr>
            <p:cNvSpPr/>
            <p:nvPr/>
          </p:nvSpPr>
          <p:spPr>
            <a:xfrm>
              <a:off x="3107916" y="3311157"/>
              <a:ext cx="19558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则当           时，              </a:t>
              </a:r>
              <a:endParaRPr lang="zh-CN" altLang="en-US" sz="2400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F4A96B4C-AF6D-4164-AB64-16F7B88E28A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8984235"/>
                </p:ext>
              </p:extLst>
            </p:nvPr>
          </p:nvGraphicFramePr>
          <p:xfrm>
            <a:off x="3883857" y="3399391"/>
            <a:ext cx="723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72" name="Equation" r:id="rId23" imgW="723600" imgH="266400" progId="Equation.DSMT4">
                    <p:embed/>
                  </p:oleObj>
                </mc:Choice>
                <mc:Fallback>
                  <p:oleObj name="Equation" r:id="rId23" imgW="72360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883857" y="3399391"/>
                          <a:ext cx="723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3284234D-DE1F-44C3-A821-938C5A6107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9360868"/>
                </p:ext>
              </p:extLst>
            </p:nvPr>
          </p:nvGraphicFramePr>
          <p:xfrm>
            <a:off x="5165444" y="3319648"/>
            <a:ext cx="1257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73" name="Equation" r:id="rId25" imgW="1257120" imgH="406080" progId="Equation.DSMT4">
                    <p:embed/>
                  </p:oleObj>
                </mc:Choice>
                <mc:Fallback>
                  <p:oleObj name="Equation" r:id="rId25" imgW="125712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165444" y="3319648"/>
                          <a:ext cx="12573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16010B0-C355-4017-BA89-B29FB6AB6B34}"/>
              </a:ext>
            </a:extLst>
          </p:cNvPr>
          <p:cNvGrpSpPr/>
          <p:nvPr/>
        </p:nvGrpSpPr>
        <p:grpSpPr>
          <a:xfrm>
            <a:off x="771130" y="3664445"/>
            <a:ext cx="2695612" cy="736600"/>
            <a:chOff x="659644" y="3870110"/>
            <a:chExt cx="2695612" cy="73660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E948BE5D-338F-44BF-99C1-FA5087DE83C5}"/>
                </a:ext>
              </a:extLst>
            </p:cNvPr>
            <p:cNvSpPr/>
            <p:nvPr/>
          </p:nvSpPr>
          <p:spPr>
            <a:xfrm>
              <a:off x="659644" y="4026444"/>
              <a:ext cx="8671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              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01FAF656-3B36-4FAE-BCDB-47E9FA9859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5376094"/>
                </p:ext>
              </p:extLst>
            </p:nvPr>
          </p:nvGraphicFramePr>
          <p:xfrm>
            <a:off x="1475656" y="3870110"/>
            <a:ext cx="1879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474" name="Equation" r:id="rId27" imgW="1879560" imgH="736560" progId="Equation.DSMT4">
                    <p:embed/>
                  </p:oleObj>
                </mc:Choice>
                <mc:Fallback>
                  <p:oleObj name="Equation" r:id="rId27" imgW="1879560" imgH="7365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7B154216-B1AC-4B38-9C96-2D318D8E7C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475656" y="3870110"/>
                          <a:ext cx="1879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6624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D8833566-A2B8-4910-834F-974673165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186978"/>
            <a:ext cx="257872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9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用定义证明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C140BE5-A6DC-440F-A681-E39359E85E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257100"/>
              </p:ext>
            </p:extLst>
          </p:nvPr>
        </p:nvGraphicFramePr>
        <p:xfrm>
          <a:off x="2771800" y="123478"/>
          <a:ext cx="2235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26" name="Equation" r:id="rId3" imgW="2234880" imgH="736560" progId="Equation.DSMT4">
                  <p:embed/>
                </p:oleObj>
              </mc:Choice>
              <mc:Fallback>
                <p:oleObj name="Equation" r:id="rId3" imgW="22348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123478"/>
                        <a:ext cx="2235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598BD445-B7A4-49C8-BF12-6FD13FC51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051074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BDF8556-3E73-466E-9391-6EAF396198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677104"/>
              </p:ext>
            </p:extLst>
          </p:nvPr>
        </p:nvGraphicFramePr>
        <p:xfrm>
          <a:off x="1052755" y="923578"/>
          <a:ext cx="1816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27" name="Equation" r:id="rId5" imgW="1815840" imgH="850680" progId="Equation.DSMT4">
                  <p:embed/>
                </p:oleObj>
              </mc:Choice>
              <mc:Fallback>
                <p:oleObj name="Equation" r:id="rId5" imgW="181584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52755" y="923578"/>
                        <a:ext cx="18161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2B1C7AA-4D2B-48FD-9FD5-A40B35CE6F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778865"/>
              </p:ext>
            </p:extLst>
          </p:nvPr>
        </p:nvGraphicFramePr>
        <p:xfrm>
          <a:off x="2987824" y="1021702"/>
          <a:ext cx="14224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28" name="Equation" r:id="rId7" imgW="1422360" imgH="749160" progId="Equation.DSMT4">
                  <p:embed/>
                </p:oleObj>
              </mc:Choice>
              <mc:Fallback>
                <p:oleObj name="Equation" r:id="rId7" imgW="142236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87824" y="1021702"/>
                        <a:ext cx="14224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782A0257-72E1-4D81-8C70-071992A19561}"/>
              </a:ext>
            </a:extLst>
          </p:cNvPr>
          <p:cNvGrpSpPr/>
          <p:nvPr/>
        </p:nvGrpSpPr>
        <p:grpSpPr>
          <a:xfrm>
            <a:off x="4788024" y="1056117"/>
            <a:ext cx="4139952" cy="461665"/>
            <a:chOff x="4860032" y="1352657"/>
            <a:chExt cx="4139952" cy="461665"/>
          </a:xfrm>
        </p:grpSpPr>
        <p:sp>
          <p:nvSpPr>
            <p:cNvPr id="7" name="Text Box 23">
              <a:extLst>
                <a:ext uri="{FF2B5EF4-FFF2-40B4-BE49-F238E27FC236}">
                  <a16:creationId xmlns:a16="http://schemas.microsoft.com/office/drawing/2014/main" id="{9C8BC59F-1FD8-4E98-92EF-45323461B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032" y="1352657"/>
              <a:ext cx="4139952" cy="461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留下      如何处理</a:t>
              </a:r>
              <a:endPara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980EAEF-7E6B-490E-90C8-6004B597799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2424809"/>
                </p:ext>
              </p:extLst>
            </p:nvPr>
          </p:nvGraphicFramePr>
          <p:xfrm>
            <a:off x="5580112" y="1459962"/>
            <a:ext cx="863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429" name="Equation" r:id="rId9" imgW="863280" imgH="330120" progId="Equation.DSMT4">
                    <p:embed/>
                  </p:oleObj>
                </mc:Choice>
                <mc:Fallback>
                  <p:oleObj name="Equation" r:id="rId9" imgW="8632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580112" y="1459962"/>
                          <a:ext cx="863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87B8C6C-DB9C-4911-93CF-672A2227D99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6149242"/>
                </p:ext>
              </p:extLst>
            </p:nvPr>
          </p:nvGraphicFramePr>
          <p:xfrm>
            <a:off x="7729984" y="1459962"/>
            <a:ext cx="1270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430" name="Equation" r:id="rId11" imgW="1269720" imgH="330120" progId="Equation.DSMT4">
                    <p:embed/>
                  </p:oleObj>
                </mc:Choice>
                <mc:Fallback>
                  <p:oleObj name="Equation" r:id="rId11" imgW="12697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729984" y="1459962"/>
                          <a:ext cx="1270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0AF5FF7-7B4A-413E-83EB-7EC63BB19F93}"/>
              </a:ext>
            </a:extLst>
          </p:cNvPr>
          <p:cNvGrpSpPr/>
          <p:nvPr/>
        </p:nvGrpSpPr>
        <p:grpSpPr>
          <a:xfrm>
            <a:off x="575744" y="1837978"/>
            <a:ext cx="3636216" cy="698500"/>
            <a:chOff x="647752" y="2134518"/>
            <a:chExt cx="3636216" cy="698500"/>
          </a:xfrm>
        </p:grpSpPr>
        <p:sp>
          <p:nvSpPr>
            <p:cNvPr id="11" name="Text Box 23">
              <a:extLst>
                <a:ext uri="{FF2B5EF4-FFF2-40B4-BE49-F238E27FC236}">
                  <a16:creationId xmlns:a16="http://schemas.microsoft.com/office/drawing/2014/main" id="{E4ACB782-2B40-48E6-A55D-AE6ECC01FC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52" y="2198018"/>
              <a:ext cx="36362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不妨设          ，则有</a:t>
              </a:r>
              <a:endParaRPr kumimoji="1" lang="en-US" altLang="zh-CN" sz="2400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1307E46A-7413-4B09-882A-93C1754583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2264235"/>
                </p:ext>
              </p:extLst>
            </p:nvPr>
          </p:nvGraphicFramePr>
          <p:xfrm>
            <a:off x="1691680" y="2134518"/>
            <a:ext cx="14986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431" name="Equation" r:id="rId13" imgW="1498320" imgH="698400" progId="Equation.DSMT4">
                    <p:embed/>
                  </p:oleObj>
                </mc:Choice>
                <mc:Fallback>
                  <p:oleObj name="Equation" r:id="rId13" imgW="1498320" imgH="698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91680" y="2134518"/>
                          <a:ext cx="1498600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1DF1BDB-8672-410B-A1CE-ABDC1EE4F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192170"/>
              </p:ext>
            </p:extLst>
          </p:nvPr>
        </p:nvGraphicFramePr>
        <p:xfrm>
          <a:off x="1716218" y="2359147"/>
          <a:ext cx="576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32" name="Equation" r:id="rId15" imgW="5765760" imgH="698400" progId="Equation.DSMT4">
                  <p:embed/>
                </p:oleObj>
              </mc:Choice>
              <mc:Fallback>
                <p:oleObj name="Equation" r:id="rId15" imgW="57657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16218" y="2359147"/>
                        <a:ext cx="57658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3">
            <a:extLst>
              <a:ext uri="{FF2B5EF4-FFF2-40B4-BE49-F238E27FC236}">
                <a16:creationId xmlns:a16="http://schemas.microsoft.com/office/drawing/2014/main" id="{AEBF7A71-C058-4DF1-99B1-004053E2F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116213"/>
            <a:ext cx="8421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于是</a:t>
            </a:r>
            <a:endParaRPr kumimoji="1" lang="en-US" altLang="zh-CN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037F43EB-067D-434D-AE35-794873D48F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796470"/>
              </p:ext>
            </p:extLst>
          </p:nvPr>
        </p:nvGraphicFramePr>
        <p:xfrm>
          <a:off x="1517966" y="3057647"/>
          <a:ext cx="11176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33" name="Equation" r:id="rId17" imgW="1117440" imgH="749160" progId="Equation.DSMT4">
                  <p:embed/>
                </p:oleObj>
              </mc:Choice>
              <mc:Fallback>
                <p:oleObj name="Equation" r:id="rId17" imgW="1117440" imgH="749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17966" y="3057647"/>
                        <a:ext cx="11176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9661028-6B6B-4A04-907F-DF87FDBBF0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6186740"/>
              </p:ext>
            </p:extLst>
          </p:nvPr>
        </p:nvGraphicFramePr>
        <p:xfrm>
          <a:off x="2771800" y="3057647"/>
          <a:ext cx="2552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434" name="Equation" r:id="rId19" imgW="2552400" imgH="698400" progId="Equation.DSMT4">
                  <p:embed/>
                </p:oleObj>
              </mc:Choice>
              <mc:Fallback>
                <p:oleObj name="Equation" r:id="rId19" imgW="255240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71800" y="3057647"/>
                        <a:ext cx="25527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组合 16">
            <a:extLst>
              <a:ext uri="{FF2B5EF4-FFF2-40B4-BE49-F238E27FC236}">
                <a16:creationId xmlns:a16="http://schemas.microsoft.com/office/drawing/2014/main" id="{3FC3AE1E-C2E2-4C5C-B6E1-DFA0482CE1D9}"/>
              </a:ext>
            </a:extLst>
          </p:cNvPr>
          <p:cNvGrpSpPr/>
          <p:nvPr/>
        </p:nvGrpSpPr>
        <p:grpSpPr>
          <a:xfrm>
            <a:off x="612683" y="3832491"/>
            <a:ext cx="3810117" cy="774700"/>
            <a:chOff x="635721" y="2227731"/>
            <a:chExt cx="3810117" cy="77470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1372720-75DD-4F84-9DF0-1E2A623C07F0}"/>
                </a:ext>
              </a:extLst>
            </p:cNvPr>
            <p:cNvSpPr/>
            <p:nvPr/>
          </p:nvSpPr>
          <p:spPr>
            <a:xfrm>
              <a:off x="635721" y="2383904"/>
              <a:ext cx="215911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对             要使              </a:t>
              </a:r>
              <a:endParaRPr lang="zh-CN" altLang="en-US" sz="2400" dirty="0"/>
            </a:p>
          </p:txBody>
        </p:sp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02B4034-6178-4A48-B0E3-39CB445A67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1211146"/>
                </p:ext>
              </p:extLst>
            </p:nvPr>
          </p:nvGraphicFramePr>
          <p:xfrm>
            <a:off x="1105606" y="2466035"/>
            <a:ext cx="9017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435" name="Equation" r:id="rId21" imgW="901440" imgH="304560" progId="Equation.DSMT4">
                    <p:embed/>
                  </p:oleObj>
                </mc:Choice>
                <mc:Fallback>
                  <p:oleObj name="Equation" r:id="rId21" imgW="901440" imgH="30456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B2D2E821-0664-4E25-8053-4686F46A320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105606" y="2466035"/>
                          <a:ext cx="9017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ECFA74FB-4D28-4387-91B8-99485E87C3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86000271"/>
                </p:ext>
              </p:extLst>
            </p:nvPr>
          </p:nvGraphicFramePr>
          <p:xfrm>
            <a:off x="2794838" y="2227731"/>
            <a:ext cx="1651000" cy="774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436" name="Equation" r:id="rId23" imgW="1650960" imgH="774360" progId="Equation.DSMT4">
                    <p:embed/>
                  </p:oleObj>
                </mc:Choice>
                <mc:Fallback>
                  <p:oleObj name="Equation" r:id="rId23" imgW="1650960" imgH="7743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3B630472-FFBA-45D5-8CFD-68DD804B51A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794838" y="2227731"/>
                          <a:ext cx="1651000" cy="774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4105CAF-A0F3-4D10-A637-E20DD3DF8C4F}"/>
              </a:ext>
            </a:extLst>
          </p:cNvPr>
          <p:cNvGrpSpPr/>
          <p:nvPr/>
        </p:nvGrpSpPr>
        <p:grpSpPr>
          <a:xfrm>
            <a:off x="4547443" y="3898108"/>
            <a:ext cx="3839858" cy="698500"/>
            <a:chOff x="4619451" y="4194648"/>
            <a:chExt cx="3839858" cy="69850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2717C50-A661-4A2D-85FF-CC59D83E245C}"/>
                </a:ext>
              </a:extLst>
            </p:cNvPr>
            <p:cNvSpPr/>
            <p:nvPr/>
          </p:nvSpPr>
          <p:spPr>
            <a:xfrm>
              <a:off x="4619451" y="4313066"/>
              <a:ext cx="268885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只要                   即              </a:t>
              </a:r>
              <a:endParaRPr lang="zh-CN" altLang="en-US" sz="2400" dirty="0"/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A5925614-DD4C-4D96-94EC-3F2F48FF125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48763231"/>
                </p:ext>
              </p:extLst>
            </p:nvPr>
          </p:nvGraphicFramePr>
          <p:xfrm>
            <a:off x="5396508" y="4194648"/>
            <a:ext cx="12827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437" name="Equation" r:id="rId25" imgW="1282680" imgH="698400" progId="Equation.DSMT4">
                    <p:embed/>
                  </p:oleObj>
                </mc:Choice>
                <mc:Fallback>
                  <p:oleObj name="Equation" r:id="rId25" imgW="1282680" imgH="698400" progId="Equation.DSMT4">
                    <p:embed/>
                    <p:pic>
                      <p:nvPicPr>
                        <p:cNvPr id="15" name="对象 14">
                          <a:extLst>
                            <a:ext uri="{FF2B5EF4-FFF2-40B4-BE49-F238E27FC236}">
                              <a16:creationId xmlns:a16="http://schemas.microsoft.com/office/drawing/2014/main" id="{F2A0397C-F3FF-47FC-A120-CE7EA9B9DD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396508" y="4194648"/>
                          <a:ext cx="1282700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1FB660B0-09E4-49A4-96EE-5327B5DA297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8703648"/>
                </p:ext>
              </p:extLst>
            </p:nvPr>
          </p:nvGraphicFramePr>
          <p:xfrm>
            <a:off x="7125809" y="4367335"/>
            <a:ext cx="13335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438" name="Equation" r:id="rId27" imgW="1333440" imgH="330120" progId="Equation.DSMT4">
                    <p:embed/>
                  </p:oleObj>
                </mc:Choice>
                <mc:Fallback>
                  <p:oleObj name="Equation" r:id="rId27" imgW="1333440" imgH="330120" progId="Equation.DSMT4">
                    <p:embed/>
                    <p:pic>
                      <p:nvPicPr>
                        <p:cNvPr id="16" name="对象 15">
                          <a:extLst>
                            <a:ext uri="{FF2B5EF4-FFF2-40B4-BE49-F238E27FC236}">
                              <a16:creationId xmlns:a16="http://schemas.microsoft.com/office/drawing/2014/main" id="{0CAB5235-CB2A-49F4-8956-7E15F000DA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125809" y="4367335"/>
                          <a:ext cx="13335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1432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7FB8CF7-BD0D-4D22-B846-F318DCCEF3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6100674"/>
              </p:ext>
            </p:extLst>
          </p:nvPr>
        </p:nvGraphicFramePr>
        <p:xfrm>
          <a:off x="1115616" y="555526"/>
          <a:ext cx="14986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08" name="Equation" r:id="rId3" imgW="1498320" imgH="698400" progId="Equation.DSMT4">
                  <p:embed/>
                </p:oleObj>
              </mc:Choice>
              <mc:Fallback>
                <p:oleObj name="Equation" r:id="rId3" imgW="1498320" imgH="6984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1307E46A-7413-4B09-882A-93C1754583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555526"/>
                        <a:ext cx="14986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458042D-6607-4AD1-821E-86AD68C77B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402685"/>
              </p:ext>
            </p:extLst>
          </p:nvPr>
        </p:nvGraphicFramePr>
        <p:xfrm>
          <a:off x="3707904" y="739676"/>
          <a:ext cx="1333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109" name="Equation" r:id="rId5" imgW="1333440" imgH="330120" progId="Equation.DSMT4">
                  <p:embed/>
                </p:oleObj>
              </mc:Choice>
              <mc:Fallback>
                <p:oleObj name="Equation" r:id="rId5" imgW="1333440" imgH="33012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1FB660B0-09E4-49A4-96EE-5327B5DA29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707904" y="739676"/>
                        <a:ext cx="13335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35A4082-71C9-4076-B5DF-5D1EC778DF12}"/>
              </a:ext>
            </a:extLst>
          </p:cNvPr>
          <p:cNvCxnSpPr/>
          <p:nvPr/>
        </p:nvCxnSpPr>
        <p:spPr>
          <a:xfrm>
            <a:off x="35496" y="1419622"/>
            <a:ext cx="9108504" cy="0"/>
          </a:xfrm>
          <a:prstGeom prst="line">
            <a:avLst/>
          </a:prstGeom>
          <a:ln w="47625" cmpd="thickThin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4C2980EE-D710-4400-A031-33B4DD1E138F}"/>
              </a:ext>
            </a:extLst>
          </p:cNvPr>
          <p:cNvGrpSpPr/>
          <p:nvPr/>
        </p:nvGrpSpPr>
        <p:grpSpPr>
          <a:xfrm>
            <a:off x="556810" y="1708150"/>
            <a:ext cx="2616212" cy="698500"/>
            <a:chOff x="659644" y="3151420"/>
            <a:chExt cx="2616212" cy="6985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757B574-7CC8-44C0-B8B5-CF1568D319BA}"/>
                </a:ext>
              </a:extLst>
            </p:cNvPr>
            <p:cNvSpPr/>
            <p:nvPr/>
          </p:nvSpPr>
          <p:spPr>
            <a:xfrm>
              <a:off x="659644" y="3252926"/>
              <a:ext cx="26162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              </a:t>
              </a:r>
              <a:endParaRPr lang="zh-CN" altLang="en-US" sz="2400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A0AC3F6E-E5AF-4504-BD98-5ED373D2AC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8529478"/>
                </p:ext>
              </p:extLst>
            </p:nvPr>
          </p:nvGraphicFramePr>
          <p:xfrm>
            <a:off x="1207734" y="3151420"/>
            <a:ext cx="17653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110" name="Equation" r:id="rId7" imgW="1765080" imgH="698400" progId="Equation.DSMT4">
                    <p:embed/>
                  </p:oleObj>
                </mc:Choice>
                <mc:Fallback>
                  <p:oleObj name="Equation" r:id="rId7" imgW="1765080" imgH="69840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85500162-4708-46FC-97D1-186DF849036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07734" y="3151420"/>
                          <a:ext cx="1765300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C271F73-D0BA-4742-A883-42F150F0CF22}"/>
              </a:ext>
            </a:extLst>
          </p:cNvPr>
          <p:cNvGrpSpPr/>
          <p:nvPr/>
        </p:nvGrpSpPr>
        <p:grpSpPr>
          <a:xfrm>
            <a:off x="3071126" y="1665288"/>
            <a:ext cx="5496532" cy="698500"/>
            <a:chOff x="3107916" y="3207076"/>
            <a:chExt cx="5496532" cy="6985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870883F-4F66-4432-9687-E5615C60ECFD}"/>
                </a:ext>
              </a:extLst>
            </p:cNvPr>
            <p:cNvSpPr/>
            <p:nvPr/>
          </p:nvSpPr>
          <p:spPr>
            <a:xfrm>
              <a:off x="3107916" y="3311157"/>
              <a:ext cx="54965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则当                     时，              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4D0A73E6-446D-4E6D-AEB3-75365AFFA5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88703813"/>
                </p:ext>
              </p:extLst>
            </p:nvPr>
          </p:nvGraphicFramePr>
          <p:xfrm>
            <a:off x="3828216" y="3417176"/>
            <a:ext cx="1498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111" name="Equation" r:id="rId9" imgW="1498320" imgH="330120" progId="Equation.DSMT4">
                    <p:embed/>
                  </p:oleObj>
                </mc:Choice>
                <mc:Fallback>
                  <p:oleObj name="Equation" r:id="rId9" imgW="1498320" imgH="330120" progId="Equation.DSMT4">
                    <p:embed/>
                    <p:pic>
                      <p:nvPicPr>
                        <p:cNvPr id="20" name="对象 19">
                          <a:extLst>
                            <a:ext uri="{FF2B5EF4-FFF2-40B4-BE49-F238E27FC236}">
                              <a16:creationId xmlns:a16="http://schemas.microsoft.com/office/drawing/2014/main" id="{F4A96B4C-AF6D-4164-AB64-16F7B88E28A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828216" y="3417176"/>
                          <a:ext cx="1498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CB4F9844-4F7B-45F3-A891-250B0F4BD93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8540314"/>
                </p:ext>
              </p:extLst>
            </p:nvPr>
          </p:nvGraphicFramePr>
          <p:xfrm>
            <a:off x="6121678" y="3207076"/>
            <a:ext cx="1689100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112" name="Equation" r:id="rId11" imgW="1688760" imgH="698400" progId="Equation.DSMT4">
                    <p:embed/>
                  </p:oleObj>
                </mc:Choice>
                <mc:Fallback>
                  <p:oleObj name="Equation" r:id="rId11" imgW="1688760" imgH="698400" progId="Equation.DSMT4">
                    <p:embed/>
                    <p:pic>
                      <p:nvPicPr>
                        <p:cNvPr id="21" name="对象 20">
                          <a:extLst>
                            <a:ext uri="{FF2B5EF4-FFF2-40B4-BE49-F238E27FC236}">
                              <a16:creationId xmlns:a16="http://schemas.microsoft.com/office/drawing/2014/main" id="{3284234D-DE1F-44C3-A821-938C5A6107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121678" y="3207076"/>
                          <a:ext cx="1689100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37688BC-5017-4E14-9695-D4289A7A7BD1}"/>
              </a:ext>
            </a:extLst>
          </p:cNvPr>
          <p:cNvGrpSpPr/>
          <p:nvPr/>
        </p:nvGrpSpPr>
        <p:grpSpPr>
          <a:xfrm>
            <a:off x="563706" y="2756396"/>
            <a:ext cx="8071048" cy="736600"/>
            <a:chOff x="659644" y="3867134"/>
            <a:chExt cx="8071048" cy="7366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969E7BB-8634-430A-BBF5-27005613DB16}"/>
                </a:ext>
              </a:extLst>
            </p:cNvPr>
            <p:cNvSpPr/>
            <p:nvPr/>
          </p:nvSpPr>
          <p:spPr>
            <a:xfrm>
              <a:off x="659644" y="4026444"/>
              <a:ext cx="80710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              </a:t>
              </a:r>
              <a:endParaRPr lang="zh-CN" altLang="en-US" sz="2400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47905E9-7942-461B-BD70-5F96090468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4899359"/>
                </p:ext>
              </p:extLst>
            </p:nvPr>
          </p:nvGraphicFramePr>
          <p:xfrm>
            <a:off x="1427578" y="3867134"/>
            <a:ext cx="22352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113" name="Equation" r:id="rId13" imgW="2234880" imgH="736560" progId="Equation.DSMT4">
                    <p:embed/>
                  </p:oleObj>
                </mc:Choice>
                <mc:Fallback>
                  <p:oleObj name="Equation" r:id="rId13" imgW="2234880" imgH="7365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01FAF656-3B36-4FAE-BCDB-47E9FA9859C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427578" y="3867134"/>
                          <a:ext cx="22352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58702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2C39146-D0E8-48C3-8CCC-9139AF1EF82F}"/>
              </a:ext>
            </a:extLst>
          </p:cNvPr>
          <p:cNvSpPr txBox="1">
            <a:spLocks noChangeArrowheads="1"/>
          </p:cNvSpPr>
          <p:nvPr/>
        </p:nvSpPr>
        <p:spPr>
          <a:xfrm>
            <a:off x="1043608" y="267494"/>
            <a:ext cx="6480720" cy="4572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定理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有界函数</a:t>
            </a:r>
            <a:r>
              <a:rPr lang="zh-CN" altLang="en-US" sz="2400" b="1" dirty="0">
                <a:latin typeface="+mn-ea"/>
                <a:ea typeface="+mn-ea"/>
              </a:rPr>
              <a:t>与无穷小的乘积是无穷小</a:t>
            </a:r>
            <a:r>
              <a:rPr lang="en-US" altLang="zh-CN" sz="2400" b="1" dirty="0">
                <a:latin typeface="+mn-ea"/>
                <a:ea typeface="+mn-ea"/>
              </a:rPr>
              <a:t>. </a:t>
            </a:r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97AD9401-BCAE-45B0-B918-1F338FFC6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538" y="992397"/>
            <a:ext cx="12382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 </a:t>
            </a:r>
            <a:r>
              <a:rPr kumimoji="1"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4" name="Object 15">
            <a:extLst>
              <a:ext uri="{FF2B5EF4-FFF2-40B4-BE49-F238E27FC236}">
                <a16:creationId xmlns:a16="http://schemas.microsoft.com/office/drawing/2014/main" id="{7EC5B08B-CD79-476E-BBDC-72D2DB3D50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298972"/>
              </p:ext>
            </p:extLst>
          </p:nvPr>
        </p:nvGraphicFramePr>
        <p:xfrm>
          <a:off x="4171257" y="1090484"/>
          <a:ext cx="1130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4" name="Equation" r:id="rId3" imgW="1130040" imgH="330120" progId="Equation.DSMT4">
                  <p:embed/>
                </p:oleObj>
              </mc:Choice>
              <mc:Fallback>
                <p:oleObj name="Equation" r:id="rId3" imgW="1130040" imgH="330120" progId="Equation.DSMT4">
                  <p:embed/>
                  <p:pic>
                    <p:nvPicPr>
                      <p:cNvPr id="4" name="Object 15">
                        <a:extLst>
                          <a:ext uri="{FF2B5EF4-FFF2-40B4-BE49-F238E27FC236}">
                            <a16:creationId xmlns:a16="http://schemas.microsoft.com/office/drawing/2014/main" id="{60E45CC2-C708-482E-86D0-F9E6BD9A84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1257" y="1090484"/>
                        <a:ext cx="11303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7">
            <a:extLst>
              <a:ext uri="{FF2B5EF4-FFF2-40B4-BE49-F238E27FC236}">
                <a16:creationId xmlns:a16="http://schemas.microsoft.com/office/drawing/2014/main" id="{48368360-91A0-466C-A78D-05556314B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004" y="989802"/>
            <a:ext cx="8572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又设</a:t>
            </a:r>
          </a:p>
        </p:txBody>
      </p:sp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02F5DA4C-141D-4FCC-9C33-EB226FC25E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596897"/>
              </p:ext>
            </p:extLst>
          </p:nvPr>
        </p:nvGraphicFramePr>
        <p:xfrm>
          <a:off x="6098915" y="1102608"/>
          <a:ext cx="1282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5" name="Equation" r:id="rId5" imgW="1282680" imgH="520560" progId="Equation.DSMT4">
                  <p:embed/>
                </p:oleObj>
              </mc:Choice>
              <mc:Fallback>
                <p:oleObj name="Equation" r:id="rId5" imgW="1282680" imgH="520560" progId="Equation.DSMT4">
                  <p:embed/>
                  <p:pic>
                    <p:nvPicPr>
                      <p:cNvPr id="6" name="Object 18">
                        <a:extLst>
                          <a:ext uri="{FF2B5EF4-FFF2-40B4-BE49-F238E27FC236}">
                            <a16:creationId xmlns:a16="http://schemas.microsoft.com/office/drawing/2014/main" id="{032D4B1C-FBDB-4C52-B3AE-9F21739044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8915" y="1102608"/>
                        <a:ext cx="1282700" cy="5207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20">
            <a:extLst>
              <a:ext uri="{FF2B5EF4-FFF2-40B4-BE49-F238E27FC236}">
                <a16:creationId xmlns:a16="http://schemas.microsoft.com/office/drawing/2014/main" id="{57B0619E-8BAE-40A2-83F2-C9523F37D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550" y="1721278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8" name="Object 21">
            <a:extLst>
              <a:ext uri="{FF2B5EF4-FFF2-40B4-BE49-F238E27FC236}">
                <a16:creationId xmlns:a16="http://schemas.microsoft.com/office/drawing/2014/main" id="{AA5A2DD7-EABF-4403-A722-B9FF43AF36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543484"/>
              </p:ext>
            </p:extLst>
          </p:nvPr>
        </p:nvGraphicFramePr>
        <p:xfrm>
          <a:off x="1021215" y="1850434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6" name="Equation" r:id="rId7" imgW="1002960" imgH="342720" progId="Equation.DSMT4">
                  <p:embed/>
                </p:oleObj>
              </mc:Choice>
              <mc:Fallback>
                <p:oleObj name="Equation" r:id="rId7" imgW="1002960" imgH="342720" progId="Equation.DSMT4">
                  <p:embed/>
                  <p:pic>
                    <p:nvPicPr>
                      <p:cNvPr id="8" name="Object 21">
                        <a:extLst>
                          <a:ext uri="{FF2B5EF4-FFF2-40B4-BE49-F238E27FC236}">
                            <a16:creationId xmlns:a16="http://schemas.microsoft.com/office/drawing/2014/main" id="{066B08A3-DAED-435F-93F0-41C0A21513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1215" y="1850434"/>
                        <a:ext cx="1003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>
            <a:extLst>
              <a:ext uri="{FF2B5EF4-FFF2-40B4-BE49-F238E27FC236}">
                <a16:creationId xmlns:a16="http://schemas.microsoft.com/office/drawing/2014/main" id="{50D69EC5-FDC6-4A13-90A7-1A35E3DCEE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516957"/>
              </p:ext>
            </p:extLst>
          </p:nvPr>
        </p:nvGraphicFramePr>
        <p:xfrm>
          <a:off x="2126493" y="1818967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7" name="Equation" r:id="rId9" imgW="1054080" imgH="380880" progId="Equation.DSMT4">
                  <p:embed/>
                </p:oleObj>
              </mc:Choice>
              <mc:Fallback>
                <p:oleObj name="Equation" r:id="rId9" imgW="1054080" imgH="380880" progId="Equation.DSMT4">
                  <p:embed/>
                  <p:pic>
                    <p:nvPicPr>
                      <p:cNvPr id="9" name="Object 22">
                        <a:extLst>
                          <a:ext uri="{FF2B5EF4-FFF2-40B4-BE49-F238E27FC236}">
                            <a16:creationId xmlns:a16="http://schemas.microsoft.com/office/drawing/2014/main" id="{10FD8A46-0C37-42B0-B7D4-3C2A44097F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6493" y="1818967"/>
                        <a:ext cx="10541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24">
            <a:extLst>
              <a:ext uri="{FF2B5EF4-FFF2-40B4-BE49-F238E27FC236}">
                <a16:creationId xmlns:a16="http://schemas.microsoft.com/office/drawing/2014/main" id="{3F4AF90B-F611-4757-82BF-8DE7AB249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373" y="1738302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当</a:t>
            </a:r>
          </a:p>
        </p:txBody>
      </p:sp>
      <p:sp>
        <p:nvSpPr>
          <p:cNvPr id="11" name="Text Box 28">
            <a:extLst>
              <a:ext uri="{FF2B5EF4-FFF2-40B4-BE49-F238E27FC236}">
                <a16:creationId xmlns:a16="http://schemas.microsoft.com/office/drawing/2014/main" id="{CA99F5B9-7DC7-41AE-B6AC-913696436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6004" y="1765408"/>
            <a:ext cx="2722047" cy="463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时，有</a:t>
            </a:r>
          </a:p>
        </p:txBody>
      </p:sp>
      <p:graphicFrame>
        <p:nvGraphicFramePr>
          <p:cNvPr id="12" name="Object 29">
            <a:extLst>
              <a:ext uri="{FF2B5EF4-FFF2-40B4-BE49-F238E27FC236}">
                <a16:creationId xmlns:a16="http://schemas.microsoft.com/office/drawing/2014/main" id="{16E6B47E-1C92-47CE-9EEA-731F9008E1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0216860"/>
              </p:ext>
            </p:extLst>
          </p:nvPr>
        </p:nvGraphicFramePr>
        <p:xfrm>
          <a:off x="6522654" y="1647206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8" name="Equation" r:id="rId11" imgW="1206360" imgH="723600" progId="Equation.DSMT4">
                  <p:embed/>
                </p:oleObj>
              </mc:Choice>
              <mc:Fallback>
                <p:oleObj name="Equation" r:id="rId11" imgW="1206360" imgH="723600" progId="Equation.DSMT4">
                  <p:embed/>
                  <p:pic>
                    <p:nvPicPr>
                      <p:cNvPr id="12" name="Object 29">
                        <a:extLst>
                          <a:ext uri="{FF2B5EF4-FFF2-40B4-BE49-F238E27FC236}">
                            <a16:creationId xmlns:a16="http://schemas.microsoft.com/office/drawing/2014/main" id="{823BA21E-7A4F-42E0-93B8-0B19C1E76B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2654" y="1647206"/>
                        <a:ext cx="12065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0">
            <a:extLst>
              <a:ext uri="{FF2B5EF4-FFF2-40B4-BE49-F238E27FC236}">
                <a16:creationId xmlns:a16="http://schemas.microsoft.com/office/drawing/2014/main" id="{D4E80AE4-7160-410D-AA6E-95D204CA8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620" y="2540497"/>
            <a:ext cx="571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取</a:t>
            </a:r>
          </a:p>
        </p:txBody>
      </p:sp>
      <p:graphicFrame>
        <p:nvGraphicFramePr>
          <p:cNvPr id="14" name="Object 31">
            <a:extLst>
              <a:ext uri="{FF2B5EF4-FFF2-40B4-BE49-F238E27FC236}">
                <a16:creationId xmlns:a16="http://schemas.microsoft.com/office/drawing/2014/main" id="{2937F3EB-D38A-4902-B254-C79177B28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000253"/>
              </p:ext>
            </p:extLst>
          </p:nvPr>
        </p:nvGraphicFramePr>
        <p:xfrm>
          <a:off x="1082938" y="2626614"/>
          <a:ext cx="2019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599" name="Equation" r:id="rId13" imgW="2019240" imgH="380880" progId="Equation.DSMT4">
                  <p:embed/>
                </p:oleObj>
              </mc:Choice>
              <mc:Fallback>
                <p:oleObj name="Equation" r:id="rId13" imgW="2019240" imgH="380880" progId="Equation.DSMT4">
                  <p:embed/>
                  <p:pic>
                    <p:nvPicPr>
                      <p:cNvPr id="14" name="Object 31">
                        <a:extLst>
                          <a:ext uri="{FF2B5EF4-FFF2-40B4-BE49-F238E27FC236}">
                            <a16:creationId xmlns:a16="http://schemas.microsoft.com/office/drawing/2014/main" id="{3AD4281E-2C2F-4C00-984C-3D1284B309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938" y="2626614"/>
                        <a:ext cx="20193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32">
            <a:extLst>
              <a:ext uri="{FF2B5EF4-FFF2-40B4-BE49-F238E27FC236}">
                <a16:creationId xmlns:a16="http://schemas.microsoft.com/office/drawing/2014/main" id="{295CB0AB-777F-4507-89E7-2E432D41A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9159" y="2542171"/>
            <a:ext cx="1028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则当</a:t>
            </a:r>
          </a:p>
        </p:txBody>
      </p:sp>
      <p:sp>
        <p:nvSpPr>
          <p:cNvPr id="16" name="Text Box 37">
            <a:extLst>
              <a:ext uri="{FF2B5EF4-FFF2-40B4-BE49-F238E27FC236}">
                <a16:creationId xmlns:a16="http://schemas.microsoft.com/office/drawing/2014/main" id="{4E397A23-9197-4A73-B15F-1F22E534F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026" y="2561604"/>
            <a:ext cx="15746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时，就有</a:t>
            </a:r>
          </a:p>
        </p:txBody>
      </p:sp>
      <p:graphicFrame>
        <p:nvGraphicFramePr>
          <p:cNvPr id="17" name="Object 38">
            <a:extLst>
              <a:ext uri="{FF2B5EF4-FFF2-40B4-BE49-F238E27FC236}">
                <a16:creationId xmlns:a16="http://schemas.microsoft.com/office/drawing/2014/main" id="{EB36204E-28F5-48A7-BFCA-4B0B76097E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529892"/>
              </p:ext>
            </p:extLst>
          </p:nvPr>
        </p:nvGraphicFramePr>
        <p:xfrm>
          <a:off x="2092846" y="3423357"/>
          <a:ext cx="825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0" name="Equation" r:id="rId15" imgW="825480" imgH="330120" progId="Equation.DSMT4">
                  <p:embed/>
                </p:oleObj>
              </mc:Choice>
              <mc:Fallback>
                <p:oleObj name="Equation" r:id="rId15" imgW="825480" imgH="330120" progId="Equation.DSMT4">
                  <p:embed/>
                  <p:pic>
                    <p:nvPicPr>
                      <p:cNvPr id="18" name="Object 38">
                        <a:extLst>
                          <a:ext uri="{FF2B5EF4-FFF2-40B4-BE49-F238E27FC236}">
                            <a16:creationId xmlns:a16="http://schemas.microsoft.com/office/drawing/2014/main" id="{A2A30C5B-0CEA-4108-B56A-19D674C1A2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846" y="3423357"/>
                        <a:ext cx="8255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0">
            <a:extLst>
              <a:ext uri="{FF2B5EF4-FFF2-40B4-BE49-F238E27FC236}">
                <a16:creationId xmlns:a16="http://schemas.microsoft.com/office/drawing/2014/main" id="{739B301C-6493-47A8-ACE7-87C90486E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175720"/>
              </p:ext>
            </p:extLst>
          </p:nvPr>
        </p:nvGraphicFramePr>
        <p:xfrm>
          <a:off x="3024907" y="3423357"/>
          <a:ext cx="990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1" name="Equation" r:id="rId17" imgW="990360" imgH="330120" progId="Equation.DSMT4">
                  <p:embed/>
                </p:oleObj>
              </mc:Choice>
              <mc:Fallback>
                <p:oleObj name="Equation" r:id="rId17" imgW="990360" imgH="330120" progId="Equation.DSMT4">
                  <p:embed/>
                  <p:pic>
                    <p:nvPicPr>
                      <p:cNvPr id="19" name="Object 40">
                        <a:extLst>
                          <a:ext uri="{FF2B5EF4-FFF2-40B4-BE49-F238E27FC236}">
                            <a16:creationId xmlns:a16="http://schemas.microsoft.com/office/drawing/2014/main" id="{68577CF6-A09F-41E0-A80B-868836A2A0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907" y="3423357"/>
                        <a:ext cx="9906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1">
            <a:extLst>
              <a:ext uri="{FF2B5EF4-FFF2-40B4-BE49-F238E27FC236}">
                <a16:creationId xmlns:a16="http://schemas.microsoft.com/office/drawing/2014/main" id="{EE66EA79-E4E6-4AB4-85E1-729269F957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038771"/>
              </p:ext>
            </p:extLst>
          </p:nvPr>
        </p:nvGraphicFramePr>
        <p:xfrm>
          <a:off x="4098300" y="3227562"/>
          <a:ext cx="1549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2" name="Equation" r:id="rId19" imgW="1549080" imgH="723600" progId="Equation.DSMT4">
                  <p:embed/>
                </p:oleObj>
              </mc:Choice>
              <mc:Fallback>
                <p:oleObj name="Equation" r:id="rId19" imgW="1549080" imgH="723600" progId="Equation.DSMT4">
                  <p:embed/>
                  <p:pic>
                    <p:nvPicPr>
                      <p:cNvPr id="20" name="Object 41">
                        <a:extLst>
                          <a:ext uri="{FF2B5EF4-FFF2-40B4-BE49-F238E27FC236}">
                            <a16:creationId xmlns:a16="http://schemas.microsoft.com/office/drawing/2014/main" id="{AF8ABA8B-CFE7-495B-AEA5-093E4CD7A6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8300" y="3227562"/>
                        <a:ext cx="15494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42">
            <a:extLst>
              <a:ext uri="{FF2B5EF4-FFF2-40B4-BE49-F238E27FC236}">
                <a16:creationId xmlns:a16="http://schemas.microsoft.com/office/drawing/2014/main" id="{E74AEA3C-84A5-424E-B0CC-871BB4891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353" y="3976416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故</a:t>
            </a:r>
          </a:p>
        </p:txBody>
      </p:sp>
      <p:sp>
        <p:nvSpPr>
          <p:cNvPr id="21" name="Text Box 44">
            <a:extLst>
              <a:ext uri="{FF2B5EF4-FFF2-40B4-BE49-F238E27FC236}">
                <a16:creationId xmlns:a16="http://schemas.microsoft.com/office/drawing/2014/main" id="{E325E01A-CEB4-43F2-9A4B-659633224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7197" y="4023061"/>
            <a:ext cx="7429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22" name="Object 45">
            <a:extLst>
              <a:ext uri="{FF2B5EF4-FFF2-40B4-BE49-F238E27FC236}">
                <a16:creationId xmlns:a16="http://schemas.microsoft.com/office/drawing/2014/main" id="{162A33FB-CFA3-40B5-A49E-05AACB887C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185616"/>
              </p:ext>
            </p:extLst>
          </p:nvPr>
        </p:nvGraphicFramePr>
        <p:xfrm>
          <a:off x="2974158" y="4157031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3" name="Equation" r:id="rId21" imgW="431613" imgH="279279" progId="Equation.DSMT4">
                  <p:embed/>
                </p:oleObj>
              </mc:Choice>
              <mc:Fallback>
                <p:oleObj name="Equation" r:id="rId21" imgW="431613" imgH="279279" progId="Equation.DSMT4">
                  <p:embed/>
                  <p:pic>
                    <p:nvPicPr>
                      <p:cNvPr id="23" name="Object 45">
                        <a:extLst>
                          <a:ext uri="{FF2B5EF4-FFF2-40B4-BE49-F238E27FC236}">
                            <a16:creationId xmlns:a16="http://schemas.microsoft.com/office/drawing/2014/main" id="{93830867-DBF2-48C4-9B88-D93F44EBD4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158" y="4157031"/>
                        <a:ext cx="4318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46">
            <a:extLst>
              <a:ext uri="{FF2B5EF4-FFF2-40B4-BE49-F238E27FC236}">
                <a16:creationId xmlns:a16="http://schemas.microsoft.com/office/drawing/2014/main" id="{78A62ABF-4A98-4AD8-ADC8-D1EA6EE97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9296" y="4005747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是</a:t>
            </a:r>
          </a:p>
        </p:txBody>
      </p:sp>
      <p:graphicFrame>
        <p:nvGraphicFramePr>
          <p:cNvPr id="24" name="Object 47">
            <a:extLst>
              <a:ext uri="{FF2B5EF4-FFF2-40B4-BE49-F238E27FC236}">
                <a16:creationId xmlns:a16="http://schemas.microsoft.com/office/drawing/2014/main" id="{E3B562E0-C668-4DAE-9187-2E587AEB82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78623"/>
              </p:ext>
            </p:extLst>
          </p:nvPr>
        </p:nvGraphicFramePr>
        <p:xfrm>
          <a:off x="3805999" y="4077491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4" name="Equation" r:id="rId23" imgW="863225" imgH="380835" progId="Equation.DSMT4">
                  <p:embed/>
                </p:oleObj>
              </mc:Choice>
              <mc:Fallback>
                <p:oleObj name="Equation" r:id="rId23" imgW="863225" imgH="380835" progId="Equation.DSMT4">
                  <p:embed/>
                  <p:pic>
                    <p:nvPicPr>
                      <p:cNvPr id="25" name="Object 47">
                        <a:extLst>
                          <a:ext uri="{FF2B5EF4-FFF2-40B4-BE49-F238E27FC236}">
                            <a16:creationId xmlns:a16="http://schemas.microsoft.com/office/drawing/2014/main" id="{4CF2AD92-9602-4CB5-B621-37BAC5E144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5999" y="4077491"/>
                        <a:ext cx="8636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48">
            <a:extLst>
              <a:ext uri="{FF2B5EF4-FFF2-40B4-BE49-F238E27FC236}">
                <a16:creationId xmlns:a16="http://schemas.microsoft.com/office/drawing/2014/main" id="{FC2559B2-1D38-479B-9262-D52DAE144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9599" y="4023060"/>
            <a:ext cx="23292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  <a:ea typeface="+mn-ea"/>
              </a:rPr>
              <a:t>时的无穷小</a:t>
            </a:r>
            <a:r>
              <a:rPr kumimoji="1" lang="en-US" altLang="zh-CN" sz="2400" b="1" dirty="0"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26" name="Object 11">
            <a:extLst>
              <a:ext uri="{FF2B5EF4-FFF2-40B4-BE49-F238E27FC236}">
                <a16:creationId xmlns:a16="http://schemas.microsoft.com/office/drawing/2014/main" id="{7A46E462-39F5-4A5C-A1C5-0AA8E22F5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1869492"/>
              </p:ext>
            </p:extLst>
          </p:nvPr>
        </p:nvGraphicFramePr>
        <p:xfrm>
          <a:off x="1983507" y="909391"/>
          <a:ext cx="20320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5" name="Equation" r:id="rId25" imgW="2031840" imgH="558720" progId="Equation.DSMT4">
                  <p:embed/>
                </p:oleObj>
              </mc:Choice>
              <mc:Fallback>
                <p:oleObj name="Equation" r:id="rId25" imgW="2031840" imgH="558720" progId="Equation.DSMT4">
                  <p:embed/>
                  <p:pic>
                    <p:nvPicPr>
                      <p:cNvPr id="28" name="Object 11">
                        <a:extLst>
                          <a:ext uri="{FF2B5EF4-FFF2-40B4-BE49-F238E27FC236}">
                            <a16:creationId xmlns:a16="http://schemas.microsoft.com/office/drawing/2014/main" id="{4DF799E9-AE33-4A80-BCAD-B601DE806B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3507" y="909391"/>
                        <a:ext cx="20320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8254E2FE-7BB4-4C05-AAAD-C7B57B82C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2827931"/>
              </p:ext>
            </p:extLst>
          </p:nvPr>
        </p:nvGraphicFramePr>
        <p:xfrm>
          <a:off x="3666500" y="1657381"/>
          <a:ext cx="1739900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6" name="Equation" r:id="rId27" imgW="1739880" imgH="558720" progId="Equation.DSMT4">
                  <p:embed/>
                </p:oleObj>
              </mc:Choice>
              <mc:Fallback>
                <p:oleObj name="Equation" r:id="rId27" imgW="1739880" imgH="558720" progId="Equation.DSMT4">
                  <p:embed/>
                  <p:pic>
                    <p:nvPicPr>
                      <p:cNvPr id="29" name="Object 11">
                        <a:extLst>
                          <a:ext uri="{FF2B5EF4-FFF2-40B4-BE49-F238E27FC236}">
                            <a16:creationId xmlns:a16="http://schemas.microsoft.com/office/drawing/2014/main" id="{AF6CDD23-8B7C-4AB6-9CEE-4A053201BC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6500" y="1657381"/>
                        <a:ext cx="1739900" cy="557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1">
            <a:extLst>
              <a:ext uri="{FF2B5EF4-FFF2-40B4-BE49-F238E27FC236}">
                <a16:creationId xmlns:a16="http://schemas.microsoft.com/office/drawing/2014/main" id="{1862369B-8354-4474-A128-F99DF8F156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281720"/>
              </p:ext>
            </p:extLst>
          </p:nvPr>
        </p:nvGraphicFramePr>
        <p:xfrm>
          <a:off x="1024459" y="4078834"/>
          <a:ext cx="1447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7" name="Equation" r:id="rId29" imgW="1447560" imgH="520560" progId="Equation.DSMT4">
                  <p:embed/>
                </p:oleObj>
              </mc:Choice>
              <mc:Fallback>
                <p:oleObj name="Equation" r:id="rId29" imgW="1447560" imgH="520560" progId="Equation.DSMT4">
                  <p:embed/>
                  <p:pic>
                    <p:nvPicPr>
                      <p:cNvPr id="30" name="Object 11">
                        <a:extLst>
                          <a:ext uri="{FF2B5EF4-FFF2-40B4-BE49-F238E27FC236}">
                            <a16:creationId xmlns:a16="http://schemas.microsoft.com/office/drawing/2014/main" id="{EB06DEAB-5075-4671-81AC-532D596A85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459" y="4078834"/>
                        <a:ext cx="14478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1">
            <a:extLst>
              <a:ext uri="{FF2B5EF4-FFF2-40B4-BE49-F238E27FC236}">
                <a16:creationId xmlns:a16="http://schemas.microsoft.com/office/drawing/2014/main" id="{E3FBFF30-6D72-49E2-8EB7-4785CB08F6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208288"/>
              </p:ext>
            </p:extLst>
          </p:nvPr>
        </p:nvGraphicFramePr>
        <p:xfrm>
          <a:off x="3939943" y="2444949"/>
          <a:ext cx="163830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608" name="Equation" r:id="rId31" imgW="1638000" imgH="558720" progId="Equation.DSMT4">
                  <p:embed/>
                </p:oleObj>
              </mc:Choice>
              <mc:Fallback>
                <p:oleObj name="Equation" r:id="rId31" imgW="1638000" imgH="558720" progId="Equation.DSMT4">
                  <p:embed/>
                  <p:pic>
                    <p:nvPicPr>
                      <p:cNvPr id="31" name="Object 11">
                        <a:extLst>
                          <a:ext uri="{FF2B5EF4-FFF2-40B4-BE49-F238E27FC236}">
                            <a16:creationId xmlns:a16="http://schemas.microsoft.com/office/drawing/2014/main" id="{AF6CDD23-8B7C-4AB6-9CEE-4A053201BC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9943" y="2444949"/>
                        <a:ext cx="1638300" cy="557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星形: 五角 29">
            <a:extLst>
              <a:ext uri="{FF2B5EF4-FFF2-40B4-BE49-F238E27FC236}">
                <a16:creationId xmlns:a16="http://schemas.microsoft.com/office/drawing/2014/main" id="{52888D61-BB08-4119-8BEB-EFB084284780}"/>
              </a:ext>
            </a:extLst>
          </p:cNvPr>
          <p:cNvSpPr/>
          <p:nvPr/>
        </p:nvSpPr>
        <p:spPr>
          <a:xfrm>
            <a:off x="621170" y="295225"/>
            <a:ext cx="442009" cy="461665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C093FD1-82F8-4B01-9F73-880EF6BE076A}"/>
              </a:ext>
            </a:extLst>
          </p:cNvPr>
          <p:cNvGrpSpPr/>
          <p:nvPr/>
        </p:nvGrpSpPr>
        <p:grpSpPr>
          <a:xfrm>
            <a:off x="4015507" y="989802"/>
            <a:ext cx="1152130" cy="809858"/>
            <a:chOff x="3995936" y="1338282"/>
            <a:chExt cx="1152130" cy="809858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F3603411-8FF1-4F04-B1FD-6FC4BA89E5AC}"/>
                </a:ext>
              </a:extLst>
            </p:cNvPr>
            <p:cNvSpPr/>
            <p:nvPr/>
          </p:nvSpPr>
          <p:spPr>
            <a:xfrm>
              <a:off x="3995936" y="1338282"/>
              <a:ext cx="1152130" cy="478389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22634E9F-0D96-4B8C-96BB-8DAEF28CBD93}"/>
                </a:ext>
              </a:extLst>
            </p:cNvPr>
            <p:cNvSpPr/>
            <p:nvPr/>
          </p:nvSpPr>
          <p:spPr>
            <a:xfrm>
              <a:off x="3997782" y="1778808"/>
              <a:ext cx="11144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有界函数</a:t>
              </a:r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82B179F0-1BDC-49B6-91F4-8BFF0519A35C}"/>
              </a:ext>
            </a:extLst>
          </p:cNvPr>
          <p:cNvGrpSpPr/>
          <p:nvPr/>
        </p:nvGrpSpPr>
        <p:grpSpPr>
          <a:xfrm>
            <a:off x="6098859" y="974324"/>
            <a:ext cx="2009192" cy="601832"/>
            <a:chOff x="6079288" y="1322804"/>
            <a:chExt cx="2009192" cy="601832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344A7DD-55BD-4122-BF39-26C494490835}"/>
                </a:ext>
              </a:extLst>
            </p:cNvPr>
            <p:cNvSpPr/>
            <p:nvPr/>
          </p:nvSpPr>
          <p:spPr>
            <a:xfrm>
              <a:off x="6079288" y="1322804"/>
              <a:ext cx="1242406" cy="601832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A16314E-A6D3-4615-BA0A-35C3DE42FB06}"/>
                </a:ext>
              </a:extLst>
            </p:cNvPr>
            <p:cNvSpPr/>
            <p:nvPr/>
          </p:nvSpPr>
          <p:spPr>
            <a:xfrm>
              <a:off x="7211317" y="1370638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无穷小</a:t>
              </a:r>
              <a:endPara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5B0FF984-9971-4F73-BB0B-40B13AA678A3}"/>
              </a:ext>
            </a:extLst>
          </p:cNvPr>
          <p:cNvGrpSpPr/>
          <p:nvPr/>
        </p:nvGrpSpPr>
        <p:grpSpPr>
          <a:xfrm>
            <a:off x="6243254" y="3355867"/>
            <a:ext cx="2681113" cy="461665"/>
            <a:chOff x="6283375" y="3719377"/>
            <a:chExt cx="2681113" cy="461665"/>
          </a:xfrm>
        </p:grpSpPr>
        <p:sp>
          <p:nvSpPr>
            <p:cNvPr id="37" name="Text Box 37">
              <a:extLst>
                <a:ext uri="{FF2B5EF4-FFF2-40B4-BE49-F238E27FC236}">
                  <a16:creationId xmlns:a16="http://schemas.microsoft.com/office/drawing/2014/main" id="{43636A4F-E6A7-4398-9281-FA3D2F15E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3375" y="3719377"/>
              <a:ext cx="2681113" cy="4616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 为固定常数</a:t>
              </a:r>
            </a:p>
          </p:txBody>
        </p:sp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0FC8B4CE-5B0F-4AB5-B6EA-374D6B050F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478126"/>
                </p:ext>
              </p:extLst>
            </p:nvPr>
          </p:nvGraphicFramePr>
          <p:xfrm>
            <a:off x="6424459" y="3861477"/>
            <a:ext cx="3302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609" name="Equation" r:id="rId33" imgW="330120" imgH="253800" progId="Equation.DSMT4">
                    <p:embed/>
                  </p:oleObj>
                </mc:Choice>
                <mc:Fallback>
                  <p:oleObj name="Equation" r:id="rId33" imgW="33012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6424459" y="3861477"/>
                          <a:ext cx="3302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9375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5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25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75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25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75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75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7" grpId="0"/>
      <p:bldP spid="10" grpId="0"/>
      <p:bldP spid="11" grpId="0"/>
      <p:bldP spid="13" grpId="0"/>
      <p:bldP spid="15" grpId="0"/>
      <p:bldP spid="16" grpId="0"/>
      <p:bldP spid="20" grpId="0"/>
      <p:bldP spid="21" grpId="0"/>
      <p:bldP spid="23" grpId="0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DBBCCBDE-4FC1-409E-B8B4-E5F1981EB2DD}"/>
              </a:ext>
            </a:extLst>
          </p:cNvPr>
          <p:cNvGrpSpPr/>
          <p:nvPr/>
        </p:nvGrpSpPr>
        <p:grpSpPr>
          <a:xfrm>
            <a:off x="444674" y="411510"/>
            <a:ext cx="8353379" cy="609600"/>
            <a:chOff x="611560" y="483518"/>
            <a:chExt cx="8254652" cy="609600"/>
          </a:xfrm>
        </p:grpSpPr>
        <p:sp>
          <p:nvSpPr>
            <p:cNvPr id="2" name="Rectangle 3">
              <a:extLst>
                <a:ext uri="{FF2B5EF4-FFF2-40B4-BE49-F238E27FC236}">
                  <a16:creationId xmlns:a16="http://schemas.microsoft.com/office/drawing/2014/main" id="{4D09D54F-8656-4480-A420-EF8FA699F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560" y="483518"/>
              <a:ext cx="8119132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10  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用定义证明</a:t>
              </a:r>
              <a:r>
                <a:rPr lang="en-US" altLang="zh-CN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: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若                                                则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021A9F29-1312-461C-8166-2FC0ED5AAE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0134363"/>
                </p:ext>
              </p:extLst>
            </p:nvPr>
          </p:nvGraphicFramePr>
          <p:xfrm>
            <a:off x="3419872" y="627534"/>
            <a:ext cx="3632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34" name="Equation" r:id="rId3" imgW="3632040" imgH="457200" progId="Equation.DSMT4">
                    <p:embed/>
                  </p:oleObj>
                </mc:Choice>
                <mc:Fallback>
                  <p:oleObj name="Equation" r:id="rId3" imgW="363204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419872" y="627534"/>
                          <a:ext cx="36322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A6C42444-3C45-4573-A9ED-83BA8E9B07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3324866"/>
                </p:ext>
              </p:extLst>
            </p:nvPr>
          </p:nvGraphicFramePr>
          <p:xfrm>
            <a:off x="7380312" y="602382"/>
            <a:ext cx="14859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35" name="Equation" r:id="rId5" imgW="1485720" imgH="457200" progId="Equation.DSMT4">
                    <p:embed/>
                  </p:oleObj>
                </mc:Choice>
                <mc:Fallback>
                  <p:oleObj name="Equation" r:id="rId5" imgW="148572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380312" y="602382"/>
                          <a:ext cx="14859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Text Box 11">
            <a:extLst>
              <a:ext uri="{FF2B5EF4-FFF2-40B4-BE49-F238E27FC236}">
                <a16:creationId xmlns:a16="http://schemas.microsoft.com/office/drawing/2014/main" id="{A1303E27-F1CE-4893-8E41-B7B2EB7B9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1" y="1097189"/>
            <a:ext cx="5100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endParaRPr kumimoji="1" lang="zh-CN" altLang="en-US" sz="2400" b="1" dirty="0">
              <a:latin typeface="+mn-ea"/>
              <a:ea typeface="+mn-ea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BD5B0C40-96D3-493B-BF91-1AC82D17146D}"/>
              </a:ext>
            </a:extLst>
          </p:cNvPr>
          <p:cNvGrpSpPr/>
          <p:nvPr/>
        </p:nvGrpSpPr>
        <p:grpSpPr>
          <a:xfrm>
            <a:off x="1120380" y="1105902"/>
            <a:ext cx="2472733" cy="515194"/>
            <a:chOff x="1120380" y="1339951"/>
            <a:chExt cx="2443508" cy="515194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97B3354-1B17-408B-BF50-596551D820AF}"/>
                </a:ext>
              </a:extLst>
            </p:cNvPr>
            <p:cNvSpPr/>
            <p:nvPr/>
          </p:nvSpPr>
          <p:spPr>
            <a:xfrm>
              <a:off x="1120380" y="1339951"/>
              <a:ext cx="244350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由于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CB888CAE-FFDF-42FA-8EA1-D70DCBACB6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2484575"/>
                </p:ext>
              </p:extLst>
            </p:nvPr>
          </p:nvGraphicFramePr>
          <p:xfrm>
            <a:off x="1832372" y="1397945"/>
            <a:ext cx="15875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36" name="Equation" r:id="rId7" imgW="1587240" imgH="457200" progId="Equation.DSMT4">
                    <p:embed/>
                  </p:oleObj>
                </mc:Choice>
                <mc:Fallback>
                  <p:oleObj name="Equation" r:id="rId7" imgW="158724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32372" y="1397945"/>
                          <a:ext cx="15875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91CCC28-A4A8-4E9D-B0CA-733BCA0029B3}"/>
              </a:ext>
            </a:extLst>
          </p:cNvPr>
          <p:cNvGrpSpPr/>
          <p:nvPr/>
        </p:nvGrpSpPr>
        <p:grpSpPr>
          <a:xfrm>
            <a:off x="3415567" y="1112957"/>
            <a:ext cx="5634313" cy="461665"/>
            <a:chOff x="3415567" y="1347006"/>
            <a:chExt cx="5567722" cy="461665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FE78B9A-E4FD-4FF9-AC2C-5368542E3A7D}"/>
                </a:ext>
              </a:extLst>
            </p:cNvPr>
            <p:cNvGrpSpPr/>
            <p:nvPr/>
          </p:nvGrpSpPr>
          <p:grpSpPr>
            <a:xfrm>
              <a:off x="3415567" y="1347006"/>
              <a:ext cx="5499514" cy="461665"/>
              <a:chOff x="3415567" y="1347006"/>
              <a:chExt cx="5499514" cy="461665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87BF1610-6522-45C6-B74E-7F0D3BB5D242}"/>
                  </a:ext>
                </a:extLst>
              </p:cNvPr>
              <p:cNvSpPr/>
              <p:nvPr/>
            </p:nvSpPr>
            <p:spPr>
              <a:xfrm>
                <a:off x="3415567" y="1347006"/>
                <a:ext cx="549951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故对给定的               存在           当           </a:t>
                </a:r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  <p:graphicFrame>
            <p:nvGraphicFramePr>
              <p:cNvPr id="10" name="对象 9">
                <a:extLst>
                  <a:ext uri="{FF2B5EF4-FFF2-40B4-BE49-F238E27FC236}">
                    <a16:creationId xmlns:a16="http://schemas.microsoft.com/office/drawing/2014/main" id="{347DED37-A323-47F9-A994-04C0F9F729C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3184477"/>
                  </p:ext>
                </p:extLst>
              </p:nvPr>
            </p:nvGraphicFramePr>
            <p:xfrm>
              <a:off x="5083923" y="1428124"/>
              <a:ext cx="1066800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837" name="Equation" r:id="rId9" imgW="1066680" imgH="368280" progId="Equation.DSMT4">
                      <p:embed/>
                    </p:oleObj>
                  </mc:Choice>
                  <mc:Fallback>
                    <p:oleObj name="Equation" r:id="rId9" imgW="1066680" imgH="3682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5083923" y="1428124"/>
                            <a:ext cx="1066800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D9BA3AF-31D6-4D76-9642-2365251FAE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0693286"/>
                </p:ext>
              </p:extLst>
            </p:nvPr>
          </p:nvGraphicFramePr>
          <p:xfrm>
            <a:off x="6787976" y="1407444"/>
            <a:ext cx="8509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38" name="Equation" r:id="rId11" imgW="850680" imgH="355320" progId="Equation.DSMT4">
                    <p:embed/>
                  </p:oleObj>
                </mc:Choice>
                <mc:Fallback>
                  <p:oleObj name="Equation" r:id="rId11" imgW="85068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787976" y="1407444"/>
                          <a:ext cx="8509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024FB4E0-A093-4084-AD89-93F2854E75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4381789"/>
                </p:ext>
              </p:extLst>
            </p:nvPr>
          </p:nvGraphicFramePr>
          <p:xfrm>
            <a:off x="8081589" y="1405016"/>
            <a:ext cx="9017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39" name="Equation" r:id="rId13" imgW="901440" imgH="355320" progId="Equation.DSMT4">
                    <p:embed/>
                  </p:oleObj>
                </mc:Choice>
                <mc:Fallback>
                  <p:oleObj name="Equation" r:id="rId13" imgW="90144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8081589" y="1405016"/>
                          <a:ext cx="9017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8DA17FCE-DF7E-47F4-950B-3D040CE6FCEF}"/>
              </a:ext>
            </a:extLst>
          </p:cNvPr>
          <p:cNvGrpSpPr/>
          <p:nvPr/>
        </p:nvGrpSpPr>
        <p:grpSpPr>
          <a:xfrm>
            <a:off x="179512" y="1876036"/>
            <a:ext cx="2404685" cy="461665"/>
            <a:chOff x="179512" y="2110085"/>
            <a:chExt cx="2376264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3D5E5F9-AEC6-4031-8ED9-60442B9AACDB}"/>
                </a:ext>
              </a:extLst>
            </p:cNvPr>
            <p:cNvSpPr/>
            <p:nvPr/>
          </p:nvSpPr>
          <p:spPr>
            <a:xfrm>
              <a:off x="179512" y="2110085"/>
              <a:ext cx="23762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          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B725604C-B5A0-45ED-9A88-BBB76F4F54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9981631"/>
                </p:ext>
              </p:extLst>
            </p:nvPr>
          </p:nvGraphicFramePr>
          <p:xfrm>
            <a:off x="863589" y="2134928"/>
            <a:ext cx="14605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40" name="Equation" r:id="rId15" imgW="1460160" imgH="368280" progId="Equation.DSMT4">
                    <p:embed/>
                  </p:oleObj>
                </mc:Choice>
                <mc:Fallback>
                  <p:oleObj name="Equation" r:id="rId15" imgW="1460160" imgH="368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863589" y="2134928"/>
                          <a:ext cx="14605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91BA980-5F13-43F7-8725-876EFDB93773}"/>
              </a:ext>
            </a:extLst>
          </p:cNvPr>
          <p:cNvGrpSpPr/>
          <p:nvPr/>
        </p:nvGrpSpPr>
        <p:grpSpPr>
          <a:xfrm>
            <a:off x="2301009" y="1854196"/>
            <a:ext cx="2841900" cy="516583"/>
            <a:chOff x="2301009" y="2088245"/>
            <a:chExt cx="2808312" cy="516583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C543033-2D04-485B-BD97-C682D3BDC7DE}"/>
                </a:ext>
              </a:extLst>
            </p:cNvPr>
            <p:cNvSpPr/>
            <p:nvPr/>
          </p:nvSpPr>
          <p:spPr>
            <a:xfrm>
              <a:off x="2301009" y="2088245"/>
              <a:ext cx="280831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又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6758BB8-3A3A-4EE3-8858-E609E573A41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8581082"/>
                </p:ext>
              </p:extLst>
            </p:nvPr>
          </p:nvGraphicFramePr>
          <p:xfrm>
            <a:off x="2738586" y="2147628"/>
            <a:ext cx="20701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41" name="Equation" r:id="rId17" imgW="2070000" imgH="457200" progId="Equation.DSMT4">
                    <p:embed/>
                  </p:oleObj>
                </mc:Choice>
                <mc:Fallback>
                  <p:oleObj name="Equation" r:id="rId17" imgW="2070000" imgH="45720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A6C42444-3C45-4573-A9ED-83BA8E9B07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738586" y="2147628"/>
                          <a:ext cx="20701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0106587-C144-4F7A-8100-DA9879CA7F38}"/>
              </a:ext>
            </a:extLst>
          </p:cNvPr>
          <p:cNvGrpSpPr/>
          <p:nvPr/>
        </p:nvGrpSpPr>
        <p:grpSpPr>
          <a:xfrm>
            <a:off x="4768488" y="1835146"/>
            <a:ext cx="4246185" cy="471194"/>
            <a:chOff x="4768488" y="2069195"/>
            <a:chExt cx="4196000" cy="471194"/>
          </a:xfrm>
        </p:grpSpPr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D63050FC-5D86-433E-80D5-859406B4E6D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9515767"/>
                </p:ext>
              </p:extLst>
            </p:nvPr>
          </p:nvGraphicFramePr>
          <p:xfrm>
            <a:off x="5436096" y="2166677"/>
            <a:ext cx="901700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42" name="Equation" r:id="rId19" imgW="901440" imgH="304560" progId="Equation.DSMT4">
                    <p:embed/>
                  </p:oleObj>
                </mc:Choice>
                <mc:Fallback>
                  <p:oleObj name="Equation" r:id="rId19" imgW="901440" imgH="304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436096" y="2166677"/>
                          <a:ext cx="901700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BA4EE58F-70AB-47EE-B20A-8E9145277D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0230999"/>
                </p:ext>
              </p:extLst>
            </p:nvPr>
          </p:nvGraphicFramePr>
          <p:xfrm>
            <a:off x="6377186" y="2134928"/>
            <a:ext cx="1016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43" name="Equation" r:id="rId21" imgW="1015920" imgH="355320" progId="Equation.DSMT4">
                    <p:embed/>
                  </p:oleObj>
                </mc:Choice>
                <mc:Fallback>
                  <p:oleObj name="Equation" r:id="rId21" imgW="10159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377186" y="2134928"/>
                          <a:ext cx="1016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449BEB7-F34D-4585-AE1E-0FEC5ED0091F}"/>
                </a:ext>
              </a:extLst>
            </p:cNvPr>
            <p:cNvSpPr/>
            <p:nvPr/>
          </p:nvSpPr>
          <p:spPr>
            <a:xfrm>
              <a:off x="4768488" y="2069195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故对</a:t>
              </a:r>
              <a:endParaRPr lang="zh-CN" altLang="en-US" sz="2400" dirty="0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7B687-8271-4BD1-AC80-6B6A822F45BD}"/>
                </a:ext>
              </a:extLst>
            </p:cNvPr>
            <p:cNvSpPr/>
            <p:nvPr/>
          </p:nvSpPr>
          <p:spPr>
            <a:xfrm>
              <a:off x="7395034" y="2078724"/>
              <a:ext cx="156945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  <a:endParaRPr lang="zh-CN" altLang="en-US" sz="2400" dirty="0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CB05CB31-1551-4D0F-AE06-36E6183DE10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8513626"/>
                </p:ext>
              </p:extLst>
            </p:nvPr>
          </p:nvGraphicFramePr>
          <p:xfrm>
            <a:off x="7868069" y="2119651"/>
            <a:ext cx="939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44" name="Equation" r:id="rId23" imgW="939600" imgH="355320" progId="Equation.DSMT4">
                    <p:embed/>
                  </p:oleObj>
                </mc:Choice>
                <mc:Fallback>
                  <p:oleObj name="Equation" r:id="rId23" imgW="93960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868069" y="2119651"/>
                          <a:ext cx="9398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30E1BC03-E3EC-432B-932B-6BED88D14225}"/>
              </a:ext>
            </a:extLst>
          </p:cNvPr>
          <p:cNvGrpSpPr/>
          <p:nvPr/>
        </p:nvGrpSpPr>
        <p:grpSpPr>
          <a:xfrm>
            <a:off x="230447" y="2643877"/>
            <a:ext cx="2846098" cy="461665"/>
            <a:chOff x="230447" y="2877926"/>
            <a:chExt cx="2812460" cy="46166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7B99C54-F85C-42F8-85B5-C02E22FA59BC}"/>
                </a:ext>
              </a:extLst>
            </p:cNvPr>
            <p:cNvSpPr/>
            <p:nvPr/>
          </p:nvSpPr>
          <p:spPr>
            <a:xfrm>
              <a:off x="230447" y="2877926"/>
              <a:ext cx="237626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          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BA1F608B-816D-4A90-90C4-D7CFF81D41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3562008"/>
                </p:ext>
              </p:extLst>
            </p:nvPr>
          </p:nvGraphicFramePr>
          <p:xfrm>
            <a:off x="909307" y="2899766"/>
            <a:ext cx="21336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45" name="Equation" r:id="rId25" imgW="2133360" imgH="368280" progId="Equation.DSMT4">
                    <p:embed/>
                  </p:oleObj>
                </mc:Choice>
                <mc:Fallback>
                  <p:oleObj name="Equation" r:id="rId25" imgW="2133360" imgH="368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909307" y="2899766"/>
                          <a:ext cx="21336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53103475-9AA0-4B68-9721-FD66FB652B6F}"/>
              </a:ext>
            </a:extLst>
          </p:cNvPr>
          <p:cNvGrpSpPr/>
          <p:nvPr/>
        </p:nvGrpSpPr>
        <p:grpSpPr>
          <a:xfrm>
            <a:off x="3195649" y="2548961"/>
            <a:ext cx="5856861" cy="461665"/>
            <a:chOff x="3195649" y="2783010"/>
            <a:chExt cx="5787640" cy="46166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EEADC9AF-7499-4595-B9F1-205A340A7F55}"/>
                </a:ext>
              </a:extLst>
            </p:cNvPr>
            <p:cNvSpPr/>
            <p:nvPr/>
          </p:nvSpPr>
          <p:spPr>
            <a:xfrm>
              <a:off x="3195649" y="2783010"/>
              <a:ext cx="57876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取                              则当            时，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恒有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3834CFB2-EA09-4AA1-8169-8395F599A5A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223404"/>
                </p:ext>
              </p:extLst>
            </p:nvPr>
          </p:nvGraphicFramePr>
          <p:xfrm>
            <a:off x="3657723" y="2856978"/>
            <a:ext cx="21590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46" name="Equation" r:id="rId27" imgW="2158920" imgH="355320" progId="Equation.DSMT4">
                    <p:embed/>
                  </p:oleObj>
                </mc:Choice>
                <mc:Fallback>
                  <p:oleObj name="Equation" r:id="rId27" imgW="2158920" imgH="355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657723" y="2856978"/>
                          <a:ext cx="2159000" cy="355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4A87A059-B12B-4EC4-BAF6-3EA23937EB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0551608"/>
                </p:ext>
              </p:extLst>
            </p:nvPr>
          </p:nvGraphicFramePr>
          <p:xfrm>
            <a:off x="6545670" y="2848742"/>
            <a:ext cx="863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47" name="Equation" r:id="rId29" imgW="863280" imgH="330120" progId="Equation.DSMT4">
                    <p:embed/>
                  </p:oleObj>
                </mc:Choice>
                <mc:Fallback>
                  <p:oleObj name="Equation" r:id="rId29" imgW="8632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6545670" y="2848742"/>
                          <a:ext cx="863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C89F78C9-B107-460F-A9EF-73E9888CD6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224789"/>
              </p:ext>
            </p:extLst>
          </p:nvPr>
        </p:nvGraphicFramePr>
        <p:xfrm>
          <a:off x="1893838" y="3194820"/>
          <a:ext cx="338004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8" name="Equation" r:id="rId31" imgW="3340080" imgH="838080" progId="Equation.DSMT4">
                  <p:embed/>
                </p:oleObj>
              </mc:Choice>
              <mc:Fallback>
                <p:oleObj name="Equation" r:id="rId31" imgW="334008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893838" y="3194820"/>
                        <a:ext cx="3380048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2F0640C-F139-4218-AC8C-5EC29D265B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284034"/>
              </p:ext>
            </p:extLst>
          </p:nvPr>
        </p:nvGraphicFramePr>
        <p:xfrm>
          <a:off x="5364088" y="3253247"/>
          <a:ext cx="1824969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849" name="Equation" r:id="rId33" imgW="1803240" imgH="761760" progId="Equation.DSMT4">
                  <p:embed/>
                </p:oleObj>
              </mc:Choice>
              <mc:Fallback>
                <p:oleObj name="Equation" r:id="rId33" imgW="1803240" imgH="761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364088" y="3253247"/>
                        <a:ext cx="1824969" cy="76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2" name="组合 41">
            <a:extLst>
              <a:ext uri="{FF2B5EF4-FFF2-40B4-BE49-F238E27FC236}">
                <a16:creationId xmlns:a16="http://schemas.microsoft.com/office/drawing/2014/main" id="{13F6AC03-D3DE-4C1D-A731-5172A78A3C9A}"/>
              </a:ext>
            </a:extLst>
          </p:cNvPr>
          <p:cNvGrpSpPr/>
          <p:nvPr/>
        </p:nvGrpSpPr>
        <p:grpSpPr>
          <a:xfrm>
            <a:off x="249858" y="4118908"/>
            <a:ext cx="2234046" cy="532115"/>
            <a:chOff x="249858" y="4352957"/>
            <a:chExt cx="2207642" cy="53211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B90AAFB-BF7F-4B61-99FB-6714DA562592}"/>
                </a:ext>
              </a:extLst>
            </p:cNvPr>
            <p:cNvSpPr/>
            <p:nvPr/>
          </p:nvSpPr>
          <p:spPr>
            <a:xfrm>
              <a:off x="249858" y="4352957"/>
              <a:ext cx="92668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从而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EEE659B4-1EB4-4ACA-87DA-F6418BFD61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9815821"/>
                </p:ext>
              </p:extLst>
            </p:nvPr>
          </p:nvGraphicFramePr>
          <p:xfrm>
            <a:off x="971600" y="4427872"/>
            <a:ext cx="14859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850" name="Equation" r:id="rId35" imgW="1485720" imgH="457200" progId="Equation.DSMT4">
                    <p:embed/>
                  </p:oleObj>
                </mc:Choice>
                <mc:Fallback>
                  <p:oleObj name="Equation" r:id="rId35" imgW="1485720" imgH="45720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A6C42444-3C45-4573-A9ED-83BA8E9B07E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71600" y="4427872"/>
                          <a:ext cx="14859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92878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04DA459-88D0-4B60-9E0A-7314F4E5A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63736"/>
            <a:ext cx="201622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11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求极限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028AF55-35D4-4A06-AAE8-EB10A735B6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393611"/>
              </p:ext>
            </p:extLst>
          </p:nvPr>
        </p:nvGraphicFramePr>
        <p:xfrm>
          <a:off x="2483768" y="195486"/>
          <a:ext cx="2387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8" name="Equation" r:id="rId3" imgW="2387520" imgH="545760" progId="Equation.DSMT4">
                  <p:embed/>
                </p:oleObj>
              </mc:Choice>
              <mc:Fallback>
                <p:oleObj name="Equation" r:id="rId3" imgW="238752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195486"/>
                        <a:ext cx="23876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E48CA66A-5B28-4B2D-9CC9-225456733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027832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878BAFB-61FF-4053-B1DC-FC127F1BBE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700978"/>
              </p:ext>
            </p:extLst>
          </p:nvPr>
        </p:nvGraphicFramePr>
        <p:xfrm>
          <a:off x="1513458" y="961331"/>
          <a:ext cx="2311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9" name="Equation" r:id="rId5" imgW="2311200" imgH="545760" progId="Equation.DSMT4">
                  <p:embed/>
                </p:oleObj>
              </mc:Choice>
              <mc:Fallback>
                <p:oleObj name="Equation" r:id="rId5" imgW="2311200" imgH="5457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028AF55-35D4-4A06-AAE8-EB10A735B6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13458" y="961331"/>
                        <a:ext cx="23114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BF1B8BD-E6BA-4090-9985-72090C5263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899379"/>
              </p:ext>
            </p:extLst>
          </p:nvPr>
        </p:nvGraphicFramePr>
        <p:xfrm>
          <a:off x="1334418" y="1603896"/>
          <a:ext cx="2298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0" name="Equation" r:id="rId7" imgW="2298600" imgH="799920" progId="Equation.DSMT4">
                  <p:embed/>
                </p:oleObj>
              </mc:Choice>
              <mc:Fallback>
                <p:oleObj name="Equation" r:id="rId7" imgW="2298600" imgH="7999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878BAFB-61FF-4053-B1DC-FC127F1BBE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4418" y="1603896"/>
                        <a:ext cx="22987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01CE238-DCA1-4459-929A-1108EBF5A986}"/>
              </a:ext>
            </a:extLst>
          </p:cNvPr>
          <p:cNvSpPr/>
          <p:nvPr/>
        </p:nvSpPr>
        <p:spPr>
          <a:xfrm>
            <a:off x="3851920" y="1819280"/>
            <a:ext cx="1368152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分子有理化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212A7D2-3AD5-41BC-8FB3-935C9869B4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724159"/>
              </p:ext>
            </p:extLst>
          </p:nvPr>
        </p:nvGraphicFramePr>
        <p:xfrm>
          <a:off x="1334418" y="2663056"/>
          <a:ext cx="20955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1" name="Equation" r:id="rId9" imgW="2095200" imgH="1143000" progId="Equation.DSMT4">
                  <p:embed/>
                </p:oleObj>
              </mc:Choice>
              <mc:Fallback>
                <p:oleObj name="Equation" r:id="rId9" imgW="2095200" imgH="11430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BF1B8BD-E6BA-4090-9985-72090C5263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4418" y="2663056"/>
                        <a:ext cx="2095500" cy="114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>
            <a:extLst>
              <a:ext uri="{FF2B5EF4-FFF2-40B4-BE49-F238E27FC236}">
                <a16:creationId xmlns:a16="http://schemas.microsoft.com/office/drawing/2014/main" id="{40D0CE5F-E227-46F4-B040-3E9496212528}"/>
              </a:ext>
            </a:extLst>
          </p:cNvPr>
          <p:cNvGrpSpPr/>
          <p:nvPr/>
        </p:nvGrpSpPr>
        <p:grpSpPr>
          <a:xfrm>
            <a:off x="3707904" y="2965691"/>
            <a:ext cx="2095500" cy="369332"/>
            <a:chOff x="3635896" y="3181542"/>
            <a:chExt cx="2095500" cy="36933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1C54816-47A1-4442-A7FE-DE78557D5A9A}"/>
                </a:ext>
              </a:extLst>
            </p:cNvPr>
            <p:cNvSpPr/>
            <p:nvPr/>
          </p:nvSpPr>
          <p:spPr>
            <a:xfrm>
              <a:off x="3635896" y="3181542"/>
              <a:ext cx="2095500" cy="369332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分子分母同除以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FC24605-6151-4592-842B-F771E1B655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8662111"/>
                </p:ext>
              </p:extLst>
            </p:nvPr>
          </p:nvGraphicFramePr>
          <p:xfrm>
            <a:off x="5394424" y="326460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202" name="Equation" r:id="rId11" imgW="190440" imgH="203040" progId="Equation.DSMT4">
                    <p:embed/>
                  </p:oleObj>
                </mc:Choice>
                <mc:Fallback>
                  <p:oleObj name="Equation" r:id="rId1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394424" y="326460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AB73750-A967-4E29-AD68-D164D5D1F7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2486710"/>
              </p:ext>
            </p:extLst>
          </p:nvPr>
        </p:nvGraphicFramePr>
        <p:xfrm>
          <a:off x="1334418" y="3806056"/>
          <a:ext cx="736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3" name="Equation" r:id="rId13" imgW="736560" imgH="685800" progId="Equation.DSMT4">
                  <p:embed/>
                </p:oleObj>
              </mc:Choice>
              <mc:Fallback>
                <p:oleObj name="Equation" r:id="rId13" imgW="73656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34418" y="3806056"/>
                        <a:ext cx="7366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838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EF1E585-868F-42E2-A0A2-6A92FBCF0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483518"/>
            <a:ext cx="2016224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12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求极限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25854CF-8FD9-47FA-908E-3B30B9B86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655172"/>
              </p:ext>
            </p:extLst>
          </p:nvPr>
        </p:nvGraphicFramePr>
        <p:xfrm>
          <a:off x="2459038" y="388938"/>
          <a:ext cx="1739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96" name="Equation" r:id="rId3" imgW="1739880" imgH="799920" progId="Equation.DSMT4">
                  <p:embed/>
                </p:oleObj>
              </mc:Choice>
              <mc:Fallback>
                <p:oleObj name="Equation" r:id="rId3" imgW="1739880" imgH="7999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9028AF55-35D4-4A06-AAE8-EB10A735B6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59038" y="388938"/>
                        <a:ext cx="17399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DDF48F15-6408-4992-8129-3D2A964D4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347614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FC5F2F0-52F0-46EE-8AEE-19121AC494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172778"/>
              </p:ext>
            </p:extLst>
          </p:nvPr>
        </p:nvGraphicFramePr>
        <p:xfrm>
          <a:off x="642938" y="2206625"/>
          <a:ext cx="1866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97" name="Equation" r:id="rId5" imgW="1866600" imgH="838080" progId="Equation.DSMT4">
                  <p:embed/>
                </p:oleObj>
              </mc:Choice>
              <mc:Fallback>
                <p:oleObj name="Equation" r:id="rId5" imgW="1866600" imgH="838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25854CF-8FD9-47FA-908E-3B30B9B862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2938" y="2206625"/>
                        <a:ext cx="18669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8708651-C96F-4BDE-A80B-2F96425E4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3149038"/>
              </p:ext>
            </p:extLst>
          </p:nvPr>
        </p:nvGraphicFramePr>
        <p:xfrm>
          <a:off x="2574925" y="2144713"/>
          <a:ext cx="3352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98" name="Equation" r:id="rId7" imgW="3352680" imgH="876240" progId="Equation.DSMT4">
                  <p:embed/>
                </p:oleObj>
              </mc:Choice>
              <mc:Fallback>
                <p:oleObj name="Equation" r:id="rId7" imgW="3352680" imgH="8762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FC5F2F0-52F0-46EE-8AEE-19121AC494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74925" y="2144713"/>
                        <a:ext cx="33528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88518E9A-82DF-4361-AE9C-4EE3D9D00EE0}"/>
              </a:ext>
            </a:extLst>
          </p:cNvPr>
          <p:cNvGrpSpPr/>
          <p:nvPr/>
        </p:nvGrpSpPr>
        <p:grpSpPr>
          <a:xfrm>
            <a:off x="1124830" y="1351530"/>
            <a:ext cx="6543514" cy="461665"/>
            <a:chOff x="1124830" y="1351530"/>
            <a:chExt cx="6543514" cy="461665"/>
          </a:xfrm>
        </p:grpSpPr>
        <p:sp>
          <p:nvSpPr>
            <p:cNvPr id="7" name="Text Box 23">
              <a:extLst>
                <a:ext uri="{FF2B5EF4-FFF2-40B4-BE49-F238E27FC236}">
                  <a16:creationId xmlns:a16="http://schemas.microsoft.com/office/drawing/2014/main" id="{AF880BCE-2390-477D-A82A-E262813605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4830" y="1351530"/>
              <a:ext cx="654351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分子分母同乘以                        得</a:t>
              </a:r>
              <a:endParaRPr kumimoji="1" lang="en-US" altLang="zh-CN" sz="2400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168444F9-62F3-4B97-A8B8-911E45A1A44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9655063"/>
                </p:ext>
              </p:extLst>
            </p:nvPr>
          </p:nvGraphicFramePr>
          <p:xfrm>
            <a:off x="3517900" y="1355725"/>
            <a:ext cx="34290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299" name="Equation" r:id="rId9" imgW="3429000" imgH="457200" progId="Equation.DSMT4">
                    <p:embed/>
                  </p:oleObj>
                </mc:Choice>
                <mc:Fallback>
                  <p:oleObj name="Equation" r:id="rId9" imgW="342900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517900" y="1355725"/>
                          <a:ext cx="34290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D510C47-73F0-4239-BCA5-0C8289664D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446574"/>
              </p:ext>
            </p:extLst>
          </p:nvPr>
        </p:nvGraphicFramePr>
        <p:xfrm>
          <a:off x="5288992" y="559718"/>
          <a:ext cx="3441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0" name="Equation" r:id="rId11" imgW="3441600" imgH="393480" progId="Equation.DSMT4">
                  <p:embed/>
                </p:oleObj>
              </mc:Choice>
              <mc:Fallback>
                <p:oleObj name="Equation" r:id="rId11" imgW="34416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88992" y="559718"/>
                        <a:ext cx="3441700" cy="3937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DACEA59-A033-4DE1-8075-9647E6AFC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0363823"/>
              </p:ext>
            </p:extLst>
          </p:nvPr>
        </p:nvGraphicFramePr>
        <p:xfrm>
          <a:off x="6146800" y="3352800"/>
          <a:ext cx="91440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1" name="Equation" r:id="rId13" imgW="914400" imgH="293760" progId="Equation.DSMT4">
                  <p:embed/>
                </p:oleObj>
              </mc:Choice>
              <mc:Fallback>
                <p:oleObj name="Equation" r:id="rId13" imgW="914400" imgH="293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293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9ED6DBA-1422-48F1-9978-2B019B5E3B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515328"/>
              </p:ext>
            </p:extLst>
          </p:nvPr>
        </p:nvGraphicFramePr>
        <p:xfrm>
          <a:off x="2267744" y="3330306"/>
          <a:ext cx="281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2" name="Equation" r:id="rId15" imgW="2819160" imgH="838080" progId="Equation.DSMT4">
                  <p:embed/>
                </p:oleObj>
              </mc:Choice>
              <mc:Fallback>
                <p:oleObj name="Equation" r:id="rId15" imgW="28191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67744" y="3330306"/>
                        <a:ext cx="28194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22958290-E30B-45E0-9D21-93B69868D0B7}"/>
              </a:ext>
            </a:extLst>
          </p:cNvPr>
          <p:cNvSpPr/>
          <p:nvPr/>
        </p:nvSpPr>
        <p:spPr>
          <a:xfrm>
            <a:off x="6029028" y="2387084"/>
            <a:ext cx="2287388" cy="36933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消去分母中零因子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729C0B3-F68E-47B7-8BF9-DDAA7D574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522982"/>
              </p:ext>
            </p:extLst>
          </p:nvPr>
        </p:nvGraphicFramePr>
        <p:xfrm>
          <a:off x="5203371" y="3470006"/>
          <a:ext cx="21463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3" name="Equation" r:id="rId17" imgW="2145960" imgH="698400" progId="Equation.DSMT4">
                  <p:embed/>
                </p:oleObj>
              </mc:Choice>
              <mc:Fallback>
                <p:oleObj name="Equation" r:id="rId17" imgW="2145960" imgH="698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03371" y="3470006"/>
                        <a:ext cx="214630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985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D2DE8F8-92BF-4238-A5A8-49490ADCC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67494"/>
            <a:ext cx="19939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13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求极限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7D811B4-C267-4868-B092-46FFF7037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321433"/>
              </p:ext>
            </p:extLst>
          </p:nvPr>
        </p:nvGraphicFramePr>
        <p:xfrm>
          <a:off x="2553940" y="201769"/>
          <a:ext cx="1993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44" name="Equation" r:id="rId3" imgW="1993680" imgH="685800" progId="Equation.DSMT4">
                  <p:embed/>
                </p:oleObj>
              </mc:Choice>
              <mc:Fallback>
                <p:oleObj name="Equation" r:id="rId3" imgW="1993680" imgH="685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3940" y="201769"/>
                        <a:ext cx="19939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7A70C2B5-B780-4D81-A6B8-1C92A065167A}"/>
              </a:ext>
            </a:extLst>
          </p:cNvPr>
          <p:cNvGrpSpPr/>
          <p:nvPr/>
        </p:nvGrpSpPr>
        <p:grpSpPr>
          <a:xfrm>
            <a:off x="4788024" y="267494"/>
            <a:ext cx="2232248" cy="461665"/>
            <a:chOff x="4788024" y="483518"/>
            <a:chExt cx="2232248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60BA446-A74E-4601-A9D3-00E44BA20436}"/>
                </a:ext>
              </a:extLst>
            </p:cNvPr>
            <p:cNvSpPr/>
            <p:nvPr/>
          </p:nvSpPr>
          <p:spPr>
            <a:xfrm>
              <a:off x="4788024" y="483518"/>
              <a:ext cx="223224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   型未定式</a:t>
              </a:r>
              <a:endPara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B99D767C-ED5D-4ED8-B56B-CAC2E1E0468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3571583"/>
                </p:ext>
              </p:extLst>
            </p:nvPr>
          </p:nvGraphicFramePr>
          <p:xfrm>
            <a:off x="4860032" y="627343"/>
            <a:ext cx="5334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45" name="Equation" r:id="rId5" imgW="533160" imgH="266400" progId="Equation.DSMT4">
                    <p:embed/>
                  </p:oleObj>
                </mc:Choice>
                <mc:Fallback>
                  <p:oleObj name="Equation" r:id="rId5" imgW="533160" imgH="26640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F05D9CF3-EE39-41FA-A7AF-E050347D872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860032" y="627343"/>
                          <a:ext cx="5334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23">
            <a:extLst>
              <a:ext uri="{FF2B5EF4-FFF2-40B4-BE49-F238E27FC236}">
                <a16:creationId xmlns:a16="http://schemas.microsoft.com/office/drawing/2014/main" id="{00AFDCB2-4D9A-410F-A4EB-AE67FE546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131590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CC6978C-E58D-4908-9F9A-6DAEF0F565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52922"/>
              </p:ext>
            </p:extLst>
          </p:nvPr>
        </p:nvGraphicFramePr>
        <p:xfrm>
          <a:off x="1116942" y="1837274"/>
          <a:ext cx="1955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46" name="Equation" r:id="rId7" imgW="1955520" imgH="685800" progId="Equation.DSMT4">
                  <p:embed/>
                </p:oleObj>
              </mc:Choice>
              <mc:Fallback>
                <p:oleObj name="Equation" r:id="rId7" imgW="1955520" imgH="6858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57D811B4-C267-4868-B092-46FFF7037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16942" y="1837274"/>
                        <a:ext cx="1955800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组合 22">
            <a:extLst>
              <a:ext uri="{FF2B5EF4-FFF2-40B4-BE49-F238E27FC236}">
                <a16:creationId xmlns:a16="http://schemas.microsoft.com/office/drawing/2014/main" id="{62636D3F-9D99-4199-AE16-F24194BED147}"/>
              </a:ext>
            </a:extLst>
          </p:cNvPr>
          <p:cNvGrpSpPr/>
          <p:nvPr/>
        </p:nvGrpSpPr>
        <p:grpSpPr>
          <a:xfrm>
            <a:off x="1043608" y="1131589"/>
            <a:ext cx="3502672" cy="461665"/>
            <a:chOff x="1043608" y="1347613"/>
            <a:chExt cx="3502672" cy="461665"/>
          </a:xfrm>
        </p:grpSpPr>
        <p:sp>
          <p:nvSpPr>
            <p:cNvPr id="9" name="Text Box 23">
              <a:extLst>
                <a:ext uri="{FF2B5EF4-FFF2-40B4-BE49-F238E27FC236}">
                  <a16:creationId xmlns:a16="http://schemas.microsoft.com/office/drawing/2014/main" id="{6CDB0DB3-0E2B-4AAC-82F9-54EAA67CDD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608" y="1347613"/>
              <a:ext cx="4940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令</a:t>
              </a:r>
              <a:endParaRPr kumimoji="1" lang="en-US" altLang="zh-CN" sz="2400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1F2134BA-CAE0-4738-8400-F2C918B5190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1631165"/>
                </p:ext>
              </p:extLst>
            </p:nvPr>
          </p:nvGraphicFramePr>
          <p:xfrm>
            <a:off x="1537654" y="1474475"/>
            <a:ext cx="1028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47" name="Equation" r:id="rId9" imgW="1028520" imgH="330120" progId="Equation.DSMT4">
                    <p:embed/>
                  </p:oleObj>
                </mc:Choice>
                <mc:Fallback>
                  <p:oleObj name="Equation" r:id="rId9" imgW="10285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37654" y="1474475"/>
                          <a:ext cx="1028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71F979C-7A3E-4D56-9A3C-D05910A943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3594743"/>
                </p:ext>
              </p:extLst>
            </p:nvPr>
          </p:nvGraphicFramePr>
          <p:xfrm>
            <a:off x="2775616" y="1462051"/>
            <a:ext cx="787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48" name="Equation" r:id="rId11" imgW="787320" imgH="330120" progId="Equation.DSMT4">
                    <p:embed/>
                  </p:oleObj>
                </mc:Choice>
                <mc:Fallback>
                  <p:oleObj name="Equation" r:id="rId11" imgW="7873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775616" y="1462051"/>
                          <a:ext cx="787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759C1656-BA4C-4951-93BF-5365F9CCA7E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9325822"/>
                </p:ext>
              </p:extLst>
            </p:nvPr>
          </p:nvGraphicFramePr>
          <p:xfrm>
            <a:off x="3771580" y="1462615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49" name="Equation" r:id="rId13" imgW="774360" imgH="279360" progId="Equation.DSMT4">
                    <p:embed/>
                  </p:oleObj>
                </mc:Choice>
                <mc:Fallback>
                  <p:oleObj name="Equation" r:id="rId13" imgW="77436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771580" y="1462615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7B5F79E-B119-4ACF-B0E4-D37FB8293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078387"/>
              </p:ext>
            </p:extLst>
          </p:nvPr>
        </p:nvGraphicFramePr>
        <p:xfrm>
          <a:off x="3169316" y="1837274"/>
          <a:ext cx="2552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0" name="Equation" r:id="rId15" imgW="2552400" imgH="812520" progId="Equation.DSMT4">
                  <p:embed/>
                </p:oleObj>
              </mc:Choice>
              <mc:Fallback>
                <p:oleObj name="Equation" r:id="rId15" imgW="25524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69316" y="1837274"/>
                        <a:ext cx="2552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C501E94-AAD7-4B54-9770-0165C53E7D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6038306"/>
              </p:ext>
            </p:extLst>
          </p:nvPr>
        </p:nvGraphicFramePr>
        <p:xfrm>
          <a:off x="5782022" y="1837274"/>
          <a:ext cx="2476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1" name="Equation" r:id="rId17" imgW="2476440" imgH="812520" progId="Equation.DSMT4">
                  <p:embed/>
                </p:oleObj>
              </mc:Choice>
              <mc:Fallback>
                <p:oleObj name="Equation" r:id="rId17" imgW="2476440" imgH="8125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7B5F79E-B119-4ACF-B0E4-D37FB82939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782022" y="1837274"/>
                        <a:ext cx="2476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CC78CB5-0411-47B3-A1E4-1BEB0975C8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467035"/>
              </p:ext>
            </p:extLst>
          </p:nvPr>
        </p:nvGraphicFramePr>
        <p:xfrm>
          <a:off x="850804" y="2877123"/>
          <a:ext cx="1689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2" name="Equation" r:id="rId19" imgW="1688760" imgH="723600" progId="Equation.DSMT4">
                  <p:embed/>
                </p:oleObj>
              </mc:Choice>
              <mc:Fallback>
                <p:oleObj name="Equation" r:id="rId19" imgW="1688760" imgH="723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DD6E0762-A56A-4913-ADED-12964EA23D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0804" y="2877123"/>
                        <a:ext cx="1689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40B24C17-F36D-4E82-8784-895E440A0F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118903"/>
              </p:ext>
            </p:extLst>
          </p:nvPr>
        </p:nvGraphicFramePr>
        <p:xfrm>
          <a:off x="2647630" y="2894094"/>
          <a:ext cx="15113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3" name="Equation" r:id="rId21" imgW="1511280" imgH="1104840" progId="Equation.DSMT4">
                  <p:embed/>
                </p:oleObj>
              </mc:Choice>
              <mc:Fallback>
                <p:oleObj name="Equation" r:id="rId21" imgW="1511280" imgH="110484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5CC78CB5-0411-47B3-A1E4-1BEB0975C8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47630" y="2894094"/>
                        <a:ext cx="1511300" cy="1104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>
            <a:extLst>
              <a:ext uri="{FF2B5EF4-FFF2-40B4-BE49-F238E27FC236}">
                <a16:creationId xmlns:a16="http://schemas.microsoft.com/office/drawing/2014/main" id="{35CC7FE3-7DF6-4050-A647-EE56A55354DB}"/>
              </a:ext>
            </a:extLst>
          </p:cNvPr>
          <p:cNvGrpSpPr/>
          <p:nvPr/>
        </p:nvGrpSpPr>
        <p:grpSpPr>
          <a:xfrm>
            <a:off x="4342110" y="2970191"/>
            <a:ext cx="2232248" cy="609600"/>
            <a:chOff x="5004048" y="3241641"/>
            <a:chExt cx="2232248" cy="60960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BE56A55-9617-4187-AE5D-C3B7FA9A9939}"/>
                </a:ext>
              </a:extLst>
            </p:cNvPr>
            <p:cNvSpPr/>
            <p:nvPr/>
          </p:nvSpPr>
          <p:spPr>
            <a:xfrm>
              <a:off x="5004048" y="3350037"/>
              <a:ext cx="223224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    型未定式</a:t>
              </a:r>
              <a:endPara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8ACD7D5C-76F7-4840-969A-88D40DFE762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7959695"/>
                </p:ext>
              </p:extLst>
            </p:nvPr>
          </p:nvGraphicFramePr>
          <p:xfrm>
            <a:off x="5393432" y="3241641"/>
            <a:ext cx="203200" cy="609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54" name="Equation" r:id="rId23" imgW="203040" imgH="609480" progId="Equation.DSMT4">
                    <p:embed/>
                  </p:oleObj>
                </mc:Choice>
                <mc:Fallback>
                  <p:oleObj name="Equation" r:id="rId23" imgW="203040" imgH="60948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B99D767C-ED5D-4ED8-B56B-CAC2E1E0468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5393432" y="3241641"/>
                          <a:ext cx="203200" cy="609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9423CDAD-42CD-4B96-A1D6-B3F449E9307F}"/>
              </a:ext>
            </a:extLst>
          </p:cNvPr>
          <p:cNvSpPr/>
          <p:nvPr/>
        </p:nvSpPr>
        <p:spPr>
          <a:xfrm>
            <a:off x="2830810" y="2767094"/>
            <a:ext cx="1440160" cy="112664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3A32DC77-55B4-4154-B0B3-4C0DF28137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977730"/>
              </p:ext>
            </p:extLst>
          </p:nvPr>
        </p:nvGraphicFramePr>
        <p:xfrm>
          <a:off x="854626" y="3955072"/>
          <a:ext cx="54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5" name="Equation" r:id="rId25" imgW="545760" imgH="736560" progId="Equation.DSMT4">
                  <p:embed/>
                </p:oleObj>
              </mc:Choice>
              <mc:Fallback>
                <p:oleObj name="Equation" r:id="rId25" imgW="5457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54626" y="3955072"/>
                        <a:ext cx="54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160F7709-059D-416F-A7EE-23C0794D80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737433"/>
              </p:ext>
            </p:extLst>
          </p:nvPr>
        </p:nvGraphicFramePr>
        <p:xfrm>
          <a:off x="6146800" y="3136776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56" name="Equation" r:id="rId27" imgW="914400" imgH="306720" progId="Equation.DSMT4">
                  <p:embed/>
                </p:oleObj>
              </mc:Choice>
              <mc:Fallback>
                <p:oleObj name="Equation" r:id="rId27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146800" y="3136776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B664A3D8-E689-4C0A-93DB-2EC6B53F38FF}"/>
              </a:ext>
            </a:extLst>
          </p:cNvPr>
          <p:cNvGrpSpPr/>
          <p:nvPr/>
        </p:nvGrpSpPr>
        <p:grpSpPr>
          <a:xfrm>
            <a:off x="4934694" y="3867894"/>
            <a:ext cx="3165698" cy="936104"/>
            <a:chOff x="4934694" y="4083918"/>
            <a:chExt cx="3165698" cy="936104"/>
          </a:xfrm>
        </p:grpSpPr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464E7B0E-5854-48C8-9DED-2F72150D933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2827242"/>
                </p:ext>
              </p:extLst>
            </p:nvPr>
          </p:nvGraphicFramePr>
          <p:xfrm>
            <a:off x="5220072" y="4351431"/>
            <a:ext cx="787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57" name="Equation" r:id="rId29" imgW="787320" imgH="330120" progId="Equation.DSMT4">
                    <p:embed/>
                  </p:oleObj>
                </mc:Choice>
                <mc:Fallback>
                  <p:oleObj name="Equation" r:id="rId29" imgW="7873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220072" y="4351431"/>
                          <a:ext cx="787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A7AE2C1E-0937-48F2-B665-FCEC0044488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9638254"/>
                </p:ext>
              </p:extLst>
            </p:nvPr>
          </p:nvGraphicFramePr>
          <p:xfrm>
            <a:off x="6146800" y="4115351"/>
            <a:ext cx="14605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658" name="Equation" r:id="rId31" imgW="1460160" imgH="723600" progId="Equation.DSMT4">
                    <p:embed/>
                  </p:oleObj>
                </mc:Choice>
                <mc:Fallback>
                  <p:oleObj name="Equation" r:id="rId31" imgW="14601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6146800" y="4115351"/>
                          <a:ext cx="14605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B506FF60-16E6-47FE-BC20-4241483182EE}"/>
                </a:ext>
              </a:extLst>
            </p:cNvPr>
            <p:cNvSpPr/>
            <p:nvPr/>
          </p:nvSpPr>
          <p:spPr>
            <a:xfrm>
              <a:off x="4934694" y="4083918"/>
              <a:ext cx="3165698" cy="936104"/>
            </a:xfrm>
            <a:prstGeom prst="roundRect">
              <a:avLst/>
            </a:prstGeom>
            <a:noFill/>
            <a:ln w="63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4349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58648FE-E84A-4F1A-82D6-2A2B55EE5C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856499"/>
              </p:ext>
            </p:extLst>
          </p:nvPr>
        </p:nvGraphicFramePr>
        <p:xfrm>
          <a:off x="2339752" y="403002"/>
          <a:ext cx="3009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20" name="Equation" r:id="rId3" imgW="3009600" imgH="545760" progId="Equation.DSMT4">
                  <p:embed/>
                </p:oleObj>
              </mc:Choice>
              <mc:Fallback>
                <p:oleObj name="Equation" r:id="rId3" imgW="30096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403002"/>
                        <a:ext cx="30099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E6024C5-7801-44B7-A91E-6F9D063A3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434" y="339502"/>
            <a:ext cx="811913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14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求极限</a:t>
            </a:r>
          </a:p>
        </p:txBody>
      </p:sp>
      <p:sp>
        <p:nvSpPr>
          <p:cNvPr id="15" name="Text Box 23">
            <a:extLst>
              <a:ext uri="{FF2B5EF4-FFF2-40B4-BE49-F238E27FC236}">
                <a16:creationId xmlns:a16="http://schemas.microsoft.com/office/drawing/2014/main" id="{436A98E9-9C93-44CB-8FCE-C9ACC13C5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163340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C100141B-6398-4828-88F5-005C30D90C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129217"/>
              </p:ext>
            </p:extLst>
          </p:nvPr>
        </p:nvGraphicFramePr>
        <p:xfrm>
          <a:off x="1227138" y="1185739"/>
          <a:ext cx="2959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21" name="Equation" r:id="rId5" imgW="2958840" imgH="545760" progId="Equation.DSMT4">
                  <p:embed/>
                </p:oleObj>
              </mc:Choice>
              <mc:Fallback>
                <p:oleObj name="Equation" r:id="rId5" imgW="2958840" imgH="5457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58648FE-E84A-4F1A-82D6-2A2B55EE5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27138" y="1185739"/>
                        <a:ext cx="29591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E6A8C05-5789-4131-A0B9-150CA83992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020763"/>
              </p:ext>
            </p:extLst>
          </p:nvPr>
        </p:nvGraphicFramePr>
        <p:xfrm>
          <a:off x="971600" y="1758366"/>
          <a:ext cx="480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22" name="Equation" r:id="rId7" imgW="4800600" imgH="787320" progId="Equation.DSMT4">
                  <p:embed/>
                </p:oleObj>
              </mc:Choice>
              <mc:Fallback>
                <p:oleObj name="Equation" r:id="rId7" imgW="48006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1600" y="1758366"/>
                        <a:ext cx="4800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E94BA727-BF24-4A85-B8BB-9B60B8485C91}"/>
              </a:ext>
            </a:extLst>
          </p:cNvPr>
          <p:cNvSpPr/>
          <p:nvPr/>
        </p:nvSpPr>
        <p:spPr>
          <a:xfrm>
            <a:off x="6012160" y="1899511"/>
            <a:ext cx="1224136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和差化积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5589A1-33A1-4779-AF59-BB0728A249FF}"/>
              </a:ext>
            </a:extLst>
          </p:cNvPr>
          <p:cNvSpPr/>
          <p:nvPr/>
        </p:nvSpPr>
        <p:spPr>
          <a:xfrm>
            <a:off x="5922962" y="363724"/>
            <a:ext cx="2897509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极限不存在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极限不存在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93BDD9F7-35F1-4E09-A4A9-E1E8E61E1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318021"/>
              </p:ext>
            </p:extLst>
          </p:nvPr>
        </p:nvGraphicFramePr>
        <p:xfrm>
          <a:off x="986745" y="2662915"/>
          <a:ext cx="5168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23" name="Equation" r:id="rId9" imgW="5168880" imgH="876240" progId="Equation.DSMT4">
                  <p:embed/>
                </p:oleObj>
              </mc:Choice>
              <mc:Fallback>
                <p:oleObj name="Equation" r:id="rId9" imgW="516888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86745" y="2662915"/>
                        <a:ext cx="51689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FC01BFA1-4B32-4296-B68E-37D879051C34}"/>
              </a:ext>
            </a:extLst>
          </p:cNvPr>
          <p:cNvSpPr/>
          <p:nvPr/>
        </p:nvSpPr>
        <p:spPr>
          <a:xfrm>
            <a:off x="1979712" y="2679128"/>
            <a:ext cx="2232248" cy="860088"/>
          </a:xfrm>
          <a:prstGeom prst="round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387500-B1C0-485B-BA52-493679549ED6}"/>
              </a:ext>
            </a:extLst>
          </p:cNvPr>
          <p:cNvSpPr/>
          <p:nvPr/>
        </p:nvSpPr>
        <p:spPr>
          <a:xfrm>
            <a:off x="6309887" y="2963540"/>
            <a:ext cx="1499487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分子有理化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C352F02-65C3-44CE-BB2F-55AFB5514859}"/>
              </a:ext>
            </a:extLst>
          </p:cNvPr>
          <p:cNvSpPr/>
          <p:nvPr/>
        </p:nvSpPr>
        <p:spPr>
          <a:xfrm>
            <a:off x="2415082" y="3555428"/>
            <a:ext cx="1156113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无穷小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AE67D59-DA36-4583-B538-1DE22D9D0668}"/>
              </a:ext>
            </a:extLst>
          </p:cNvPr>
          <p:cNvSpPr/>
          <p:nvPr/>
        </p:nvSpPr>
        <p:spPr>
          <a:xfrm>
            <a:off x="4742407" y="3555428"/>
            <a:ext cx="1029793" cy="400110"/>
          </a:xfrm>
          <a:prstGeom prst="rect">
            <a:avLst/>
          </a:prstGeom>
          <a:ln>
            <a:solidFill>
              <a:srgbClr val="0066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有界量</a:t>
            </a:r>
            <a:endParaRPr lang="zh-CN" altLang="en-US" sz="20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2920EDFA-F01D-43A7-ACEB-2EF1877776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248813"/>
              </p:ext>
            </p:extLst>
          </p:nvPr>
        </p:nvGraphicFramePr>
        <p:xfrm>
          <a:off x="986745" y="4138059"/>
          <a:ext cx="4318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224" name="Equation" r:id="rId11" imgW="431640" imgH="279360" progId="Equation.DSMT4">
                  <p:embed/>
                </p:oleObj>
              </mc:Choice>
              <mc:Fallback>
                <p:oleObj name="Equation" r:id="rId11" imgW="4316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86745" y="4138059"/>
                        <a:ext cx="4318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14C22772-2075-4708-9B4D-9EDE292E3FA8}"/>
              </a:ext>
            </a:extLst>
          </p:cNvPr>
          <p:cNvSpPr/>
          <p:nvPr/>
        </p:nvSpPr>
        <p:spPr>
          <a:xfrm>
            <a:off x="1684782" y="4259579"/>
            <a:ext cx="6559626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在本题中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“极限不存在”</a:t>
            </a:r>
            <a:r>
              <a:rPr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“极限不存在” ，极限存在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999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 animBg="1"/>
      <p:bldP spid="19" grpId="0" animBg="1"/>
      <p:bldP spid="21" grpId="0" animBg="1"/>
      <p:bldP spid="22" grpId="0" animBg="1"/>
      <p:bldP spid="26" grpId="0" animBg="1"/>
      <p:bldP spid="27" grpId="0" animBg="1"/>
      <p:bldP spid="2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6CEA968-8CD4-4234-A8B9-7EFCD1E61E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299781"/>
              </p:ext>
            </p:extLst>
          </p:nvPr>
        </p:nvGraphicFramePr>
        <p:xfrm>
          <a:off x="6515100" y="3143126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50" name="Equation" r:id="rId3" imgW="177480" imgH="291960" progId="Equation.DSMT4">
                  <p:embed/>
                </p:oleObj>
              </mc:Choice>
              <mc:Fallback>
                <p:oleObj name="Equation" r:id="rId3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15100" y="3143126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0986A2A-264D-482A-9890-2ABFCC24BB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434085"/>
              </p:ext>
            </p:extLst>
          </p:nvPr>
        </p:nvGraphicFramePr>
        <p:xfrm>
          <a:off x="2555776" y="247452"/>
          <a:ext cx="13589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51" name="Equation" r:id="rId5" imgW="1358640" imgH="711000" progId="Equation.DSMT4">
                  <p:embed/>
                </p:oleObj>
              </mc:Choice>
              <mc:Fallback>
                <p:oleObj name="Equation" r:id="rId5" imgW="13586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55776" y="247452"/>
                        <a:ext cx="13589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E2B6FC09-FBAB-4657-A43F-C93BD88A6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67494"/>
            <a:ext cx="194421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15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求极限</a:t>
            </a:r>
          </a:p>
        </p:txBody>
      </p:sp>
      <p:sp>
        <p:nvSpPr>
          <p:cNvPr id="6" name="Text Box 23">
            <a:extLst>
              <a:ext uri="{FF2B5EF4-FFF2-40B4-BE49-F238E27FC236}">
                <a16:creationId xmlns:a16="http://schemas.microsoft.com/office/drawing/2014/main" id="{14BB95B1-D2B4-41FD-917C-B4035F8B1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15" y="1126986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F52F1C7-E966-4167-BE1B-2D1B462BF417}"/>
              </a:ext>
            </a:extLst>
          </p:cNvPr>
          <p:cNvGrpSpPr/>
          <p:nvPr/>
        </p:nvGrpSpPr>
        <p:grpSpPr>
          <a:xfrm>
            <a:off x="1043608" y="1131589"/>
            <a:ext cx="3502672" cy="461665"/>
            <a:chOff x="1043608" y="1347613"/>
            <a:chExt cx="3502672" cy="461665"/>
          </a:xfrm>
        </p:grpSpPr>
        <p:sp>
          <p:nvSpPr>
            <p:cNvPr id="8" name="Text Box 23">
              <a:extLst>
                <a:ext uri="{FF2B5EF4-FFF2-40B4-BE49-F238E27FC236}">
                  <a16:creationId xmlns:a16="http://schemas.microsoft.com/office/drawing/2014/main" id="{4DED1E4E-9AD9-4E91-84C0-42D72F8766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608" y="1347613"/>
              <a:ext cx="49404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kumimoji="1"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令</a:t>
              </a:r>
              <a:endParaRPr kumimoji="1" lang="en-US" altLang="zh-CN" sz="2400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4462FB5F-CE4D-4884-9F38-A9410BB7F6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7252855"/>
                </p:ext>
              </p:extLst>
            </p:nvPr>
          </p:nvGraphicFramePr>
          <p:xfrm>
            <a:off x="1537654" y="1474475"/>
            <a:ext cx="1028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452" name="Equation" r:id="rId7" imgW="1028520" imgH="330120" progId="Equation.DSMT4">
                    <p:embed/>
                  </p:oleObj>
                </mc:Choice>
                <mc:Fallback>
                  <p:oleObj name="Equation" r:id="rId7" imgW="1028520" imgH="3301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1F2134BA-CAE0-4738-8400-F2C918B5190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37654" y="1474475"/>
                          <a:ext cx="1028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EA5AF761-044F-44EC-B4BF-1CE298D8D2B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63337168"/>
                </p:ext>
              </p:extLst>
            </p:nvPr>
          </p:nvGraphicFramePr>
          <p:xfrm>
            <a:off x="2775616" y="1462051"/>
            <a:ext cx="787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453" name="Equation" r:id="rId9" imgW="787320" imgH="330120" progId="Equation.DSMT4">
                    <p:embed/>
                  </p:oleObj>
                </mc:Choice>
                <mc:Fallback>
                  <p:oleObj name="Equation" r:id="rId9" imgW="787320" imgH="33012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A71F979C-7A3E-4D56-9A3C-D05910A9437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75616" y="1462051"/>
                          <a:ext cx="787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80DF507A-1260-410B-8C79-ABEA6626E1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9333723"/>
                </p:ext>
              </p:extLst>
            </p:nvPr>
          </p:nvGraphicFramePr>
          <p:xfrm>
            <a:off x="3771580" y="1462615"/>
            <a:ext cx="774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454" name="Equation" r:id="rId11" imgW="774360" imgH="279360" progId="Equation.DSMT4">
                    <p:embed/>
                  </p:oleObj>
                </mc:Choice>
                <mc:Fallback>
                  <p:oleObj name="Equation" r:id="rId11" imgW="774360" imgH="27936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759C1656-BA4C-4951-93BF-5365F9CCA7E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71580" y="1462615"/>
                          <a:ext cx="774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6C54869-672F-42AA-892E-218F36C580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654969"/>
              </p:ext>
            </p:extLst>
          </p:nvPr>
        </p:nvGraphicFramePr>
        <p:xfrm>
          <a:off x="896938" y="1847726"/>
          <a:ext cx="12827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55" name="Equation" r:id="rId13" imgW="1282680" imgH="711000" progId="Equation.DSMT4">
                  <p:embed/>
                </p:oleObj>
              </mc:Choice>
              <mc:Fallback>
                <p:oleObj name="Equation" r:id="rId13" imgW="1282680" imgH="7110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0986A2A-264D-482A-9890-2ABFCC24BB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6938" y="1847726"/>
                        <a:ext cx="12827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BDFB5DCA-1037-43A5-A876-E04ADFAB59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14839"/>
              </p:ext>
            </p:extLst>
          </p:nvPr>
        </p:nvGraphicFramePr>
        <p:xfrm>
          <a:off x="2411760" y="1854076"/>
          <a:ext cx="2032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56" name="Equation" r:id="rId15" imgW="2031840" imgH="736560" progId="Equation.DSMT4">
                  <p:embed/>
                </p:oleObj>
              </mc:Choice>
              <mc:Fallback>
                <p:oleObj name="Equation" r:id="rId15" imgW="2031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11760" y="1854076"/>
                        <a:ext cx="2032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734AE74-0DE1-426A-83BD-85A1D9A80A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733431"/>
              </p:ext>
            </p:extLst>
          </p:nvPr>
        </p:nvGraphicFramePr>
        <p:xfrm>
          <a:off x="4459796" y="1851670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57" name="Equation" r:id="rId17" imgW="1574640" imgH="736560" progId="Equation.DSMT4">
                  <p:embed/>
                </p:oleObj>
              </mc:Choice>
              <mc:Fallback>
                <p:oleObj name="Equation" r:id="rId17" imgW="1574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59796" y="1851670"/>
                        <a:ext cx="1574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914BBBD-98FE-4ADA-A4BC-EDB35A3FC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28287"/>
              </p:ext>
            </p:extLst>
          </p:nvPr>
        </p:nvGraphicFramePr>
        <p:xfrm>
          <a:off x="2411760" y="2920876"/>
          <a:ext cx="157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58" name="Equation" r:id="rId19" imgW="1574640" imgH="736560" progId="Equation.DSMT4">
                  <p:embed/>
                </p:oleObj>
              </mc:Choice>
              <mc:Fallback>
                <p:oleObj name="Equation" r:id="rId19" imgW="1574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11760" y="2920876"/>
                        <a:ext cx="1574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1D7BEA3A-F49F-4A90-B106-0D2675D249AF}"/>
              </a:ext>
            </a:extLst>
          </p:cNvPr>
          <p:cNvSpPr/>
          <p:nvPr/>
        </p:nvSpPr>
        <p:spPr>
          <a:xfrm>
            <a:off x="4211960" y="2925784"/>
            <a:ext cx="2213270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等价无穷小代换，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重要极限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D00693FE-3B7D-42B0-8CC0-023067CB35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760167"/>
              </p:ext>
            </p:extLst>
          </p:nvPr>
        </p:nvGraphicFramePr>
        <p:xfrm>
          <a:off x="2423322" y="3951390"/>
          <a:ext cx="546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459" name="Equation" r:id="rId21" imgW="545760" imgH="736560" progId="Equation.DSMT4">
                  <p:embed/>
                </p:oleObj>
              </mc:Choice>
              <mc:Fallback>
                <p:oleObj name="Equation" r:id="rId21" imgW="54576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423322" y="3951390"/>
                        <a:ext cx="546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7356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E4E81F6-D5CA-4542-AA97-8B363B4514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341802"/>
              </p:ext>
            </p:extLst>
          </p:nvPr>
        </p:nvGraphicFramePr>
        <p:xfrm>
          <a:off x="2427288" y="484188"/>
          <a:ext cx="1993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00" name="Equation" r:id="rId3" imgW="1993680" imgH="609480" progId="Equation.DSMT4">
                  <p:embed/>
                </p:oleObj>
              </mc:Choice>
              <mc:Fallback>
                <p:oleObj name="Equation" r:id="rId3" imgW="19936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7288" y="484188"/>
                        <a:ext cx="19939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580C309-1D2B-480E-BB84-D56BF355C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483518"/>
            <a:ext cx="19939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16  </a:t>
            </a:r>
            <a:r>
              <a: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求极限</a:t>
            </a:r>
          </a:p>
        </p:txBody>
      </p:sp>
      <p:sp>
        <p:nvSpPr>
          <p:cNvPr id="6" name="Text Box 23">
            <a:extLst>
              <a:ext uri="{FF2B5EF4-FFF2-40B4-BE49-F238E27FC236}">
                <a16:creationId xmlns:a16="http://schemas.microsoft.com/office/drawing/2014/main" id="{6CAF934D-7866-4B13-90BD-2D9354062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54" y="1331127"/>
            <a:ext cx="494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BD8074A-77D7-4145-9360-052BC25EC3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69062"/>
              </p:ext>
            </p:extLst>
          </p:nvPr>
        </p:nvGraphicFramePr>
        <p:xfrm>
          <a:off x="1389063" y="1273175"/>
          <a:ext cx="187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01" name="Equation" r:id="rId5" imgW="1879560" imgH="609480" progId="Equation.DSMT4">
                  <p:embed/>
                </p:oleObj>
              </mc:Choice>
              <mc:Fallback>
                <p:oleObj name="Equation" r:id="rId5" imgW="1879560" imgH="6094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E4E81F6-D5CA-4542-AA97-8B363B4514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89063" y="1273175"/>
                        <a:ext cx="1879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A2208337-C0DD-42DE-824A-78A3977602BB}"/>
              </a:ext>
            </a:extLst>
          </p:cNvPr>
          <p:cNvGrpSpPr/>
          <p:nvPr/>
        </p:nvGrpSpPr>
        <p:grpSpPr>
          <a:xfrm>
            <a:off x="4591946" y="508787"/>
            <a:ext cx="2716358" cy="400110"/>
            <a:chOff x="4591946" y="508787"/>
            <a:chExt cx="2716358" cy="40011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382467C-C4DF-44E6-A809-18495C53221F}"/>
                </a:ext>
              </a:extLst>
            </p:cNvPr>
            <p:cNvSpPr/>
            <p:nvPr/>
          </p:nvSpPr>
          <p:spPr>
            <a:xfrm>
              <a:off x="4591946" y="508787"/>
              <a:ext cx="2716358" cy="400110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幂指函数，   未定式</a:t>
              </a:r>
              <a:endPara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775BE0CC-355C-4CC8-857B-58DA88DCA7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2723585"/>
                </p:ext>
              </p:extLst>
            </p:nvPr>
          </p:nvGraphicFramePr>
          <p:xfrm>
            <a:off x="5958757" y="540845"/>
            <a:ext cx="279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402" name="Equation" r:id="rId7" imgW="279360" imgH="330120" progId="Equation.DSMT4">
                    <p:embed/>
                  </p:oleObj>
                </mc:Choice>
                <mc:Fallback>
                  <p:oleObj name="Equation" r:id="rId7" imgW="2793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958757" y="540845"/>
                          <a:ext cx="279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CF0CCB49-E8FB-4017-803D-EBDEEEA072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5774686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03" name="Equation" r:id="rId9" imgW="914400" imgH="306720" progId="Equation.DSMT4">
                  <p:embed/>
                </p:oleObj>
              </mc:Choice>
              <mc:Fallback>
                <p:oleObj name="Equation" r:id="rId9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C5D9689-F4F0-4081-B094-2066F517E2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4081825"/>
              </p:ext>
            </p:extLst>
          </p:nvPr>
        </p:nvGraphicFramePr>
        <p:xfrm>
          <a:off x="3335338" y="1261946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04" name="Equation" r:id="rId11" imgW="2171520" imgH="736560" progId="Equation.DSMT4">
                  <p:embed/>
                </p:oleObj>
              </mc:Choice>
              <mc:Fallback>
                <p:oleObj name="Equation" r:id="rId11" imgW="21715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35338" y="1261946"/>
                        <a:ext cx="2171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48E6B786-0AD1-499C-BA24-EBA9766732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348687"/>
              </p:ext>
            </p:extLst>
          </p:nvPr>
        </p:nvGraphicFramePr>
        <p:xfrm>
          <a:off x="1206500" y="2392820"/>
          <a:ext cx="336550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05" name="Equation" r:id="rId13" imgW="3365280" imgH="1079280" progId="Equation.DSMT4">
                  <p:embed/>
                </p:oleObj>
              </mc:Choice>
              <mc:Fallback>
                <p:oleObj name="Equation" r:id="rId13" imgW="3365280" imgH="1079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06500" y="2392820"/>
                        <a:ext cx="3365500" cy="1079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A54CCDA-5248-44CA-BB8E-5BC4D818D8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762140"/>
              </p:ext>
            </p:extLst>
          </p:nvPr>
        </p:nvGraphicFramePr>
        <p:xfrm>
          <a:off x="1087438" y="3841842"/>
          <a:ext cx="2679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06" name="Equation" r:id="rId15" imgW="2679480" imgH="736560" progId="Equation.DSMT4">
                  <p:embed/>
                </p:oleObj>
              </mc:Choice>
              <mc:Fallback>
                <p:oleObj name="Equation" r:id="rId15" imgW="26794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87438" y="3841842"/>
                        <a:ext cx="2679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1B48990-6C5A-4E9A-B25E-D3C12493C6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671374"/>
              </p:ext>
            </p:extLst>
          </p:nvPr>
        </p:nvGraphicFramePr>
        <p:xfrm>
          <a:off x="3923928" y="4038692"/>
          <a:ext cx="584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407" name="Equation" r:id="rId17" imgW="583920" imgH="342720" progId="Equation.DSMT4">
                  <p:embed/>
                </p:oleObj>
              </mc:Choice>
              <mc:Fallback>
                <p:oleObj name="Equation" r:id="rId17" imgW="583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23928" y="4038692"/>
                        <a:ext cx="584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29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6">
            <a:extLst>
              <a:ext uri="{FF2B5EF4-FFF2-40B4-BE49-F238E27FC236}">
                <a16:creationId xmlns:a16="http://schemas.microsoft.com/office/drawing/2014/main" id="{47EF4459-C454-41BC-9CFB-FD8F83DD1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246485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sp>
        <p:nvSpPr>
          <p:cNvPr id="9" name="Oval 20">
            <a:extLst>
              <a:ext uri="{FF2B5EF4-FFF2-40B4-BE49-F238E27FC236}">
                <a16:creationId xmlns:a16="http://schemas.microsoft.com/office/drawing/2014/main" id="{1D3FF9AB-04D8-4D0B-B1FA-862D2BAF7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302" y="1300165"/>
            <a:ext cx="227856" cy="5842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>
              <a:latin typeface="+mj-ea"/>
              <a:ea typeface="+mj-ea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F4526C7-F52B-4737-AD20-3E740503AC47}"/>
              </a:ext>
            </a:extLst>
          </p:cNvPr>
          <p:cNvGrpSpPr/>
          <p:nvPr/>
        </p:nvGrpSpPr>
        <p:grpSpPr>
          <a:xfrm>
            <a:off x="884859" y="214642"/>
            <a:ext cx="6148901" cy="734952"/>
            <a:chOff x="905041" y="555526"/>
            <a:chExt cx="6148901" cy="734952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C4DD1103-7773-426A-A2D9-AA7D1F326DAB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05041" y="604678"/>
              <a:ext cx="4191000" cy="6858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+mj-ea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+mj-ea"/>
                </a:rPr>
                <a:t>17</a:t>
              </a:r>
              <a:r>
                <a:rPr lang="en-US" altLang="zh-CN" sz="2400" b="1" dirty="0">
                  <a:latin typeface="+mj-ea"/>
                </a:rPr>
                <a:t> </a:t>
              </a:r>
              <a:r>
                <a:rPr lang="zh-CN" altLang="en-US" sz="2400" b="1" dirty="0">
                  <a:latin typeface="+mj-ea"/>
                </a:rPr>
                <a:t>确定常数    使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04B4114-F175-4AE5-A5EC-5F7407018F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5765668"/>
                </p:ext>
              </p:extLst>
            </p:nvPr>
          </p:nvGraphicFramePr>
          <p:xfrm>
            <a:off x="3047712" y="729123"/>
            <a:ext cx="520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65" name="Equation" r:id="rId3" imgW="520560" imgH="330120" progId="Equation.DSMT4">
                    <p:embed/>
                  </p:oleObj>
                </mc:Choice>
                <mc:Fallback>
                  <p:oleObj name="Equation" r:id="rId3" imgW="5205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047712" y="729123"/>
                          <a:ext cx="520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3E7AA59C-4206-4AC0-AF49-F1C73B6092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4413552"/>
                </p:ext>
              </p:extLst>
            </p:nvPr>
          </p:nvGraphicFramePr>
          <p:xfrm>
            <a:off x="3980542" y="555526"/>
            <a:ext cx="3073400" cy="584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66" name="Equation" r:id="rId5" imgW="3073320" imgH="583920" progId="Equation.DSMT4">
                    <p:embed/>
                  </p:oleObj>
                </mc:Choice>
                <mc:Fallback>
                  <p:oleObj name="Equation" r:id="rId5" imgW="3073320" imgH="5839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80542" y="555526"/>
                          <a:ext cx="3073400" cy="584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F1735A36-87DB-4394-A02E-5648AC46B5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070139"/>
              </p:ext>
            </p:extLst>
          </p:nvPr>
        </p:nvGraphicFramePr>
        <p:xfrm>
          <a:off x="1604939" y="1251927"/>
          <a:ext cx="25654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67" name="Equation" r:id="rId7" imgW="2565360" imgH="583920" progId="Equation.DSMT4">
                  <p:embed/>
                </p:oleObj>
              </mc:Choice>
              <mc:Fallback>
                <p:oleObj name="Equation" r:id="rId7" imgW="2565360" imgH="5839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E7AA59C-4206-4AC0-AF49-F1C73B609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04939" y="1251927"/>
                        <a:ext cx="25654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组合 35">
            <a:extLst>
              <a:ext uri="{FF2B5EF4-FFF2-40B4-BE49-F238E27FC236}">
                <a16:creationId xmlns:a16="http://schemas.microsoft.com/office/drawing/2014/main" id="{90CC0D16-7110-47D2-A114-EF3CCAC6246F}"/>
              </a:ext>
            </a:extLst>
          </p:cNvPr>
          <p:cNvGrpSpPr/>
          <p:nvPr/>
        </p:nvGrpSpPr>
        <p:grpSpPr>
          <a:xfrm>
            <a:off x="4131520" y="1122365"/>
            <a:ext cx="4139480" cy="939800"/>
            <a:chOff x="4074245" y="1262063"/>
            <a:chExt cx="4139480" cy="939800"/>
          </a:xfrm>
        </p:grpSpPr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5FDE15D-9C77-4757-AF77-A434E04315B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0726922"/>
                </p:ext>
              </p:extLst>
            </p:nvPr>
          </p:nvGraphicFramePr>
          <p:xfrm>
            <a:off x="4074245" y="1483473"/>
            <a:ext cx="11303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68" name="Equation" r:id="rId9" imgW="1130040" imgH="507960" progId="Equation.DSMT4">
                    <p:embed/>
                  </p:oleObj>
                </mc:Choice>
                <mc:Fallback>
                  <p:oleObj name="Equation" r:id="rId9" imgW="1130040" imgH="507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74245" y="1483473"/>
                          <a:ext cx="11303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047E781-F3A2-40E1-9333-8BE3F24E3B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7442494"/>
                </p:ext>
              </p:extLst>
            </p:nvPr>
          </p:nvGraphicFramePr>
          <p:xfrm>
            <a:off x="5292725" y="1262063"/>
            <a:ext cx="2921000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69" name="Equation" r:id="rId11" imgW="2920680" imgH="939600" progId="Equation.DSMT4">
                    <p:embed/>
                  </p:oleObj>
                </mc:Choice>
                <mc:Fallback>
                  <p:oleObj name="Equation" r:id="rId11" imgW="292068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292725" y="1262063"/>
                          <a:ext cx="2921000" cy="939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256EB15-73DF-46AA-B835-F0360A0E96C6}"/>
              </a:ext>
            </a:extLst>
          </p:cNvPr>
          <p:cNvGrpSpPr/>
          <p:nvPr/>
        </p:nvGrpSpPr>
        <p:grpSpPr>
          <a:xfrm>
            <a:off x="884859" y="2211390"/>
            <a:ext cx="6085979" cy="939800"/>
            <a:chOff x="827584" y="2351088"/>
            <a:chExt cx="6085979" cy="939800"/>
          </a:xfrm>
        </p:grpSpPr>
        <p:sp>
          <p:nvSpPr>
            <p:cNvPr id="18" name="Text Box 6">
              <a:extLst>
                <a:ext uri="{FF2B5EF4-FFF2-40B4-BE49-F238E27FC236}">
                  <a16:creationId xmlns:a16="http://schemas.microsoft.com/office/drawing/2014/main" id="{61970D9F-3336-4868-9F6C-612E611F9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84" y="2518638"/>
              <a:ext cx="27408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因为        从而</a:t>
              </a:r>
              <a:endParaRPr kumimoji="1"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DB7D33D8-BE0E-4CBC-88A5-F0A039A3A56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8345873"/>
                </p:ext>
              </p:extLst>
            </p:nvPr>
          </p:nvGraphicFramePr>
          <p:xfrm>
            <a:off x="1759162" y="2683156"/>
            <a:ext cx="8763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70" name="Equation" r:id="rId13" imgW="876240" imgH="253800" progId="Equation.DSMT4">
                    <p:embed/>
                  </p:oleObj>
                </mc:Choice>
                <mc:Fallback>
                  <p:oleObj name="Equation" r:id="rId13" imgW="8762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59162" y="2683156"/>
                          <a:ext cx="8763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F70EE6D9-C605-4E6B-B353-F37A1FEFBA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1439226"/>
                </p:ext>
              </p:extLst>
            </p:nvPr>
          </p:nvGraphicFramePr>
          <p:xfrm>
            <a:off x="3738563" y="2351088"/>
            <a:ext cx="3175000" cy="939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71" name="Equation" r:id="rId15" imgW="3174840" imgH="939600" progId="Equation.DSMT4">
                    <p:embed/>
                  </p:oleObj>
                </mc:Choice>
                <mc:Fallback>
                  <p:oleObj name="Equation" r:id="rId15" imgW="317484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738563" y="2351088"/>
                          <a:ext cx="3175000" cy="939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2BDAAC8-0AC0-4840-B963-3DEBBF63811F}"/>
              </a:ext>
            </a:extLst>
          </p:cNvPr>
          <p:cNvGrpSpPr/>
          <p:nvPr/>
        </p:nvGrpSpPr>
        <p:grpSpPr>
          <a:xfrm>
            <a:off x="859345" y="3198169"/>
            <a:ext cx="3622972" cy="493852"/>
            <a:chOff x="802070" y="3337867"/>
            <a:chExt cx="3622972" cy="493852"/>
          </a:xfrm>
        </p:grpSpPr>
        <p:sp>
          <p:nvSpPr>
            <p:cNvPr id="23" name="Text Box 10">
              <a:extLst>
                <a:ext uri="{FF2B5EF4-FFF2-40B4-BE49-F238E27FC236}">
                  <a16:creationId xmlns:a16="http://schemas.microsoft.com/office/drawing/2014/main" id="{703BDF9F-D682-4705-BE46-FF619CE8E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2070" y="3337867"/>
              <a:ext cx="6858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故</a:t>
              </a:r>
            </a:p>
          </p:txBody>
        </p:sp>
        <p:sp>
          <p:nvSpPr>
            <p:cNvPr id="25" name="Text Box 12">
              <a:extLst>
                <a:ext uri="{FF2B5EF4-FFF2-40B4-BE49-F238E27FC236}">
                  <a16:creationId xmlns:a16="http://schemas.microsoft.com/office/drawing/2014/main" id="{B8D9E2B5-A78B-4322-85FA-227CB8A342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7140" y="3370054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于是</a:t>
              </a: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B5F75064-0549-4F86-94B1-BAFF521C1BE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2420110"/>
                </p:ext>
              </p:extLst>
            </p:nvPr>
          </p:nvGraphicFramePr>
          <p:xfrm>
            <a:off x="1402655" y="3447488"/>
            <a:ext cx="1295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72" name="Equation" r:id="rId17" imgW="1295280" imgH="330120" progId="Equation.DSMT4">
                    <p:embed/>
                  </p:oleObj>
                </mc:Choice>
                <mc:Fallback>
                  <p:oleObj name="Equation" r:id="rId17" imgW="12952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02655" y="3447488"/>
                          <a:ext cx="1295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8C5C490F-93F9-49B9-9EB1-7E8431EC36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9565727"/>
                </p:ext>
              </p:extLst>
            </p:nvPr>
          </p:nvGraphicFramePr>
          <p:xfrm>
            <a:off x="3536042" y="3469332"/>
            <a:ext cx="8890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0673" name="Equation" r:id="rId19" imgW="888840" imgH="330120" progId="Equation.DSMT4">
                    <p:embed/>
                  </p:oleObj>
                </mc:Choice>
                <mc:Fallback>
                  <p:oleObj name="Equation" r:id="rId19" imgW="8888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536042" y="3469332"/>
                          <a:ext cx="8890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0DCF04C2-F452-4350-9C7E-1196020FFD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272871"/>
              </p:ext>
            </p:extLst>
          </p:nvPr>
        </p:nvGraphicFramePr>
        <p:xfrm>
          <a:off x="1105237" y="3942186"/>
          <a:ext cx="22987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74" name="Equation" r:id="rId21" imgW="2298600" imgH="558720" progId="Equation.DSMT4">
                  <p:embed/>
                </p:oleObj>
              </mc:Choice>
              <mc:Fallback>
                <p:oleObj name="Equation" r:id="rId21" imgW="2298600" imgH="55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05237" y="3942186"/>
                        <a:ext cx="22987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C73CC2BA-A0A0-44A4-AB72-C834D66F3C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970225"/>
              </p:ext>
            </p:extLst>
          </p:nvPr>
        </p:nvGraphicFramePr>
        <p:xfrm>
          <a:off x="3419600" y="3732636"/>
          <a:ext cx="38608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75" name="Equation" r:id="rId23" imgW="3860640" imgH="977760" progId="Equation.DSMT4">
                  <p:embed/>
                </p:oleObj>
              </mc:Choice>
              <mc:Fallback>
                <p:oleObj name="Equation" r:id="rId23" imgW="3860640" imgH="977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19600" y="3732636"/>
                        <a:ext cx="3860800" cy="977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87A91D94-DF7B-4201-99A6-3890AD80AB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022170"/>
              </p:ext>
            </p:extLst>
          </p:nvPr>
        </p:nvGraphicFramePr>
        <p:xfrm>
          <a:off x="7362739" y="4021135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0676" name="Equation" r:id="rId25" imgW="482400" imgH="279360" progId="Equation.DSMT4">
                  <p:embed/>
                </p:oleObj>
              </mc:Choice>
              <mc:Fallback>
                <p:oleObj name="Equation" r:id="rId25" imgW="4824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362739" y="4021135"/>
                        <a:ext cx="482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125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A49FA622-3CD4-4584-9A3F-D79AB0B565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761652"/>
              </p:ext>
            </p:extLst>
          </p:nvPr>
        </p:nvGraphicFramePr>
        <p:xfrm>
          <a:off x="3779912" y="207318"/>
          <a:ext cx="242568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0" name="Equation" r:id="rId3" imgW="2425680" imgH="914400" progId="Equation.DSMT4">
                  <p:embed/>
                </p:oleObj>
              </mc:Choice>
              <mc:Fallback>
                <p:oleObj name="Equation" r:id="rId3" imgW="2425680" imgH="914400" progId="Equation.DSMT4">
                  <p:embed/>
                  <p:pic>
                    <p:nvPicPr>
                      <p:cNvPr id="638988" name="Object 12">
                        <a:extLst>
                          <a:ext uri="{FF2B5EF4-FFF2-40B4-BE49-F238E27FC236}">
                            <a16:creationId xmlns:a16="http://schemas.microsoft.com/office/drawing/2014/main" id="{A5672B19-4A83-48CA-B4FC-2933E0497E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207318"/>
                        <a:ext cx="242568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5">
            <a:extLst>
              <a:ext uri="{FF2B5EF4-FFF2-40B4-BE49-F238E27FC236}">
                <a16:creationId xmlns:a16="http://schemas.microsoft.com/office/drawing/2014/main" id="{0AEE3BCB-4448-4895-92E7-BFB58824E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991" y="433686"/>
            <a:ext cx="1439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18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4EC42F1-9114-4FC4-B6CA-0731CF23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2801" y="395105"/>
            <a:ext cx="16196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证明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: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数列</a:t>
            </a:r>
          </a:p>
        </p:txBody>
      </p:sp>
      <p:sp>
        <p:nvSpPr>
          <p:cNvPr id="9" name="Rectangle 20">
            <a:extLst>
              <a:ext uri="{FF2B5EF4-FFF2-40B4-BE49-F238E27FC236}">
                <a16:creationId xmlns:a16="http://schemas.microsoft.com/office/drawing/2014/main" id="{3686B33C-F89D-4AA2-896E-63B796CA7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440" y="987511"/>
            <a:ext cx="281519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收敛，并求其极限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9316872-FE87-4C1B-87B8-3F149DDCB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563555"/>
              </p:ext>
            </p:extLst>
          </p:nvPr>
        </p:nvGraphicFramePr>
        <p:xfrm>
          <a:off x="2094505" y="518468"/>
          <a:ext cx="723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1" name="Equation" r:id="rId5" imgW="723600" imgH="291960" progId="Equation.DSMT4">
                  <p:embed/>
                </p:oleObj>
              </mc:Choice>
              <mc:Fallback>
                <p:oleObj name="Equation" r:id="rId5" imgW="7236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94505" y="518468"/>
                        <a:ext cx="723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093C54C-9DD0-4B50-8D97-879CCD8A5F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292620"/>
              </p:ext>
            </p:extLst>
          </p:nvPr>
        </p:nvGraphicFramePr>
        <p:xfrm>
          <a:off x="2903019" y="492995"/>
          <a:ext cx="800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2" name="Equation" r:id="rId7" imgW="799920" imgH="380880" progId="Equation.DSMT4">
                  <p:embed/>
                </p:oleObj>
              </mc:Choice>
              <mc:Fallback>
                <p:oleObj name="Equation" r:id="rId7" imgW="7999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903019" y="492995"/>
                        <a:ext cx="800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BE48CE7-BC8B-4F30-9D25-43E1CE7D8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731616"/>
              </p:ext>
            </p:extLst>
          </p:nvPr>
        </p:nvGraphicFramePr>
        <p:xfrm>
          <a:off x="6317409" y="499418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3" name="Equation" r:id="rId9" imgW="1143000" imgH="330120" progId="Equation.DSMT4">
                  <p:embed/>
                </p:oleObj>
              </mc:Choice>
              <mc:Fallback>
                <p:oleObj name="Equation" r:id="rId9" imgW="1143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317409" y="499418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E1D544A-609C-4D90-9C14-29416B9505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523915"/>
              </p:ext>
            </p:extLst>
          </p:nvPr>
        </p:nvGraphicFramePr>
        <p:xfrm>
          <a:off x="225153" y="1078496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4" name="Equation" r:id="rId11" imgW="533160" imgH="380880" progId="Equation.DSMT4">
                  <p:embed/>
                </p:oleObj>
              </mc:Choice>
              <mc:Fallback>
                <p:oleObj name="Equation" r:id="rId11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5153" y="1078496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23">
            <a:extLst>
              <a:ext uri="{FF2B5EF4-FFF2-40B4-BE49-F238E27FC236}">
                <a16:creationId xmlns:a16="http://schemas.microsoft.com/office/drawing/2014/main" id="{F69F350E-F582-4845-86E2-4DDE21B53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87" y="2402601"/>
            <a:ext cx="20161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有下界；又</a:t>
            </a:r>
          </a:p>
        </p:txBody>
      </p:sp>
      <p:sp>
        <p:nvSpPr>
          <p:cNvPr id="19" name="Rectangle 27">
            <a:extLst>
              <a:ext uri="{FF2B5EF4-FFF2-40B4-BE49-F238E27FC236}">
                <a16:creationId xmlns:a16="http://schemas.microsoft.com/office/drawing/2014/main" id="{1EA08A09-46F4-4784-9FC1-6AA0934B7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553" y="1701452"/>
            <a:ext cx="9589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证明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F63F16A-5BB5-4322-AD0D-2A1C8FB7FB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208026"/>
              </p:ext>
            </p:extLst>
          </p:nvPr>
        </p:nvGraphicFramePr>
        <p:xfrm>
          <a:off x="1593305" y="1469815"/>
          <a:ext cx="5168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5" name="Equation" r:id="rId13" imgW="5168880" imgH="914400" progId="Equation.DSMT4">
                  <p:embed/>
                </p:oleObj>
              </mc:Choice>
              <mc:Fallback>
                <p:oleObj name="Equation" r:id="rId13" imgW="51688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93305" y="1469815"/>
                        <a:ext cx="51689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0E68FBFD-CC43-434A-9658-1F69CF42424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254879"/>
              </p:ext>
            </p:extLst>
          </p:nvPr>
        </p:nvGraphicFramePr>
        <p:xfrm>
          <a:off x="7066495" y="1761915"/>
          <a:ext cx="1143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6" name="Equation" r:id="rId15" imgW="1143000" imgH="330120" progId="Equation.DSMT4">
                  <p:embed/>
                </p:oleObj>
              </mc:Choice>
              <mc:Fallback>
                <p:oleObj name="Equation" r:id="rId15" imgW="11430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66495" y="1761915"/>
                        <a:ext cx="1143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5">
            <a:extLst>
              <a:ext uri="{FF2B5EF4-FFF2-40B4-BE49-F238E27FC236}">
                <a16:creationId xmlns:a16="http://schemas.microsoft.com/office/drawing/2014/main" id="{6DF94F8F-CCB6-4625-9BEE-2CDEAD6A5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53" y="2461734"/>
            <a:ext cx="88553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38144CC-9A52-4537-8DE6-257711A9B2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277206"/>
              </p:ext>
            </p:extLst>
          </p:nvPr>
        </p:nvGraphicFramePr>
        <p:xfrm>
          <a:off x="1278593" y="2510074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7" name="Equation" r:id="rId17" imgW="533160" imgH="380880" progId="Equation.DSMT4">
                  <p:embed/>
                </p:oleObj>
              </mc:Choice>
              <mc:Fallback>
                <p:oleObj name="Equation" r:id="rId17" imgW="533160" imgH="380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E1D544A-609C-4D90-9C14-29416B9505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78593" y="2510074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C8EC0767-C183-468C-BB22-540B27FDA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911250"/>
              </p:ext>
            </p:extLst>
          </p:nvPr>
        </p:nvGraphicFramePr>
        <p:xfrm>
          <a:off x="281938" y="2952750"/>
          <a:ext cx="5422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8" name="Equation" r:id="rId18" imgW="5422680" imgH="914400" progId="Equation.DSMT4">
                  <p:embed/>
                </p:oleObj>
              </mc:Choice>
              <mc:Fallback>
                <p:oleObj name="Equation" r:id="rId18" imgW="542268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81938" y="2952750"/>
                        <a:ext cx="54229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AC82E76-A85A-4D8C-AC88-72CBE95D18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226906"/>
              </p:ext>
            </p:extLst>
          </p:nvPr>
        </p:nvGraphicFramePr>
        <p:xfrm>
          <a:off x="5685749" y="2984500"/>
          <a:ext cx="1549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59" name="Equation" r:id="rId20" imgW="1549080" imgH="850680" progId="Equation.DSMT4">
                  <p:embed/>
                </p:oleObj>
              </mc:Choice>
              <mc:Fallback>
                <p:oleObj name="Equation" r:id="rId20" imgW="1549080" imgH="850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685749" y="2984500"/>
                        <a:ext cx="15494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3C925221-D4F9-4BC8-822C-D64B409E21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5577346"/>
              </p:ext>
            </p:extLst>
          </p:nvPr>
        </p:nvGraphicFramePr>
        <p:xfrm>
          <a:off x="7460409" y="3075806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60" name="Equation" r:id="rId22" imgW="990360" imgH="419040" progId="Equation.DSMT4">
                  <p:embed/>
                </p:oleObj>
              </mc:Choice>
              <mc:Fallback>
                <p:oleObj name="Equation" r:id="rId22" imgW="9903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7460409" y="3075806"/>
                        <a:ext cx="9906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6">
            <a:extLst>
              <a:ext uri="{FF2B5EF4-FFF2-40B4-BE49-F238E27FC236}">
                <a16:creationId xmlns:a16="http://schemas.microsoft.com/office/drawing/2014/main" id="{ED8E7493-AF55-4930-9959-7E5D613A1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942" y="4017317"/>
            <a:ext cx="84635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从而数列单调递减有下界，由单调有界准则，从而存在极限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86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2" grpId="0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BDC6F4F-3844-4D11-A030-47ED8BCD3D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771073"/>
              </p:ext>
            </p:extLst>
          </p:nvPr>
        </p:nvGraphicFramePr>
        <p:xfrm>
          <a:off x="2267744" y="1542373"/>
          <a:ext cx="2184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4" name="Equation" r:id="rId3" imgW="2184120" imgH="812520" progId="Equation.DSMT4">
                  <p:embed/>
                </p:oleObj>
              </mc:Choice>
              <mc:Fallback>
                <p:oleObj name="Equation" r:id="rId3" imgW="2184120" imgH="812520" progId="Equation.DSMT4">
                  <p:embed/>
                  <p:pic>
                    <p:nvPicPr>
                      <p:cNvPr id="640003" name="Object 3">
                        <a:extLst>
                          <a:ext uri="{FF2B5EF4-FFF2-40B4-BE49-F238E27FC236}">
                            <a16:creationId xmlns:a16="http://schemas.microsoft.com/office/drawing/2014/main" id="{440BBEEF-8879-4D27-B13E-BFF9F481C8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1542373"/>
                        <a:ext cx="2184400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>
            <a:extLst>
              <a:ext uri="{FF2B5EF4-FFF2-40B4-BE49-F238E27FC236}">
                <a16:creationId xmlns:a16="http://schemas.microsoft.com/office/drawing/2014/main" id="{E8049506-8025-47EE-881E-91C2474CC4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25567"/>
              </p:ext>
            </p:extLst>
          </p:nvPr>
        </p:nvGraphicFramePr>
        <p:xfrm>
          <a:off x="2267744" y="2859782"/>
          <a:ext cx="990360" cy="393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355" name="Equation" r:id="rId5" imgW="990360" imgH="393480" progId="Equation.DSMT4">
                  <p:embed/>
                </p:oleObj>
              </mc:Choice>
              <mc:Fallback>
                <p:oleObj name="Equation" r:id="rId5" imgW="990360" imgH="393480" progId="Equation.DSMT4">
                  <p:embed/>
                  <p:pic>
                    <p:nvPicPr>
                      <p:cNvPr id="640002" name="Object 2">
                        <a:extLst>
                          <a:ext uri="{FF2B5EF4-FFF2-40B4-BE49-F238E27FC236}">
                            <a16:creationId xmlns:a16="http://schemas.microsoft.com/office/drawing/2014/main" id="{12B93605-7C2C-4755-A731-2DC0A8537C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2859782"/>
                        <a:ext cx="990360" cy="393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A7FDDA34-01A0-4DC1-B4A0-3CB4900F7B44}"/>
              </a:ext>
            </a:extLst>
          </p:cNvPr>
          <p:cNvGrpSpPr/>
          <p:nvPr/>
        </p:nvGrpSpPr>
        <p:grpSpPr>
          <a:xfrm>
            <a:off x="684213" y="705762"/>
            <a:ext cx="1855787" cy="583521"/>
            <a:chOff x="684213" y="705762"/>
            <a:chExt cx="1855787" cy="583521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1B1413C-0900-4EF6-B094-53CBD17B5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213" y="705762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设</a:t>
              </a: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2575DD3A-B9F5-431D-A679-89BE74F380D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4047244"/>
                </p:ext>
              </p:extLst>
            </p:nvPr>
          </p:nvGraphicFramePr>
          <p:xfrm>
            <a:off x="1219200" y="806683"/>
            <a:ext cx="13208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56" name="Equation" r:id="rId7" imgW="1320480" imgH="482400" progId="Equation.DSMT4">
                    <p:embed/>
                  </p:oleObj>
                </mc:Choice>
                <mc:Fallback>
                  <p:oleObj name="Equation" r:id="rId7" imgW="132048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19200" y="806683"/>
                          <a:ext cx="13208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A71A2FE-159C-40A2-A382-356DAD11C071}"/>
              </a:ext>
            </a:extLst>
          </p:cNvPr>
          <p:cNvGrpSpPr/>
          <p:nvPr/>
        </p:nvGrpSpPr>
        <p:grpSpPr>
          <a:xfrm>
            <a:off x="2582544" y="517797"/>
            <a:ext cx="4668599" cy="914400"/>
            <a:chOff x="2582544" y="517797"/>
            <a:chExt cx="4668599" cy="914400"/>
          </a:xfrm>
        </p:grpSpPr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328D4A24-6056-4CC2-91E4-740F54834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544" y="744165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对</a:t>
              </a: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2BB69947-1B0E-4E31-9706-0AEF171BF0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4088" y="705761"/>
              <a:ext cx="188705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两边取极限</a:t>
              </a:r>
              <a:r>
                <a:rPr lang="en-US" altLang="zh-CN" sz="2400" b="1" dirty="0">
                  <a:latin typeface="+mj-ea"/>
                  <a:ea typeface="+mj-ea"/>
                  <a:cs typeface="Times New Roman" panose="02020603050405020304" pitchFamily="18" charset="0"/>
                </a:rPr>
                <a:t>,</a:t>
              </a:r>
              <a:endParaRPr lang="zh-CN" altLang="en-US" sz="2400" b="1" dirty="0">
                <a:latin typeface="+mj-ea"/>
                <a:ea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73B32A1-88E8-442B-9D30-8922C596950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4498382"/>
                </p:ext>
              </p:extLst>
            </p:nvPr>
          </p:nvGraphicFramePr>
          <p:xfrm>
            <a:off x="3059401" y="517797"/>
            <a:ext cx="2413000" cy="914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357" name="Equation" r:id="rId9" imgW="2412720" imgH="914400" progId="Equation.DSMT4">
                    <p:embed/>
                  </p:oleObj>
                </mc:Choice>
                <mc:Fallback>
                  <p:oleObj name="Equation" r:id="rId9" imgW="2412720" imgH="914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059401" y="517797"/>
                          <a:ext cx="2413000" cy="914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8872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E127FB2F-F716-42F3-ADA3-3CA00DF3FD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67494"/>
            <a:ext cx="1439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19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58DB741-EEEA-4843-8010-E7558BE398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20299"/>
              </p:ext>
            </p:extLst>
          </p:nvPr>
        </p:nvGraphicFramePr>
        <p:xfrm>
          <a:off x="1835696" y="259259"/>
          <a:ext cx="4000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14" name="Equation" r:id="rId3" imgW="4000320" imgH="469800" progId="Equation.DSMT4">
                  <p:embed/>
                </p:oleObj>
              </mc:Choice>
              <mc:Fallback>
                <p:oleObj name="Equation" r:id="rId3" imgW="400032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259259"/>
                        <a:ext cx="40005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F22B9CB-4159-4E24-AEF7-9D815F6725FC}"/>
              </a:ext>
            </a:extLst>
          </p:cNvPr>
          <p:cNvSpPr/>
          <p:nvPr/>
        </p:nvSpPr>
        <p:spPr>
          <a:xfrm>
            <a:off x="5836196" y="279163"/>
            <a:ext cx="32003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证明数列    收敛并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8988C54-8B26-42C3-B097-840005907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760203"/>
              </p:ext>
            </p:extLst>
          </p:nvPr>
        </p:nvGraphicFramePr>
        <p:xfrm>
          <a:off x="7164288" y="319495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15" name="Equation" r:id="rId5" imgW="533160" imgH="380880" progId="Equation.DSMT4">
                  <p:embed/>
                </p:oleObj>
              </mc:Choice>
              <mc:Fallback>
                <p:oleObj name="Equation" r:id="rId5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64288" y="319495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0F5D89F0-405E-46F5-895F-22AE86CD64CA}"/>
              </a:ext>
            </a:extLst>
          </p:cNvPr>
          <p:cNvSpPr/>
          <p:nvPr/>
        </p:nvSpPr>
        <p:spPr>
          <a:xfrm>
            <a:off x="179512" y="843558"/>
            <a:ext cx="19442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求出其极限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1EC352-A1CA-4D20-90C3-EC472760B0B3}"/>
              </a:ext>
            </a:extLst>
          </p:cNvPr>
          <p:cNvSpPr/>
          <p:nvPr/>
        </p:nvSpPr>
        <p:spPr>
          <a:xfrm>
            <a:off x="528066" y="1477317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AA2A253-32F7-4F42-9605-A22D86BEA59C}"/>
              </a:ext>
            </a:extLst>
          </p:cNvPr>
          <p:cNvGrpSpPr/>
          <p:nvPr/>
        </p:nvGrpSpPr>
        <p:grpSpPr>
          <a:xfrm>
            <a:off x="1341650" y="1496243"/>
            <a:ext cx="3734406" cy="549995"/>
            <a:chOff x="1341650" y="1496243"/>
            <a:chExt cx="3734406" cy="54999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C86F993-1A79-4C4E-99FB-8B5E77FF541B}"/>
                </a:ext>
              </a:extLst>
            </p:cNvPr>
            <p:cNvSpPr/>
            <p:nvPr/>
          </p:nvSpPr>
          <p:spPr>
            <a:xfrm>
              <a:off x="1341650" y="1496243"/>
              <a:ext cx="37344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当         存在时，有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F6CBF1FB-883B-4F58-807F-4C3A97C470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9637113"/>
                </p:ext>
              </p:extLst>
            </p:nvPr>
          </p:nvGraphicFramePr>
          <p:xfrm>
            <a:off x="1835696" y="1563638"/>
            <a:ext cx="12192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16" name="Equation" r:id="rId7" imgW="1218960" imgH="482400" progId="Equation.DSMT4">
                    <p:embed/>
                  </p:oleObj>
                </mc:Choice>
                <mc:Fallback>
                  <p:oleObj name="Equation" r:id="rId7" imgW="121896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35696" y="1563638"/>
                          <a:ext cx="12192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FDF15DA-D5FE-4983-A93D-D5EBCD0B9C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7990866"/>
              </p:ext>
            </p:extLst>
          </p:nvPr>
        </p:nvGraphicFramePr>
        <p:xfrm>
          <a:off x="4712246" y="1493507"/>
          <a:ext cx="2247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17" name="Equation" r:id="rId9" imgW="2247840" imgH="419040" progId="Equation.DSMT4">
                  <p:embed/>
                </p:oleObj>
              </mc:Choice>
              <mc:Fallback>
                <p:oleObj name="Equation" r:id="rId9" imgW="22478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2246" y="1493507"/>
                        <a:ext cx="2247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9C77FBD2-CE8C-4CC7-9291-A8476F6B4C1E}"/>
              </a:ext>
            </a:extLst>
          </p:cNvPr>
          <p:cNvSpPr/>
          <p:nvPr/>
        </p:nvSpPr>
        <p:spPr>
          <a:xfrm>
            <a:off x="6960146" y="1477317"/>
            <a:ext cx="17883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利用此值可</a:t>
            </a:r>
            <a:endParaRPr lang="zh-CN" altLang="en-US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3576B0A-FC10-49BE-A2E8-1037BB102533}"/>
              </a:ext>
            </a:extLst>
          </p:cNvPr>
          <p:cNvGrpSpPr/>
          <p:nvPr/>
        </p:nvGrpSpPr>
        <p:grpSpPr>
          <a:xfrm>
            <a:off x="209847" y="2139702"/>
            <a:ext cx="5298257" cy="461665"/>
            <a:chOff x="209847" y="2139702"/>
            <a:chExt cx="5298257" cy="46166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D8259B4-B7EB-4240-8C86-7E34F9EDC835}"/>
                </a:ext>
              </a:extLst>
            </p:cNvPr>
            <p:cNvSpPr/>
            <p:nvPr/>
          </p:nvSpPr>
          <p:spPr>
            <a:xfrm>
              <a:off x="209847" y="2139702"/>
              <a:ext cx="529825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猜测数列    单调减少且以  为极限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E16D9ABB-D16F-41E1-B1AD-7126C931354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93549920"/>
                </p:ext>
              </p:extLst>
            </p:nvPr>
          </p:nvGraphicFramePr>
          <p:xfrm>
            <a:off x="1568996" y="2180034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18" name="Equation" r:id="rId11" imgW="533160" imgH="380880" progId="Equation.DSMT4">
                    <p:embed/>
                  </p:oleObj>
                </mc:Choice>
                <mc:Fallback>
                  <p:oleObj name="Equation" r:id="rId11" imgW="5331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38988C54-8B26-42C3-B097-8400059076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68996" y="2180034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CB209044-6185-4883-82C1-5B6BAD607CF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7859016"/>
                </p:ext>
              </p:extLst>
            </p:nvPr>
          </p:nvGraphicFramePr>
          <p:xfrm>
            <a:off x="4060765" y="2230834"/>
            <a:ext cx="1651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19" name="Equation" r:id="rId13" imgW="164880" imgH="279360" progId="Equation.DSMT4">
                    <p:embed/>
                  </p:oleObj>
                </mc:Choice>
                <mc:Fallback>
                  <p:oleObj name="Equation" r:id="rId13" imgW="164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060765" y="2230834"/>
                          <a:ext cx="1651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912A6D1A-929B-4D4F-BBCC-D23DEB60C806}"/>
              </a:ext>
            </a:extLst>
          </p:cNvPr>
          <p:cNvSpPr/>
          <p:nvPr/>
        </p:nvSpPr>
        <p:spPr>
          <a:xfrm>
            <a:off x="611560" y="2763065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AF9896-6A12-4AF8-ADE1-A659671D571F}"/>
              </a:ext>
            </a:extLst>
          </p:cNvPr>
          <p:cNvSpPr/>
          <p:nvPr/>
        </p:nvSpPr>
        <p:spPr>
          <a:xfrm>
            <a:off x="1094779" y="2761159"/>
            <a:ext cx="13889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有界性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E07A300-B2EA-4FE0-B13F-350B15BA0C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319715"/>
              </p:ext>
            </p:extLst>
          </p:nvPr>
        </p:nvGraphicFramePr>
        <p:xfrm>
          <a:off x="2432596" y="2819255"/>
          <a:ext cx="1244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0" name="Equation" r:id="rId15" imgW="1244520" imgH="380880" progId="Equation.DSMT4">
                  <p:embed/>
                </p:oleObj>
              </mc:Choice>
              <mc:Fallback>
                <p:oleObj name="Equation" r:id="rId15" imgW="12445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32596" y="2819255"/>
                        <a:ext cx="1244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>
            <a:extLst>
              <a:ext uri="{FF2B5EF4-FFF2-40B4-BE49-F238E27FC236}">
                <a16:creationId xmlns:a16="http://schemas.microsoft.com/office/drawing/2014/main" id="{0373A461-F07C-4794-BD95-60BB18805CB6}"/>
              </a:ext>
            </a:extLst>
          </p:cNvPr>
          <p:cNvGrpSpPr/>
          <p:nvPr/>
        </p:nvGrpSpPr>
        <p:grpSpPr>
          <a:xfrm>
            <a:off x="3728980" y="2738590"/>
            <a:ext cx="1779124" cy="461665"/>
            <a:chOff x="3728980" y="2738590"/>
            <a:chExt cx="1779124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6BEF4EA-35ED-483E-8DFB-826FF7A56E5E}"/>
                </a:ext>
              </a:extLst>
            </p:cNvPr>
            <p:cNvSpPr/>
            <p:nvPr/>
          </p:nvSpPr>
          <p:spPr>
            <a:xfrm>
              <a:off x="3728980" y="2738590"/>
              <a:ext cx="177912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设      则</a:t>
              </a:r>
              <a:endParaRPr lang="zh-CN" altLang="en-US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ED11E61-D02A-4C04-8450-0B28DD87EEA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5787889"/>
                </p:ext>
              </p:extLst>
            </p:nvPr>
          </p:nvGraphicFramePr>
          <p:xfrm>
            <a:off x="4169604" y="2785021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21" name="Equation" r:id="rId17" imgW="825480" imgH="380880" progId="Equation.DSMT4">
                    <p:embed/>
                  </p:oleObj>
                </mc:Choice>
                <mc:Fallback>
                  <p:oleObj name="Equation" r:id="rId17" imgW="825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4169604" y="2785021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49ABDCD2-4ADF-4F6C-91AF-F05D2E3201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013287"/>
              </p:ext>
            </p:extLst>
          </p:nvPr>
        </p:nvGraphicFramePr>
        <p:xfrm>
          <a:off x="5491201" y="2703330"/>
          <a:ext cx="2895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2" name="Equation" r:id="rId19" imgW="2895480" imgH="469800" progId="Equation.DSMT4">
                  <p:embed/>
                </p:oleObj>
              </mc:Choice>
              <mc:Fallback>
                <p:oleObj name="Equation" r:id="rId19" imgW="28954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491201" y="2703330"/>
                        <a:ext cx="28956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A331917D-9567-48A2-8697-EFF9B0159083}"/>
              </a:ext>
            </a:extLst>
          </p:cNvPr>
          <p:cNvGrpSpPr/>
          <p:nvPr/>
        </p:nvGrpSpPr>
        <p:grpSpPr>
          <a:xfrm>
            <a:off x="210613" y="3386428"/>
            <a:ext cx="5009460" cy="461665"/>
            <a:chOff x="210613" y="3386428"/>
            <a:chExt cx="5009460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FE81C8AD-56F8-4436-9717-E5B42F5B7070}"/>
                </a:ext>
              </a:extLst>
            </p:cNvPr>
            <p:cNvSpPr/>
            <p:nvPr/>
          </p:nvSpPr>
          <p:spPr>
            <a:xfrm>
              <a:off x="210613" y="3386428"/>
              <a:ext cx="50094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由数学归纳法得数列    有下界</a:t>
              </a:r>
              <a:endParaRPr lang="zh-CN" altLang="en-US" dirty="0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6A2E22CB-6753-40A4-AC51-7743637EE5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4127053"/>
                </p:ext>
              </p:extLst>
            </p:nvPr>
          </p:nvGraphicFramePr>
          <p:xfrm>
            <a:off x="3135984" y="3427037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23" name="Equation" r:id="rId21" imgW="533160" imgH="380880" progId="Equation.DSMT4">
                    <p:embed/>
                  </p:oleObj>
                </mc:Choice>
                <mc:Fallback>
                  <p:oleObj name="Equation" r:id="rId21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135984" y="3427037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>
              <a:extLst>
                <a:ext uri="{FF2B5EF4-FFF2-40B4-BE49-F238E27FC236}">
                  <a16:creationId xmlns:a16="http://schemas.microsoft.com/office/drawing/2014/main" id="{2ED5A258-0101-4B08-A76F-68DBF9CD290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652650"/>
                </p:ext>
              </p:extLst>
            </p:nvPr>
          </p:nvGraphicFramePr>
          <p:xfrm>
            <a:off x="4638488" y="3477837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24" name="Equation" r:id="rId23" imgW="241200" imgH="330120" progId="Equation.DSMT4">
                    <p:embed/>
                  </p:oleObj>
                </mc:Choice>
                <mc:Fallback>
                  <p:oleObj name="Equation" r:id="rId23" imgW="241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638488" y="3477837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242FCAC6-B198-454D-9CFB-045DC8D4E3DA}"/>
              </a:ext>
            </a:extLst>
          </p:cNvPr>
          <p:cNvSpPr/>
          <p:nvPr/>
        </p:nvSpPr>
        <p:spPr>
          <a:xfrm>
            <a:off x="929778" y="4069109"/>
            <a:ext cx="13949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 (</a:t>
            </a:r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单调性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0AD6652-0156-400E-8E97-EC52713DCA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0329484"/>
              </p:ext>
            </p:extLst>
          </p:nvPr>
        </p:nvGraphicFramePr>
        <p:xfrm>
          <a:off x="2397954" y="4069109"/>
          <a:ext cx="2184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25" name="Equation" r:id="rId25" imgW="2184120" imgH="444240" progId="Equation.DSMT4">
                  <p:embed/>
                </p:oleObj>
              </mc:Choice>
              <mc:Fallback>
                <p:oleObj name="Equation" r:id="rId25" imgW="218412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397954" y="4069109"/>
                        <a:ext cx="2184400" cy="444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>
            <a:extLst>
              <a:ext uri="{FF2B5EF4-FFF2-40B4-BE49-F238E27FC236}">
                <a16:creationId xmlns:a16="http://schemas.microsoft.com/office/drawing/2014/main" id="{3B42EF26-C813-4097-8A84-7819B015EA1F}"/>
              </a:ext>
            </a:extLst>
          </p:cNvPr>
          <p:cNvGrpSpPr/>
          <p:nvPr/>
        </p:nvGrpSpPr>
        <p:grpSpPr>
          <a:xfrm>
            <a:off x="4655596" y="4045214"/>
            <a:ext cx="2304550" cy="461665"/>
            <a:chOff x="4655596" y="4045214"/>
            <a:chExt cx="2304550" cy="46166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3A51EB93-DE5D-4F58-9930-02FD3497468D}"/>
                </a:ext>
              </a:extLst>
            </p:cNvPr>
            <p:cNvSpPr/>
            <p:nvPr/>
          </p:nvSpPr>
          <p:spPr>
            <a:xfrm>
              <a:off x="4655596" y="4045214"/>
              <a:ext cx="230455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设        则</a:t>
              </a:r>
              <a:endParaRPr lang="zh-CN" altLang="en-US" dirty="0"/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3DC55DDD-9FED-4EEB-9C47-E6C485CBDB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6157997"/>
                </p:ext>
              </p:extLst>
            </p:nvPr>
          </p:nvGraphicFramePr>
          <p:xfrm>
            <a:off x="5103678" y="4069109"/>
            <a:ext cx="1130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26" name="Equation" r:id="rId27" imgW="1130040" imgH="380880" progId="Equation.DSMT4">
                    <p:embed/>
                  </p:oleObj>
                </mc:Choice>
                <mc:Fallback>
                  <p:oleObj name="Equation" r:id="rId27" imgW="113004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103678" y="4069109"/>
                          <a:ext cx="1130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902048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17" grpId="0"/>
      <p:bldP spid="3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56F7699-53E0-47CB-8324-CD284A04E2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241524"/>
              </p:ext>
            </p:extLst>
          </p:nvPr>
        </p:nvGraphicFramePr>
        <p:xfrm>
          <a:off x="1907704" y="339502"/>
          <a:ext cx="3721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36" name="Equation" r:id="rId3" imgW="3720960" imgH="469800" progId="Equation.DSMT4">
                  <p:embed/>
                </p:oleObj>
              </mc:Choice>
              <mc:Fallback>
                <p:oleObj name="Equation" r:id="rId3" imgW="37209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39502"/>
                        <a:ext cx="37211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A7C82A86-F611-49FA-BD8B-C92569986E5B}"/>
              </a:ext>
            </a:extLst>
          </p:cNvPr>
          <p:cNvGrpSpPr/>
          <p:nvPr/>
        </p:nvGrpSpPr>
        <p:grpSpPr>
          <a:xfrm>
            <a:off x="683568" y="1131590"/>
            <a:ext cx="5832648" cy="461665"/>
            <a:chOff x="210613" y="3386428"/>
            <a:chExt cx="5009460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ED65EFA-B46A-4D04-81E9-114250EFC0EB}"/>
                </a:ext>
              </a:extLst>
            </p:cNvPr>
            <p:cNvSpPr/>
            <p:nvPr/>
          </p:nvSpPr>
          <p:spPr>
            <a:xfrm>
              <a:off x="210613" y="3386428"/>
              <a:ext cx="50094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由数学归纳法得数列     单调减少</a:t>
              </a:r>
              <a:r>
                <a:rPr lang="en-US" altLang="zh-CN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E7DF7B4-1B92-4FDD-89F2-B78BE944505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371363"/>
                </p:ext>
              </p:extLst>
            </p:nvPr>
          </p:nvGraphicFramePr>
          <p:xfrm>
            <a:off x="2715343" y="3426760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37" name="Equation" r:id="rId5" imgW="533160" imgH="380880" progId="Equation.DSMT4">
                    <p:embed/>
                  </p:oleObj>
                </mc:Choice>
                <mc:Fallback>
                  <p:oleObj name="Equation" r:id="rId5" imgW="533160" imgH="38088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6A2E22CB-6753-40A4-AC51-7743637EE5C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715343" y="3426760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A9CB161B-96CF-405C-B69A-0641FD44FD98}"/>
              </a:ext>
            </a:extLst>
          </p:cNvPr>
          <p:cNvGrpSpPr/>
          <p:nvPr/>
        </p:nvGrpSpPr>
        <p:grpSpPr>
          <a:xfrm>
            <a:off x="683568" y="1851670"/>
            <a:ext cx="5184576" cy="461665"/>
            <a:chOff x="683568" y="1851670"/>
            <a:chExt cx="5184576" cy="46166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0D1F12-958A-4860-9F25-C121F5D85B2A}"/>
                </a:ext>
              </a:extLst>
            </p:cNvPr>
            <p:cNvSpPr/>
            <p:nvPr/>
          </p:nvSpPr>
          <p:spPr>
            <a:xfrm>
              <a:off x="683568" y="1851670"/>
              <a:ext cx="51845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由单调有界准则知，数列     收敛，</a:t>
              </a:r>
              <a:endParaRPr lang="zh-CN" altLang="en-US" dirty="0"/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B66EC933-8DC9-46F6-A67F-54D5E810D8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74667790"/>
                </p:ext>
              </p:extLst>
            </p:nvPr>
          </p:nvGraphicFramePr>
          <p:xfrm>
            <a:off x="4188602" y="1866078"/>
            <a:ext cx="621052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38" name="Equation" r:id="rId7" imgW="533160" imgH="380880" progId="Equation.DSMT4">
                    <p:embed/>
                  </p:oleObj>
                </mc:Choice>
                <mc:Fallback>
                  <p:oleObj name="Equation" r:id="rId7" imgW="5331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E7DF7B4-1B92-4FDD-89F2-B78BE944505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188602" y="1866078"/>
                          <a:ext cx="621052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5EF251E-2756-4CC5-AFD5-E85329DE0877}"/>
              </a:ext>
            </a:extLst>
          </p:cNvPr>
          <p:cNvGrpSpPr/>
          <p:nvPr/>
        </p:nvGrpSpPr>
        <p:grpSpPr>
          <a:xfrm>
            <a:off x="683568" y="2587926"/>
            <a:ext cx="1776746" cy="522933"/>
            <a:chOff x="5669707" y="1825745"/>
            <a:chExt cx="1776746" cy="52293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DEA947B-9426-4295-BD37-B84C15B7DCDA}"/>
                </a:ext>
              </a:extLst>
            </p:cNvPr>
            <p:cNvSpPr/>
            <p:nvPr/>
          </p:nvSpPr>
          <p:spPr>
            <a:xfrm>
              <a:off x="5669707" y="182574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设</a:t>
              </a:r>
              <a:endParaRPr lang="zh-CN" altLang="en-US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43C31D2-2442-4C68-ADE0-50F2ADCB86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0145199"/>
                </p:ext>
              </p:extLst>
            </p:nvPr>
          </p:nvGraphicFramePr>
          <p:xfrm>
            <a:off x="6163753" y="1866078"/>
            <a:ext cx="1282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39" name="Equation" r:id="rId8" imgW="1282680" imgH="482400" progId="Equation.DSMT4">
                    <p:embed/>
                  </p:oleObj>
                </mc:Choice>
                <mc:Fallback>
                  <p:oleObj name="Equation" r:id="rId8" imgW="128268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6163753" y="1866078"/>
                          <a:ext cx="12827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F29C4A-5C4B-4165-8F0C-7A635FC1B665}"/>
              </a:ext>
            </a:extLst>
          </p:cNvPr>
          <p:cNvGrpSpPr/>
          <p:nvPr/>
        </p:nvGrpSpPr>
        <p:grpSpPr>
          <a:xfrm>
            <a:off x="2505814" y="2571750"/>
            <a:ext cx="4946506" cy="477840"/>
            <a:chOff x="2505814" y="2571750"/>
            <a:chExt cx="4946506" cy="47784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80482DA-19CA-4A42-943E-500519F6B9AD}"/>
                </a:ext>
              </a:extLst>
            </p:cNvPr>
            <p:cNvSpPr/>
            <p:nvPr/>
          </p:nvSpPr>
          <p:spPr>
            <a:xfrm>
              <a:off x="2505814" y="2587925"/>
              <a:ext cx="494650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对            两边取极限，得</a:t>
              </a:r>
              <a:endParaRPr lang="zh-CN" altLang="en-US" dirty="0"/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BE730F28-4BC2-4EC7-92A4-1FFE03A1CA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037818"/>
                </p:ext>
              </p:extLst>
            </p:nvPr>
          </p:nvGraphicFramePr>
          <p:xfrm>
            <a:off x="2954360" y="2571750"/>
            <a:ext cx="17018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40" name="Equation" r:id="rId10" imgW="1701720" imgH="469800" progId="Equation.DSMT4">
                    <p:embed/>
                  </p:oleObj>
                </mc:Choice>
                <mc:Fallback>
                  <p:oleObj name="Equation" r:id="rId10" imgW="1701720" imgH="469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954360" y="2571750"/>
                          <a:ext cx="17018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360DE78-F8A2-4E0B-A6A5-E6CA8B3836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364174"/>
              </p:ext>
            </p:extLst>
          </p:nvPr>
        </p:nvGraphicFramePr>
        <p:xfrm>
          <a:off x="7076132" y="2587925"/>
          <a:ext cx="1384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741" name="Equation" r:id="rId12" imgW="1384200" imgH="419040" progId="Equation.DSMT4">
                  <p:embed/>
                </p:oleObj>
              </mc:Choice>
              <mc:Fallback>
                <p:oleObj name="Equation" r:id="rId12" imgW="13842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076132" y="2587925"/>
                        <a:ext cx="13843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D1639AD9-A886-4604-97B6-6F66A4910889}"/>
              </a:ext>
            </a:extLst>
          </p:cNvPr>
          <p:cNvGrpSpPr/>
          <p:nvPr/>
        </p:nvGrpSpPr>
        <p:grpSpPr>
          <a:xfrm>
            <a:off x="683568" y="3425783"/>
            <a:ext cx="3226850" cy="526114"/>
            <a:chOff x="683568" y="3425783"/>
            <a:chExt cx="3226850" cy="52611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55CAA00-539C-44DA-A637-432DD8FBF392}"/>
                </a:ext>
              </a:extLst>
            </p:cNvPr>
            <p:cNvSpPr/>
            <p:nvPr/>
          </p:nvSpPr>
          <p:spPr>
            <a:xfrm>
              <a:off x="683568" y="3425783"/>
              <a:ext cx="216024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解得      即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544B4AA1-2010-4BD9-A31D-23E07BFA2C1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4134863"/>
                </p:ext>
              </p:extLst>
            </p:nvPr>
          </p:nvGraphicFramePr>
          <p:xfrm>
            <a:off x="1463364" y="3510913"/>
            <a:ext cx="711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42" name="Equation" r:id="rId14" imgW="711000" imgH="279360" progId="Equation.DSMT4">
                    <p:embed/>
                  </p:oleObj>
                </mc:Choice>
                <mc:Fallback>
                  <p:oleObj name="Equation" r:id="rId14" imgW="7110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463364" y="3510913"/>
                          <a:ext cx="711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D32B563-4D93-4060-87FA-3C598607E82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573543"/>
                </p:ext>
              </p:extLst>
            </p:nvPr>
          </p:nvGraphicFramePr>
          <p:xfrm>
            <a:off x="2653118" y="3469297"/>
            <a:ext cx="12573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743" name="Equation" r:id="rId16" imgW="1257120" imgH="482400" progId="Equation.DSMT4">
                    <p:embed/>
                  </p:oleObj>
                </mc:Choice>
                <mc:Fallback>
                  <p:oleObj name="Equation" r:id="rId16" imgW="125712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653118" y="3469297"/>
                          <a:ext cx="12573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4421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9C2A6669-4CD0-4B37-A9A1-73D67336F7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67494"/>
            <a:ext cx="14398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20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5ED81B8-ED7C-4B6D-9C71-ABC56B74F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3135900"/>
              </p:ext>
            </p:extLst>
          </p:nvPr>
        </p:nvGraphicFramePr>
        <p:xfrm>
          <a:off x="1835696" y="123478"/>
          <a:ext cx="2425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39" name="Equation" r:id="rId3" imgW="2425680" imgH="812520" progId="Equation.DSMT4">
                  <p:embed/>
                </p:oleObj>
              </mc:Choice>
              <mc:Fallback>
                <p:oleObj name="Equation" r:id="rId3" imgW="2425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5696" y="123478"/>
                        <a:ext cx="2425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448AA4F-B46E-4E7D-A369-B6AE13C9AEDD}"/>
              </a:ext>
            </a:extLst>
          </p:cNvPr>
          <p:cNvSpPr/>
          <p:nvPr/>
        </p:nvSpPr>
        <p:spPr>
          <a:xfrm>
            <a:off x="4227297" y="267494"/>
            <a:ext cx="43051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证明数列    收敛并求其极限</a:t>
            </a:r>
            <a:r>
              <a:rPr lang="en-US" altLang="zh-CN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45ED98B-0B15-4BA0-A383-C429E8F5B9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451127"/>
              </p:ext>
            </p:extLst>
          </p:nvPr>
        </p:nvGraphicFramePr>
        <p:xfrm>
          <a:off x="5617608" y="307826"/>
          <a:ext cx="533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40" name="Equation" r:id="rId5" imgW="533160" imgH="380880" progId="Equation.DSMT4">
                  <p:embed/>
                </p:oleObj>
              </mc:Choice>
              <mc:Fallback>
                <p:oleObj name="Equation" r:id="rId5" imgW="5331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17608" y="307826"/>
                        <a:ext cx="5334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CD61B51B-9B31-4EB3-80E3-12A8207F0064}"/>
              </a:ext>
            </a:extLst>
          </p:cNvPr>
          <p:cNvSpPr/>
          <p:nvPr/>
        </p:nvSpPr>
        <p:spPr>
          <a:xfrm>
            <a:off x="547290" y="1059582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</a:t>
            </a:r>
            <a:endParaRPr lang="zh-CN" altLang="en-US" sz="2400" dirty="0">
              <a:solidFill>
                <a:srgbClr val="0066FF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1263BD-4815-4942-9447-03C75E9024DE}"/>
              </a:ext>
            </a:extLst>
          </p:cNvPr>
          <p:cNvSpPr/>
          <p:nvPr/>
        </p:nvSpPr>
        <p:spPr>
          <a:xfrm>
            <a:off x="1448780" y="919482"/>
            <a:ext cx="6246440" cy="583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1245" indent="-1071245">
              <a:lnSpc>
                <a:spcPct val="150000"/>
              </a:lnSpc>
            </a:pPr>
            <a:r>
              <a:rPr lang="zh-CN" altLang="zh-CN" sz="2400" b="1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该数列非单调数列，</a:t>
            </a:r>
            <a:r>
              <a:rPr lang="zh-CN" altLang="zh-CN" sz="2400" b="1" kern="100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单调有界准则</a:t>
            </a:r>
            <a:r>
              <a:rPr lang="zh-CN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不适用</a:t>
            </a:r>
            <a:r>
              <a:rPr lang="en-US" altLang="zh-CN" sz="2400" b="1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8B00A3-6F99-4B00-BF79-A5B4ADA378FF}"/>
              </a:ext>
            </a:extLst>
          </p:cNvPr>
          <p:cNvSpPr/>
          <p:nvPr/>
        </p:nvSpPr>
        <p:spPr>
          <a:xfrm>
            <a:off x="603446" y="1730953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9E899C0-5256-4B21-9860-8734A4879BD1}"/>
              </a:ext>
            </a:extLst>
          </p:cNvPr>
          <p:cNvGrpSpPr/>
          <p:nvPr/>
        </p:nvGrpSpPr>
        <p:grpSpPr>
          <a:xfrm>
            <a:off x="1110879" y="1708150"/>
            <a:ext cx="1791493" cy="505403"/>
            <a:chOff x="1110879" y="1708150"/>
            <a:chExt cx="1791493" cy="505403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B0143C-9972-45E6-B6B8-D483F3EC7822}"/>
                </a:ext>
              </a:extLst>
            </p:cNvPr>
            <p:cNvSpPr/>
            <p:nvPr/>
          </p:nvSpPr>
          <p:spPr>
            <a:xfrm>
              <a:off x="1110879" y="1708150"/>
              <a:ext cx="50879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令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5845D50F-542C-4F01-BEE2-D926442162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6141546"/>
                </p:ext>
              </p:extLst>
            </p:nvPr>
          </p:nvGraphicFramePr>
          <p:xfrm>
            <a:off x="1619672" y="1730953"/>
            <a:ext cx="1282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1" name="Equation" r:id="rId7" imgW="1282680" imgH="482400" progId="Equation.DSMT4">
                    <p:embed/>
                  </p:oleObj>
                </mc:Choice>
                <mc:Fallback>
                  <p:oleObj name="Equation" r:id="rId7" imgW="128268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19672" y="1730953"/>
                          <a:ext cx="12827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7AC5086-7CFE-4BA1-8C1F-EF291BDF8640}"/>
              </a:ext>
            </a:extLst>
          </p:cNvPr>
          <p:cNvGrpSpPr/>
          <p:nvPr/>
        </p:nvGrpSpPr>
        <p:grpSpPr>
          <a:xfrm>
            <a:off x="2902372" y="1532582"/>
            <a:ext cx="5558060" cy="812800"/>
            <a:chOff x="2902372" y="1532582"/>
            <a:chExt cx="5558060" cy="8128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2C084E1-5927-4452-9478-14C6B5059F70}"/>
                </a:ext>
              </a:extLst>
            </p:cNvPr>
            <p:cNvSpPr/>
            <p:nvPr/>
          </p:nvSpPr>
          <p:spPr>
            <a:xfrm>
              <a:off x="2902372" y="1693619"/>
              <a:ext cx="55580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对                   两边取极限得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C12298C1-8407-491F-AC0C-839EDF0169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2239738"/>
                </p:ext>
              </p:extLst>
            </p:nvPr>
          </p:nvGraphicFramePr>
          <p:xfrm>
            <a:off x="3347864" y="1532582"/>
            <a:ext cx="15240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2" name="Equation" r:id="rId9" imgW="1523880" imgH="812520" progId="Equation.DSMT4">
                    <p:embed/>
                  </p:oleObj>
                </mc:Choice>
                <mc:Fallback>
                  <p:oleObj name="Equation" r:id="rId9" imgW="152388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347864" y="1532582"/>
                          <a:ext cx="15240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2C83989F-EA85-4611-9569-614A2D17686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9517656"/>
                </p:ext>
              </p:extLst>
            </p:nvPr>
          </p:nvGraphicFramePr>
          <p:xfrm>
            <a:off x="6788521" y="1556151"/>
            <a:ext cx="12446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3" name="Equation" r:id="rId11" imgW="1244520" imgH="736560" progId="Equation.DSMT4">
                    <p:embed/>
                  </p:oleObj>
                </mc:Choice>
                <mc:Fallback>
                  <p:oleObj name="Equation" r:id="rId11" imgW="124452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6788521" y="1556151"/>
                          <a:ext cx="12446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67EBE57-1F3A-4D15-A250-09FE4205735F}"/>
              </a:ext>
            </a:extLst>
          </p:cNvPr>
          <p:cNvGrpSpPr/>
          <p:nvPr/>
        </p:nvGrpSpPr>
        <p:grpSpPr>
          <a:xfrm>
            <a:off x="197372" y="2487681"/>
            <a:ext cx="2047255" cy="484468"/>
            <a:chOff x="611560" y="2466415"/>
            <a:chExt cx="2047255" cy="48446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FCEF2BD-95A9-465B-A289-89C93152AD80}"/>
                </a:ext>
              </a:extLst>
            </p:cNvPr>
            <p:cNvSpPr/>
            <p:nvPr/>
          </p:nvSpPr>
          <p:spPr>
            <a:xfrm>
              <a:off x="611560" y="2489218"/>
              <a:ext cx="837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解得</a:t>
              </a:r>
              <a:endParaRPr lang="zh-CN" altLang="en-US" dirty="0"/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6065FED-5FE5-4148-B4BD-30CA585090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37544484"/>
                </p:ext>
              </p:extLst>
            </p:nvPr>
          </p:nvGraphicFramePr>
          <p:xfrm>
            <a:off x="1350715" y="2466415"/>
            <a:ext cx="13081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4" name="Equation" r:id="rId13" imgW="1307880" imgH="380880" progId="Equation.DSMT4">
                    <p:embed/>
                  </p:oleObj>
                </mc:Choice>
                <mc:Fallback>
                  <p:oleObj name="Equation" r:id="rId13" imgW="13078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350715" y="2466415"/>
                          <a:ext cx="13081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D87502A-CBBA-4563-8A52-5AB718283000}"/>
              </a:ext>
            </a:extLst>
          </p:cNvPr>
          <p:cNvGrpSpPr/>
          <p:nvPr/>
        </p:nvGrpSpPr>
        <p:grpSpPr>
          <a:xfrm>
            <a:off x="2243568" y="2430219"/>
            <a:ext cx="4912032" cy="465747"/>
            <a:chOff x="596072" y="3035371"/>
            <a:chExt cx="4912032" cy="465747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6EDF5DC-CF71-49AD-ABF6-8966E1F42D34}"/>
                </a:ext>
              </a:extLst>
            </p:cNvPr>
            <p:cNvSpPr/>
            <p:nvPr/>
          </p:nvSpPr>
          <p:spPr>
            <a:xfrm>
              <a:off x="596072" y="3039453"/>
              <a:ext cx="49120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下证                为数列       的极限</a:t>
              </a:r>
              <a:r>
                <a:rPr lang="en-US" altLang="zh-CN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en-US" dirty="0"/>
            </a:p>
          </p:txBody>
        </p:sp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B3611B74-CBAB-4D9B-9E7D-4AC4BE3F7D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6372978"/>
                </p:ext>
              </p:extLst>
            </p:nvPr>
          </p:nvGraphicFramePr>
          <p:xfrm>
            <a:off x="1382836" y="3035371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5" name="Equation" r:id="rId15" imgW="1257120" imgH="380880" progId="Equation.DSMT4">
                    <p:embed/>
                  </p:oleObj>
                </mc:Choice>
                <mc:Fallback>
                  <p:oleObj name="Equation" r:id="rId15" imgW="1257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382836" y="3035371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C99FB15A-6CCA-44C4-A4BC-8FEC8FF009A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9930945"/>
                </p:ext>
              </p:extLst>
            </p:nvPr>
          </p:nvGraphicFramePr>
          <p:xfrm>
            <a:off x="3576464" y="3079785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6" name="Equation" r:id="rId17" imgW="533160" imgH="380880" progId="Equation.DSMT4">
                    <p:embed/>
                  </p:oleObj>
                </mc:Choice>
                <mc:Fallback>
                  <p:oleObj name="Equation" r:id="rId17" imgW="533160" imgH="38088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E45ED98B-0B15-4BA0-A383-C429E8F5B9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76464" y="3079785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3B5D921C-BFDE-420E-A050-A8982BF09719}"/>
              </a:ext>
            </a:extLst>
          </p:cNvPr>
          <p:cNvGrpSpPr/>
          <p:nvPr/>
        </p:nvGrpSpPr>
        <p:grpSpPr>
          <a:xfrm>
            <a:off x="773634" y="3270286"/>
            <a:ext cx="2462262" cy="461665"/>
            <a:chOff x="611560" y="3688021"/>
            <a:chExt cx="2462262" cy="461665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3E78E47-80E9-460E-A327-09CA54B00D46}"/>
                </a:ext>
              </a:extLst>
            </p:cNvPr>
            <p:cNvSpPr/>
            <p:nvPr/>
          </p:nvSpPr>
          <p:spPr>
            <a:xfrm>
              <a:off x="611560" y="3688021"/>
              <a:ext cx="83722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因为</a:t>
              </a:r>
              <a:endParaRPr lang="zh-CN" altLang="en-US" dirty="0"/>
            </a:p>
          </p:txBody>
        </p:sp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1A9574CD-BD1F-476E-9D4C-26FB922904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04458192"/>
                </p:ext>
              </p:extLst>
            </p:nvPr>
          </p:nvGraphicFramePr>
          <p:xfrm>
            <a:off x="1448222" y="3751489"/>
            <a:ext cx="16256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7" name="Equation" r:id="rId18" imgW="1625400" imgH="380880" progId="Equation.DSMT4">
                    <p:embed/>
                  </p:oleObj>
                </mc:Choice>
                <mc:Fallback>
                  <p:oleObj name="Equation" r:id="rId18" imgW="162540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448222" y="3751489"/>
                          <a:ext cx="16256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D795896-032D-42FB-8D2B-669E372ED497}"/>
              </a:ext>
            </a:extLst>
          </p:cNvPr>
          <p:cNvGrpSpPr/>
          <p:nvPr/>
        </p:nvGrpSpPr>
        <p:grpSpPr>
          <a:xfrm>
            <a:off x="3209323" y="3253089"/>
            <a:ext cx="1722718" cy="461665"/>
            <a:chOff x="3209323" y="3253089"/>
            <a:chExt cx="1722718" cy="46166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2A38788-97A2-49FA-85A3-F648B3514F52}"/>
                </a:ext>
              </a:extLst>
            </p:cNvPr>
            <p:cNvSpPr/>
            <p:nvPr/>
          </p:nvSpPr>
          <p:spPr>
            <a:xfrm>
              <a:off x="3209323" y="3253089"/>
              <a:ext cx="172271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故         时，</a:t>
              </a:r>
              <a:endParaRPr lang="zh-CN" altLang="en-US" dirty="0"/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1FA1B180-CC5B-4731-A1BA-1505A04CA33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6670397"/>
                </p:ext>
              </p:extLst>
            </p:nvPr>
          </p:nvGraphicFramePr>
          <p:xfrm>
            <a:off x="3649900" y="3333754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1848" name="Equation" r:id="rId20" imgW="647640" imgH="279360" progId="Equation.DSMT4">
                    <p:embed/>
                  </p:oleObj>
                </mc:Choice>
                <mc:Fallback>
                  <p:oleObj name="Equation" r:id="rId20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3649900" y="3333754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CE4B86C2-2A24-4959-81C0-829FE7C7B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506821"/>
              </p:ext>
            </p:extLst>
          </p:nvPr>
        </p:nvGraphicFramePr>
        <p:xfrm>
          <a:off x="1897300" y="3849055"/>
          <a:ext cx="4800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49" name="Equation" r:id="rId22" imgW="4800600" imgH="914400" progId="Equation.DSMT4">
                  <p:embed/>
                </p:oleObj>
              </mc:Choice>
              <mc:Fallback>
                <p:oleObj name="Equation" r:id="rId22" imgW="480060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897300" y="3849055"/>
                        <a:ext cx="4800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041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1720210-905D-4D4F-9DEE-9F23743CA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504850"/>
              </p:ext>
            </p:extLst>
          </p:nvPr>
        </p:nvGraphicFramePr>
        <p:xfrm>
          <a:off x="1619672" y="123478"/>
          <a:ext cx="4800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4" name="Equation" r:id="rId3" imgW="4800600" imgH="914400" progId="Equation.DSMT4">
                  <p:embed/>
                </p:oleObj>
              </mc:Choice>
              <mc:Fallback>
                <p:oleObj name="Equation" r:id="rId3" imgW="4800600" imgH="9144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CE4B86C2-2A24-4959-81C0-829FE7C7BF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123478"/>
                        <a:ext cx="4800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5DA2B96-C74B-4189-82D8-E154A685A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0983491"/>
              </p:ext>
            </p:extLst>
          </p:nvPr>
        </p:nvGraphicFramePr>
        <p:xfrm>
          <a:off x="2508672" y="1346200"/>
          <a:ext cx="391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5" name="Equation" r:id="rId5" imgW="3911400" imgH="723600" progId="Equation.DSMT4">
                  <p:embed/>
                </p:oleObj>
              </mc:Choice>
              <mc:Fallback>
                <p:oleObj name="Equation" r:id="rId5" imgW="39114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08672" y="1346200"/>
                        <a:ext cx="3911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1587CED9-8C62-4E23-85B4-F5235210B174}"/>
              </a:ext>
            </a:extLst>
          </p:cNvPr>
          <p:cNvGrpSpPr/>
          <p:nvPr/>
        </p:nvGrpSpPr>
        <p:grpSpPr>
          <a:xfrm>
            <a:off x="827584" y="2283718"/>
            <a:ext cx="2938264" cy="723900"/>
            <a:chOff x="827584" y="2283718"/>
            <a:chExt cx="2938264" cy="723900"/>
          </a:xfrm>
        </p:grpSpPr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3F580821-1FB0-41B7-8813-73C7DF94B5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5776605"/>
                </p:ext>
              </p:extLst>
            </p:nvPr>
          </p:nvGraphicFramePr>
          <p:xfrm>
            <a:off x="1403648" y="2283718"/>
            <a:ext cx="23622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6" name="Equation" r:id="rId7" imgW="2361960" imgH="723600" progId="Equation.DSMT4">
                    <p:embed/>
                  </p:oleObj>
                </mc:Choice>
                <mc:Fallback>
                  <p:oleObj name="Equation" r:id="rId7" imgW="236196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403648" y="2283718"/>
                          <a:ext cx="23622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A308D77-BDB8-49DC-93CC-BB5896B14C7B}"/>
                </a:ext>
              </a:extLst>
            </p:cNvPr>
            <p:cNvSpPr/>
            <p:nvPr/>
          </p:nvSpPr>
          <p:spPr>
            <a:xfrm>
              <a:off x="827584" y="2430476"/>
              <a:ext cx="508794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而</a:t>
              </a:r>
              <a:endParaRPr lang="zh-CN" altLang="en-US" dirty="0"/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A81D4FC-06C2-4022-9B51-F87A2E47DF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791938"/>
              </p:ext>
            </p:extLst>
          </p:nvPr>
        </p:nvGraphicFramePr>
        <p:xfrm>
          <a:off x="3635896" y="3491681"/>
          <a:ext cx="2324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7" name="Equation" r:id="rId9" imgW="2323800" imgH="545760" progId="Equation.DSMT4">
                  <p:embed/>
                </p:oleObj>
              </mc:Choice>
              <mc:Fallback>
                <p:oleObj name="Equation" r:id="rId9" imgW="23238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35896" y="3491681"/>
                        <a:ext cx="23241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F08B0FBC-B262-4998-A538-4B536F395C8A}"/>
              </a:ext>
            </a:extLst>
          </p:cNvPr>
          <p:cNvGrpSpPr/>
          <p:nvPr/>
        </p:nvGrpSpPr>
        <p:grpSpPr>
          <a:xfrm>
            <a:off x="3765574" y="2414835"/>
            <a:ext cx="3196185" cy="527224"/>
            <a:chOff x="3765574" y="2414835"/>
            <a:chExt cx="3196185" cy="527224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1A4BAD07-6068-43B6-B740-C3FC0167EAE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42689387"/>
                </p:ext>
              </p:extLst>
            </p:nvPr>
          </p:nvGraphicFramePr>
          <p:xfrm>
            <a:off x="4572000" y="2459459"/>
            <a:ext cx="1879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08" name="Equation" r:id="rId11" imgW="1879560" imgH="482400" progId="Equation.DSMT4">
                    <p:embed/>
                  </p:oleObj>
                </mc:Choice>
                <mc:Fallback>
                  <p:oleObj name="Equation" r:id="rId11" imgW="187956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572000" y="2459459"/>
                          <a:ext cx="18796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AF43B58-7CCE-4FDC-AAE0-FE6860796E4B}"/>
                </a:ext>
              </a:extLst>
            </p:cNvPr>
            <p:cNvSpPr/>
            <p:nvPr/>
          </p:nvSpPr>
          <p:spPr>
            <a:xfrm>
              <a:off x="3765574" y="2414835"/>
              <a:ext cx="95044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所以</a:t>
              </a:r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F9230C2-C2D8-4A53-8785-7412F25CC6F7}"/>
                </a:ext>
              </a:extLst>
            </p:cNvPr>
            <p:cNvSpPr/>
            <p:nvPr/>
          </p:nvSpPr>
          <p:spPr>
            <a:xfrm>
              <a:off x="6467713" y="2414835"/>
              <a:ext cx="49404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kern="100" dirty="0">
                  <a:solidFill>
                    <a:prstClr val="black"/>
                  </a:solidFill>
                  <a:latin typeface="等线" panose="02010600030101010101" pitchFamily="2" charset="-122"/>
                  <a:cs typeface="Times New Roman" panose="02020603050405020304" pitchFamily="18" charset="0"/>
                </a:rPr>
                <a:t>即</a:t>
              </a:r>
              <a:endParaRPr lang="zh-CN" altLang="en-US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949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C228F9-740A-40AB-9CC0-77E02408A41B}"/>
              </a:ext>
            </a:extLst>
          </p:cNvPr>
          <p:cNvSpPr/>
          <p:nvPr/>
        </p:nvSpPr>
        <p:spPr>
          <a:xfrm>
            <a:off x="817779" y="280425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srgbClr val="0066FF"/>
                </a:solidFill>
                <a:latin typeface="等线" panose="02010600030101010101" pitchFamily="2" charset="-122"/>
                <a:cs typeface="Times New Roman" panose="02020603050405020304" pitchFamily="18" charset="0"/>
              </a:rPr>
              <a:t>注</a:t>
            </a:r>
            <a:endParaRPr lang="zh-CN" altLang="en-US" dirty="0">
              <a:solidFill>
                <a:srgbClr val="0066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1107F0-DAE5-4886-B624-CAE95D774CCD}"/>
              </a:ext>
            </a:extLst>
          </p:cNvPr>
          <p:cNvSpPr/>
          <p:nvPr/>
        </p:nvSpPr>
        <p:spPr>
          <a:xfrm>
            <a:off x="1403648" y="267494"/>
            <a:ext cx="7560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latin typeface="+mj-ea"/>
                <a:ea typeface="+mj-ea"/>
                <a:cs typeface="宋体" panose="02010600030101010101" pitchFamily="2" charset="-122"/>
              </a:rPr>
              <a:t>此法叫做</a:t>
            </a:r>
            <a:r>
              <a:rPr lang="zh-CN" altLang="zh-CN" sz="2400" b="1" dirty="0">
                <a:solidFill>
                  <a:srgbClr val="FF0000"/>
                </a:solidFill>
                <a:latin typeface="+mj-ea"/>
                <a:ea typeface="+mj-ea"/>
                <a:cs typeface="宋体" panose="02010600030101010101" pitchFamily="2" charset="-122"/>
              </a:rPr>
              <a:t>验证法</a:t>
            </a:r>
            <a:r>
              <a:rPr lang="zh-CN" altLang="zh-CN" sz="2400" b="1" dirty="0">
                <a:latin typeface="+mj-ea"/>
                <a:ea typeface="+mj-ea"/>
                <a:cs typeface="宋体" panose="02010600030101010101" pitchFamily="2" charset="-122"/>
              </a:rPr>
              <a:t>，适用于非单调数列求极限问题</a:t>
            </a:r>
            <a:r>
              <a:rPr lang="en-US" altLang="zh-CN" sz="2400" b="1" dirty="0">
                <a:latin typeface="+mj-ea"/>
                <a:ea typeface="+mj-ea"/>
                <a:cs typeface="宋体" panose="02010600030101010101" pitchFamily="2" charset="-122"/>
              </a:rPr>
              <a:t>.</a:t>
            </a:r>
            <a:r>
              <a:rPr lang="zh-CN" altLang="en-US" sz="2400" b="1" dirty="0">
                <a:latin typeface="+mj-ea"/>
                <a:ea typeface="+mj-ea"/>
                <a:cs typeface="宋体" panose="02010600030101010101" pitchFamily="2" charset="-122"/>
              </a:rPr>
              <a:t>一般</a:t>
            </a:r>
            <a:r>
              <a:rPr lang="en-US" altLang="zh-CN" sz="2400" b="1" dirty="0">
                <a:latin typeface="+mj-ea"/>
                <a:ea typeface="+mj-ea"/>
                <a:cs typeface="宋体" panose="02010600030101010101" pitchFamily="2" charset="-122"/>
              </a:rPr>
              <a:t> </a:t>
            </a:r>
            <a:endParaRPr lang="zh-CN" altLang="en-US" sz="2400" dirty="0">
              <a:latin typeface="+mj-ea"/>
              <a:ea typeface="+mj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E4F3CD6-0BE1-436C-915A-D8029700C425}"/>
              </a:ext>
            </a:extLst>
          </p:cNvPr>
          <p:cNvGrpSpPr/>
          <p:nvPr/>
        </p:nvGrpSpPr>
        <p:grpSpPr>
          <a:xfrm>
            <a:off x="323732" y="915566"/>
            <a:ext cx="4824332" cy="461665"/>
            <a:chOff x="323732" y="915566"/>
            <a:chExt cx="4824332" cy="46166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684C0F5-496D-4000-9728-FA9B6EDD95A6}"/>
                </a:ext>
              </a:extLst>
            </p:cNvPr>
            <p:cNvSpPr/>
            <p:nvPr/>
          </p:nvSpPr>
          <p:spPr>
            <a:xfrm>
              <a:off x="323732" y="915566"/>
              <a:ext cx="482433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先假设数列    极限存在且等于</a:t>
              </a:r>
              <a:endParaRPr lang="zh-CN" altLang="en-US" dirty="0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E9FC9852-94AB-43B4-A2D0-D30D5BD27C3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541029"/>
                </p:ext>
              </p:extLst>
            </p:nvPr>
          </p:nvGraphicFramePr>
          <p:xfrm>
            <a:off x="1979712" y="955898"/>
            <a:ext cx="533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58" name="Equation" r:id="rId3" imgW="533160" imgH="380880" progId="Equation.DSMT4">
                    <p:embed/>
                  </p:oleObj>
                </mc:Choice>
                <mc:Fallback>
                  <p:oleObj name="Equation" r:id="rId3" imgW="533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79712" y="955898"/>
                          <a:ext cx="533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88BE57A0-9376-4B04-A713-C96C7AD2778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9075492"/>
                </p:ext>
              </p:extLst>
            </p:nvPr>
          </p:nvGraphicFramePr>
          <p:xfrm>
            <a:off x="4716016" y="1019398"/>
            <a:ext cx="266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59" name="Equation" r:id="rId5" imgW="266400" imgH="253800" progId="Equation.DSMT4">
                    <p:embed/>
                  </p:oleObj>
                </mc:Choice>
                <mc:Fallback>
                  <p:oleObj name="Equation" r:id="rId5" imgW="266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16016" y="1019398"/>
                          <a:ext cx="266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2F3EA09-D29E-4E70-A881-AB24E0CAFC9E}"/>
              </a:ext>
            </a:extLst>
          </p:cNvPr>
          <p:cNvGrpSpPr/>
          <p:nvPr/>
        </p:nvGrpSpPr>
        <p:grpSpPr>
          <a:xfrm>
            <a:off x="5010618" y="899496"/>
            <a:ext cx="3665838" cy="461665"/>
            <a:chOff x="5010618" y="899496"/>
            <a:chExt cx="3665838" cy="46166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33F6829-29F4-4741-93B9-96E8EBCC2F78}"/>
                </a:ext>
              </a:extLst>
            </p:cNvPr>
            <p:cNvSpPr/>
            <p:nvPr/>
          </p:nvSpPr>
          <p:spPr>
            <a:xfrm>
              <a:off x="5010618" y="899496"/>
              <a:ext cx="3665838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宋体" panose="02010600030101010101" pitchFamily="2" charset="-122"/>
                </a:rPr>
                <a:t>根据递推公式求出极限</a:t>
              </a:r>
              <a:endParaRPr lang="zh-CN" altLang="en-US" dirty="0"/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F40A445-7BE5-4A38-8567-B09BD78BDD6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8861978"/>
                </p:ext>
              </p:extLst>
            </p:nvPr>
          </p:nvGraphicFramePr>
          <p:xfrm>
            <a:off x="8244408" y="1019398"/>
            <a:ext cx="2540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60" name="Equation" r:id="rId7" imgW="253800" imgH="203040" progId="Equation.DSMT4">
                    <p:embed/>
                  </p:oleObj>
                </mc:Choice>
                <mc:Fallback>
                  <p:oleObj name="Equation" r:id="rId7" imgW="25380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244408" y="1019398"/>
                          <a:ext cx="2540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1D8B460-705D-45F6-924B-26E73F4AB7B6}"/>
              </a:ext>
            </a:extLst>
          </p:cNvPr>
          <p:cNvGrpSpPr/>
          <p:nvPr/>
        </p:nvGrpSpPr>
        <p:grpSpPr>
          <a:xfrm>
            <a:off x="323733" y="1563638"/>
            <a:ext cx="3234847" cy="499205"/>
            <a:chOff x="323733" y="1563638"/>
            <a:chExt cx="3234847" cy="4992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82C1B41-5303-4EB3-A792-C431BBF7E785}"/>
                </a:ext>
              </a:extLst>
            </p:cNvPr>
            <p:cNvSpPr/>
            <p:nvPr/>
          </p:nvSpPr>
          <p:spPr>
            <a:xfrm>
              <a:off x="323733" y="1563638"/>
              <a:ext cx="143995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最后证明</a:t>
              </a:r>
              <a:endParaRPr lang="zh-CN" altLang="en-US" dirty="0"/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8A4791B4-FC56-4197-AABC-C220943794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3411150"/>
                </p:ext>
              </p:extLst>
            </p:nvPr>
          </p:nvGraphicFramePr>
          <p:xfrm>
            <a:off x="1691680" y="1580243"/>
            <a:ext cx="18669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61" name="Equation" r:id="rId9" imgW="1866600" imgH="482400" progId="Equation.DSMT4">
                    <p:embed/>
                  </p:oleObj>
                </mc:Choice>
                <mc:Fallback>
                  <p:oleObj name="Equation" r:id="rId9" imgW="1866600" imgH="482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91680" y="1580243"/>
                          <a:ext cx="18669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67AD698-398C-49DE-BD4F-0819B0398244}"/>
              </a:ext>
            </a:extLst>
          </p:cNvPr>
          <p:cNvGrpSpPr/>
          <p:nvPr/>
        </p:nvGrpSpPr>
        <p:grpSpPr>
          <a:xfrm>
            <a:off x="3558580" y="1533054"/>
            <a:ext cx="5333900" cy="513234"/>
            <a:chOff x="3558580" y="1533054"/>
            <a:chExt cx="5333900" cy="51323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E065E72-6F0B-4723-B629-ECED91C29295}"/>
                </a:ext>
              </a:extLst>
            </p:cNvPr>
            <p:cNvSpPr/>
            <p:nvPr/>
          </p:nvSpPr>
          <p:spPr>
            <a:xfrm>
              <a:off x="3558580" y="1533054"/>
              <a:ext cx="53339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</a:rPr>
                <a:t>在证明             时，一般要证明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01957FF-EF72-4308-9240-A027567BD4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7309020"/>
                </p:ext>
              </p:extLst>
            </p:nvPr>
          </p:nvGraphicFramePr>
          <p:xfrm>
            <a:off x="4683125" y="1563688"/>
            <a:ext cx="18034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762" name="Equation" r:id="rId11" imgW="1803240" imgH="482400" progId="Equation.DSMT4">
                    <p:embed/>
                  </p:oleObj>
                </mc:Choice>
                <mc:Fallback>
                  <p:oleObj name="Equation" r:id="rId11" imgW="1803240" imgH="482400" progId="Equation.DSMT4">
                    <p:embed/>
                    <p:pic>
                      <p:nvPicPr>
                        <p:cNvPr id="12" name="对象 11">
                          <a:extLst>
                            <a:ext uri="{FF2B5EF4-FFF2-40B4-BE49-F238E27FC236}">
                              <a16:creationId xmlns:a16="http://schemas.microsoft.com/office/drawing/2014/main" id="{8A4791B4-FC56-4197-AABC-C2209437941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683125" y="1563688"/>
                          <a:ext cx="1803400" cy="482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5B74CD7-3848-4589-ADCA-D631AC12ED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565949"/>
              </p:ext>
            </p:extLst>
          </p:nvPr>
        </p:nvGraphicFramePr>
        <p:xfrm>
          <a:off x="2596101" y="2268013"/>
          <a:ext cx="3860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3" name="Equation" r:id="rId13" imgW="3860640" imgH="380880" progId="Equation.DSMT4">
                  <p:embed/>
                </p:oleObj>
              </mc:Choice>
              <mc:Fallback>
                <p:oleObj name="Equation" r:id="rId13" imgW="386064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96101" y="2268013"/>
                        <a:ext cx="38608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6B12B166-B4E8-433F-B44F-BB8424ED47A7}"/>
              </a:ext>
            </a:extLst>
          </p:cNvPr>
          <p:cNvSpPr/>
          <p:nvPr/>
        </p:nvSpPr>
        <p:spPr>
          <a:xfrm>
            <a:off x="817778" y="2887365"/>
            <a:ext cx="528238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在上题中推导这个不等式时，采用</a:t>
            </a:r>
            <a:endParaRPr lang="zh-CN" altLang="en-US" dirty="0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6B59DF5-2696-4AF6-BBEA-9035C3B40F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117467"/>
              </p:ext>
            </p:extLst>
          </p:nvPr>
        </p:nvGraphicFramePr>
        <p:xfrm>
          <a:off x="2607663" y="3716352"/>
          <a:ext cx="3492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64" name="Equation" r:id="rId15" imgW="3492360" imgH="914400" progId="Equation.DSMT4">
                  <p:embed/>
                </p:oleObj>
              </mc:Choice>
              <mc:Fallback>
                <p:oleObj name="Equation" r:id="rId15" imgW="349236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07663" y="3716352"/>
                        <a:ext cx="34925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403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9ECC87-C214-4D54-B1A6-089CB34D4E20}"/>
              </a:ext>
            </a:extLst>
          </p:cNvPr>
          <p:cNvSpPr/>
          <p:nvPr/>
        </p:nvSpPr>
        <p:spPr>
          <a:xfrm>
            <a:off x="899592" y="771550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</a:rPr>
              <a:t>而非</a:t>
            </a:r>
            <a:endParaRPr lang="zh-CN" altLang="en-US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62D9BD0-F0F9-4538-BC93-57A4ED9CC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99142"/>
              </p:ext>
            </p:extLst>
          </p:nvPr>
        </p:nvGraphicFramePr>
        <p:xfrm>
          <a:off x="1763688" y="545182"/>
          <a:ext cx="3530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699" name="Equation" r:id="rId3" imgW="3530520" imgH="914400" progId="Equation.DSMT4">
                  <p:embed/>
                </p:oleObj>
              </mc:Choice>
              <mc:Fallback>
                <p:oleObj name="Equation" r:id="rId3" imgW="3530520" imgH="914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545182"/>
                        <a:ext cx="35306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53D0C48-83A6-46F5-9661-953BA3F3DEE9}"/>
              </a:ext>
            </a:extLst>
          </p:cNvPr>
          <p:cNvSpPr/>
          <p:nvPr/>
        </p:nvSpPr>
        <p:spPr>
          <a:xfrm>
            <a:off x="880705" y="1923678"/>
            <a:ext cx="451824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latin typeface="+mj-ea"/>
                <a:ea typeface="+mj-ea"/>
                <a:cs typeface="Times New Roman" panose="02020603050405020304" pitchFamily="18" charset="0"/>
              </a:rPr>
              <a:t>比较容易发现上述不等式的成立</a:t>
            </a:r>
            <a:r>
              <a:rPr lang="en-US" altLang="zh-CN" sz="2400" b="1" kern="100" dirty="0">
                <a:latin typeface="+mj-ea"/>
                <a:ea typeface="+mj-ea"/>
                <a:cs typeface="Times New Roman" panose="02020603050405020304" pitchFamily="18" charset="0"/>
              </a:rPr>
              <a:t>.</a:t>
            </a:r>
            <a:endParaRPr lang="zh-CN" altLang="zh-CN" sz="2400" kern="100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en-US" altLang="zh-CN" sz="2400" b="1" kern="100" dirty="0">
                <a:latin typeface="+mj-ea"/>
                <a:ea typeface="+mj-ea"/>
                <a:cs typeface="宋体" panose="02010600030101010101" pitchFamily="2" charset="-122"/>
              </a:rPr>
              <a:t> </a:t>
            </a:r>
            <a:endParaRPr lang="zh-CN" altLang="zh-CN" sz="2400" kern="100" dirty="0">
              <a:latin typeface="+mj-ea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6870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BD7CE52E-26E1-4BE7-ACD9-66E417D50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0" y="267494"/>
            <a:ext cx="23042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21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计算极限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1519000-6BBA-4BB0-B91E-9F7FBA92D5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271763"/>
              </p:ext>
            </p:extLst>
          </p:nvPr>
        </p:nvGraphicFramePr>
        <p:xfrm>
          <a:off x="2771800" y="91926"/>
          <a:ext cx="1219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1" name="Equation" r:id="rId3" imgW="1218960" imgH="812520" progId="Equation.DSMT4">
                  <p:embed/>
                </p:oleObj>
              </mc:Choice>
              <mc:Fallback>
                <p:oleObj name="Equation" r:id="rId3" imgW="12189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91926"/>
                        <a:ext cx="1219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6">
            <a:extLst>
              <a:ext uri="{FF2B5EF4-FFF2-40B4-BE49-F238E27FC236}">
                <a16:creationId xmlns:a16="http://schemas.microsoft.com/office/drawing/2014/main" id="{42E77BBE-2CC7-448B-A746-E6B59D4C4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222198"/>
            <a:ext cx="64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772A41F-7779-4EF8-ADBD-464A063B7195}"/>
              </a:ext>
            </a:extLst>
          </p:cNvPr>
          <p:cNvGrpSpPr/>
          <p:nvPr/>
        </p:nvGrpSpPr>
        <p:grpSpPr>
          <a:xfrm>
            <a:off x="1115616" y="1222197"/>
            <a:ext cx="1451125" cy="461665"/>
            <a:chOff x="1115616" y="1131590"/>
            <a:chExt cx="1451125" cy="461665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16F7DB29-49AC-45C3-9803-28479F5A869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8237654"/>
                </p:ext>
              </p:extLst>
            </p:nvPr>
          </p:nvGraphicFramePr>
          <p:xfrm>
            <a:off x="1115616" y="122272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22" name="Equation" r:id="rId5" imgW="647640" imgH="279360" progId="Equation.DSMT4">
                    <p:embed/>
                  </p:oleObj>
                </mc:Choice>
                <mc:Fallback>
                  <p:oleObj name="Equation" r:id="rId5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15616" y="1222722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33FCE3-6210-40D2-98E8-FE0072F2E898}"/>
                </a:ext>
              </a:extLst>
            </p:cNvPr>
            <p:cNvSpPr/>
            <p:nvPr/>
          </p:nvSpPr>
          <p:spPr>
            <a:xfrm>
              <a:off x="1763316" y="1131590"/>
              <a:ext cx="80342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时，</a:t>
              </a:r>
              <a:endParaRPr lang="zh-CN" altLang="en-US" dirty="0"/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5274477-5D89-4153-834F-5576C4D148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081519"/>
              </p:ext>
            </p:extLst>
          </p:nvPr>
        </p:nvGraphicFramePr>
        <p:xfrm>
          <a:off x="2566741" y="1062303"/>
          <a:ext cx="1968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3" name="Equation" r:id="rId7" imgW="1968480" imgH="812520" progId="Equation.DSMT4">
                  <p:embed/>
                </p:oleObj>
              </mc:Choice>
              <mc:Fallback>
                <p:oleObj name="Equation" r:id="rId7" imgW="19684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66741" y="1062303"/>
                        <a:ext cx="19685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5A52B567-963B-4729-89AF-5440EFEE2F18}"/>
              </a:ext>
            </a:extLst>
          </p:cNvPr>
          <p:cNvGrpSpPr/>
          <p:nvPr/>
        </p:nvGrpSpPr>
        <p:grpSpPr>
          <a:xfrm>
            <a:off x="611560" y="2228440"/>
            <a:ext cx="2510270" cy="461665"/>
            <a:chOff x="611560" y="2228440"/>
            <a:chExt cx="2510270" cy="46166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2464702-8EDD-4338-84CF-A4E8412A19A3}"/>
                </a:ext>
              </a:extLst>
            </p:cNvPr>
            <p:cNvSpPr/>
            <p:nvPr/>
          </p:nvSpPr>
          <p:spPr>
            <a:xfrm>
              <a:off x="611560" y="2228440"/>
              <a:ext cx="251027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从而当     时，</a:t>
              </a:r>
              <a:endParaRPr lang="zh-CN" altLang="en-US" dirty="0"/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98FA242-A295-4BD9-B2C8-46C854996F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572802"/>
                </p:ext>
              </p:extLst>
            </p:nvPr>
          </p:nvGraphicFramePr>
          <p:xfrm>
            <a:off x="1691680" y="2311409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24" name="Equation" r:id="rId9" imgW="647640" imgH="279360" progId="Equation.DSMT4">
                    <p:embed/>
                  </p:oleObj>
                </mc:Choice>
                <mc:Fallback>
                  <p:oleObj name="Equation" r:id="rId9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91680" y="2311409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2F7BB444-02DF-43F0-9598-9D8EB57D9B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140908"/>
              </p:ext>
            </p:extLst>
          </p:nvPr>
        </p:nvGraphicFramePr>
        <p:xfrm>
          <a:off x="2969139" y="2089577"/>
          <a:ext cx="1993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5" name="Equation" r:id="rId11" imgW="1993680" imgH="812520" progId="Equation.DSMT4">
                  <p:embed/>
                </p:oleObj>
              </mc:Choice>
              <mc:Fallback>
                <p:oleObj name="Equation" r:id="rId11" imgW="1993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69139" y="2089577"/>
                        <a:ext cx="1993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A8D1CD9E-F554-4655-97CA-9AC1DE85D7BA}"/>
              </a:ext>
            </a:extLst>
          </p:cNvPr>
          <p:cNvGrpSpPr/>
          <p:nvPr/>
        </p:nvGrpSpPr>
        <p:grpSpPr>
          <a:xfrm>
            <a:off x="5098752" y="2089576"/>
            <a:ext cx="3585220" cy="812800"/>
            <a:chOff x="5098752" y="2089576"/>
            <a:chExt cx="3585220" cy="812800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7226D9B6-1A1E-4F9A-9E9D-416608F64177}"/>
                </a:ext>
              </a:extLst>
            </p:cNvPr>
            <p:cNvSpPr/>
            <p:nvPr/>
          </p:nvSpPr>
          <p:spPr>
            <a:xfrm>
              <a:off x="5098752" y="2265144"/>
              <a:ext cx="22218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由夹逼准则得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55FAEFF-F04B-4DA1-BE58-3E2EC876F9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8374180"/>
                </p:ext>
              </p:extLst>
            </p:nvPr>
          </p:nvGraphicFramePr>
          <p:xfrm>
            <a:off x="7020272" y="2089576"/>
            <a:ext cx="16637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26" name="Equation" r:id="rId13" imgW="1663560" imgH="812520" progId="Equation.DSMT4">
                    <p:embed/>
                  </p:oleObj>
                </mc:Choice>
                <mc:Fallback>
                  <p:oleObj name="Equation" r:id="rId13" imgW="166356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020272" y="2089576"/>
                          <a:ext cx="16637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6551457-C423-42FD-9CB6-CEA9FC3F6F57}"/>
              </a:ext>
            </a:extLst>
          </p:cNvPr>
          <p:cNvGrpSpPr/>
          <p:nvPr/>
        </p:nvGrpSpPr>
        <p:grpSpPr>
          <a:xfrm>
            <a:off x="702094" y="3372297"/>
            <a:ext cx="1800200" cy="461665"/>
            <a:chOff x="683568" y="3328515"/>
            <a:chExt cx="1800200" cy="46166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FCB1586-055C-4385-BF7B-3FC70F30B964}"/>
                </a:ext>
              </a:extLst>
            </p:cNvPr>
            <p:cNvSpPr/>
            <p:nvPr/>
          </p:nvSpPr>
          <p:spPr>
            <a:xfrm>
              <a:off x="683568" y="3328515"/>
              <a:ext cx="180020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当     时，</a:t>
              </a:r>
              <a:endParaRPr lang="zh-CN" altLang="en-US" dirty="0"/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47A536E3-12A5-4F69-9852-7A037DA07FC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8364933"/>
                </p:ext>
              </p:extLst>
            </p:nvPr>
          </p:nvGraphicFramePr>
          <p:xfrm>
            <a:off x="1154673" y="3419647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27" name="Equation" r:id="rId15" imgW="647640" imgH="279360" progId="Equation.DSMT4">
                    <p:embed/>
                  </p:oleObj>
                </mc:Choice>
                <mc:Fallback>
                  <p:oleObj name="Equation" r:id="rId15" imgW="647640" imgH="27936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998FA242-A295-4BD9-B2C8-46C854996FC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154673" y="3419647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9338C1D-0DBB-47B8-A436-0B9ACEA87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144959"/>
              </p:ext>
            </p:extLst>
          </p:nvPr>
        </p:nvGraphicFramePr>
        <p:xfrm>
          <a:off x="2771800" y="3230545"/>
          <a:ext cx="1993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28" name="Equation" r:id="rId17" imgW="1993680" imgH="812520" progId="Equation.DSMT4">
                  <p:embed/>
                </p:oleObj>
              </mc:Choice>
              <mc:Fallback>
                <p:oleObj name="Equation" r:id="rId17" imgW="1993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71800" y="3230545"/>
                        <a:ext cx="1993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11380514-AC16-482E-AF7B-2B4C26CC2938}"/>
              </a:ext>
            </a:extLst>
          </p:cNvPr>
          <p:cNvGrpSpPr/>
          <p:nvPr/>
        </p:nvGrpSpPr>
        <p:grpSpPr>
          <a:xfrm>
            <a:off x="5035206" y="3201942"/>
            <a:ext cx="3661466" cy="812800"/>
            <a:chOff x="5035206" y="3201942"/>
            <a:chExt cx="3661466" cy="8128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AA565A5-5A11-4120-91B7-BD217BCA84A2}"/>
                </a:ext>
              </a:extLst>
            </p:cNvPr>
            <p:cNvSpPr/>
            <p:nvPr/>
          </p:nvSpPr>
          <p:spPr>
            <a:xfrm>
              <a:off x="5035206" y="3377510"/>
              <a:ext cx="222186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 panose="02010600030101010101" pitchFamily="2" charset="-122"/>
                  <a:cs typeface="Times New Roman" panose="02020603050405020304" pitchFamily="18" charset="0"/>
                </a:rPr>
                <a:t>由夹逼准则得</a:t>
              </a:r>
              <a:endParaRPr lang="zh-CN" altLang="en-US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E205FE46-6907-4ABE-96EC-AA55EB5FEC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9650709"/>
                </p:ext>
              </p:extLst>
            </p:nvPr>
          </p:nvGraphicFramePr>
          <p:xfrm>
            <a:off x="7020272" y="3201942"/>
            <a:ext cx="16764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29" name="Equation" r:id="rId19" imgW="1676160" imgH="812520" progId="Equation.DSMT4">
                    <p:embed/>
                  </p:oleObj>
                </mc:Choice>
                <mc:Fallback>
                  <p:oleObj name="Equation" r:id="rId19" imgW="1676160" imgH="8125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7020272" y="3201942"/>
                          <a:ext cx="16764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829828CD-73BD-4678-876C-74EC712DDCED}"/>
              </a:ext>
            </a:extLst>
          </p:cNvPr>
          <p:cNvSpPr/>
          <p:nvPr/>
        </p:nvSpPr>
        <p:spPr>
          <a:xfrm>
            <a:off x="683569" y="4197757"/>
            <a:ext cx="5756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故</a:t>
            </a:r>
            <a:endParaRPr lang="zh-CN" altLang="en-US" dirty="0"/>
          </a:p>
        </p:txBody>
      </p:sp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39591197-0DFF-4516-9EBA-C7713AAE3B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541602"/>
              </p:ext>
            </p:extLst>
          </p:nvPr>
        </p:nvGraphicFramePr>
        <p:xfrm>
          <a:off x="1245738" y="4043345"/>
          <a:ext cx="16383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0" name="Equation" r:id="rId21" imgW="1638000" imgH="812520" progId="Equation.DSMT4">
                  <p:embed/>
                </p:oleObj>
              </mc:Choice>
              <mc:Fallback>
                <p:oleObj name="Equation" r:id="rId21" imgW="163800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45738" y="4043345"/>
                        <a:ext cx="16383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185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163472F1-8F64-45FA-8F14-09CAB8FDA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302" y="364704"/>
            <a:ext cx="80501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22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已知                求  和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8E6D56D-849A-4000-9B91-4004949D16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918452"/>
              </p:ext>
            </p:extLst>
          </p:nvPr>
        </p:nvGraphicFramePr>
        <p:xfrm>
          <a:off x="2267744" y="195486"/>
          <a:ext cx="2235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51" name="Equation" r:id="rId3" imgW="2234880" imgH="799920" progId="Equation.DSMT4">
                  <p:embed/>
                </p:oleObj>
              </mc:Choice>
              <mc:Fallback>
                <p:oleObj name="Equation" r:id="rId3" imgW="223488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195486"/>
                        <a:ext cx="22352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A950386-B20B-4FEA-8EF3-9F9B3980F6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464850"/>
              </p:ext>
            </p:extLst>
          </p:nvPr>
        </p:nvGraphicFramePr>
        <p:xfrm>
          <a:off x="5079008" y="493936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52" name="Equation" r:id="rId5" imgW="203040" imgH="203040" progId="Equation.DSMT4">
                  <p:embed/>
                </p:oleObj>
              </mc:Choice>
              <mc:Fallback>
                <p:oleObj name="Equation" r:id="rId5" imgW="203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79008" y="493936"/>
                        <a:ext cx="203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2EBA36B-0037-4BE5-AA5B-B9AD92D849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672479"/>
              </p:ext>
            </p:extLst>
          </p:nvPr>
        </p:nvGraphicFramePr>
        <p:xfrm>
          <a:off x="5743972" y="455836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53" name="Equation" r:id="rId7" imgW="228600" imgH="279360" progId="Equation.DSMT4">
                  <p:embed/>
                </p:oleObj>
              </mc:Choice>
              <mc:Fallback>
                <p:oleObj name="Equation" r:id="rId7" imgW="22860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43972" y="455836"/>
                        <a:ext cx="228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398A0EB9-943B-488D-A75C-05AF58754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02" y="1084594"/>
            <a:ext cx="914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615C632-C772-4F11-8EE4-AE7BB68E1D95}"/>
              </a:ext>
            </a:extLst>
          </p:cNvPr>
          <p:cNvGrpSpPr/>
          <p:nvPr/>
        </p:nvGrpSpPr>
        <p:grpSpPr>
          <a:xfrm>
            <a:off x="1353344" y="1096330"/>
            <a:ext cx="7326064" cy="587809"/>
            <a:chOff x="1422400" y="1291729"/>
            <a:chExt cx="7326064" cy="587809"/>
          </a:xfrm>
        </p:grpSpPr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03E752B6-0980-4541-93B7-5CEBCA20F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2400" y="1291729"/>
              <a:ext cx="732606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+mj-ea"/>
                  <a:ea typeface="+mj-ea"/>
                </a:rPr>
                <a:t>因为             故</a:t>
              </a:r>
              <a:endParaRPr kumimoji="1"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107B1CD2-8015-44B1-B3EB-3D87AF066E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0902546"/>
                </p:ext>
              </p:extLst>
            </p:nvPr>
          </p:nvGraphicFramePr>
          <p:xfrm>
            <a:off x="2195736" y="1333438"/>
            <a:ext cx="18288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654" name="Equation" r:id="rId9" imgW="1828800" imgH="520560" progId="Equation.DSMT4">
                    <p:embed/>
                  </p:oleObj>
                </mc:Choice>
                <mc:Fallback>
                  <p:oleObj name="Equation" r:id="rId9" imgW="1828800" imgH="520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95736" y="1333438"/>
                          <a:ext cx="18288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50E3AEF8-FCB1-46B4-AE98-83619475F6D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3199140"/>
                </p:ext>
              </p:extLst>
            </p:nvPr>
          </p:nvGraphicFramePr>
          <p:xfrm>
            <a:off x="4604578" y="1333438"/>
            <a:ext cx="3911600" cy="546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655" name="Equation" r:id="rId11" imgW="3911400" imgH="545760" progId="Equation.DSMT4">
                    <p:embed/>
                  </p:oleObj>
                </mc:Choice>
                <mc:Fallback>
                  <p:oleObj name="Equation" r:id="rId11" imgW="3911400" imgH="5457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604578" y="1333438"/>
                          <a:ext cx="3911600" cy="546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D37969D0-D794-41C9-A2FB-748CAB4F4D51}"/>
              </a:ext>
            </a:extLst>
          </p:cNvPr>
          <p:cNvGrpSpPr/>
          <p:nvPr/>
        </p:nvGrpSpPr>
        <p:grpSpPr>
          <a:xfrm>
            <a:off x="891151" y="1895339"/>
            <a:ext cx="2251306" cy="471123"/>
            <a:chOff x="960207" y="2090738"/>
            <a:chExt cx="2251306" cy="471123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5FB2A1D-4454-4117-8EDD-9013DFBF8AAC}"/>
                </a:ext>
              </a:extLst>
            </p:cNvPr>
            <p:cNvSpPr/>
            <p:nvPr/>
          </p:nvSpPr>
          <p:spPr>
            <a:xfrm>
              <a:off x="960207" y="2100196"/>
              <a:ext cx="1440160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j-ea"/>
                </a:rPr>
                <a:t>所以</a:t>
              </a:r>
              <a:endParaRPr lang="zh-CN" altLang="en-US" sz="2400" dirty="0"/>
            </a:p>
          </p:txBody>
        </p:sp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FE0FBD30-9552-4717-A39D-AD8A013860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78613522"/>
                </p:ext>
              </p:extLst>
            </p:nvPr>
          </p:nvGraphicFramePr>
          <p:xfrm>
            <a:off x="1738313" y="2090738"/>
            <a:ext cx="14732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656" name="Equation" r:id="rId13" imgW="1473120" imgH="393480" progId="Equation.DSMT4">
                    <p:embed/>
                  </p:oleObj>
                </mc:Choice>
                <mc:Fallback>
                  <p:oleObj name="Equation" r:id="rId13" imgW="147312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738313" y="2090738"/>
                          <a:ext cx="14732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26A0876-FFC2-4AD3-B1AA-135FC8DBFAD8}"/>
              </a:ext>
            </a:extLst>
          </p:cNvPr>
          <p:cNvGrpSpPr/>
          <p:nvPr/>
        </p:nvGrpSpPr>
        <p:grpSpPr>
          <a:xfrm>
            <a:off x="3142457" y="1814925"/>
            <a:ext cx="2266776" cy="461665"/>
            <a:chOff x="3454400" y="2003046"/>
            <a:chExt cx="2266776" cy="4616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24F5F4C-CEE0-4E33-979E-3C89AFA342DF}"/>
                </a:ext>
              </a:extLst>
            </p:cNvPr>
            <p:cNvSpPr/>
            <p:nvPr/>
          </p:nvSpPr>
          <p:spPr>
            <a:xfrm>
              <a:off x="3454400" y="2003046"/>
              <a:ext cx="226677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kumimoji="1" lang="zh-CN" altLang="en-US" sz="2400" b="1" dirty="0">
                  <a:latin typeface="+mj-ea"/>
                </a:rPr>
                <a:t>又      否则</a:t>
              </a:r>
              <a:endParaRPr lang="zh-CN" altLang="en-US" sz="2400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7FD4BDFA-8C35-4893-BAAB-4EA6FC5897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5052249"/>
                </p:ext>
              </p:extLst>
            </p:nvPr>
          </p:nvGraphicFramePr>
          <p:xfrm>
            <a:off x="3833266" y="2077864"/>
            <a:ext cx="876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5657" name="Equation" r:id="rId15" imgW="876240" imgH="330120" progId="Equation.DSMT4">
                    <p:embed/>
                  </p:oleObj>
                </mc:Choice>
                <mc:Fallback>
                  <p:oleObj name="Equation" r:id="rId15" imgW="8762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833266" y="2077864"/>
                          <a:ext cx="876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5B6E221-21D2-44E9-9FA9-D32B1BC9C1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4263433"/>
              </p:ext>
            </p:extLst>
          </p:nvPr>
        </p:nvGraphicFramePr>
        <p:xfrm>
          <a:off x="1353344" y="2376351"/>
          <a:ext cx="6438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58" name="Equation" r:id="rId17" imgW="6438600" imgH="939600" progId="Equation.DSMT4">
                  <p:embed/>
                </p:oleObj>
              </mc:Choice>
              <mc:Fallback>
                <p:oleObj name="Equation" r:id="rId17" imgW="6438600" imgH="939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8E6D56D-849A-4000-9B91-4004949D16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53344" y="2376351"/>
                        <a:ext cx="64389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椭圆 14">
            <a:extLst>
              <a:ext uri="{FF2B5EF4-FFF2-40B4-BE49-F238E27FC236}">
                <a16:creationId xmlns:a16="http://schemas.microsoft.com/office/drawing/2014/main" id="{F6F9204A-AA86-481F-BB83-F9ACAD398F0C}"/>
              </a:ext>
            </a:extLst>
          </p:cNvPr>
          <p:cNvSpPr/>
          <p:nvPr/>
        </p:nvSpPr>
        <p:spPr>
          <a:xfrm>
            <a:off x="3807892" y="2282985"/>
            <a:ext cx="727630" cy="597422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1DFE1CFC-7B01-4F1C-872D-B9548721BE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977330"/>
              </p:ext>
            </p:extLst>
          </p:nvPr>
        </p:nvGraphicFramePr>
        <p:xfrm>
          <a:off x="4535522" y="2191191"/>
          <a:ext cx="800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59" name="Equation" r:id="rId19" imgW="799920" imgH="342720" progId="Equation.DSMT4">
                  <p:embed/>
                </p:oleObj>
              </mc:Choice>
              <mc:Fallback>
                <p:oleObj name="Equation" r:id="rId19" imgW="799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35522" y="2191191"/>
                        <a:ext cx="800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0F07B365-DD72-407D-9C73-32D89ADF7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36079"/>
              </p:ext>
            </p:extLst>
          </p:nvPr>
        </p:nvGraphicFramePr>
        <p:xfrm>
          <a:off x="1134097" y="3316151"/>
          <a:ext cx="7099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60" name="Equation" r:id="rId21" imgW="7099200" imgH="939600" progId="Equation.DSMT4">
                  <p:embed/>
                </p:oleObj>
              </mc:Choice>
              <mc:Fallback>
                <p:oleObj name="Equation" r:id="rId21" imgW="70992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134097" y="3316151"/>
                        <a:ext cx="7099300" cy="93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C4C77157-1260-4775-B56C-75E56F8C5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690560"/>
              </p:ext>
            </p:extLst>
          </p:nvPr>
        </p:nvGraphicFramePr>
        <p:xfrm>
          <a:off x="1154302" y="4387998"/>
          <a:ext cx="533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661" name="Equation" r:id="rId23" imgW="533160" imgH="215640" progId="Equation.DSMT4">
                  <p:embed/>
                </p:oleObj>
              </mc:Choice>
              <mc:Fallback>
                <p:oleObj name="Equation" r:id="rId23" imgW="533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154302" y="4387998"/>
                        <a:ext cx="533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1B9CEE53-749B-4BDF-BDD9-7EE46896BDA0}"/>
              </a:ext>
            </a:extLst>
          </p:cNvPr>
          <p:cNvSpPr/>
          <p:nvPr/>
        </p:nvSpPr>
        <p:spPr>
          <a:xfrm>
            <a:off x="1716904" y="4223920"/>
            <a:ext cx="35061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+mj-ea"/>
              </a:rPr>
              <a:t>与题设矛盾</a:t>
            </a:r>
            <a:r>
              <a:rPr kumimoji="1" lang="en-US" altLang="zh-CN" sz="2400" b="1" dirty="0">
                <a:latin typeface="+mj-ea"/>
              </a:rPr>
              <a:t>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9817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15" grpId="0" animBg="1"/>
      <p:bldP spid="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FE60DFFD-552B-49C3-9CE1-C3D5DADA4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358" y="560103"/>
            <a:ext cx="805012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  <a:cs typeface="Times New Roman" panose="02020603050405020304" pitchFamily="18" charset="0"/>
              </a:rPr>
              <a:t>22</a:t>
            </a:r>
            <a:r>
              <a:rPr lang="en-US" altLang="zh-CN" sz="2400" b="1" dirty="0">
                <a:latin typeface="+mj-ea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+mj-ea"/>
                <a:ea typeface="+mj-ea"/>
                <a:cs typeface="Times New Roman" panose="02020603050405020304" pitchFamily="18" charset="0"/>
              </a:rPr>
              <a:t>已知                求  和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A2B7519-7E39-4F7B-A7A0-A90DD063D9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847948"/>
              </p:ext>
            </p:extLst>
          </p:nvPr>
        </p:nvGraphicFramePr>
        <p:xfrm>
          <a:off x="2336800" y="390885"/>
          <a:ext cx="2235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03" name="Equation" r:id="rId3" imgW="2234880" imgH="799920" progId="Equation.DSMT4">
                  <p:embed/>
                </p:oleObj>
              </mc:Choice>
              <mc:Fallback>
                <p:oleObj name="Equation" r:id="rId3" imgW="2234880" imgH="7999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8E6D56D-849A-4000-9B91-4004949D16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6800" y="390885"/>
                        <a:ext cx="22352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8AFBE189-0271-44D1-BFF6-43C102912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850060"/>
              </p:ext>
            </p:extLst>
          </p:nvPr>
        </p:nvGraphicFramePr>
        <p:xfrm>
          <a:off x="5148064" y="689335"/>
          <a:ext cx="2032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04" name="Equation" r:id="rId5" imgW="203040" imgH="203040" progId="Equation.DSMT4">
                  <p:embed/>
                </p:oleObj>
              </mc:Choice>
              <mc:Fallback>
                <p:oleObj name="Equation" r:id="rId5" imgW="203040" imgH="20304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8A950386-B20B-4FEA-8EF3-9F9B3980F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8064" y="689335"/>
                        <a:ext cx="2032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0D47EFB-533A-4651-B737-614A197F9D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2442257"/>
              </p:ext>
            </p:extLst>
          </p:nvPr>
        </p:nvGraphicFramePr>
        <p:xfrm>
          <a:off x="5813028" y="651235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05" name="Equation" r:id="rId7" imgW="228600" imgH="279360" progId="Equation.DSMT4">
                  <p:embed/>
                </p:oleObj>
              </mc:Choice>
              <mc:Fallback>
                <p:oleObj name="Equation" r:id="rId7" imgW="228600" imgH="2793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2EBA36B-0037-4BE5-AA5B-B9AD92D849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13028" y="651235"/>
                        <a:ext cx="2286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BC8D287-0A1F-489C-A6AA-FE533CE7A594}"/>
              </a:ext>
            </a:extLst>
          </p:cNvPr>
          <p:cNvCxnSpPr/>
          <p:nvPr/>
        </p:nvCxnSpPr>
        <p:spPr>
          <a:xfrm>
            <a:off x="0" y="1275606"/>
            <a:ext cx="9144000" cy="0"/>
          </a:xfrm>
          <a:prstGeom prst="line">
            <a:avLst/>
          </a:prstGeom>
          <a:ln w="34925" cmpd="thickThin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42225C5-3726-4856-AEF7-3B21C2C7B2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790396"/>
              </p:ext>
            </p:extLst>
          </p:nvPr>
        </p:nvGraphicFramePr>
        <p:xfrm>
          <a:off x="6545263" y="560388"/>
          <a:ext cx="147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06" name="Equation" r:id="rId9" imgW="1473120" imgH="393480" progId="Equation.DSMT4">
                  <p:embed/>
                </p:oleObj>
              </mc:Choice>
              <mc:Fallback>
                <p:oleObj name="Equation" r:id="rId9" imgW="147312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FE0FBD30-9552-4717-A39D-AD8A01386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45263" y="560388"/>
                        <a:ext cx="14732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7F67A0-0F66-4ACC-8C0F-49FD7BAC3DD7}"/>
              </a:ext>
            </a:extLst>
          </p:cNvPr>
          <p:cNvGrpSpPr/>
          <p:nvPr/>
        </p:nvGrpSpPr>
        <p:grpSpPr>
          <a:xfrm>
            <a:off x="755576" y="1375819"/>
            <a:ext cx="8050122" cy="902470"/>
            <a:chOff x="755576" y="1375819"/>
            <a:chExt cx="8050122" cy="902470"/>
          </a:xfrm>
        </p:grpSpPr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CAB5D0D8-B3EB-4623-A438-D66A1D3450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576" y="1556317"/>
              <a:ext cx="805012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400" b="1" dirty="0">
                  <a:latin typeface="+mj-ea"/>
                  <a:ea typeface="+mj-ea"/>
                  <a:cs typeface="Times New Roman" panose="02020603050405020304" pitchFamily="18" charset="0"/>
                </a:rPr>
                <a:t>从而                 </a:t>
              </a: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CAC728CE-DB9C-43A8-8E46-63344DF746F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2133642"/>
                </p:ext>
              </p:extLst>
            </p:nvPr>
          </p:nvGraphicFramePr>
          <p:xfrm>
            <a:off x="1619672" y="1375819"/>
            <a:ext cx="5118100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707" name="Equation" r:id="rId11" imgW="5117760" imgH="799920" progId="Equation.DSMT4">
                    <p:embed/>
                  </p:oleObj>
                </mc:Choice>
                <mc:Fallback>
                  <p:oleObj name="Equation" r:id="rId11" imgW="5117760" imgH="79992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AA2B7519-7E39-4F7B-A7A0-A90DD063D9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619672" y="1375819"/>
                          <a:ext cx="5118100" cy="800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1DE8E44-6AEF-4E29-8BED-76F4A829D9E6}"/>
                </a:ext>
              </a:extLst>
            </p:cNvPr>
            <p:cNvSpPr/>
            <p:nvPr/>
          </p:nvSpPr>
          <p:spPr>
            <a:xfrm>
              <a:off x="6129097" y="1478189"/>
              <a:ext cx="648072" cy="800100"/>
            </a:xfrm>
            <a:prstGeom prst="rect">
              <a:avLst/>
            </a:prstGeom>
            <a:noFill/>
            <a:ln w="12700"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1AE8D149-BE92-4385-A231-2E236198056C}"/>
              </a:ext>
            </a:extLst>
          </p:cNvPr>
          <p:cNvSpPr/>
          <p:nvPr/>
        </p:nvSpPr>
        <p:spPr>
          <a:xfrm>
            <a:off x="7195552" y="1708150"/>
            <a:ext cx="1718497" cy="400110"/>
          </a:xfrm>
          <a:prstGeom prst="rect">
            <a:avLst/>
          </a:prstGeom>
          <a:ln>
            <a:solidFill>
              <a:srgbClr val="0066FF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非零极限因子</a:t>
            </a:r>
            <a:endParaRPr lang="zh-CN" altLang="en-US" sz="2000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A85D1D3-4612-4B0A-AA5F-056B1A457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852187"/>
              </p:ext>
            </p:extLst>
          </p:nvPr>
        </p:nvGraphicFramePr>
        <p:xfrm>
          <a:off x="1348549" y="2512554"/>
          <a:ext cx="66040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08" name="Equation" r:id="rId13" imgW="6603840" imgH="876240" progId="Equation.DSMT4">
                  <p:embed/>
                </p:oleObj>
              </mc:Choice>
              <mc:Fallback>
                <p:oleObj name="Equation" r:id="rId13" imgW="6603840" imgH="8762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CAC728CE-DB9C-43A8-8E46-63344DF746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48549" y="2512554"/>
                        <a:ext cx="66040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A92D876E-35F7-487B-AA50-8046C9D2D1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549704"/>
              </p:ext>
            </p:extLst>
          </p:nvPr>
        </p:nvGraphicFramePr>
        <p:xfrm>
          <a:off x="1438977" y="3725489"/>
          <a:ext cx="4508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09" name="Equation" r:id="rId15" imgW="4508280" imgH="774360" progId="Equation.DSMT4">
                  <p:embed/>
                </p:oleObj>
              </mc:Choice>
              <mc:Fallback>
                <p:oleObj name="Equation" r:id="rId15" imgW="45082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38977" y="3725489"/>
                        <a:ext cx="45085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AA83F950-1F07-43FB-98DE-7DBB6C0CCBE2}"/>
              </a:ext>
            </a:extLst>
          </p:cNvPr>
          <p:cNvSpPr/>
          <p:nvPr/>
        </p:nvSpPr>
        <p:spPr>
          <a:xfrm>
            <a:off x="5989402" y="3882006"/>
            <a:ext cx="19662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  <a:cs typeface="Times New Roman" panose="02020603050405020304" pitchFamily="18" charset="0"/>
              </a:rPr>
              <a:t>解得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27AF09A-C7C8-41FB-A579-12C3A5C3A4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869940"/>
              </p:ext>
            </p:extLst>
          </p:nvPr>
        </p:nvGraphicFramePr>
        <p:xfrm>
          <a:off x="6784720" y="3746658"/>
          <a:ext cx="2095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710" name="Equation" r:id="rId17" imgW="2095200" imgH="736560" progId="Equation.DSMT4">
                  <p:embed/>
                </p:oleObj>
              </mc:Choice>
              <mc:Fallback>
                <p:oleObj name="Equation" r:id="rId17" imgW="20952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784720" y="3746658"/>
                        <a:ext cx="2095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928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>
            <a:extLst>
              <a:ext uri="{FF2B5EF4-FFF2-40B4-BE49-F238E27FC236}">
                <a16:creationId xmlns:a16="http://schemas.microsoft.com/office/drawing/2014/main" id="{ECAF9190-C9D4-4081-9913-0E51936A7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0187" y="556588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8CD73EF6-F954-47B3-8296-8FA4EFFE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150" y="1494589"/>
            <a:ext cx="1371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kumimoji="1" lang="zh-CN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ext Box 14">
            <a:extLst>
              <a:ext uri="{FF2B5EF4-FFF2-40B4-BE49-F238E27FC236}">
                <a16:creationId xmlns:a16="http://schemas.microsoft.com/office/drawing/2014/main" id="{3F9E4DFE-88BA-494F-93BE-2FFA335227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646" y="2260135"/>
            <a:ext cx="1412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9" name="Object 16">
            <a:extLst>
              <a:ext uri="{FF2B5EF4-FFF2-40B4-BE49-F238E27FC236}">
                <a16:creationId xmlns:a16="http://schemas.microsoft.com/office/drawing/2014/main" id="{86BD90B6-DAFB-4984-8B10-DCE040A91E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769150"/>
              </p:ext>
            </p:extLst>
          </p:nvPr>
        </p:nvGraphicFramePr>
        <p:xfrm>
          <a:off x="2123728" y="2130157"/>
          <a:ext cx="2984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96" name="Equation" r:id="rId3" imgW="2984400" imgH="609480" progId="Equation.DSMT4">
                  <p:embed/>
                </p:oleObj>
              </mc:Choice>
              <mc:Fallback>
                <p:oleObj name="Equation" r:id="rId3" imgW="2984400" imgH="609480" progId="Equation.DSMT4">
                  <p:embed/>
                  <p:pic>
                    <p:nvPicPr>
                      <p:cNvPr id="629776" name="Object 16">
                        <a:extLst>
                          <a:ext uri="{FF2B5EF4-FFF2-40B4-BE49-F238E27FC236}">
                            <a16:creationId xmlns:a16="http://schemas.microsoft.com/office/drawing/2014/main" id="{694720A4-D82A-4E1D-AE29-A67CAA6170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130157"/>
                        <a:ext cx="29845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组合 15">
            <a:extLst>
              <a:ext uri="{FF2B5EF4-FFF2-40B4-BE49-F238E27FC236}">
                <a16:creationId xmlns:a16="http://schemas.microsoft.com/office/drawing/2014/main" id="{D41ACA2B-F8CC-4054-BFF3-9883CCE72572}"/>
              </a:ext>
            </a:extLst>
          </p:cNvPr>
          <p:cNvGrpSpPr/>
          <p:nvPr/>
        </p:nvGrpSpPr>
        <p:grpSpPr>
          <a:xfrm>
            <a:off x="876070" y="3050506"/>
            <a:ext cx="5342118" cy="723900"/>
            <a:chOff x="883688" y="3221913"/>
            <a:chExt cx="5342118" cy="723900"/>
          </a:xfrm>
        </p:grpSpPr>
        <p:sp>
          <p:nvSpPr>
            <p:cNvPr id="11" name="Text Box 18">
              <a:extLst>
                <a:ext uri="{FF2B5EF4-FFF2-40B4-BE49-F238E27FC236}">
                  <a16:creationId xmlns:a16="http://schemas.microsoft.com/office/drawing/2014/main" id="{EAA64789-075B-4D9A-9DCE-2B033BC5BF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3688" y="3391229"/>
              <a:ext cx="268781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利用夹逼准则可知</a:t>
              </a:r>
            </a:p>
          </p:txBody>
        </p:sp>
        <p:graphicFrame>
          <p:nvGraphicFramePr>
            <p:cNvPr id="12" name="Object 19">
              <a:extLst>
                <a:ext uri="{FF2B5EF4-FFF2-40B4-BE49-F238E27FC236}">
                  <a16:creationId xmlns:a16="http://schemas.microsoft.com/office/drawing/2014/main" id="{B6FFA6EA-84BC-4C6B-B5F8-931D54592A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0038754"/>
                </p:ext>
              </p:extLst>
            </p:nvPr>
          </p:nvGraphicFramePr>
          <p:xfrm>
            <a:off x="3571506" y="3221913"/>
            <a:ext cx="26543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0497" name="Equation" r:id="rId5" imgW="2654280" imgH="723600" progId="Equation.DSMT4">
                    <p:embed/>
                  </p:oleObj>
                </mc:Choice>
                <mc:Fallback>
                  <p:oleObj name="Equation" r:id="rId5" imgW="2654280" imgH="723600" progId="Equation.DSMT4">
                    <p:embed/>
                    <p:pic>
                      <p:nvPicPr>
                        <p:cNvPr id="629779" name="Object 19">
                          <a:extLst>
                            <a:ext uri="{FF2B5EF4-FFF2-40B4-BE49-F238E27FC236}">
                              <a16:creationId xmlns:a16="http://schemas.microsoft.com/office/drawing/2014/main" id="{46D8B7C2-9F8F-4C62-AEEA-AB64AA96529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1506" y="3221913"/>
                          <a:ext cx="2654300" cy="723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BCA1F04-3FDB-4610-840F-EB231AE605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715609"/>
              </p:ext>
            </p:extLst>
          </p:nvPr>
        </p:nvGraphicFramePr>
        <p:xfrm>
          <a:off x="2233090" y="376998"/>
          <a:ext cx="2146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98" name="Equation" r:id="rId7" imgW="2145960" imgH="723600" progId="Equation.DSMT4">
                  <p:embed/>
                </p:oleObj>
              </mc:Choice>
              <mc:Fallback>
                <p:oleObj name="Equation" r:id="rId7" imgW="21459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233090" y="376998"/>
                        <a:ext cx="2146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5B798103-AE35-4F47-A775-BE774333E1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497266"/>
              </p:ext>
            </p:extLst>
          </p:nvPr>
        </p:nvGraphicFramePr>
        <p:xfrm>
          <a:off x="1918928" y="1359492"/>
          <a:ext cx="3911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499" name="Equation" r:id="rId9" imgW="3911400" imgH="609480" progId="Equation.DSMT4">
                  <p:embed/>
                </p:oleObj>
              </mc:Choice>
              <mc:Fallback>
                <p:oleObj name="Equation" r:id="rId9" imgW="391140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8928" y="1359492"/>
                        <a:ext cx="3911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144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2">
            <a:extLst>
              <a:ext uri="{FF2B5EF4-FFF2-40B4-BE49-F238E27FC236}">
                <a16:creationId xmlns:a16="http://schemas.microsoft.com/office/drawing/2014/main" id="{D2843252-60E6-423F-A6A7-CA167C0E7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33" y="157891"/>
            <a:ext cx="37805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三、连续</a:t>
            </a: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函数及其性质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B6CDBB1E-1E6A-4398-A86B-D62876184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244" y="902643"/>
            <a:ext cx="41798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函数连续的等价形式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CCCFAB92-F4B8-40EA-8F1C-6D864D0AB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9033" y="902643"/>
            <a:ext cx="3124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以              为例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712C76E-C0BD-427F-8145-73852389F5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909480"/>
              </p:ext>
            </p:extLst>
          </p:nvPr>
        </p:nvGraphicFramePr>
        <p:xfrm>
          <a:off x="4572000" y="966788"/>
          <a:ext cx="863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5" name="Equation" r:id="rId3" imgW="863280" imgH="380880" progId="Equation.DSMT4">
                  <p:embed/>
                </p:oleObj>
              </mc:Choice>
              <mc:Fallback>
                <p:oleObj name="Equation" r:id="rId3" imgW="863280" imgH="3808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21ECD218-F137-4E28-9817-07A25C7CCD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0" y="966788"/>
                        <a:ext cx="8636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箭头: 左右 7">
            <a:extLst>
              <a:ext uri="{FF2B5EF4-FFF2-40B4-BE49-F238E27FC236}">
                <a16:creationId xmlns:a16="http://schemas.microsoft.com/office/drawing/2014/main" id="{463FE7F3-5C94-4894-9998-AEAF1125D010}"/>
              </a:ext>
            </a:extLst>
          </p:cNvPr>
          <p:cNvSpPr/>
          <p:nvPr/>
        </p:nvSpPr>
        <p:spPr>
          <a:xfrm>
            <a:off x="2576562" y="1647395"/>
            <a:ext cx="648072" cy="189115"/>
          </a:xfrm>
          <a:prstGeom prst="left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C9D003E-B8E7-4D0D-A511-3DEEBBC72F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373868"/>
              </p:ext>
            </p:extLst>
          </p:nvPr>
        </p:nvGraphicFramePr>
        <p:xfrm>
          <a:off x="3318633" y="1521357"/>
          <a:ext cx="1320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6" name="Equation" r:id="rId5" imgW="1320480" imgH="482400" progId="Equation.DSMT4">
                  <p:embed/>
                </p:oleObj>
              </mc:Choice>
              <mc:Fallback>
                <p:oleObj name="Equation" r:id="rId5" imgW="1320480" imgH="48240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516BC1AB-BDB2-4DFE-8DFB-074E7F8D8A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18633" y="1521357"/>
                        <a:ext cx="13208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81394E0-9758-48C9-BCCA-40FE1AC7CD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9788799"/>
              </p:ext>
            </p:extLst>
          </p:nvPr>
        </p:nvGraphicFramePr>
        <p:xfrm>
          <a:off x="899592" y="2104932"/>
          <a:ext cx="1092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7" name="Equation" r:id="rId7" imgW="1091880" imgH="368280" progId="Equation.DSMT4">
                  <p:embed/>
                </p:oleObj>
              </mc:Choice>
              <mc:Fallback>
                <p:oleObj name="Equation" r:id="rId7" imgW="1091880" imgH="3682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41A92842-F7F7-4237-8F7B-66304B4EEA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99592" y="2104932"/>
                        <a:ext cx="1092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箭头: 左右 18">
            <a:extLst>
              <a:ext uri="{FF2B5EF4-FFF2-40B4-BE49-F238E27FC236}">
                <a16:creationId xmlns:a16="http://schemas.microsoft.com/office/drawing/2014/main" id="{168D59D8-F224-42E2-AF83-8B9214AA0A27}"/>
              </a:ext>
            </a:extLst>
          </p:cNvPr>
          <p:cNvSpPr/>
          <p:nvPr/>
        </p:nvSpPr>
        <p:spPr>
          <a:xfrm>
            <a:off x="2576562" y="2243439"/>
            <a:ext cx="648072" cy="189115"/>
          </a:xfrm>
          <a:prstGeom prst="leftRightArrow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94DCC29F-136F-41BB-BC7C-E5DCB0A07D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057183"/>
              </p:ext>
            </p:extLst>
          </p:nvPr>
        </p:nvGraphicFramePr>
        <p:xfrm>
          <a:off x="460375" y="1543050"/>
          <a:ext cx="2120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8" name="Equation" r:id="rId9" imgW="2120760" imgH="520560" progId="Equation.DSMT4">
                  <p:embed/>
                </p:oleObj>
              </mc:Choice>
              <mc:Fallback>
                <p:oleObj name="Equation" r:id="rId9" imgW="212076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0375" y="1543050"/>
                        <a:ext cx="21209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81B61E03-DF00-418B-8040-B1DD4B8BAF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561335"/>
              </p:ext>
            </p:extLst>
          </p:nvPr>
        </p:nvGraphicFramePr>
        <p:xfrm>
          <a:off x="3236153" y="2078890"/>
          <a:ext cx="280656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509" name="Equation" r:id="rId11" imgW="2806560" imgH="812520" progId="Equation.DSMT4">
                  <p:embed/>
                </p:oleObj>
              </mc:Choice>
              <mc:Fallback>
                <p:oleObj name="Equation" r:id="rId11" imgW="2806560" imgH="812520" progId="Equation.DSMT4">
                  <p:embed/>
                  <p:pic>
                    <p:nvPicPr>
                      <p:cNvPr id="614411" name="Object 11">
                        <a:extLst>
                          <a:ext uri="{FF2B5EF4-FFF2-40B4-BE49-F238E27FC236}">
                            <a16:creationId xmlns:a16="http://schemas.microsoft.com/office/drawing/2014/main" id="{73A46FC4-F96B-4522-A6CC-C727744350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6153" y="2078890"/>
                        <a:ext cx="280656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9">
            <a:extLst>
              <a:ext uri="{FF2B5EF4-FFF2-40B4-BE49-F238E27FC236}">
                <a16:creationId xmlns:a16="http://schemas.microsoft.com/office/drawing/2014/main" id="{E1A29F0E-B76D-4AD7-93EE-E8BF3944C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433" y="3261888"/>
            <a:ext cx="2743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2. </a:t>
            </a: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函数间断点</a:t>
            </a:r>
          </a:p>
        </p:txBody>
      </p:sp>
      <p:sp>
        <p:nvSpPr>
          <p:cNvPr id="26" name="Text Box 20">
            <a:extLst>
              <a:ext uri="{FF2B5EF4-FFF2-40B4-BE49-F238E27FC236}">
                <a16:creationId xmlns:a16="http://schemas.microsoft.com/office/drawing/2014/main" id="{79C72E42-55A2-4819-A301-C379BDB02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0014" y="2871142"/>
            <a:ext cx="2438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第一类间断点</a:t>
            </a:r>
          </a:p>
        </p:txBody>
      </p:sp>
      <p:sp>
        <p:nvSpPr>
          <p:cNvPr id="27" name="Text Box 21">
            <a:extLst>
              <a:ext uri="{FF2B5EF4-FFF2-40B4-BE49-F238E27FC236}">
                <a16:creationId xmlns:a16="http://schemas.microsoft.com/office/drawing/2014/main" id="{F2219FFD-A008-493F-BB59-3CA338917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1617" y="3777013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第二类间断点</a:t>
            </a:r>
          </a:p>
        </p:txBody>
      </p:sp>
      <p:sp>
        <p:nvSpPr>
          <p:cNvPr id="28" name="Text Box 22">
            <a:extLst>
              <a:ext uri="{FF2B5EF4-FFF2-40B4-BE49-F238E27FC236}">
                <a16:creationId xmlns:a16="http://schemas.microsoft.com/office/drawing/2014/main" id="{33C425A9-4EEB-4032-B7EF-90F5B0BD5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110" y="2571750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可去间断点</a:t>
            </a:r>
          </a:p>
        </p:txBody>
      </p:sp>
      <p:sp>
        <p:nvSpPr>
          <p:cNvPr id="29" name="Text Box 23">
            <a:extLst>
              <a:ext uri="{FF2B5EF4-FFF2-40B4-BE49-F238E27FC236}">
                <a16:creationId xmlns:a16="http://schemas.microsoft.com/office/drawing/2014/main" id="{1AD23111-528A-4EE1-A35D-3A32E3DB6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110" y="3028950"/>
            <a:ext cx="2362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跳跃间断点</a:t>
            </a:r>
          </a:p>
        </p:txBody>
      </p:sp>
      <p:sp>
        <p:nvSpPr>
          <p:cNvPr id="30" name="Text Box 24">
            <a:extLst>
              <a:ext uri="{FF2B5EF4-FFF2-40B4-BE49-F238E27FC236}">
                <a16:creationId xmlns:a16="http://schemas.microsoft.com/office/drawing/2014/main" id="{D64E06C4-0CB5-4B85-9378-871DDCA5A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777" y="3486150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无穷间断点</a:t>
            </a:r>
          </a:p>
        </p:txBody>
      </p:sp>
      <p:sp>
        <p:nvSpPr>
          <p:cNvPr id="31" name="AutoShape 26">
            <a:extLst>
              <a:ext uri="{FF2B5EF4-FFF2-40B4-BE49-F238E27FC236}">
                <a16:creationId xmlns:a16="http://schemas.microsoft.com/office/drawing/2014/main" id="{1CB10423-A1F7-43F0-8B26-20635D9A7064}"/>
              </a:ext>
            </a:extLst>
          </p:cNvPr>
          <p:cNvSpPr>
            <a:spLocks/>
          </p:cNvSpPr>
          <p:nvPr/>
        </p:nvSpPr>
        <p:spPr bwMode="auto">
          <a:xfrm>
            <a:off x="2699792" y="2904756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sp>
        <p:nvSpPr>
          <p:cNvPr id="32" name="AutoShape 27">
            <a:extLst>
              <a:ext uri="{FF2B5EF4-FFF2-40B4-BE49-F238E27FC236}">
                <a16:creationId xmlns:a16="http://schemas.microsoft.com/office/drawing/2014/main" id="{05A159D5-BAED-4AE3-BD9B-CD8EE8198C90}"/>
              </a:ext>
            </a:extLst>
          </p:cNvPr>
          <p:cNvSpPr>
            <a:spLocks/>
          </p:cNvSpPr>
          <p:nvPr/>
        </p:nvSpPr>
        <p:spPr bwMode="auto">
          <a:xfrm>
            <a:off x="5080972" y="2709863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sp>
        <p:nvSpPr>
          <p:cNvPr id="34" name="Text Box 25">
            <a:extLst>
              <a:ext uri="{FF2B5EF4-FFF2-40B4-BE49-F238E27FC236}">
                <a16:creationId xmlns:a16="http://schemas.microsoft.com/office/drawing/2014/main" id="{86349F3F-901A-4BA4-8ACE-013B74152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6315" y="3871615"/>
            <a:ext cx="2209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振荡间断点</a:t>
            </a:r>
          </a:p>
        </p:txBody>
      </p:sp>
      <p:sp>
        <p:nvSpPr>
          <p:cNvPr id="35" name="AutoShape 27">
            <a:extLst>
              <a:ext uri="{FF2B5EF4-FFF2-40B4-BE49-F238E27FC236}">
                <a16:creationId xmlns:a16="http://schemas.microsoft.com/office/drawing/2014/main" id="{24872926-0837-436E-A57E-BEC6EDB55C1B}"/>
              </a:ext>
            </a:extLst>
          </p:cNvPr>
          <p:cNvSpPr>
            <a:spLocks/>
          </p:cNvSpPr>
          <p:nvPr/>
        </p:nvSpPr>
        <p:spPr bwMode="auto">
          <a:xfrm>
            <a:off x="5097816" y="3606288"/>
            <a:ext cx="152400" cy="1053693"/>
          </a:xfrm>
          <a:prstGeom prst="lef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400" b="1">
              <a:latin typeface="+mj-ea"/>
              <a:ea typeface="+mj-ea"/>
            </a:endParaRPr>
          </a:p>
        </p:txBody>
      </p:sp>
      <p:sp>
        <p:nvSpPr>
          <p:cNvPr id="36" name="Text Box 25">
            <a:extLst>
              <a:ext uri="{FF2B5EF4-FFF2-40B4-BE49-F238E27FC236}">
                <a16:creationId xmlns:a16="http://schemas.microsoft.com/office/drawing/2014/main" id="{439D41AE-7FB4-4060-9A8E-A9D8E324E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5717" y="4247866"/>
            <a:ext cx="36028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其他（如狄利克雷间断点）</a:t>
            </a:r>
          </a:p>
        </p:txBody>
      </p:sp>
    </p:spTree>
    <p:extLst>
      <p:ext uri="{BB962C8B-B14F-4D97-AF65-F5344CB8AC3E}">
        <p14:creationId xmlns:p14="http://schemas.microsoft.com/office/powerpoint/2010/main" val="5621616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C6658CB3-8DC3-4599-B593-D9353BC78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2560" y="1445140"/>
            <a:ext cx="2133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有界定理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99C7B548-7C5E-4BDA-A126-9E483AE39E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460" y="2067694"/>
            <a:ext cx="2209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最值定理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F205C3A-5531-41DC-AEBE-48C72FF61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7247" y="1442836"/>
            <a:ext cx="2209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零点定理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9D1A4E6-9DD5-4CBC-BA52-3894E2F81AAA}"/>
              </a:ext>
            </a:extLst>
          </p:cNvPr>
          <p:cNvSpPr txBox="1">
            <a:spLocks noChangeArrowheads="1"/>
          </p:cNvSpPr>
          <p:nvPr/>
        </p:nvSpPr>
        <p:spPr>
          <a:xfrm>
            <a:off x="827584" y="674651"/>
            <a:ext cx="5257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3. </a:t>
            </a:r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闭区间上连续函数的性质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92645629-E914-4662-927D-2E2B27BBA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0871" y="2104315"/>
            <a:ext cx="2209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介值定理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794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  <p:bldP spid="6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Box 3">
            <a:extLst>
              <a:ext uri="{FF2B5EF4-FFF2-40B4-BE49-F238E27FC236}">
                <a16:creationId xmlns:a16="http://schemas.microsoft.com/office/drawing/2014/main" id="{EF1C476A-14A4-4C96-80D0-DF3C72649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650300"/>
            <a:ext cx="34274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24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求函数</a:t>
            </a:r>
          </a:p>
        </p:txBody>
      </p:sp>
      <p:sp>
        <p:nvSpPr>
          <p:cNvPr id="35" name="Text Box 4">
            <a:extLst>
              <a:ext uri="{FF2B5EF4-FFF2-40B4-BE49-F238E27FC236}">
                <a16:creationId xmlns:a16="http://schemas.microsoft.com/office/drawing/2014/main" id="{BAECB824-56BF-4A23-91B7-8BDE136BC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1043" y="650299"/>
            <a:ext cx="411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的间断点</a:t>
            </a:r>
            <a:r>
              <a:rPr kumimoji="1" lang="en-US" altLang="zh-CN" sz="2400" b="1" dirty="0">
                <a:latin typeface="+mj-ea"/>
                <a:ea typeface="+mj-ea"/>
              </a:rPr>
              <a:t>, </a:t>
            </a:r>
            <a:r>
              <a:rPr kumimoji="1" lang="zh-CN" altLang="en-US" sz="2400" b="1" dirty="0">
                <a:latin typeface="+mj-ea"/>
                <a:ea typeface="+mj-ea"/>
              </a:rPr>
              <a:t>并判别其类型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D60216D7-8E4B-4486-92B9-39718EECB5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146823"/>
              </p:ext>
            </p:extLst>
          </p:nvPr>
        </p:nvGraphicFramePr>
        <p:xfrm>
          <a:off x="2300543" y="490102"/>
          <a:ext cx="273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38" name="Equation" r:id="rId3" imgW="2730240" imgH="838080" progId="Equation.DSMT4">
                  <p:embed/>
                </p:oleObj>
              </mc:Choice>
              <mc:Fallback>
                <p:oleObj name="Equation" r:id="rId3" imgW="273024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0543" y="490102"/>
                        <a:ext cx="27305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5">
            <a:extLst>
              <a:ext uri="{FF2B5EF4-FFF2-40B4-BE49-F238E27FC236}">
                <a16:creationId xmlns:a16="http://schemas.microsoft.com/office/drawing/2014/main" id="{71652BAB-4B1F-4A4F-887D-997D847BED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692132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35224830-75C8-49D1-9F1F-7EC3141C21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5275963"/>
              </p:ext>
            </p:extLst>
          </p:nvPr>
        </p:nvGraphicFramePr>
        <p:xfrm>
          <a:off x="1334981" y="1557405"/>
          <a:ext cx="233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39" name="Equation" r:id="rId5" imgW="2336760" imgH="838080" progId="Equation.DSMT4">
                  <p:embed/>
                </p:oleObj>
              </mc:Choice>
              <mc:Fallback>
                <p:oleObj name="Equation" r:id="rId5" imgW="2336760" imgH="838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34981" y="1557405"/>
                        <a:ext cx="23368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2ED63F1D-5458-4EB6-B587-8FCE428448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588889"/>
              </p:ext>
            </p:extLst>
          </p:nvPr>
        </p:nvGraphicFramePr>
        <p:xfrm>
          <a:off x="5745913" y="2624708"/>
          <a:ext cx="109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0" name="Equation" r:id="rId7" imgW="1091880" imgH="723600" progId="Equation.DSMT4">
                  <p:embed/>
                </p:oleObj>
              </mc:Choice>
              <mc:Fallback>
                <p:oleObj name="Equation" r:id="rId7" imgW="10918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45913" y="2624708"/>
                        <a:ext cx="1092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1">
            <a:extLst>
              <a:ext uri="{FF2B5EF4-FFF2-40B4-BE49-F238E27FC236}">
                <a16:creationId xmlns:a16="http://schemas.microsoft.com/office/drawing/2014/main" id="{2346D16D-9EA8-4926-A805-42159B29B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720890"/>
            <a:ext cx="464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–1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为第一类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可去间断点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6FEAAB1B-7624-4B4B-9A44-4761125FC3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29010"/>
              </p:ext>
            </p:extLst>
          </p:nvPr>
        </p:nvGraphicFramePr>
        <p:xfrm>
          <a:off x="1062293" y="2624708"/>
          <a:ext cx="2603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1" name="Equation" r:id="rId9" imgW="2603160" imgH="787320" progId="Equation.DSMT4">
                  <p:embed/>
                </p:oleObj>
              </mc:Choice>
              <mc:Fallback>
                <p:oleObj name="Equation" r:id="rId9" imgW="26031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62293" y="2624708"/>
                        <a:ext cx="26035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20524472-C1CE-41D1-998B-E9174AAE11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287966"/>
              </p:ext>
            </p:extLst>
          </p:nvPr>
        </p:nvGraphicFramePr>
        <p:xfrm>
          <a:off x="3759703" y="2625475"/>
          <a:ext cx="1892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542" name="Equation" r:id="rId11" imgW="1892160" imgH="787320" progId="Equation.DSMT4">
                  <p:embed/>
                </p:oleObj>
              </mc:Choice>
              <mc:Fallback>
                <p:oleObj name="Equation" r:id="rId11" imgW="18921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59703" y="2625475"/>
                        <a:ext cx="18923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80568BE-2E81-40BD-869D-2613FD9FCB30}"/>
              </a:ext>
            </a:extLst>
          </p:cNvPr>
          <p:cNvCxnSpPr>
            <a:cxnSpLocks/>
          </p:cNvCxnSpPr>
          <p:nvPr/>
        </p:nvCxnSpPr>
        <p:spPr>
          <a:xfrm>
            <a:off x="2164418" y="2565312"/>
            <a:ext cx="399249" cy="36004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B1894287-5ACD-49B0-BB15-2D649BA63DF4}"/>
              </a:ext>
            </a:extLst>
          </p:cNvPr>
          <p:cNvCxnSpPr/>
          <p:nvPr/>
        </p:nvCxnSpPr>
        <p:spPr>
          <a:xfrm>
            <a:off x="2300543" y="3044591"/>
            <a:ext cx="471257" cy="399919"/>
          </a:xfrm>
          <a:prstGeom prst="straightConnector1">
            <a:avLst/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65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utoUpdateAnimBg="0"/>
      <p:bldP spid="4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D01199B-6EB1-4773-AE3E-D08BC6FFB9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892712"/>
              </p:ext>
            </p:extLst>
          </p:nvPr>
        </p:nvGraphicFramePr>
        <p:xfrm>
          <a:off x="1468569" y="1429147"/>
          <a:ext cx="3962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5" name="Equation" r:id="rId3" imgW="3962160" imgH="838080" progId="Equation.DSMT4">
                  <p:embed/>
                </p:oleObj>
              </mc:Choice>
              <mc:Fallback>
                <p:oleObj name="Equation" r:id="rId3" imgW="3962160" imgH="83808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8796E65E-E748-472F-B714-BDFDC3E21B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68569" y="1429147"/>
                        <a:ext cx="39624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3">
            <a:extLst>
              <a:ext uri="{FF2B5EF4-FFF2-40B4-BE49-F238E27FC236}">
                <a16:creationId xmlns:a16="http://schemas.microsoft.com/office/drawing/2014/main" id="{9985B69C-04BA-4BAF-B921-272F40487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117" y="4024674"/>
            <a:ext cx="457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 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1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为第二类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无穷间断点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C2267001-607D-47EE-8BE8-CD6BB5B55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555526"/>
            <a:ext cx="34274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24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求函数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74A3E46A-72A0-4711-B553-5036F13C4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019" y="555525"/>
            <a:ext cx="411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的间断点</a:t>
            </a:r>
            <a:r>
              <a:rPr kumimoji="1" lang="en-US" altLang="zh-CN" sz="2400" b="1" dirty="0">
                <a:latin typeface="+mj-ea"/>
                <a:ea typeface="+mj-ea"/>
              </a:rPr>
              <a:t>, </a:t>
            </a:r>
            <a:r>
              <a:rPr kumimoji="1" lang="zh-CN" altLang="en-US" sz="2400" b="1" dirty="0">
                <a:latin typeface="+mj-ea"/>
                <a:ea typeface="+mj-ea"/>
              </a:rPr>
              <a:t>并判别其类型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7203C0F-B99E-4684-B41D-30DDE650A9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3448764"/>
              </p:ext>
            </p:extLst>
          </p:nvPr>
        </p:nvGraphicFramePr>
        <p:xfrm>
          <a:off x="2084519" y="395328"/>
          <a:ext cx="273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6" name="Equation" r:id="rId5" imgW="2730240" imgH="838080" progId="Equation.DSMT4">
                  <p:embed/>
                </p:oleObj>
              </mc:Choice>
              <mc:Fallback>
                <p:oleObj name="Equation" r:id="rId5" imgW="2730240" imgH="83808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D60216D7-8E4B-4486-92B9-39718EECB5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84519" y="395328"/>
                        <a:ext cx="27305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>
            <a:extLst>
              <a:ext uri="{FF2B5EF4-FFF2-40B4-BE49-F238E27FC236}">
                <a16:creationId xmlns:a16="http://schemas.microsoft.com/office/drawing/2014/main" id="{3AC7D38E-9F51-43EB-9369-1B3248BD0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559479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续解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B7B41CC-A4E5-474A-AF78-E089D1CBC6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513554"/>
              </p:ext>
            </p:extLst>
          </p:nvPr>
        </p:nvGraphicFramePr>
        <p:xfrm>
          <a:off x="1276064" y="2507854"/>
          <a:ext cx="200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7" name="Equation" r:id="rId7" imgW="2006280" imgH="736560" progId="Equation.DSMT4">
                  <p:embed/>
                </p:oleObj>
              </mc:Choice>
              <mc:Fallback>
                <p:oleObj name="Equation" r:id="rId7" imgW="2006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76064" y="2507854"/>
                        <a:ext cx="2006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A5BBD3D-DD32-43FE-9E73-E28F2E6DB597}"/>
              </a:ext>
            </a:extLst>
          </p:cNvPr>
          <p:cNvSpPr/>
          <p:nvPr/>
        </p:nvSpPr>
        <p:spPr>
          <a:xfrm>
            <a:off x="1907704" y="2435333"/>
            <a:ext cx="648072" cy="8382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B3FE582-724B-4A4F-A112-5FD85902B6C6}"/>
              </a:ext>
            </a:extLst>
          </p:cNvPr>
          <p:cNvCxnSpPr/>
          <p:nvPr/>
        </p:nvCxnSpPr>
        <p:spPr>
          <a:xfrm>
            <a:off x="2555776" y="2507854"/>
            <a:ext cx="18002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D627605-8792-4BE1-AA61-5E6F836E09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986854"/>
              </p:ext>
            </p:extLst>
          </p:nvPr>
        </p:nvGraphicFramePr>
        <p:xfrm>
          <a:off x="1276064" y="3613150"/>
          <a:ext cx="533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8" name="Equation" r:id="rId9" imgW="533160" imgH="215640" progId="Equation.DSMT4">
                  <p:embed/>
                </p:oleObj>
              </mc:Choice>
              <mc:Fallback>
                <p:oleObj name="Equation" r:id="rId9" imgW="533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76064" y="3613150"/>
                        <a:ext cx="533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B03570B1-E242-4C40-A6BA-28E1BEC73EFD}"/>
              </a:ext>
            </a:extLst>
          </p:cNvPr>
          <p:cNvGrpSpPr/>
          <p:nvPr/>
        </p:nvGrpSpPr>
        <p:grpSpPr>
          <a:xfrm>
            <a:off x="4355976" y="2267347"/>
            <a:ext cx="3672408" cy="894045"/>
            <a:chOff x="4355976" y="2267347"/>
            <a:chExt cx="3672408" cy="894045"/>
          </a:xfrm>
        </p:grpSpPr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99DCE6C1-3E17-4353-897A-2289BF9D7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976" y="2454745"/>
              <a:ext cx="357103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非零极限因子</a:t>
              </a:r>
              <a:endParaRPr kumimoji="1" lang="en-US" altLang="zh-CN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B1F958F-3680-4308-8E42-F8C5A91B05B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5551631"/>
                </p:ext>
              </p:extLst>
            </p:nvPr>
          </p:nvGraphicFramePr>
          <p:xfrm>
            <a:off x="5962117" y="2319624"/>
            <a:ext cx="1866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59" name="Equation" r:id="rId11" imgW="1866600" imgH="736560" progId="Equation.DSMT4">
                    <p:embed/>
                  </p:oleObj>
                </mc:Choice>
                <mc:Fallback>
                  <p:oleObj name="Equation" r:id="rId11" imgW="18666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962117" y="2319624"/>
                          <a:ext cx="18669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25336D6-A5A0-4898-A8E4-4E54BC221427}"/>
                </a:ext>
              </a:extLst>
            </p:cNvPr>
            <p:cNvSpPr/>
            <p:nvPr/>
          </p:nvSpPr>
          <p:spPr>
            <a:xfrm>
              <a:off x="4355976" y="2267347"/>
              <a:ext cx="3672408" cy="894045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883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14E7E61-BC3B-46B5-AA74-7689807679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279783"/>
              </p:ext>
            </p:extLst>
          </p:nvPr>
        </p:nvGraphicFramePr>
        <p:xfrm>
          <a:off x="1686744" y="1406668"/>
          <a:ext cx="4826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6" name="Equation" r:id="rId3" imgW="4825800" imgH="838080" progId="Equation.DSMT4">
                  <p:embed/>
                </p:oleObj>
              </mc:Choice>
              <mc:Fallback>
                <p:oleObj name="Equation" r:id="rId3" imgW="4825800" imgH="8380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AE933EA-D977-44B7-89CC-3BAAA08BEA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86744" y="1406668"/>
                        <a:ext cx="48260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>
            <a:extLst>
              <a:ext uri="{FF2B5EF4-FFF2-40B4-BE49-F238E27FC236}">
                <a16:creationId xmlns:a16="http://schemas.microsoft.com/office/drawing/2014/main" id="{B973F11B-FBA0-4EEA-A397-D9E3A618B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555526"/>
            <a:ext cx="34274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kumimoji="1"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24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求函数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412F121-17FB-444C-982E-0AD1BABEA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5019" y="555525"/>
            <a:ext cx="411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的间断点</a:t>
            </a:r>
            <a:r>
              <a:rPr kumimoji="1" lang="en-US" altLang="zh-CN" sz="2400" b="1" dirty="0">
                <a:latin typeface="+mj-ea"/>
                <a:ea typeface="+mj-ea"/>
              </a:rPr>
              <a:t>, </a:t>
            </a:r>
            <a:r>
              <a:rPr kumimoji="1" lang="zh-CN" altLang="en-US" sz="2400" b="1" dirty="0">
                <a:latin typeface="+mj-ea"/>
                <a:ea typeface="+mj-ea"/>
              </a:rPr>
              <a:t>并判别其类型</a:t>
            </a:r>
            <a:r>
              <a:rPr kumimoji="1" lang="en-US" altLang="zh-CN" sz="2400" b="1" dirty="0">
                <a:latin typeface="+mj-ea"/>
                <a:ea typeface="+mj-ea"/>
              </a:rPr>
              <a:t>.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05B3552-F2F0-4B3C-B405-513DF84DEF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813169"/>
              </p:ext>
            </p:extLst>
          </p:nvPr>
        </p:nvGraphicFramePr>
        <p:xfrm>
          <a:off x="2084519" y="395328"/>
          <a:ext cx="2730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7" name="Equation" r:id="rId5" imgW="2730240" imgH="838080" progId="Equation.DSMT4">
                  <p:embed/>
                </p:oleObj>
              </mc:Choice>
              <mc:Fallback>
                <p:oleObj name="Equation" r:id="rId5" imgW="2730240" imgH="8380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7203C0F-B99E-4684-B41D-30DDE650A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84519" y="395328"/>
                        <a:ext cx="27305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5">
            <a:extLst>
              <a:ext uri="{FF2B5EF4-FFF2-40B4-BE49-F238E27FC236}">
                <a16:creationId xmlns:a16="http://schemas.microsoft.com/office/drawing/2014/main" id="{E26281F3-7FC9-45F6-BBAD-23912C077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559479"/>
            <a:ext cx="1219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续解</a:t>
            </a:r>
            <a:endParaRPr kumimoji="1" lang="en-US" altLang="zh-CN" sz="2400" b="1" dirty="0">
              <a:solidFill>
                <a:srgbClr val="0066FF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0318809-4315-4FFF-92A1-705BAC12DA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98923"/>
              </p:ext>
            </p:extLst>
          </p:nvPr>
        </p:nvGraphicFramePr>
        <p:xfrm>
          <a:off x="1822450" y="2479675"/>
          <a:ext cx="4800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18" name="Equation" r:id="rId7" imgW="4800600" imgH="838080" progId="Equation.DSMT4">
                  <p:embed/>
                </p:oleObj>
              </mc:Choice>
              <mc:Fallback>
                <p:oleObj name="Equation" r:id="rId7" imgW="4800600" imgH="838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14E7E61-BC3B-46B5-AA74-7689807679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22450" y="2479675"/>
                        <a:ext cx="48006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>
            <a:extLst>
              <a:ext uri="{FF2B5EF4-FFF2-40B4-BE49-F238E27FC236}">
                <a16:creationId xmlns:a16="http://schemas.microsoft.com/office/drawing/2014/main" id="{168FC25C-A2AD-43EA-A179-6D60D5418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664" y="3734815"/>
            <a:ext cx="464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x </a:t>
            </a:r>
            <a:r>
              <a:rPr kumimoji="1"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= 0 </a:t>
            </a: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为第一类</a:t>
            </a:r>
            <a:r>
              <a:rPr kumimoji="1"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跳跃间断点</a:t>
            </a: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  <a:endParaRPr kumimoji="1" lang="zh-CN" altLang="en-US" sz="24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028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组合 54">
            <a:extLst>
              <a:ext uri="{FF2B5EF4-FFF2-40B4-BE49-F238E27FC236}">
                <a16:creationId xmlns:a16="http://schemas.microsoft.com/office/drawing/2014/main" id="{7A9CBB20-6B5B-443F-A208-5563A7B9C719}"/>
              </a:ext>
            </a:extLst>
          </p:cNvPr>
          <p:cNvGrpSpPr/>
          <p:nvPr/>
        </p:nvGrpSpPr>
        <p:grpSpPr>
          <a:xfrm>
            <a:off x="4511584" y="2209434"/>
            <a:ext cx="2574643" cy="473314"/>
            <a:chOff x="4511584" y="2209434"/>
            <a:chExt cx="2574643" cy="473314"/>
          </a:xfrm>
        </p:grpSpPr>
        <p:sp>
          <p:nvSpPr>
            <p:cNvPr id="28" name="Text Box 12">
              <a:extLst>
                <a:ext uri="{FF2B5EF4-FFF2-40B4-BE49-F238E27FC236}">
                  <a16:creationId xmlns:a16="http://schemas.microsoft.com/office/drawing/2014/main" id="{C8753F0E-6E1B-4084-868B-104681555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584" y="2216993"/>
              <a:ext cx="685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当</a:t>
              </a:r>
            </a:p>
          </p:txBody>
        </p:sp>
        <p:sp>
          <p:nvSpPr>
            <p:cNvPr id="32" name="Text Box 21">
              <a:extLst>
                <a:ext uri="{FF2B5EF4-FFF2-40B4-BE49-F238E27FC236}">
                  <a16:creationId xmlns:a16="http://schemas.microsoft.com/office/drawing/2014/main" id="{4F68F86B-3E52-4577-8B35-80DEDC693D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24227" y="2209434"/>
              <a:ext cx="762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时</a:t>
              </a:r>
            </a:p>
          </p:txBody>
        </p: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E40DDE5D-4A27-4C79-A01E-F6DA768031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2532808"/>
                </p:ext>
              </p:extLst>
            </p:nvPr>
          </p:nvGraphicFramePr>
          <p:xfrm>
            <a:off x="4914527" y="2250948"/>
            <a:ext cx="1409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46" name="Equation" r:id="rId3" imgW="1409400" imgH="431640" progId="Equation.DSMT4">
                    <p:embed/>
                  </p:oleObj>
                </mc:Choice>
                <mc:Fallback>
                  <p:oleObj name="Equation" r:id="rId3" imgW="1409400" imgH="431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14527" y="2250948"/>
                          <a:ext cx="14097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D90C3A7-2BCB-46CF-95D3-F199786DEE1C}"/>
              </a:ext>
            </a:extLst>
          </p:cNvPr>
          <p:cNvGrpSpPr/>
          <p:nvPr/>
        </p:nvGrpSpPr>
        <p:grpSpPr>
          <a:xfrm>
            <a:off x="1178264" y="1508204"/>
            <a:ext cx="3040035" cy="461665"/>
            <a:chOff x="1178264" y="1508204"/>
            <a:chExt cx="3101975" cy="461665"/>
          </a:xfrm>
        </p:grpSpPr>
        <p:sp>
          <p:nvSpPr>
            <p:cNvPr id="25" name="Text Box 6">
              <a:extLst>
                <a:ext uri="{FF2B5EF4-FFF2-40B4-BE49-F238E27FC236}">
                  <a16:creationId xmlns:a16="http://schemas.microsoft.com/office/drawing/2014/main" id="{2D96D6DE-DFD6-4983-9973-5373C0559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8264" y="1508204"/>
              <a:ext cx="310197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不妨设</a:t>
              </a:r>
            </a:p>
          </p:txBody>
        </p:sp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6D5B4AF2-53C3-4C02-9CCC-3E27B83936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0855566"/>
                </p:ext>
              </p:extLst>
            </p:nvPr>
          </p:nvGraphicFramePr>
          <p:xfrm>
            <a:off x="2358132" y="1544609"/>
            <a:ext cx="12573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47" name="Equation" r:id="rId5" imgW="1257120" imgH="380880" progId="Equation.DSMT4">
                    <p:embed/>
                  </p:oleObj>
                </mc:Choice>
                <mc:Fallback>
                  <p:oleObj name="Equation" r:id="rId5" imgW="12571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358132" y="1544609"/>
                          <a:ext cx="12573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Text Box 28">
            <a:extLst>
              <a:ext uri="{FF2B5EF4-FFF2-40B4-BE49-F238E27FC236}">
                <a16:creationId xmlns:a16="http://schemas.microsoft.com/office/drawing/2014/main" id="{FF95F87E-2443-4C70-9328-B7617763E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459" y="419378"/>
            <a:ext cx="15414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在点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C4CF150-25EF-4558-ABE7-CE97DC7715F6}"/>
              </a:ext>
            </a:extLst>
          </p:cNvPr>
          <p:cNvGrpSpPr/>
          <p:nvPr/>
        </p:nvGrpSpPr>
        <p:grpSpPr>
          <a:xfrm>
            <a:off x="861120" y="382727"/>
            <a:ext cx="8282880" cy="609600"/>
            <a:chOff x="609600" y="346075"/>
            <a:chExt cx="8282880" cy="609600"/>
          </a:xfrm>
        </p:grpSpPr>
        <p:sp>
          <p:nvSpPr>
            <p:cNvPr id="2" name="Rectangle 7">
              <a:extLst>
                <a:ext uri="{FF2B5EF4-FFF2-40B4-BE49-F238E27FC236}">
                  <a16:creationId xmlns:a16="http://schemas.microsoft.com/office/drawing/2014/main" id="{22EF8217-5845-42E6-8BC7-FA4FDC7BCEE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09600" y="346075"/>
              <a:ext cx="3048000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例</a:t>
              </a:r>
              <a:r>
                <a:rPr lang="en-US" altLang="zh-CN" sz="24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25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证明</a:t>
              </a:r>
              <a:r>
                <a:rPr lang="en-US" altLang="zh-CN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: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若   </a:t>
              </a:r>
            </a:p>
          </p:txBody>
        </p:sp>
        <p:sp>
          <p:nvSpPr>
            <p:cNvPr id="6" name="Text Box 30">
              <a:extLst>
                <a:ext uri="{FF2B5EF4-FFF2-40B4-BE49-F238E27FC236}">
                  <a16:creationId xmlns:a16="http://schemas.microsoft.com/office/drawing/2014/main" id="{43F65045-DA64-4E0C-ACC2-1FE2332DF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779" y="411274"/>
              <a:ext cx="14478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连续</a:t>
              </a:r>
              <a:r>
                <a:rPr kumimoji="1"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且</a:t>
              </a:r>
            </a:p>
          </p:txBody>
        </p:sp>
        <p:sp>
          <p:nvSpPr>
            <p:cNvPr id="16" name="Text Box 74">
              <a:extLst>
                <a:ext uri="{FF2B5EF4-FFF2-40B4-BE49-F238E27FC236}">
                  <a16:creationId xmlns:a16="http://schemas.microsoft.com/office/drawing/2014/main" id="{71AEE5D7-278C-461B-9691-ABBA2D17F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184" y="411274"/>
              <a:ext cx="266429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则存在    的某一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F1308CC7-4135-4C5C-AF68-586A2CF9377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4382305"/>
                </p:ext>
              </p:extLst>
            </p:nvPr>
          </p:nvGraphicFramePr>
          <p:xfrm>
            <a:off x="2388259" y="442109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48" name="Equation" r:id="rId7" imgW="622080" imgH="342720" progId="Equation.DSMT4">
                    <p:embed/>
                  </p:oleObj>
                </mc:Choice>
                <mc:Fallback>
                  <p:oleObj name="Equation" r:id="rId7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388259" y="442109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527AABD4-2F0A-4B41-A1EE-4E7A4604EB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0764945"/>
                </p:ext>
              </p:extLst>
            </p:nvPr>
          </p:nvGraphicFramePr>
          <p:xfrm>
            <a:off x="3747740" y="423059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49" name="Equation" r:id="rId9" imgW="279360" imgH="380880" progId="Equation.DSMT4">
                    <p:embed/>
                  </p:oleObj>
                </mc:Choice>
                <mc:Fallback>
                  <p:oleObj name="Equation" r:id="rId9" imgW="2793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47740" y="423059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699AAC62-131C-4278-BB1E-8A8698657B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3000257"/>
                </p:ext>
              </p:extLst>
            </p:nvPr>
          </p:nvGraphicFramePr>
          <p:xfrm>
            <a:off x="5045039" y="473123"/>
            <a:ext cx="1270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50" name="Equation" r:id="rId11" imgW="1269720" imgH="380880" progId="Equation.DSMT4">
                    <p:embed/>
                  </p:oleObj>
                </mc:Choice>
                <mc:Fallback>
                  <p:oleObj name="Equation" r:id="rId11" imgW="126972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45039" y="473123"/>
                          <a:ext cx="12700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3669EA9B-A66D-41BE-BA81-DE3894F454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3171092"/>
                </p:ext>
              </p:extLst>
            </p:nvPr>
          </p:nvGraphicFramePr>
          <p:xfrm>
            <a:off x="7253599" y="433378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51" name="Equation" r:id="rId13" imgW="279360" imgH="380880" progId="Equation.DSMT4">
                    <p:embed/>
                  </p:oleObj>
                </mc:Choice>
                <mc:Fallback>
                  <p:oleObj name="Equation" r:id="rId13" imgW="27936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527AABD4-2F0A-4B41-A1EE-4E7A4604EB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253599" y="433378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E5F3C64-8D3D-497C-B33E-92857810E31B}"/>
              </a:ext>
            </a:extLst>
          </p:cNvPr>
          <p:cNvGrpSpPr/>
          <p:nvPr/>
        </p:nvGrpSpPr>
        <p:grpSpPr>
          <a:xfrm>
            <a:off x="107504" y="934472"/>
            <a:ext cx="4870155" cy="529348"/>
            <a:chOff x="123825" y="1021342"/>
            <a:chExt cx="4870155" cy="529348"/>
          </a:xfrm>
        </p:grpSpPr>
        <p:sp>
          <p:nvSpPr>
            <p:cNvPr id="10" name="Text Box 36">
              <a:extLst>
                <a:ext uri="{FF2B5EF4-FFF2-40B4-BE49-F238E27FC236}">
                  <a16:creationId xmlns:a16="http://schemas.microsoft.com/office/drawing/2014/main" id="{D717DC66-FE28-4214-BE1C-7B98042CA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6099" y="1021342"/>
              <a:ext cx="1524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时，</a:t>
              </a:r>
            </a:p>
          </p:txBody>
        </p:sp>
        <p:sp>
          <p:nvSpPr>
            <p:cNvPr id="12" name="Text Box 70">
              <a:extLst>
                <a:ext uri="{FF2B5EF4-FFF2-40B4-BE49-F238E27FC236}">
                  <a16:creationId xmlns:a16="http://schemas.microsoft.com/office/drawing/2014/main" id="{2C84D9E1-FE6E-4285-B82A-646922C30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825" y="1089025"/>
              <a:ext cx="259238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邻域</a:t>
              </a:r>
            </a:p>
          </p:txBody>
        </p:sp>
        <p:graphicFrame>
          <p:nvGraphicFramePr>
            <p:cNvPr id="13" name="Object 71">
              <a:extLst>
                <a:ext uri="{FF2B5EF4-FFF2-40B4-BE49-F238E27FC236}">
                  <a16:creationId xmlns:a16="http://schemas.microsoft.com/office/drawing/2014/main" id="{53F81137-0B73-462A-9B74-F33F260B3D9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11526024"/>
                </p:ext>
              </p:extLst>
            </p:nvPr>
          </p:nvGraphicFramePr>
          <p:xfrm>
            <a:off x="2102458" y="1078862"/>
            <a:ext cx="1206360" cy="380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52" name="Equation" r:id="rId15" imgW="1206360" imgH="380880" progId="Equation.DSMT4">
                    <p:embed/>
                  </p:oleObj>
                </mc:Choice>
                <mc:Fallback>
                  <p:oleObj name="Equation" r:id="rId15" imgW="1206360" imgH="380880" progId="Equation.DSMT4">
                    <p:embed/>
                    <p:pic>
                      <p:nvPicPr>
                        <p:cNvPr id="618567" name="Object 71">
                          <a:extLst>
                            <a:ext uri="{FF2B5EF4-FFF2-40B4-BE49-F238E27FC236}">
                              <a16:creationId xmlns:a16="http://schemas.microsoft.com/office/drawing/2014/main" id="{8451BA2E-0EA9-442C-A1BE-9181C36E9B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2458" y="1078862"/>
                          <a:ext cx="1206360" cy="380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73">
              <a:extLst>
                <a:ext uri="{FF2B5EF4-FFF2-40B4-BE49-F238E27FC236}">
                  <a16:creationId xmlns:a16="http://schemas.microsoft.com/office/drawing/2014/main" id="{13C02AF6-40C8-40D0-BFC3-F35D78B17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5504" y="1045221"/>
              <a:ext cx="153071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当</a:t>
              </a:r>
            </a:p>
          </p:txBody>
        </p: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2210AA59-AD13-4C10-9103-2088BB97AF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2066600"/>
                </p:ext>
              </p:extLst>
            </p:nvPr>
          </p:nvGraphicFramePr>
          <p:xfrm>
            <a:off x="896635" y="1129357"/>
            <a:ext cx="825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53" name="Equation" r:id="rId17" imgW="825480" imgH="380880" progId="Equation.DSMT4">
                    <p:embed/>
                  </p:oleObj>
                </mc:Choice>
                <mc:Fallback>
                  <p:oleObj name="Equation" r:id="rId17" imgW="82548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96635" y="1129357"/>
                          <a:ext cx="825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95CE1537-A3A9-4E64-85A3-82C32A5A62A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57617"/>
                </p:ext>
              </p:extLst>
            </p:nvPr>
          </p:nvGraphicFramePr>
          <p:xfrm>
            <a:off x="3850980" y="1103069"/>
            <a:ext cx="1143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54" name="Equation" r:id="rId19" imgW="1143000" imgH="342720" progId="Equation.DSMT4">
                    <p:embed/>
                  </p:oleObj>
                </mc:Choice>
                <mc:Fallback>
                  <p:oleObj name="Equation" r:id="rId19" imgW="11430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3850980" y="1103069"/>
                          <a:ext cx="1143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15">
            <a:extLst>
              <a:ext uri="{FF2B5EF4-FFF2-40B4-BE49-F238E27FC236}">
                <a16:creationId xmlns:a16="http://schemas.microsoft.com/office/drawing/2014/main" id="{7C0E9572-76CA-4703-9E38-C6EB79F0B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027" y="2200220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有</a:t>
            </a:r>
          </a:p>
        </p:txBody>
      </p:sp>
      <p:sp>
        <p:nvSpPr>
          <p:cNvPr id="40" name="Text Box 82">
            <a:extLst>
              <a:ext uri="{FF2B5EF4-FFF2-40B4-BE49-F238E27FC236}">
                <a16:creationId xmlns:a16="http://schemas.microsoft.com/office/drawing/2014/main" id="{A2F64446-C9A2-4BF5-84E5-CFAFDF5A6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02" y="3694595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即</a:t>
            </a:r>
          </a:p>
        </p:txBody>
      </p:sp>
      <p:graphicFrame>
        <p:nvGraphicFramePr>
          <p:cNvPr id="41" name="Object 83">
            <a:extLst>
              <a:ext uri="{FF2B5EF4-FFF2-40B4-BE49-F238E27FC236}">
                <a16:creationId xmlns:a16="http://schemas.microsoft.com/office/drawing/2014/main" id="{D08C452A-9E84-4F5D-AC78-5A26F0A60E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7050734"/>
              </p:ext>
            </p:extLst>
          </p:nvPr>
        </p:nvGraphicFramePr>
        <p:xfrm>
          <a:off x="2503859" y="3500343"/>
          <a:ext cx="316224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55" name="Equation" r:id="rId21" imgW="3162240" imgH="723600" progId="Equation.DSMT4">
                  <p:embed/>
                </p:oleObj>
              </mc:Choice>
              <mc:Fallback>
                <p:oleObj name="Equation" r:id="rId21" imgW="3162240" imgH="723600" progId="Equation.DSMT4">
                  <p:embed/>
                  <p:pic>
                    <p:nvPicPr>
                      <p:cNvPr id="618579" name="Object 83">
                        <a:extLst>
                          <a:ext uri="{FF2B5EF4-FFF2-40B4-BE49-F238E27FC236}">
                            <a16:creationId xmlns:a16="http://schemas.microsoft.com/office/drawing/2014/main" id="{987E55AD-5A68-477E-9C72-DB910B14D1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3859" y="3500343"/>
                        <a:ext cx="3162240" cy="72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85">
            <a:extLst>
              <a:ext uri="{FF2B5EF4-FFF2-40B4-BE49-F238E27FC236}">
                <a16:creationId xmlns:a16="http://schemas.microsoft.com/office/drawing/2014/main" id="{C6676D05-BF33-42AE-BC8B-B65BF4E02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6882611"/>
              </p:ext>
            </p:extLst>
          </p:nvPr>
        </p:nvGraphicFramePr>
        <p:xfrm>
          <a:off x="2473602" y="4321989"/>
          <a:ext cx="237456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56" name="Equation" r:id="rId23" imgW="2374560" imgH="723600" progId="Equation.DSMT4">
                  <p:embed/>
                </p:oleObj>
              </mc:Choice>
              <mc:Fallback>
                <p:oleObj name="Equation" r:id="rId23" imgW="2374560" imgH="723600" progId="Equation.DSMT4">
                  <p:embed/>
                  <p:pic>
                    <p:nvPicPr>
                      <p:cNvPr id="618581" name="Object 85">
                        <a:extLst>
                          <a:ext uri="{FF2B5EF4-FFF2-40B4-BE49-F238E27FC236}">
                            <a16:creationId xmlns:a16="http://schemas.microsoft.com/office/drawing/2014/main" id="{CAD60117-1716-4D0E-B2DE-FA6F12B0B2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602" y="4321989"/>
                        <a:ext cx="2374560" cy="72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" name="组合 52">
            <a:extLst>
              <a:ext uri="{FF2B5EF4-FFF2-40B4-BE49-F238E27FC236}">
                <a16:creationId xmlns:a16="http://schemas.microsoft.com/office/drawing/2014/main" id="{BFB6A175-A305-4145-AB96-30D639FE2B6F}"/>
              </a:ext>
            </a:extLst>
          </p:cNvPr>
          <p:cNvGrpSpPr/>
          <p:nvPr/>
        </p:nvGrpSpPr>
        <p:grpSpPr>
          <a:xfrm>
            <a:off x="3645826" y="1417030"/>
            <a:ext cx="5223467" cy="655452"/>
            <a:chOff x="3645826" y="1417030"/>
            <a:chExt cx="5223467" cy="655452"/>
          </a:xfrm>
        </p:grpSpPr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E4B0C222-2284-4950-934D-8D4DB17868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1964028"/>
                </p:ext>
              </p:extLst>
            </p:nvPr>
          </p:nvGraphicFramePr>
          <p:xfrm>
            <a:off x="4011778" y="1580886"/>
            <a:ext cx="609874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57" name="Equation" r:id="rId25" imgW="622080" imgH="342720" progId="Equation.DSMT4">
                    <p:embed/>
                  </p:oleObj>
                </mc:Choice>
                <mc:Fallback>
                  <p:oleObj name="Equation" r:id="rId2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011778" y="1580886"/>
                          <a:ext cx="609874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76">
              <a:extLst>
                <a:ext uri="{FF2B5EF4-FFF2-40B4-BE49-F238E27FC236}">
                  <a16:creationId xmlns:a16="http://schemas.microsoft.com/office/drawing/2014/main" id="{D5593BC1-3E43-4DED-8D34-7CD335E5B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826" y="1417030"/>
              <a:ext cx="935038" cy="609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algn="ctr"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4572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9144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13716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1828800" algn="ctr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2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/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由</a:t>
              </a:r>
            </a:p>
          </p:txBody>
        </p:sp>
        <p:sp>
          <p:nvSpPr>
            <p:cNvPr id="36" name="Text Box 78">
              <a:extLst>
                <a:ext uri="{FF2B5EF4-FFF2-40B4-BE49-F238E27FC236}">
                  <a16:creationId xmlns:a16="http://schemas.microsoft.com/office/drawing/2014/main" id="{D1E2683B-9BAC-4561-A779-18A651D74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0864" y="1494231"/>
              <a:ext cx="15414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在点</a:t>
              </a:r>
            </a:p>
          </p:txBody>
        </p:sp>
        <p:sp>
          <p:nvSpPr>
            <p:cNvPr id="38" name="Text Box 80">
              <a:extLst>
                <a:ext uri="{FF2B5EF4-FFF2-40B4-BE49-F238E27FC236}">
                  <a16:creationId xmlns:a16="http://schemas.microsoft.com/office/drawing/2014/main" id="{4081704B-92DB-466A-966E-3EB5444FC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50652" y="1512216"/>
              <a:ext cx="1771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连续</a:t>
              </a:r>
              <a:r>
                <a:rPr kumimoji="1" lang="en-US" altLang="zh-CN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,</a:t>
              </a: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即</a:t>
              </a:r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4748F038-02FB-475A-B3C8-E84231EDAA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0271926"/>
                </p:ext>
              </p:extLst>
            </p:nvPr>
          </p:nvGraphicFramePr>
          <p:xfrm>
            <a:off x="5300568" y="1520291"/>
            <a:ext cx="2794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58" name="Equation" r:id="rId27" imgW="279360" imgH="380880" progId="Equation.DSMT4">
                    <p:embed/>
                  </p:oleObj>
                </mc:Choice>
                <mc:Fallback>
                  <p:oleObj name="Equation" r:id="rId27" imgW="279360" imgH="380880" progId="Equation.DSMT4">
                    <p:embed/>
                    <p:pic>
                      <p:nvPicPr>
                        <p:cNvPr id="18" name="对象 17">
                          <a:extLst>
                            <a:ext uri="{FF2B5EF4-FFF2-40B4-BE49-F238E27FC236}">
                              <a16:creationId xmlns:a16="http://schemas.microsoft.com/office/drawing/2014/main" id="{527AABD4-2F0A-4B41-A1EE-4E7A4604EB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5300568" y="1520291"/>
                          <a:ext cx="2794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432C09E6-C622-46AE-82B0-49F987DC8B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0860463"/>
                </p:ext>
              </p:extLst>
            </p:nvPr>
          </p:nvGraphicFramePr>
          <p:xfrm>
            <a:off x="6697593" y="1551782"/>
            <a:ext cx="2171700" cy="520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59" name="Equation" r:id="rId28" imgW="2171520" imgH="520560" progId="Equation.DSMT4">
                    <p:embed/>
                  </p:oleObj>
                </mc:Choice>
                <mc:Fallback>
                  <p:oleObj name="Equation" r:id="rId28" imgW="2171520" imgH="520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6697593" y="1551782"/>
                          <a:ext cx="2171700" cy="520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305D4064-D584-4B3A-BC65-8394A6538FFF}"/>
              </a:ext>
            </a:extLst>
          </p:cNvPr>
          <p:cNvGrpSpPr/>
          <p:nvPr/>
        </p:nvGrpSpPr>
        <p:grpSpPr>
          <a:xfrm>
            <a:off x="666502" y="2113285"/>
            <a:ext cx="3845082" cy="723900"/>
            <a:chOff x="666502" y="2113285"/>
            <a:chExt cx="3845082" cy="723900"/>
          </a:xfrm>
        </p:grpSpPr>
        <p:sp>
          <p:nvSpPr>
            <p:cNvPr id="26" name="Text Box 10">
              <a:extLst>
                <a:ext uri="{FF2B5EF4-FFF2-40B4-BE49-F238E27FC236}">
                  <a16:creationId xmlns:a16="http://schemas.microsoft.com/office/drawing/2014/main" id="{4505B615-07AA-47D8-AFD9-7A1EE115F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502" y="2249969"/>
              <a:ext cx="152400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给定</a:t>
              </a:r>
            </a:p>
          </p:txBody>
        </p:sp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BE4B6123-B498-4CAA-8CD9-F917FA45E8C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0315494"/>
                </p:ext>
              </p:extLst>
            </p:nvPr>
          </p:nvGraphicFramePr>
          <p:xfrm>
            <a:off x="1539784" y="2113285"/>
            <a:ext cx="2971800" cy="723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60" name="Equation" r:id="rId30" imgW="2971800" imgH="723600" progId="Equation.DSMT4">
                    <p:embed/>
                  </p:oleObj>
                </mc:Choice>
                <mc:Fallback>
                  <p:oleObj name="Equation" r:id="rId30" imgW="2971800" imgH="723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1"/>
                        <a:stretch>
                          <a:fillRect/>
                        </a:stretch>
                      </p:blipFill>
                      <p:spPr>
                        <a:xfrm>
                          <a:off x="1539784" y="2113285"/>
                          <a:ext cx="2971800" cy="723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2A277096-CA20-4A7C-8FEB-5AEF139B8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973676"/>
              </p:ext>
            </p:extLst>
          </p:nvPr>
        </p:nvGraphicFramePr>
        <p:xfrm>
          <a:off x="2734630" y="2693549"/>
          <a:ext cx="3035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1" name="Equation" r:id="rId32" imgW="3035160" imgH="723600" progId="Equation.DSMT4">
                  <p:embed/>
                </p:oleObj>
              </mc:Choice>
              <mc:Fallback>
                <p:oleObj name="Equation" r:id="rId32" imgW="30351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734630" y="2693549"/>
                        <a:ext cx="3035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82">
            <a:extLst>
              <a:ext uri="{FF2B5EF4-FFF2-40B4-BE49-F238E27FC236}">
                <a16:creationId xmlns:a16="http://schemas.microsoft.com/office/drawing/2014/main" id="{253EEE97-3652-4F46-80DD-8ADBCD60A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02" y="4452956"/>
            <a:ext cx="762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故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069B6D3-6BBF-4206-B505-000D51D3600F}"/>
              </a:ext>
            </a:extLst>
          </p:cNvPr>
          <p:cNvSpPr/>
          <p:nvPr/>
        </p:nvSpPr>
        <p:spPr>
          <a:xfrm>
            <a:off x="806199" y="1480487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079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  <p:bldP spid="50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EBB10397-A9A1-47D3-B0AE-30462F244F39}"/>
              </a:ext>
            </a:extLst>
          </p:cNvPr>
          <p:cNvSpPr txBox="1">
            <a:spLocks noChangeArrowheads="1"/>
          </p:cNvSpPr>
          <p:nvPr/>
        </p:nvSpPr>
        <p:spPr>
          <a:xfrm>
            <a:off x="755576" y="555526"/>
            <a:ext cx="8103368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26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设                                           是连续函数，求       的值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F58014F-3607-4098-BD9D-9C1CD21424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357012"/>
              </p:ext>
            </p:extLst>
          </p:nvPr>
        </p:nvGraphicFramePr>
        <p:xfrm>
          <a:off x="1907704" y="390426"/>
          <a:ext cx="3225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2" name="Equation" r:id="rId3" imgW="3225600" imgH="774360" progId="Equation.DSMT4">
                  <p:embed/>
                </p:oleObj>
              </mc:Choice>
              <mc:Fallback>
                <p:oleObj name="Equation" r:id="rId3" imgW="32256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90426"/>
                        <a:ext cx="3225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AC3D5C1-35E7-49C8-8177-33309BE2E1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703398"/>
              </p:ext>
            </p:extLst>
          </p:nvPr>
        </p:nvGraphicFramePr>
        <p:xfrm>
          <a:off x="7380312" y="612676"/>
          <a:ext cx="457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3" name="Equation" r:id="rId5" imgW="457200" imgH="330120" progId="Equation.DSMT4">
                  <p:embed/>
                </p:oleObj>
              </mc:Choice>
              <mc:Fallback>
                <p:oleObj name="Equation" r:id="rId5" imgW="4572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380312" y="612676"/>
                        <a:ext cx="457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5572A6C-02D1-4B49-AB65-4E2D45C1BC4E}"/>
              </a:ext>
            </a:extLst>
          </p:cNvPr>
          <p:cNvSpPr/>
          <p:nvPr/>
        </p:nvSpPr>
        <p:spPr>
          <a:xfrm>
            <a:off x="760285" y="1545530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endParaRPr lang="zh-CN" altLang="en-US" sz="2400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DF1F268-6886-428F-B959-7C18D0A56E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9286045"/>
              </p:ext>
            </p:extLst>
          </p:nvPr>
        </p:nvGraphicFramePr>
        <p:xfrm>
          <a:off x="1456689" y="1617897"/>
          <a:ext cx="1130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4" name="Equation" r:id="rId7" imgW="1130040" imgH="368280" progId="Equation.DSMT4">
                  <p:embed/>
                </p:oleObj>
              </mc:Choice>
              <mc:Fallback>
                <p:oleObj name="Equation" r:id="rId7" imgW="113004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56689" y="1617897"/>
                        <a:ext cx="11303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5EA2F671-834B-495B-8FCD-F589826F3A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055542"/>
              </p:ext>
            </p:extLst>
          </p:nvPr>
        </p:nvGraphicFramePr>
        <p:xfrm>
          <a:off x="2789347" y="1404541"/>
          <a:ext cx="45847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5" name="Equation" r:id="rId9" imgW="4584600" imgH="774360" progId="Equation.DSMT4">
                  <p:embed/>
                </p:oleObj>
              </mc:Choice>
              <mc:Fallback>
                <p:oleObj name="Equation" r:id="rId9" imgW="45846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9347" y="1404541"/>
                        <a:ext cx="45847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57011EA-BBE4-4067-87F7-21363C55B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066281"/>
              </p:ext>
            </p:extLst>
          </p:nvPr>
        </p:nvGraphicFramePr>
        <p:xfrm>
          <a:off x="1443989" y="2789004"/>
          <a:ext cx="1143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6" name="Equation" r:id="rId11" imgW="1143000" imgH="368280" progId="Equation.DSMT4">
                  <p:embed/>
                </p:oleObj>
              </mc:Choice>
              <mc:Fallback>
                <p:oleObj name="Equation" r:id="rId11" imgW="1143000" imgH="3682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DF1F268-6886-428F-B959-7C18D0A56E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43989" y="2789004"/>
                        <a:ext cx="1143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68967C5-0E2B-4882-9968-9DC6B60F05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772062"/>
              </p:ext>
            </p:extLst>
          </p:nvPr>
        </p:nvGraphicFramePr>
        <p:xfrm>
          <a:off x="2843808" y="2283718"/>
          <a:ext cx="4089400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7" name="Equation" r:id="rId13" imgW="4089240" imgH="1485720" progId="Equation.DSMT4">
                  <p:embed/>
                </p:oleObj>
              </mc:Choice>
              <mc:Fallback>
                <p:oleObj name="Equation" r:id="rId13" imgW="4089240" imgH="14857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5EA2F671-834B-495B-8FCD-F589826F3A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843808" y="2283718"/>
                        <a:ext cx="4089400" cy="148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D0930FA-03B3-4211-9C0B-786E6B32C0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521825"/>
              </p:ext>
            </p:extLst>
          </p:nvPr>
        </p:nvGraphicFramePr>
        <p:xfrm>
          <a:off x="1417767" y="3788661"/>
          <a:ext cx="1003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8" name="Equation" r:id="rId15" imgW="1002960" imgH="342720" progId="Equation.DSMT4">
                  <p:embed/>
                </p:oleObj>
              </mc:Choice>
              <mc:Fallback>
                <p:oleObj name="Equation" r:id="rId15" imgW="100296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57011EA-BBE4-4067-87F7-21363C55B5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17767" y="3788661"/>
                        <a:ext cx="1003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BB6A703-5404-41AD-8CD0-D2520771C0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7861208"/>
              </p:ext>
            </p:extLst>
          </p:nvPr>
        </p:nvGraphicFramePr>
        <p:xfrm>
          <a:off x="2777515" y="3598161"/>
          <a:ext cx="1968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9" name="Equation" r:id="rId17" imgW="1968480" imgH="723600" progId="Equation.DSMT4">
                  <p:embed/>
                </p:oleObj>
              </mc:Choice>
              <mc:Fallback>
                <p:oleObj name="Equation" r:id="rId17" imgW="19684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77515" y="3598161"/>
                        <a:ext cx="1968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300D849-29A0-4396-BB78-4D0DC98CBA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839796"/>
              </p:ext>
            </p:extLst>
          </p:nvPr>
        </p:nvGraphicFramePr>
        <p:xfrm>
          <a:off x="1343025" y="4560888"/>
          <a:ext cx="1206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70" name="Equation" r:id="rId19" imgW="1206360" imgH="342720" progId="Equation.DSMT4">
                  <p:embed/>
                </p:oleObj>
              </mc:Choice>
              <mc:Fallback>
                <p:oleObj name="Equation" r:id="rId19" imgW="1206360" imgH="3427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9D0930FA-03B3-4211-9C0B-786E6B32C0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43025" y="4560888"/>
                        <a:ext cx="1206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4A3744C-A655-4CBE-9246-4CBCCF0C5B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714055"/>
              </p:ext>
            </p:extLst>
          </p:nvPr>
        </p:nvGraphicFramePr>
        <p:xfrm>
          <a:off x="2627784" y="4335300"/>
          <a:ext cx="236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71" name="Equation" r:id="rId21" imgW="2361960" imgH="723600" progId="Equation.DSMT4">
                  <p:embed/>
                </p:oleObj>
              </mc:Choice>
              <mc:Fallback>
                <p:oleObj name="Equation" r:id="rId21" imgW="236196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BB6A703-5404-41AD-8CD0-D2520771C0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627784" y="4335300"/>
                        <a:ext cx="2362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808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C9A37D1A-35FC-432F-9D3C-C2BB253B2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777544"/>
              </p:ext>
            </p:extLst>
          </p:nvPr>
        </p:nvGraphicFramePr>
        <p:xfrm>
          <a:off x="107504" y="411510"/>
          <a:ext cx="53086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68" name="Equation" r:id="rId3" imgW="5308560" imgH="2895480" progId="Equation.DSMT4">
                  <p:embed/>
                </p:oleObj>
              </mc:Choice>
              <mc:Fallback>
                <p:oleObj name="Equation" r:id="rId3" imgW="5308560" imgH="2895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504" y="411510"/>
                        <a:ext cx="5308600" cy="289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0A7301E-C1B0-4BAD-9983-2F442360016C}"/>
              </a:ext>
            </a:extLst>
          </p:cNvPr>
          <p:cNvCxnSpPr/>
          <p:nvPr/>
        </p:nvCxnSpPr>
        <p:spPr>
          <a:xfrm>
            <a:off x="4588789" y="169751"/>
            <a:ext cx="0" cy="4803998"/>
          </a:xfrm>
          <a:prstGeom prst="line">
            <a:avLst/>
          </a:prstGeom>
          <a:ln w="28575" cmpd="thickThin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39A494D7-A00F-4A63-BA2A-C965CE72F023}"/>
              </a:ext>
            </a:extLst>
          </p:cNvPr>
          <p:cNvGrpSpPr/>
          <p:nvPr/>
        </p:nvGrpSpPr>
        <p:grpSpPr>
          <a:xfrm>
            <a:off x="806663" y="3716019"/>
            <a:ext cx="3117263" cy="461665"/>
            <a:chOff x="806663" y="3716019"/>
            <a:chExt cx="3528387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AE4AD86-6A6E-44EB-9D91-EB28D4B9E478}"/>
                </a:ext>
              </a:extLst>
            </p:cNvPr>
            <p:cNvSpPr/>
            <p:nvPr/>
          </p:nvSpPr>
          <p:spPr>
            <a:xfrm>
              <a:off x="806663" y="3716019"/>
              <a:ext cx="352838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由于        连续，故       </a:t>
              </a:r>
              <a:endParaRPr lang="zh-CN" altLang="en-US" sz="2400" dirty="0"/>
            </a:p>
          </p:txBody>
        </p:sp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A544F402-91E2-4D37-9856-CCE834F658F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7333072"/>
                </p:ext>
              </p:extLst>
            </p:nvPr>
          </p:nvGraphicFramePr>
          <p:xfrm>
            <a:off x="1563887" y="3775401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769" name="Equation" r:id="rId5" imgW="622080" imgH="342720" progId="Equation.DSMT4">
                    <p:embed/>
                  </p:oleObj>
                </mc:Choice>
                <mc:Fallback>
                  <p:oleObj name="Equation" r:id="rId5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63887" y="3775401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453C676-097B-4D1A-A5E0-23FE7DA426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3134858"/>
              </p:ext>
            </p:extLst>
          </p:nvPr>
        </p:nvGraphicFramePr>
        <p:xfrm>
          <a:off x="5424353" y="389371"/>
          <a:ext cx="259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0" name="Equation" r:id="rId7" imgW="2590560" imgH="406080" progId="Equation.DSMT4">
                  <p:embed/>
                </p:oleObj>
              </mc:Choice>
              <mc:Fallback>
                <p:oleObj name="Equation" r:id="rId7" imgW="259056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24353" y="389371"/>
                        <a:ext cx="25908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DCA9C64-721B-431D-8A69-C876C98D8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6614105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1" name="Equation" r:id="rId9" imgW="914400" imgH="306720" progId="Equation.DSMT4">
                  <p:embed/>
                </p:oleObj>
              </mc:Choice>
              <mc:Fallback>
                <p:oleObj name="Equation" r:id="rId9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6DCD836-A534-477F-A6C9-1628CE8CC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593426"/>
              </p:ext>
            </p:extLst>
          </p:nvPr>
        </p:nvGraphicFramePr>
        <p:xfrm>
          <a:off x="6039361" y="1061666"/>
          <a:ext cx="10922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2" name="Equation" r:id="rId11" imgW="1091880" imgH="330120" progId="Equation.DSMT4">
                  <p:embed/>
                </p:oleObj>
              </mc:Choice>
              <mc:Fallback>
                <p:oleObj name="Equation" r:id="rId11" imgW="10918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39361" y="1061666"/>
                        <a:ext cx="10922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D74133A-A84D-495D-B36F-585ED877A4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642580"/>
              </p:ext>
            </p:extLst>
          </p:nvPr>
        </p:nvGraphicFramePr>
        <p:xfrm>
          <a:off x="5278438" y="1655763"/>
          <a:ext cx="31877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3" name="Equation" r:id="rId13" imgW="3187440" imgH="406080" progId="Equation.DSMT4">
                  <p:embed/>
                </p:oleObj>
              </mc:Choice>
              <mc:Fallback>
                <p:oleObj name="Equation" r:id="rId13" imgW="318744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0453C676-097B-4D1A-A5E0-23FE7DA426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278438" y="1655763"/>
                        <a:ext cx="31877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CE66BC0-75C0-42E5-B618-D4C2884A4B7E}"/>
              </a:ext>
            </a:extLst>
          </p:cNvPr>
          <p:cNvSpPr/>
          <p:nvPr/>
        </p:nvSpPr>
        <p:spPr>
          <a:xfrm>
            <a:off x="5150438" y="978208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endParaRPr lang="zh-CN" altLang="en-US" sz="2400" dirty="0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5850D13-4EA0-458E-B3F5-A398DF9B3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191187"/>
              </p:ext>
            </p:extLst>
          </p:nvPr>
        </p:nvGraphicFramePr>
        <p:xfrm>
          <a:off x="6353175" y="2486025"/>
          <a:ext cx="1282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4" name="Equation" r:id="rId15" imgW="1282680" imgH="330120" progId="Equation.DSMT4">
                  <p:embed/>
                </p:oleObj>
              </mc:Choice>
              <mc:Fallback>
                <p:oleObj name="Equation" r:id="rId15" imgW="1282680" imgH="3301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6DCD836-A534-477F-A6C9-1628CE8CC6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53175" y="2486025"/>
                        <a:ext cx="1282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45EB16D4-5A11-490A-B16D-1D1830AF71D3}"/>
              </a:ext>
            </a:extLst>
          </p:cNvPr>
          <p:cNvSpPr/>
          <p:nvPr/>
        </p:nvSpPr>
        <p:spPr>
          <a:xfrm>
            <a:off x="5545315" y="2420711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得</a:t>
            </a:r>
            <a:endParaRPr lang="zh-CN" altLang="en-US" sz="24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8450B54-3F15-4D5C-9C28-9FA89768D892}"/>
              </a:ext>
            </a:extLst>
          </p:cNvPr>
          <p:cNvSpPr/>
          <p:nvPr/>
        </p:nvSpPr>
        <p:spPr>
          <a:xfrm>
            <a:off x="5553931" y="3254354"/>
            <a:ext cx="33385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从而解得</a:t>
            </a:r>
            <a:endParaRPr lang="zh-CN" altLang="en-US" sz="2400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421DFF9-B858-4556-8FDC-A681D83872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173787"/>
              </p:ext>
            </p:extLst>
          </p:nvPr>
        </p:nvGraphicFramePr>
        <p:xfrm>
          <a:off x="6050923" y="3922897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5" name="Equation" r:id="rId17" imgW="723600" imgH="330120" progId="Equation.DSMT4">
                  <p:embed/>
                </p:oleObj>
              </mc:Choice>
              <mc:Fallback>
                <p:oleObj name="Equation" r:id="rId17" imgW="7236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50923" y="3922897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0E4A91D-4D6F-4215-951C-5E0B89B6E8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2937954"/>
              </p:ext>
            </p:extLst>
          </p:nvPr>
        </p:nvGraphicFramePr>
        <p:xfrm>
          <a:off x="7061561" y="3900020"/>
          <a:ext cx="673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76" name="Equation" r:id="rId19" imgW="672840" imgH="279360" progId="Equation.DSMT4">
                  <p:embed/>
                </p:oleObj>
              </mc:Choice>
              <mc:Fallback>
                <p:oleObj name="Equation" r:id="rId19" imgW="672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061561" y="3900020"/>
                        <a:ext cx="6731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3915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7818CCA-0E7C-410E-96D4-79E64CA43C2D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67494"/>
            <a:ext cx="6120680" cy="48122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27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设函数         在             有定义，并满足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1E2DDE1-2031-4A50-A02D-14E43C30FC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426826"/>
              </p:ext>
            </p:extLst>
          </p:nvPr>
        </p:nvGraphicFramePr>
        <p:xfrm>
          <a:off x="2483768" y="339502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339502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BFFF2AE-F1AB-4151-855C-629F422A7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8313604"/>
              </p:ext>
            </p:extLst>
          </p:nvPr>
        </p:nvGraphicFramePr>
        <p:xfrm>
          <a:off x="3491880" y="349413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3" name="Equation" r:id="rId5" imgW="888840" imgH="342720" progId="Equation.DSMT4">
                  <p:embed/>
                </p:oleObj>
              </mc:Choice>
              <mc:Fallback>
                <p:oleObj name="Equation" r:id="rId5" imgW="888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1880" y="349413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AC56DF1-63AC-4D21-AAB8-69CC844699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823687"/>
              </p:ext>
            </p:extLst>
          </p:nvPr>
        </p:nvGraphicFramePr>
        <p:xfrm>
          <a:off x="6601916" y="296388"/>
          <a:ext cx="17145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4" name="Equation" r:id="rId7" imgW="1714320" imgH="406080" progId="Equation.DSMT4">
                  <p:embed/>
                </p:oleObj>
              </mc:Choice>
              <mc:Fallback>
                <p:oleObj name="Equation" r:id="rId7" imgW="171432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1916" y="296388"/>
                        <a:ext cx="17145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">
            <a:extLst>
              <a:ext uri="{FF2B5EF4-FFF2-40B4-BE49-F238E27FC236}">
                <a16:creationId xmlns:a16="http://schemas.microsoft.com/office/drawing/2014/main" id="{104DE1D0-1EB6-482E-AF8B-03FB64E2B93B}"/>
              </a:ext>
            </a:extLst>
          </p:cNvPr>
          <p:cNvSpPr txBox="1">
            <a:spLocks noChangeArrowheads="1"/>
          </p:cNvSpPr>
          <p:nvPr/>
        </p:nvSpPr>
        <p:spPr>
          <a:xfrm>
            <a:off x="188594" y="774232"/>
            <a:ext cx="6471638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如果在点         连续，证明        在            为常数</a:t>
            </a:r>
            <a:r>
              <a: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661AAB0-4311-4E90-B6C7-52CB96824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6141069"/>
              </p:ext>
            </p:extLst>
          </p:nvPr>
        </p:nvGraphicFramePr>
        <p:xfrm>
          <a:off x="1556746" y="835241"/>
          <a:ext cx="5969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5" name="Equation" r:id="rId9" imgW="596880" imgH="279360" progId="Equation.DSMT4">
                  <p:embed/>
                </p:oleObj>
              </mc:Choice>
              <mc:Fallback>
                <p:oleObj name="Equation" r:id="rId9" imgW="5968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56746" y="835241"/>
                        <a:ext cx="5969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69D9D78-07C3-4996-B283-F145E7BA57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4841181"/>
              </p:ext>
            </p:extLst>
          </p:nvPr>
        </p:nvGraphicFramePr>
        <p:xfrm>
          <a:off x="3706320" y="86579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6" name="Equation" r:id="rId11" imgW="622080" imgH="342720" progId="Equation.DSMT4">
                  <p:embed/>
                </p:oleObj>
              </mc:Choice>
              <mc:Fallback>
                <p:oleObj name="Equation" r:id="rId11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706320" y="86579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4899ABA1-46A5-41E3-B8D7-02B7230DFE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615654"/>
              </p:ext>
            </p:extLst>
          </p:nvPr>
        </p:nvGraphicFramePr>
        <p:xfrm>
          <a:off x="4653090" y="882965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7" name="Equation" r:id="rId13" imgW="888840" imgH="342720" progId="Equation.DSMT4">
                  <p:embed/>
                </p:oleObj>
              </mc:Choice>
              <mc:Fallback>
                <p:oleObj name="Equation" r:id="rId13" imgW="888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653090" y="882965"/>
                        <a:ext cx="889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01C0859F-9F15-4A13-A3D1-5C80E749B07C}"/>
              </a:ext>
            </a:extLst>
          </p:cNvPr>
          <p:cNvSpPr/>
          <p:nvPr/>
        </p:nvSpPr>
        <p:spPr>
          <a:xfrm>
            <a:off x="708022" y="1383832"/>
            <a:ext cx="4940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</a:t>
            </a:r>
            <a:endParaRPr lang="zh-CN" altLang="en-US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427DE83-69A6-4049-A673-03D5E5C40A8B}"/>
              </a:ext>
            </a:extLst>
          </p:cNvPr>
          <p:cNvSpPr/>
          <p:nvPr/>
        </p:nvSpPr>
        <p:spPr>
          <a:xfrm>
            <a:off x="1231823" y="1383832"/>
            <a:ext cx="139596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由题意，</a:t>
            </a:r>
            <a:endParaRPr lang="zh-CN" altLang="en-US" sz="2400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FA642CF-914F-417F-8273-E2A57D8808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1978169"/>
              </p:ext>
            </p:extLst>
          </p:nvPr>
        </p:nvGraphicFramePr>
        <p:xfrm>
          <a:off x="1263030" y="1889330"/>
          <a:ext cx="623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8" name="Equation" r:id="rId15" imgW="6235560" imgH="431640" progId="Equation.DSMT4">
                  <p:embed/>
                </p:oleObj>
              </mc:Choice>
              <mc:Fallback>
                <p:oleObj name="Equation" r:id="rId15" imgW="62355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63030" y="1889330"/>
                        <a:ext cx="6235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DFA1A1F6-EBAE-4C7A-9481-999C9E09D712}"/>
              </a:ext>
            </a:extLst>
          </p:cNvPr>
          <p:cNvSpPr/>
          <p:nvPr/>
        </p:nvSpPr>
        <p:spPr>
          <a:xfrm>
            <a:off x="743204" y="2595795"/>
            <a:ext cx="26046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</a:t>
            </a:r>
            <a:endParaRPr lang="zh-CN" altLang="en-US" sz="2400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7D2C4E8-9EF5-45CE-A4D6-4F64222CEB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978655"/>
              </p:ext>
            </p:extLst>
          </p:nvPr>
        </p:nvGraphicFramePr>
        <p:xfrm>
          <a:off x="3066785" y="3174279"/>
          <a:ext cx="2260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59" name="Equation" r:id="rId17" imgW="2260440" imgH="545760" progId="Equation.DSMT4">
                  <p:embed/>
                </p:oleObj>
              </mc:Choice>
              <mc:Fallback>
                <p:oleObj name="Equation" r:id="rId17" imgW="226044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66785" y="3174279"/>
                        <a:ext cx="22606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FD42534B-3F6B-4502-80A6-BA11339E6E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7223842"/>
              </p:ext>
            </p:extLst>
          </p:nvPr>
        </p:nvGraphicFramePr>
        <p:xfrm>
          <a:off x="1533956" y="2567414"/>
          <a:ext cx="1397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60" name="Equation" r:id="rId19" imgW="1396800" imgH="545760" progId="Equation.DSMT4">
                  <p:embed/>
                </p:oleObj>
              </mc:Choice>
              <mc:Fallback>
                <p:oleObj name="Equation" r:id="rId19" imgW="139680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33956" y="2567414"/>
                        <a:ext cx="13970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>
            <a:extLst>
              <a:ext uri="{FF2B5EF4-FFF2-40B4-BE49-F238E27FC236}">
                <a16:creationId xmlns:a16="http://schemas.microsoft.com/office/drawing/2014/main" id="{F8AF21CC-D388-4BA1-8539-0599B16997EC}"/>
              </a:ext>
            </a:extLst>
          </p:cNvPr>
          <p:cNvGrpSpPr/>
          <p:nvPr/>
        </p:nvGrpSpPr>
        <p:grpSpPr>
          <a:xfrm>
            <a:off x="3146680" y="2559000"/>
            <a:ext cx="3657567" cy="461665"/>
            <a:chOff x="3422793" y="2858002"/>
            <a:chExt cx="3657567" cy="461665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0960CC4-F4E6-4163-BA5F-E6D2AE58B34A}"/>
                </a:ext>
              </a:extLst>
            </p:cNvPr>
            <p:cNvSpPr/>
            <p:nvPr/>
          </p:nvSpPr>
          <p:spPr>
            <a:xfrm>
              <a:off x="3422793" y="2858002"/>
              <a:ext cx="3657567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由          在         连续，得</a:t>
              </a:r>
              <a:endParaRPr lang="zh-CN" altLang="en-US" sz="2400" dirty="0"/>
            </a:p>
          </p:txBody>
        </p: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D8DDE199-D807-4A4A-8F8A-9CDFC92CECB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67434042"/>
                </p:ext>
              </p:extLst>
            </p:nvPr>
          </p:nvGraphicFramePr>
          <p:xfrm>
            <a:off x="3889911" y="2957046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61" name="Equation" r:id="rId21" imgW="622080" imgH="342720" progId="Equation.DSMT4">
                    <p:embed/>
                  </p:oleObj>
                </mc:Choice>
                <mc:Fallback>
                  <p:oleObj name="Equation" r:id="rId2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3889911" y="2957046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71E758E0-8DFD-4132-B59D-FAE1F31E4AD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2408370"/>
                </p:ext>
              </p:extLst>
            </p:nvPr>
          </p:nvGraphicFramePr>
          <p:xfrm>
            <a:off x="4932040" y="2921499"/>
            <a:ext cx="596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62" name="Equation" r:id="rId23" imgW="596880" imgH="279360" progId="Equation.DSMT4">
                    <p:embed/>
                  </p:oleObj>
                </mc:Choice>
                <mc:Fallback>
                  <p:oleObj name="Equation" r:id="rId23" imgW="596880" imgH="279360" progId="Equation.DSMT4">
                    <p:embed/>
                    <p:pic>
                      <p:nvPicPr>
                        <p:cNvPr id="7" name="对象 6">
                          <a:extLst>
                            <a:ext uri="{FF2B5EF4-FFF2-40B4-BE49-F238E27FC236}">
                              <a16:creationId xmlns:a16="http://schemas.microsoft.com/office/drawing/2014/main" id="{3661AAB0-4311-4E90-B6C7-52CB9682446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32040" y="2921499"/>
                          <a:ext cx="596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66A7FD9-1D75-49B7-AE07-EB0CBDA999C4}"/>
              </a:ext>
            </a:extLst>
          </p:cNvPr>
          <p:cNvGrpSpPr/>
          <p:nvPr/>
        </p:nvGrpSpPr>
        <p:grpSpPr>
          <a:xfrm>
            <a:off x="1101711" y="3841969"/>
            <a:ext cx="2267817" cy="461665"/>
            <a:chOff x="1173719" y="4130001"/>
            <a:chExt cx="2267817" cy="461665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703E815-81D5-4523-B691-0283A0341E0A}"/>
                </a:ext>
              </a:extLst>
            </p:cNvPr>
            <p:cNvSpPr/>
            <p:nvPr/>
          </p:nvSpPr>
          <p:spPr>
            <a:xfrm>
              <a:off x="1173719" y="4130001"/>
              <a:ext cx="878001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所以</a:t>
              </a:r>
              <a:endParaRPr lang="zh-CN" altLang="en-US" sz="2400" dirty="0"/>
            </a:p>
          </p:txBody>
        </p:sp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26EA3B12-A8E5-488B-A779-E2AEB3B9CF0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7609276"/>
                </p:ext>
              </p:extLst>
            </p:nvPr>
          </p:nvGraphicFramePr>
          <p:xfrm>
            <a:off x="1930236" y="4223255"/>
            <a:ext cx="151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863" name="Equation" r:id="rId24" imgW="1511280" imgH="342720" progId="Equation.DSMT4">
                    <p:embed/>
                  </p:oleObj>
                </mc:Choice>
                <mc:Fallback>
                  <p:oleObj name="Equation" r:id="rId24" imgW="15112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5"/>
                        <a:stretch>
                          <a:fillRect/>
                        </a:stretch>
                      </p:blipFill>
                      <p:spPr>
                        <a:xfrm>
                          <a:off x="1930236" y="4223255"/>
                          <a:ext cx="151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0126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418C5880-BE5A-436C-9D5F-F821CDD76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173545"/>
              </p:ext>
            </p:extLst>
          </p:nvPr>
        </p:nvGraphicFramePr>
        <p:xfrm>
          <a:off x="2000805" y="282506"/>
          <a:ext cx="67284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97" name="Equation" r:id="rId3" imgW="672840" imgH="431640" progId="Equation.DSMT4">
                  <p:embed/>
                </p:oleObj>
              </mc:Choice>
              <mc:Fallback>
                <p:oleObj name="Equation" r:id="rId3" imgW="672840" imgH="431640" progId="Equation.DSMT4">
                  <p:embed/>
                  <p:pic>
                    <p:nvPicPr>
                      <p:cNvPr id="650253" name="Object 13">
                        <a:extLst>
                          <a:ext uri="{FF2B5EF4-FFF2-40B4-BE49-F238E27FC236}">
                            <a16:creationId xmlns:a16="http://schemas.microsoft.com/office/drawing/2014/main" id="{713EEE60-FD05-45C8-90B7-516CC10FFE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805" y="282506"/>
                        <a:ext cx="672840" cy="431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6">
            <a:extLst>
              <a:ext uri="{FF2B5EF4-FFF2-40B4-BE49-F238E27FC236}">
                <a16:creationId xmlns:a16="http://schemas.microsoft.com/office/drawing/2014/main" id="{441C9789-839A-485D-A08F-AC72D3C26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404" y="267494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在</a:t>
            </a: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2FEB7093-D4C2-4825-B6B7-5E7DFB3BA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267494"/>
            <a:ext cx="18716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上连续，</a:t>
            </a:r>
          </a:p>
        </p:txBody>
      </p:sp>
      <p:sp>
        <p:nvSpPr>
          <p:cNvPr id="23" name="Rectangle 29">
            <a:extLst>
              <a:ext uri="{FF2B5EF4-FFF2-40B4-BE49-F238E27FC236}">
                <a16:creationId xmlns:a16="http://schemas.microsoft.com/office/drawing/2014/main" id="{221A4365-F6A8-43A6-A7A3-2D256C33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4111" y="929184"/>
            <a:ext cx="33035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证明</a:t>
            </a:r>
            <a:r>
              <a:rPr lang="en-US" altLang="zh-CN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CN" altLang="en-US" sz="2400" b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至少存在一点</a:t>
            </a:r>
          </a:p>
        </p:txBody>
      </p:sp>
      <p:sp>
        <p:nvSpPr>
          <p:cNvPr id="24" name="Rectangle 30">
            <a:extLst>
              <a:ext uri="{FF2B5EF4-FFF2-40B4-BE49-F238E27FC236}">
                <a16:creationId xmlns:a16="http://schemas.microsoft.com/office/drawing/2014/main" id="{1E9806A9-9DC2-4DEF-A4DE-47A37897E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647" y="921389"/>
            <a:ext cx="12969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使得</a:t>
            </a:r>
          </a:p>
        </p:txBody>
      </p:sp>
      <p:sp>
        <p:nvSpPr>
          <p:cNvPr id="25" name="Rectangle 31">
            <a:extLst>
              <a:ext uri="{FF2B5EF4-FFF2-40B4-BE49-F238E27FC236}">
                <a16:creationId xmlns:a16="http://schemas.microsoft.com/office/drawing/2014/main" id="{6D4B9595-F3B8-4A40-97E9-C7FD51050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198" y="1533126"/>
            <a:ext cx="49244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证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2" name="Rectangle 38">
            <a:extLst>
              <a:ext uri="{FF2B5EF4-FFF2-40B4-BE49-F238E27FC236}">
                <a16:creationId xmlns:a16="http://schemas.microsoft.com/office/drawing/2014/main" id="{DD5AA6E9-F1D6-4AF3-B0DF-39AB40848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3291" y="2896140"/>
            <a:ext cx="22367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都有</a:t>
            </a:r>
          </a:p>
        </p:txBody>
      </p:sp>
      <p:sp>
        <p:nvSpPr>
          <p:cNvPr id="35" name="Rectangle 41">
            <a:extLst>
              <a:ext uri="{FF2B5EF4-FFF2-40B4-BE49-F238E27FC236}">
                <a16:creationId xmlns:a16="http://schemas.microsoft.com/office/drawing/2014/main" id="{66EE24FF-6C73-40D5-AE0E-B05E7E810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20" y="251992"/>
            <a:ext cx="15128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28 </a:t>
            </a:r>
            <a:r>
              <a:rPr lang="en-US" altLang="zh-C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设</a:t>
            </a:r>
          </a:p>
        </p:txBody>
      </p:sp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1C248238-DBF7-4672-9BDE-92881D844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005735"/>
              </p:ext>
            </p:extLst>
          </p:nvPr>
        </p:nvGraphicFramePr>
        <p:xfrm>
          <a:off x="6123136" y="3064768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98" name="Equation" r:id="rId5" imgW="914400" imgH="306720" progId="Equation.DSMT4">
                  <p:embed/>
                </p:oleObj>
              </mc:Choice>
              <mc:Fallback>
                <p:oleObj name="Equation" r:id="rId5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23136" y="3064768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1657247C-E05A-49E1-B362-CCB7A97D3A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083362"/>
              </p:ext>
            </p:extLst>
          </p:nvPr>
        </p:nvGraphicFramePr>
        <p:xfrm>
          <a:off x="3058935" y="310208"/>
          <a:ext cx="64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099" name="Equation" r:id="rId7" imgW="647640" imgH="431640" progId="Equation.DSMT4">
                  <p:embed/>
                </p:oleObj>
              </mc:Choice>
              <mc:Fallback>
                <p:oleObj name="Equation" r:id="rId7" imgW="6476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8935" y="310208"/>
                        <a:ext cx="6477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A0A22545-4FE3-4C2A-B989-542A73DCBD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3579197"/>
              </p:ext>
            </p:extLst>
          </p:nvPr>
        </p:nvGraphicFramePr>
        <p:xfrm>
          <a:off x="4893247" y="307826"/>
          <a:ext cx="3467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00" name="Equation" r:id="rId9" imgW="3466800" imgH="380880" progId="Equation.DSMT4">
                  <p:embed/>
                </p:oleObj>
              </mc:Choice>
              <mc:Fallback>
                <p:oleObj name="Equation" r:id="rId9" imgW="346680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893247" y="307826"/>
                        <a:ext cx="3467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65106D49-AE6C-4DB2-B0F8-AE8E70ACF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1799954"/>
              </p:ext>
            </p:extLst>
          </p:nvPr>
        </p:nvGraphicFramePr>
        <p:xfrm>
          <a:off x="330497" y="775718"/>
          <a:ext cx="1054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01" name="Equation" r:id="rId11" imgW="1054080" imgH="787320" progId="Equation.DSMT4">
                  <p:embed/>
                </p:oleObj>
              </mc:Choice>
              <mc:Fallback>
                <p:oleObj name="Equation" r:id="rId11" imgW="105408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0497" y="775718"/>
                        <a:ext cx="1054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64785B0D-5234-4C73-977E-FA8511B2D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79975"/>
              </p:ext>
            </p:extLst>
          </p:nvPr>
        </p:nvGraphicFramePr>
        <p:xfrm>
          <a:off x="4097149" y="1020168"/>
          <a:ext cx="1181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02" name="Equation" r:id="rId13" imgW="1180800" imgH="330120" progId="Equation.DSMT4">
                  <p:embed/>
                </p:oleObj>
              </mc:Choice>
              <mc:Fallback>
                <p:oleObj name="Equation" r:id="rId13" imgW="118080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97149" y="1020168"/>
                        <a:ext cx="11811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62D56319-CCC5-4410-90AC-7D972B0FE3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5162697"/>
              </p:ext>
            </p:extLst>
          </p:nvPr>
        </p:nvGraphicFramePr>
        <p:xfrm>
          <a:off x="6036247" y="775718"/>
          <a:ext cx="2324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03" name="Equation" r:id="rId15" imgW="2323800" imgH="787320" progId="Equation.DSMT4">
                  <p:embed/>
                </p:oleObj>
              </mc:Choice>
              <mc:Fallback>
                <p:oleObj name="Equation" r:id="rId15" imgW="23238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36247" y="775718"/>
                        <a:ext cx="23241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组合 55">
            <a:extLst>
              <a:ext uri="{FF2B5EF4-FFF2-40B4-BE49-F238E27FC236}">
                <a16:creationId xmlns:a16="http://schemas.microsoft.com/office/drawing/2014/main" id="{8A3F89B4-5139-4D0D-B979-AF8AE1EC5F54}"/>
              </a:ext>
            </a:extLst>
          </p:cNvPr>
          <p:cNvGrpSpPr/>
          <p:nvPr/>
        </p:nvGrpSpPr>
        <p:grpSpPr>
          <a:xfrm>
            <a:off x="1325956" y="1518700"/>
            <a:ext cx="2490949" cy="461665"/>
            <a:chOff x="1349620" y="1806732"/>
            <a:chExt cx="2490949" cy="461665"/>
          </a:xfrm>
        </p:grpSpPr>
        <p:sp>
          <p:nvSpPr>
            <p:cNvPr id="26" name="Rectangle 32">
              <a:extLst>
                <a:ext uri="{FF2B5EF4-FFF2-40B4-BE49-F238E27FC236}">
                  <a16:creationId xmlns:a16="http://schemas.microsoft.com/office/drawing/2014/main" id="{F9827646-7EA5-4437-9FCE-59DAD4E95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9620" y="1806732"/>
              <a:ext cx="105812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因为</a:t>
              </a:r>
            </a:p>
          </p:txBody>
        </p: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FAC2244B-FAD2-4F66-A75C-1F933DE74BF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38729237"/>
                </p:ext>
              </p:extLst>
            </p:nvPr>
          </p:nvGraphicFramePr>
          <p:xfrm>
            <a:off x="2024469" y="1908833"/>
            <a:ext cx="18161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04" name="Equation" r:id="rId17" imgW="1815840" imgH="342720" progId="Equation.DSMT4">
                    <p:embed/>
                  </p:oleObj>
                </mc:Choice>
                <mc:Fallback>
                  <p:oleObj name="Equation" r:id="rId17" imgW="181584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024469" y="1908833"/>
                          <a:ext cx="18161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B0B62DD5-EB23-412E-8FF9-488B2A9315E8}"/>
              </a:ext>
            </a:extLst>
          </p:cNvPr>
          <p:cNvGrpSpPr/>
          <p:nvPr/>
        </p:nvGrpSpPr>
        <p:grpSpPr>
          <a:xfrm>
            <a:off x="3810264" y="1537552"/>
            <a:ext cx="5130560" cy="461665"/>
            <a:chOff x="3833928" y="1825584"/>
            <a:chExt cx="5130560" cy="461665"/>
          </a:xfrm>
        </p:grpSpPr>
        <p:sp>
          <p:nvSpPr>
            <p:cNvPr id="27" name="Rectangle 33">
              <a:extLst>
                <a:ext uri="{FF2B5EF4-FFF2-40B4-BE49-F238E27FC236}">
                  <a16:creationId xmlns:a16="http://schemas.microsoft.com/office/drawing/2014/main" id="{D94B5E2E-2D1D-4C00-81AC-53902B28C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928" y="1825584"/>
              <a:ext cx="513056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所以         在         上存在最大值        </a:t>
              </a:r>
            </a:p>
          </p:txBody>
        </p:sp>
        <p:graphicFrame>
          <p:nvGraphicFramePr>
            <p:cNvPr id="45" name="对象 44">
              <a:extLst>
                <a:ext uri="{FF2B5EF4-FFF2-40B4-BE49-F238E27FC236}">
                  <a16:creationId xmlns:a16="http://schemas.microsoft.com/office/drawing/2014/main" id="{752B3A22-505A-4E28-B8AD-69E3399B492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73186487"/>
                </p:ext>
              </p:extLst>
            </p:nvPr>
          </p:nvGraphicFramePr>
          <p:xfrm>
            <a:off x="4572000" y="189729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05" name="Equation" r:id="rId19" imgW="622080" imgH="342720" progId="Equation.DSMT4">
                    <p:embed/>
                  </p:oleObj>
                </mc:Choice>
                <mc:Fallback>
                  <p:oleObj name="Equation" r:id="rId19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72000" y="189729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>
              <a:extLst>
                <a:ext uri="{FF2B5EF4-FFF2-40B4-BE49-F238E27FC236}">
                  <a16:creationId xmlns:a16="http://schemas.microsoft.com/office/drawing/2014/main" id="{0FE4BBCA-4038-4C30-8887-46534E67E7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787814"/>
                </p:ext>
              </p:extLst>
            </p:nvPr>
          </p:nvGraphicFramePr>
          <p:xfrm>
            <a:off x="5532962" y="1840516"/>
            <a:ext cx="647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06" name="Equation" r:id="rId21" imgW="647640" imgH="431640" progId="Equation.DSMT4">
                    <p:embed/>
                  </p:oleObj>
                </mc:Choice>
                <mc:Fallback>
                  <p:oleObj name="Equation" r:id="rId21" imgW="647640" imgH="43164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1657247C-E05A-49E1-B362-CCB7A97D3A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532962" y="1840516"/>
                          <a:ext cx="647700" cy="431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22F24EE1-D0A9-4E59-A3FE-9D8C4CF5A0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5506742"/>
                </p:ext>
              </p:extLst>
            </p:nvPr>
          </p:nvGraphicFramePr>
          <p:xfrm>
            <a:off x="8149580" y="1946933"/>
            <a:ext cx="3429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07" name="Equation" r:id="rId23" imgW="342720" imgH="266400" progId="Equation.DSMT4">
                    <p:embed/>
                  </p:oleObj>
                </mc:Choice>
                <mc:Fallback>
                  <p:oleObj name="Equation" r:id="rId23" imgW="34272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8149580" y="1946933"/>
                          <a:ext cx="3429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AD0B4C68-17E3-4F05-906D-3693C4FB1F3B}"/>
              </a:ext>
            </a:extLst>
          </p:cNvPr>
          <p:cNvGrpSpPr/>
          <p:nvPr/>
        </p:nvGrpSpPr>
        <p:grpSpPr>
          <a:xfrm>
            <a:off x="330497" y="2252564"/>
            <a:ext cx="2728438" cy="461665"/>
            <a:chOff x="354161" y="2540596"/>
            <a:chExt cx="2728438" cy="461665"/>
          </a:xfrm>
        </p:grpSpPr>
        <p:sp>
          <p:nvSpPr>
            <p:cNvPr id="30" name="Rectangle 36">
              <a:extLst>
                <a:ext uri="{FF2B5EF4-FFF2-40B4-BE49-F238E27FC236}">
                  <a16:creationId xmlns:a16="http://schemas.microsoft.com/office/drawing/2014/main" id="{E543C772-7C6C-4AD6-BBC1-5CBF80AEF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61" y="2540596"/>
              <a:ext cx="272843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和最小值</a:t>
              </a:r>
            </a:p>
          </p:txBody>
        </p:sp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0C678B5F-3EBB-4367-9111-FFD76B5C4D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332336"/>
                </p:ext>
              </p:extLst>
            </p:nvPr>
          </p:nvGraphicFramePr>
          <p:xfrm>
            <a:off x="1669661" y="2686256"/>
            <a:ext cx="3302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08" name="Equation" r:id="rId25" imgW="330120" imgH="253800" progId="Equation.DSMT4">
                    <p:embed/>
                  </p:oleObj>
                </mc:Choice>
                <mc:Fallback>
                  <p:oleObj name="Equation" r:id="rId25" imgW="33012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669661" y="2686256"/>
                          <a:ext cx="3302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EA6D99CF-D836-4B94-9900-519C513784C5}"/>
              </a:ext>
            </a:extLst>
          </p:cNvPr>
          <p:cNvGrpSpPr/>
          <p:nvPr/>
        </p:nvGrpSpPr>
        <p:grpSpPr>
          <a:xfrm>
            <a:off x="2006458" y="2248191"/>
            <a:ext cx="3585614" cy="461665"/>
            <a:chOff x="2030122" y="2536223"/>
            <a:chExt cx="3585614" cy="461665"/>
          </a:xfrm>
        </p:grpSpPr>
        <p:graphicFrame>
          <p:nvGraphicFramePr>
            <p:cNvPr id="15" name="Object 20">
              <a:extLst>
                <a:ext uri="{FF2B5EF4-FFF2-40B4-BE49-F238E27FC236}">
                  <a16:creationId xmlns:a16="http://schemas.microsoft.com/office/drawing/2014/main" id="{E325937A-98AD-4453-A008-AAB8DD6810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380957"/>
                </p:ext>
              </p:extLst>
            </p:nvPr>
          </p:nvGraphicFramePr>
          <p:xfrm>
            <a:off x="3799896" y="2579044"/>
            <a:ext cx="1815840" cy="3427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09" name="Equation" r:id="rId27" imgW="1815840" imgH="342720" progId="Equation.DSMT4">
                    <p:embed/>
                  </p:oleObj>
                </mc:Choice>
                <mc:Fallback>
                  <p:oleObj name="Equation" r:id="rId27" imgW="1815840" imgH="342720" progId="Equation.DSMT4">
                    <p:embed/>
                    <p:pic>
                      <p:nvPicPr>
                        <p:cNvPr id="650260" name="Object 20">
                          <a:extLst>
                            <a:ext uri="{FF2B5EF4-FFF2-40B4-BE49-F238E27FC236}">
                              <a16:creationId xmlns:a16="http://schemas.microsoft.com/office/drawing/2014/main" id="{4E7BBD53-A3E2-408B-8CE0-5AB0D9009F8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9896" y="2579044"/>
                          <a:ext cx="1815840" cy="3427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Rectangle 37">
              <a:extLst>
                <a:ext uri="{FF2B5EF4-FFF2-40B4-BE49-F238E27FC236}">
                  <a16:creationId xmlns:a16="http://schemas.microsoft.com/office/drawing/2014/main" id="{E44EA9BA-58A5-45CD-B77C-DBC441A8D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361" y="2536223"/>
              <a:ext cx="49244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有</a:t>
              </a:r>
            </a:p>
          </p:txBody>
        </p:sp>
        <p:graphicFrame>
          <p:nvGraphicFramePr>
            <p:cNvPr id="49" name="对象 48">
              <a:extLst>
                <a:ext uri="{FF2B5EF4-FFF2-40B4-BE49-F238E27FC236}">
                  <a16:creationId xmlns:a16="http://schemas.microsoft.com/office/drawing/2014/main" id="{16AACC33-EA32-4693-8BAC-E8C68EA703D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6015088"/>
                </p:ext>
              </p:extLst>
            </p:nvPr>
          </p:nvGraphicFramePr>
          <p:xfrm>
            <a:off x="2030122" y="2615358"/>
            <a:ext cx="13589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10" name="Equation" r:id="rId29" imgW="1358640" imgH="330120" progId="Equation.DSMT4">
                    <p:embed/>
                  </p:oleObj>
                </mc:Choice>
                <mc:Fallback>
                  <p:oleObj name="Equation" r:id="rId29" imgW="13586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030122" y="2615358"/>
                          <a:ext cx="13589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CC29494B-5285-4FA8-9F21-CF4DEA7582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458146"/>
              </p:ext>
            </p:extLst>
          </p:nvPr>
        </p:nvGraphicFramePr>
        <p:xfrm>
          <a:off x="5964386" y="2273224"/>
          <a:ext cx="2146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11" name="Equation" r:id="rId31" imgW="2145960" imgH="380880" progId="Equation.DSMT4">
                  <p:embed/>
                </p:oleObj>
              </mc:Choice>
              <mc:Fallback>
                <p:oleObj name="Equation" r:id="rId31" imgW="21459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964386" y="2273224"/>
                        <a:ext cx="21463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6B0E4FB1-D8B8-495B-AAA6-DAE4BCDA92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914226"/>
              </p:ext>
            </p:extLst>
          </p:nvPr>
        </p:nvGraphicFramePr>
        <p:xfrm>
          <a:off x="527641" y="2977753"/>
          <a:ext cx="15113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12" name="Equation" r:id="rId33" imgW="1511280" imgH="330120" progId="Equation.DSMT4">
                  <p:embed/>
                </p:oleObj>
              </mc:Choice>
              <mc:Fallback>
                <p:oleObj name="Equation" r:id="rId33" imgW="15112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27641" y="2977753"/>
                        <a:ext cx="15113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06065805-924F-4DA3-B0AF-DF94FC20BB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228377"/>
              </p:ext>
            </p:extLst>
          </p:nvPr>
        </p:nvGraphicFramePr>
        <p:xfrm>
          <a:off x="2057760" y="3276105"/>
          <a:ext cx="5054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13" name="Equation" r:id="rId35" imgW="5054400" imgH="787320" progId="Equation.DSMT4">
                  <p:embed/>
                </p:oleObj>
              </mc:Choice>
              <mc:Fallback>
                <p:oleObj name="Equation" r:id="rId35" imgW="505440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2057760" y="3276105"/>
                        <a:ext cx="5054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组合 59">
            <a:extLst>
              <a:ext uri="{FF2B5EF4-FFF2-40B4-BE49-F238E27FC236}">
                <a16:creationId xmlns:a16="http://schemas.microsoft.com/office/drawing/2014/main" id="{19101174-EF76-4849-93AB-5AFBB3C49146}"/>
              </a:ext>
            </a:extLst>
          </p:cNvPr>
          <p:cNvGrpSpPr/>
          <p:nvPr/>
        </p:nvGrpSpPr>
        <p:grpSpPr>
          <a:xfrm>
            <a:off x="444797" y="4007695"/>
            <a:ext cx="7915550" cy="787400"/>
            <a:chOff x="468461" y="4295727"/>
            <a:chExt cx="7915550" cy="787400"/>
          </a:xfrm>
        </p:grpSpPr>
        <p:sp>
          <p:nvSpPr>
            <p:cNvPr id="33" name="Rectangle 39">
              <a:extLst>
                <a:ext uri="{FF2B5EF4-FFF2-40B4-BE49-F238E27FC236}">
                  <a16:creationId xmlns:a16="http://schemas.microsoft.com/office/drawing/2014/main" id="{D95EE02E-E23E-43A8-902A-A7815F64A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461" y="4458595"/>
              <a:ext cx="48958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由介值定理知至少存在一点</a:t>
              </a:r>
            </a:p>
          </p:txBody>
        </p:sp>
        <p:sp>
          <p:nvSpPr>
            <p:cNvPr id="34" name="Rectangle 40">
              <a:extLst>
                <a:ext uri="{FF2B5EF4-FFF2-40B4-BE49-F238E27FC236}">
                  <a16:creationId xmlns:a16="http://schemas.microsoft.com/office/drawing/2014/main" id="{CBCFAAAA-D2B4-4D85-9C49-D76574C6C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7642" y="4449085"/>
              <a:ext cx="133032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000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使得</a:t>
              </a:r>
            </a:p>
          </p:txBody>
        </p:sp>
        <p:graphicFrame>
          <p:nvGraphicFramePr>
            <p:cNvPr id="54" name="对象 53">
              <a:extLst>
                <a:ext uri="{FF2B5EF4-FFF2-40B4-BE49-F238E27FC236}">
                  <a16:creationId xmlns:a16="http://schemas.microsoft.com/office/drawing/2014/main" id="{4E1AD623-C154-4B0A-ACAC-4D4DFCD7A9D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877209"/>
                </p:ext>
              </p:extLst>
            </p:nvPr>
          </p:nvGraphicFramePr>
          <p:xfrm>
            <a:off x="4219950" y="4503278"/>
            <a:ext cx="11684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14" name="Equation" r:id="rId37" imgW="1168200" imgH="330120" progId="Equation.DSMT4">
                    <p:embed/>
                  </p:oleObj>
                </mc:Choice>
                <mc:Fallback>
                  <p:oleObj name="Equation" r:id="rId37" imgW="1168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4219950" y="4503278"/>
                          <a:ext cx="11684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对象 54">
              <a:extLst>
                <a:ext uri="{FF2B5EF4-FFF2-40B4-BE49-F238E27FC236}">
                  <a16:creationId xmlns:a16="http://schemas.microsoft.com/office/drawing/2014/main" id="{BD3A8C1A-697F-44BB-9A59-D69AC5F750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7261051"/>
                </p:ext>
              </p:extLst>
            </p:nvPr>
          </p:nvGraphicFramePr>
          <p:xfrm>
            <a:off x="6059911" y="4295727"/>
            <a:ext cx="2324100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115" name="Equation" r:id="rId39" imgW="2323800" imgH="787320" progId="Equation.DSMT4">
                    <p:embed/>
                  </p:oleObj>
                </mc:Choice>
                <mc:Fallback>
                  <p:oleObj name="Equation" r:id="rId39" imgW="2323800" imgH="7873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6059911" y="4295727"/>
                          <a:ext cx="2324100" cy="787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8590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">
            <a:extLst>
              <a:ext uri="{FF2B5EF4-FFF2-40B4-BE49-F238E27FC236}">
                <a16:creationId xmlns:a16="http://schemas.microsoft.com/office/drawing/2014/main" id="{5329636E-5C2D-4D6F-895F-19FB6E5E2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452741"/>
            <a:ext cx="12241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sz="2800" b="1" dirty="0">
                <a:solidFill>
                  <a:srgbClr val="0066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作业</a:t>
            </a:r>
            <a:r>
              <a:rPr lang="zh-CN" altLang="en-US" sz="2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Rectangle 31">
            <a:extLst>
              <a:ext uri="{FF2B5EF4-FFF2-40B4-BE49-F238E27FC236}">
                <a16:creationId xmlns:a16="http://schemas.microsoft.com/office/drawing/2014/main" id="{2FAFBA74-0C60-4710-A0B7-F534A55FD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1477317"/>
            <a:ext cx="417646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习题册  第一章</a:t>
            </a:r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习题课</a:t>
            </a:r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0C6DCB89-9287-416A-A63E-326D0EC1E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202" y="2283718"/>
            <a:ext cx="47919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80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课本习题  第一章</a:t>
            </a:r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总习题一</a:t>
            </a:r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1065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532324"/>
            <a:ext cx="374441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B756A06D-6A23-4B15-AB06-BCDD6EB363EF}"/>
              </a:ext>
            </a:extLst>
          </p:cNvPr>
          <p:cNvSpPr txBox="1">
            <a:spLocks/>
          </p:cNvSpPr>
          <p:nvPr/>
        </p:nvSpPr>
        <p:spPr>
          <a:xfrm>
            <a:off x="4644008" y="2211710"/>
            <a:ext cx="3933258" cy="856399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solidFill>
                  <a:srgbClr val="002060"/>
                </a:solidFill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</p:spTree>
    <p:extLst>
      <p:ext uri="{BB962C8B-B14F-4D97-AF65-F5344CB8AC3E}">
        <p14:creationId xmlns:p14="http://schemas.microsoft.com/office/powerpoint/2010/main" val="46229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4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5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9498</TotalTime>
  <Words>1302</Words>
  <Application>Microsoft Office PowerPoint</Application>
  <PresentationFormat>全屏显示(16:9)</PresentationFormat>
  <Paragraphs>363</Paragraphs>
  <Slides>56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56</vt:i4>
      </vt:variant>
    </vt:vector>
  </HeadingPairs>
  <TitlesOfParts>
    <vt:vector size="69" baseType="lpstr">
      <vt:lpstr>等线</vt:lpstr>
      <vt:lpstr>华文楷体</vt:lpstr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437</cp:revision>
  <dcterms:created xsi:type="dcterms:W3CDTF">2018-09-27T06:48:00Z</dcterms:created>
  <dcterms:modified xsi:type="dcterms:W3CDTF">2023-10-08T15:49:34Z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