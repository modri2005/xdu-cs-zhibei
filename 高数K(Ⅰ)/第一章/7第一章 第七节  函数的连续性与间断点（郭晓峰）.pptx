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53"/>
  </p:notesMasterIdLst>
  <p:sldIdLst>
    <p:sldId id="552" r:id="rId4"/>
    <p:sldId id="600" r:id="rId5"/>
    <p:sldId id="590" r:id="rId6"/>
    <p:sldId id="591" r:id="rId7"/>
    <p:sldId id="592" r:id="rId8"/>
    <p:sldId id="615" r:id="rId9"/>
    <p:sldId id="616" r:id="rId10"/>
    <p:sldId id="617" r:id="rId11"/>
    <p:sldId id="618" r:id="rId12"/>
    <p:sldId id="619" r:id="rId13"/>
    <p:sldId id="620" r:id="rId14"/>
    <p:sldId id="356" r:id="rId15"/>
    <p:sldId id="614" r:id="rId16"/>
    <p:sldId id="555" r:id="rId17"/>
    <p:sldId id="556" r:id="rId18"/>
    <p:sldId id="558" r:id="rId19"/>
    <p:sldId id="560" r:id="rId20"/>
    <p:sldId id="599" r:id="rId21"/>
    <p:sldId id="561" r:id="rId22"/>
    <p:sldId id="597" r:id="rId23"/>
    <p:sldId id="563" r:id="rId24"/>
    <p:sldId id="567" r:id="rId25"/>
    <p:sldId id="568" r:id="rId26"/>
    <p:sldId id="571" r:id="rId27"/>
    <p:sldId id="572" r:id="rId28"/>
    <p:sldId id="573" r:id="rId29"/>
    <p:sldId id="594" r:id="rId30"/>
    <p:sldId id="292" r:id="rId31"/>
    <p:sldId id="570" r:id="rId32"/>
    <p:sldId id="593" r:id="rId33"/>
    <p:sldId id="580" r:id="rId34"/>
    <p:sldId id="583" r:id="rId35"/>
    <p:sldId id="581" r:id="rId36"/>
    <p:sldId id="584" r:id="rId37"/>
    <p:sldId id="577" r:id="rId38"/>
    <p:sldId id="588" r:id="rId39"/>
    <p:sldId id="585" r:id="rId40"/>
    <p:sldId id="587" r:id="rId41"/>
    <p:sldId id="331" r:id="rId42"/>
    <p:sldId id="332" r:id="rId43"/>
    <p:sldId id="624" r:id="rId44"/>
    <p:sldId id="595" r:id="rId45"/>
    <p:sldId id="596" r:id="rId46"/>
    <p:sldId id="598" r:id="rId47"/>
    <p:sldId id="621" r:id="rId48"/>
    <p:sldId id="622" r:id="rId49"/>
    <p:sldId id="589" r:id="rId50"/>
    <p:sldId id="623" r:id="rId51"/>
    <p:sldId id="299" r:id="rId52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1" userDrawn="1">
          <p15:clr>
            <a:srgbClr val="A4A3A4"/>
          </p15:clr>
        </p15:guide>
        <p15:guide id="2" pos="2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2F42FB"/>
    <a:srgbClr val="FFFFFF"/>
    <a:srgbClr val="0064FF"/>
    <a:srgbClr val="4234FE"/>
    <a:srgbClr val="993300"/>
    <a:srgbClr val="F2BFFF"/>
    <a:srgbClr val="660033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84977" autoAdjust="0"/>
  </p:normalViewPr>
  <p:slideViewPr>
    <p:cSldViewPr>
      <p:cViewPr varScale="1">
        <p:scale>
          <a:sx n="123" d="100"/>
          <a:sy n="123" d="100"/>
        </p:scale>
        <p:origin x="390" y="96"/>
      </p:cViewPr>
      <p:guideLst>
        <p:guide orient="horz" pos="1711"/>
        <p:guide pos="282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6" d="100"/>
        <a:sy n="14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10" Type="http://schemas.openxmlformats.org/officeDocument/2006/relationships/image" Target="../media/image5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67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12" Type="http://schemas.openxmlformats.org/officeDocument/2006/relationships/image" Target="../media/image66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11" Type="http://schemas.openxmlformats.org/officeDocument/2006/relationships/image" Target="../media/image65.wmf"/><Relationship Id="rId5" Type="http://schemas.openxmlformats.org/officeDocument/2006/relationships/image" Target="../media/image59.wmf"/><Relationship Id="rId10" Type="http://schemas.openxmlformats.org/officeDocument/2006/relationships/image" Target="../media/image64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Relationship Id="rId14" Type="http://schemas.openxmlformats.org/officeDocument/2006/relationships/image" Target="../media/image6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11" Type="http://schemas.openxmlformats.org/officeDocument/2006/relationships/image" Target="../media/image96.wmf"/><Relationship Id="rId5" Type="http://schemas.openxmlformats.org/officeDocument/2006/relationships/image" Target="../media/image90.wmf"/><Relationship Id="rId10" Type="http://schemas.openxmlformats.org/officeDocument/2006/relationships/image" Target="../media/image95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109.wmf"/><Relationship Id="rId18" Type="http://schemas.openxmlformats.org/officeDocument/2006/relationships/image" Target="../media/image114.wmf"/><Relationship Id="rId3" Type="http://schemas.openxmlformats.org/officeDocument/2006/relationships/image" Target="../media/image99.wmf"/><Relationship Id="rId21" Type="http://schemas.openxmlformats.org/officeDocument/2006/relationships/image" Target="../media/image117.wmf"/><Relationship Id="rId7" Type="http://schemas.openxmlformats.org/officeDocument/2006/relationships/image" Target="../media/image103.wmf"/><Relationship Id="rId12" Type="http://schemas.openxmlformats.org/officeDocument/2006/relationships/image" Target="../media/image108.wmf"/><Relationship Id="rId17" Type="http://schemas.openxmlformats.org/officeDocument/2006/relationships/image" Target="../media/image113.wmf"/><Relationship Id="rId2" Type="http://schemas.openxmlformats.org/officeDocument/2006/relationships/image" Target="../media/image98.wmf"/><Relationship Id="rId16" Type="http://schemas.openxmlformats.org/officeDocument/2006/relationships/image" Target="../media/image112.wmf"/><Relationship Id="rId20" Type="http://schemas.openxmlformats.org/officeDocument/2006/relationships/image" Target="../media/image116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11" Type="http://schemas.openxmlformats.org/officeDocument/2006/relationships/image" Target="../media/image107.wmf"/><Relationship Id="rId5" Type="http://schemas.openxmlformats.org/officeDocument/2006/relationships/image" Target="../media/image101.wmf"/><Relationship Id="rId15" Type="http://schemas.openxmlformats.org/officeDocument/2006/relationships/image" Target="../media/image111.wmf"/><Relationship Id="rId23" Type="http://schemas.openxmlformats.org/officeDocument/2006/relationships/image" Target="../media/image119.wmf"/><Relationship Id="rId10" Type="http://schemas.openxmlformats.org/officeDocument/2006/relationships/image" Target="../media/image106.wmf"/><Relationship Id="rId19" Type="http://schemas.openxmlformats.org/officeDocument/2006/relationships/image" Target="../media/image115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Relationship Id="rId14" Type="http://schemas.openxmlformats.org/officeDocument/2006/relationships/image" Target="../media/image110.wmf"/><Relationship Id="rId22" Type="http://schemas.openxmlformats.org/officeDocument/2006/relationships/image" Target="../media/image11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image" Target="../media/image128.wmf"/><Relationship Id="rId3" Type="http://schemas.openxmlformats.org/officeDocument/2006/relationships/image" Target="../media/image120.wmf"/><Relationship Id="rId7" Type="http://schemas.openxmlformats.org/officeDocument/2006/relationships/image" Target="../media/image122.wmf"/><Relationship Id="rId12" Type="http://schemas.openxmlformats.org/officeDocument/2006/relationships/image" Target="../media/image127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21.wmf"/><Relationship Id="rId11" Type="http://schemas.openxmlformats.org/officeDocument/2006/relationships/image" Target="../media/image126.wmf"/><Relationship Id="rId5" Type="http://schemas.openxmlformats.org/officeDocument/2006/relationships/image" Target="../media/image119.wmf"/><Relationship Id="rId10" Type="http://schemas.openxmlformats.org/officeDocument/2006/relationships/image" Target="../media/image125.wmf"/><Relationship Id="rId4" Type="http://schemas.openxmlformats.org/officeDocument/2006/relationships/image" Target="../media/image118.wmf"/><Relationship Id="rId9" Type="http://schemas.openxmlformats.org/officeDocument/2006/relationships/image" Target="../media/image124.wmf"/><Relationship Id="rId14" Type="http://schemas.openxmlformats.org/officeDocument/2006/relationships/image" Target="../media/image12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19.wmf"/><Relationship Id="rId7" Type="http://schemas.openxmlformats.org/officeDocument/2006/relationships/image" Target="../media/image134.wmf"/><Relationship Id="rId2" Type="http://schemas.openxmlformats.org/officeDocument/2006/relationships/image" Target="../media/image118.wmf"/><Relationship Id="rId1" Type="http://schemas.openxmlformats.org/officeDocument/2006/relationships/image" Target="../media/image130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4" Type="http://schemas.openxmlformats.org/officeDocument/2006/relationships/image" Target="../media/image11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4" Type="http://schemas.openxmlformats.org/officeDocument/2006/relationships/image" Target="../media/image13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9" Type="http://schemas.openxmlformats.org/officeDocument/2006/relationships/image" Target="../media/image14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151.wmf"/><Relationship Id="rId7" Type="http://schemas.openxmlformats.org/officeDocument/2006/relationships/image" Target="../media/image155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9" Type="http://schemas.openxmlformats.org/officeDocument/2006/relationships/image" Target="../media/image157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9" Type="http://schemas.openxmlformats.org/officeDocument/2006/relationships/image" Target="../media/image16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image" Target="../media/image184.wmf"/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12" Type="http://schemas.openxmlformats.org/officeDocument/2006/relationships/image" Target="../media/image183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11" Type="http://schemas.openxmlformats.org/officeDocument/2006/relationships/image" Target="../media/image182.wmf"/><Relationship Id="rId5" Type="http://schemas.openxmlformats.org/officeDocument/2006/relationships/image" Target="../media/image176.wmf"/><Relationship Id="rId10" Type="http://schemas.openxmlformats.org/officeDocument/2006/relationships/image" Target="../media/image181.wmf"/><Relationship Id="rId4" Type="http://schemas.openxmlformats.org/officeDocument/2006/relationships/image" Target="../media/image175.wmf"/><Relationship Id="rId9" Type="http://schemas.openxmlformats.org/officeDocument/2006/relationships/image" Target="../media/image180.wmf"/><Relationship Id="rId14" Type="http://schemas.openxmlformats.org/officeDocument/2006/relationships/image" Target="../media/image18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11" Type="http://schemas.openxmlformats.org/officeDocument/2006/relationships/image" Target="../media/image174.wmf"/><Relationship Id="rId5" Type="http://schemas.openxmlformats.org/officeDocument/2006/relationships/image" Target="../media/image190.wmf"/><Relationship Id="rId10" Type="http://schemas.openxmlformats.org/officeDocument/2006/relationships/image" Target="../media/image195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image" Target="../media/image208.wmf"/><Relationship Id="rId18" Type="http://schemas.openxmlformats.org/officeDocument/2006/relationships/image" Target="../media/image213.wmf"/><Relationship Id="rId3" Type="http://schemas.openxmlformats.org/officeDocument/2006/relationships/image" Target="../media/image198.wmf"/><Relationship Id="rId7" Type="http://schemas.openxmlformats.org/officeDocument/2006/relationships/image" Target="../media/image202.wmf"/><Relationship Id="rId12" Type="http://schemas.openxmlformats.org/officeDocument/2006/relationships/image" Target="../media/image207.wmf"/><Relationship Id="rId17" Type="http://schemas.openxmlformats.org/officeDocument/2006/relationships/image" Target="../media/image212.wmf"/><Relationship Id="rId2" Type="http://schemas.openxmlformats.org/officeDocument/2006/relationships/image" Target="../media/image197.wmf"/><Relationship Id="rId16" Type="http://schemas.openxmlformats.org/officeDocument/2006/relationships/image" Target="../media/image211.wmf"/><Relationship Id="rId1" Type="http://schemas.openxmlformats.org/officeDocument/2006/relationships/image" Target="../media/image196.wmf"/><Relationship Id="rId6" Type="http://schemas.openxmlformats.org/officeDocument/2006/relationships/image" Target="../media/image201.wmf"/><Relationship Id="rId11" Type="http://schemas.openxmlformats.org/officeDocument/2006/relationships/image" Target="../media/image206.wmf"/><Relationship Id="rId5" Type="http://schemas.openxmlformats.org/officeDocument/2006/relationships/image" Target="../media/image200.wmf"/><Relationship Id="rId15" Type="http://schemas.openxmlformats.org/officeDocument/2006/relationships/image" Target="../media/image210.wmf"/><Relationship Id="rId10" Type="http://schemas.openxmlformats.org/officeDocument/2006/relationships/image" Target="../media/image205.wmf"/><Relationship Id="rId4" Type="http://schemas.openxmlformats.org/officeDocument/2006/relationships/image" Target="../media/image199.wmf"/><Relationship Id="rId9" Type="http://schemas.openxmlformats.org/officeDocument/2006/relationships/image" Target="../media/image204.wmf"/><Relationship Id="rId14" Type="http://schemas.openxmlformats.org/officeDocument/2006/relationships/image" Target="../media/image20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3" Type="http://schemas.openxmlformats.org/officeDocument/2006/relationships/image" Target="../media/image216.wmf"/><Relationship Id="rId7" Type="http://schemas.openxmlformats.org/officeDocument/2006/relationships/image" Target="../media/image218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7.wmf"/><Relationship Id="rId11" Type="http://schemas.openxmlformats.org/officeDocument/2006/relationships/image" Target="../media/image222.wmf"/><Relationship Id="rId5" Type="http://schemas.openxmlformats.org/officeDocument/2006/relationships/image" Target="../media/image102.wmf"/><Relationship Id="rId10" Type="http://schemas.openxmlformats.org/officeDocument/2006/relationships/image" Target="../media/image221.wmf"/><Relationship Id="rId4" Type="http://schemas.openxmlformats.org/officeDocument/2006/relationships/image" Target="../media/image99.wmf"/><Relationship Id="rId9" Type="http://schemas.openxmlformats.org/officeDocument/2006/relationships/image" Target="../media/image220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3" Type="http://schemas.openxmlformats.org/officeDocument/2006/relationships/image" Target="../media/image223.wmf"/><Relationship Id="rId7" Type="http://schemas.openxmlformats.org/officeDocument/2006/relationships/image" Target="../media/image227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226.wmf"/><Relationship Id="rId5" Type="http://schemas.openxmlformats.org/officeDocument/2006/relationships/image" Target="../media/image225.wmf"/><Relationship Id="rId10" Type="http://schemas.openxmlformats.org/officeDocument/2006/relationships/image" Target="../media/image230.wmf"/><Relationship Id="rId4" Type="http://schemas.openxmlformats.org/officeDocument/2006/relationships/image" Target="../media/image224.wmf"/><Relationship Id="rId9" Type="http://schemas.openxmlformats.org/officeDocument/2006/relationships/image" Target="../media/image22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233.wmf"/><Relationship Id="rId7" Type="http://schemas.openxmlformats.org/officeDocument/2006/relationships/image" Target="../media/image237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Relationship Id="rId9" Type="http://schemas.openxmlformats.org/officeDocument/2006/relationships/image" Target="../media/image10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6" Type="http://schemas.openxmlformats.org/officeDocument/2006/relationships/image" Target="../media/image241.wmf"/><Relationship Id="rId5" Type="http://schemas.openxmlformats.org/officeDocument/2006/relationships/image" Target="../media/image236.wmf"/><Relationship Id="rId4" Type="http://schemas.openxmlformats.org/officeDocument/2006/relationships/image" Target="../media/image240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3" Type="http://schemas.openxmlformats.org/officeDocument/2006/relationships/image" Target="../media/image244.wmf"/><Relationship Id="rId7" Type="http://schemas.openxmlformats.org/officeDocument/2006/relationships/image" Target="../media/image248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Relationship Id="rId6" Type="http://schemas.openxmlformats.org/officeDocument/2006/relationships/image" Target="../media/image247.wmf"/><Relationship Id="rId11" Type="http://schemas.openxmlformats.org/officeDocument/2006/relationships/image" Target="../media/image252.emf"/><Relationship Id="rId5" Type="http://schemas.openxmlformats.org/officeDocument/2006/relationships/image" Target="../media/image246.wmf"/><Relationship Id="rId10" Type="http://schemas.openxmlformats.org/officeDocument/2006/relationships/image" Target="../media/image251.emf"/><Relationship Id="rId4" Type="http://schemas.openxmlformats.org/officeDocument/2006/relationships/image" Target="../media/image245.wmf"/><Relationship Id="rId9" Type="http://schemas.openxmlformats.org/officeDocument/2006/relationships/image" Target="../media/image250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wmf"/><Relationship Id="rId7" Type="http://schemas.openxmlformats.org/officeDocument/2006/relationships/image" Target="../media/image258.emf"/><Relationship Id="rId2" Type="http://schemas.openxmlformats.org/officeDocument/2006/relationships/image" Target="../media/image236.wmf"/><Relationship Id="rId1" Type="http://schemas.openxmlformats.org/officeDocument/2006/relationships/image" Target="../media/image253.wmf"/><Relationship Id="rId6" Type="http://schemas.openxmlformats.org/officeDocument/2006/relationships/image" Target="../media/image257.wmf"/><Relationship Id="rId5" Type="http://schemas.openxmlformats.org/officeDocument/2006/relationships/image" Target="../media/image256.wmf"/><Relationship Id="rId4" Type="http://schemas.openxmlformats.org/officeDocument/2006/relationships/image" Target="../media/image25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7" Type="http://schemas.openxmlformats.org/officeDocument/2006/relationships/image" Target="../media/image265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4" Type="http://schemas.openxmlformats.org/officeDocument/2006/relationships/image" Target="../media/image26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3" Type="http://schemas.openxmlformats.org/officeDocument/2006/relationships/image" Target="../media/image272.wmf"/><Relationship Id="rId7" Type="http://schemas.openxmlformats.org/officeDocument/2006/relationships/image" Target="../media/image276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10" Type="http://schemas.openxmlformats.org/officeDocument/2006/relationships/image" Target="../media/image279.wmf"/><Relationship Id="rId4" Type="http://schemas.openxmlformats.org/officeDocument/2006/relationships/image" Target="../media/image273.wmf"/><Relationship Id="rId9" Type="http://schemas.openxmlformats.org/officeDocument/2006/relationships/image" Target="../media/image278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13" Type="http://schemas.openxmlformats.org/officeDocument/2006/relationships/image" Target="../media/image292.wmf"/><Relationship Id="rId3" Type="http://schemas.openxmlformats.org/officeDocument/2006/relationships/image" Target="../media/image282.wmf"/><Relationship Id="rId7" Type="http://schemas.openxmlformats.org/officeDocument/2006/relationships/image" Target="../media/image286.wmf"/><Relationship Id="rId12" Type="http://schemas.openxmlformats.org/officeDocument/2006/relationships/image" Target="../media/image291.w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Relationship Id="rId6" Type="http://schemas.openxmlformats.org/officeDocument/2006/relationships/image" Target="../media/image285.wmf"/><Relationship Id="rId11" Type="http://schemas.openxmlformats.org/officeDocument/2006/relationships/image" Target="../media/image290.wmf"/><Relationship Id="rId5" Type="http://schemas.openxmlformats.org/officeDocument/2006/relationships/image" Target="../media/image284.wmf"/><Relationship Id="rId15" Type="http://schemas.openxmlformats.org/officeDocument/2006/relationships/image" Target="../media/image294.wmf"/><Relationship Id="rId10" Type="http://schemas.openxmlformats.org/officeDocument/2006/relationships/image" Target="../media/image289.wmf"/><Relationship Id="rId4" Type="http://schemas.openxmlformats.org/officeDocument/2006/relationships/image" Target="../media/image283.wmf"/><Relationship Id="rId9" Type="http://schemas.openxmlformats.org/officeDocument/2006/relationships/image" Target="../media/image288.wmf"/><Relationship Id="rId14" Type="http://schemas.openxmlformats.org/officeDocument/2006/relationships/image" Target="../media/image293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3" Type="http://schemas.openxmlformats.org/officeDocument/2006/relationships/image" Target="../media/image275.wmf"/><Relationship Id="rId7" Type="http://schemas.openxmlformats.org/officeDocument/2006/relationships/image" Target="../media/image300.wmf"/><Relationship Id="rId2" Type="http://schemas.openxmlformats.org/officeDocument/2006/relationships/image" Target="../media/image296.wmf"/><Relationship Id="rId1" Type="http://schemas.openxmlformats.org/officeDocument/2006/relationships/image" Target="../media/image295.wmf"/><Relationship Id="rId6" Type="http://schemas.openxmlformats.org/officeDocument/2006/relationships/image" Target="../media/image299.wmf"/><Relationship Id="rId5" Type="http://schemas.openxmlformats.org/officeDocument/2006/relationships/image" Target="../media/image298.wmf"/><Relationship Id="rId4" Type="http://schemas.openxmlformats.org/officeDocument/2006/relationships/image" Target="../media/image297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13" Type="http://schemas.openxmlformats.org/officeDocument/2006/relationships/image" Target="../media/image314.wmf"/><Relationship Id="rId3" Type="http://schemas.openxmlformats.org/officeDocument/2006/relationships/image" Target="../media/image304.wmf"/><Relationship Id="rId7" Type="http://schemas.openxmlformats.org/officeDocument/2006/relationships/image" Target="../media/image308.wmf"/><Relationship Id="rId12" Type="http://schemas.openxmlformats.org/officeDocument/2006/relationships/image" Target="../media/image313.wmf"/><Relationship Id="rId2" Type="http://schemas.openxmlformats.org/officeDocument/2006/relationships/image" Target="../media/image303.wmf"/><Relationship Id="rId1" Type="http://schemas.openxmlformats.org/officeDocument/2006/relationships/image" Target="../media/image302.wmf"/><Relationship Id="rId6" Type="http://schemas.openxmlformats.org/officeDocument/2006/relationships/image" Target="../media/image307.wmf"/><Relationship Id="rId11" Type="http://schemas.openxmlformats.org/officeDocument/2006/relationships/image" Target="../media/image312.wmf"/><Relationship Id="rId5" Type="http://schemas.openxmlformats.org/officeDocument/2006/relationships/image" Target="../media/image306.wmf"/><Relationship Id="rId15" Type="http://schemas.openxmlformats.org/officeDocument/2006/relationships/image" Target="../media/image316.wmf"/><Relationship Id="rId10" Type="http://schemas.openxmlformats.org/officeDocument/2006/relationships/image" Target="../media/image311.wmf"/><Relationship Id="rId4" Type="http://schemas.openxmlformats.org/officeDocument/2006/relationships/image" Target="../media/image305.wmf"/><Relationship Id="rId9" Type="http://schemas.openxmlformats.org/officeDocument/2006/relationships/image" Target="../media/image310.wmf"/><Relationship Id="rId14" Type="http://schemas.openxmlformats.org/officeDocument/2006/relationships/image" Target="../media/image315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3" Type="http://schemas.openxmlformats.org/officeDocument/2006/relationships/image" Target="../media/image319.wmf"/><Relationship Id="rId7" Type="http://schemas.openxmlformats.org/officeDocument/2006/relationships/image" Target="../media/image308.wmf"/><Relationship Id="rId2" Type="http://schemas.openxmlformats.org/officeDocument/2006/relationships/image" Target="../media/image318.wmf"/><Relationship Id="rId1" Type="http://schemas.openxmlformats.org/officeDocument/2006/relationships/image" Target="../media/image317.wmf"/><Relationship Id="rId6" Type="http://schemas.openxmlformats.org/officeDocument/2006/relationships/image" Target="../media/image307.wmf"/><Relationship Id="rId5" Type="http://schemas.openxmlformats.org/officeDocument/2006/relationships/image" Target="../media/image306.wmf"/><Relationship Id="rId4" Type="http://schemas.openxmlformats.org/officeDocument/2006/relationships/image" Target="../media/image320.wmf"/><Relationship Id="rId9" Type="http://schemas.openxmlformats.org/officeDocument/2006/relationships/image" Target="../media/image321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image" Target="../media/image324.wmf"/><Relationship Id="rId7" Type="http://schemas.openxmlformats.org/officeDocument/2006/relationships/image" Target="../media/image328.wmf"/><Relationship Id="rId12" Type="http://schemas.openxmlformats.org/officeDocument/2006/relationships/image" Target="../media/image333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11" Type="http://schemas.openxmlformats.org/officeDocument/2006/relationships/image" Target="../media/image332.wmf"/><Relationship Id="rId5" Type="http://schemas.openxmlformats.org/officeDocument/2006/relationships/image" Target="../media/image326.wmf"/><Relationship Id="rId10" Type="http://schemas.openxmlformats.org/officeDocument/2006/relationships/image" Target="../media/image331.wmf"/><Relationship Id="rId4" Type="http://schemas.openxmlformats.org/officeDocument/2006/relationships/image" Target="../media/image325.wmf"/><Relationship Id="rId9" Type="http://schemas.openxmlformats.org/officeDocument/2006/relationships/image" Target="../media/image330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3" Type="http://schemas.openxmlformats.org/officeDocument/2006/relationships/image" Target="../media/image336.wmf"/><Relationship Id="rId7" Type="http://schemas.openxmlformats.org/officeDocument/2006/relationships/image" Target="../media/image340.w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6" Type="http://schemas.openxmlformats.org/officeDocument/2006/relationships/image" Target="../media/image339.wmf"/><Relationship Id="rId5" Type="http://schemas.openxmlformats.org/officeDocument/2006/relationships/image" Target="../media/image338.wmf"/><Relationship Id="rId4" Type="http://schemas.openxmlformats.org/officeDocument/2006/relationships/image" Target="../media/image337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3" Type="http://schemas.openxmlformats.org/officeDocument/2006/relationships/image" Target="../media/image344.wmf"/><Relationship Id="rId7" Type="http://schemas.openxmlformats.org/officeDocument/2006/relationships/image" Target="../media/image348.wmf"/><Relationship Id="rId2" Type="http://schemas.openxmlformats.org/officeDocument/2006/relationships/image" Target="../media/image343.wmf"/><Relationship Id="rId1" Type="http://schemas.openxmlformats.org/officeDocument/2006/relationships/image" Target="../media/image342.wmf"/><Relationship Id="rId6" Type="http://schemas.openxmlformats.org/officeDocument/2006/relationships/image" Target="../media/image347.wmf"/><Relationship Id="rId5" Type="http://schemas.openxmlformats.org/officeDocument/2006/relationships/image" Target="../media/image346.wmf"/><Relationship Id="rId4" Type="http://schemas.openxmlformats.org/officeDocument/2006/relationships/image" Target="../media/image345.wmf"/><Relationship Id="rId9" Type="http://schemas.openxmlformats.org/officeDocument/2006/relationships/image" Target="../media/image350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3" Type="http://schemas.openxmlformats.org/officeDocument/2006/relationships/image" Target="../media/image353.wmf"/><Relationship Id="rId7" Type="http://schemas.openxmlformats.org/officeDocument/2006/relationships/image" Target="../media/image357.wmf"/><Relationship Id="rId2" Type="http://schemas.openxmlformats.org/officeDocument/2006/relationships/image" Target="../media/image352.wmf"/><Relationship Id="rId1" Type="http://schemas.openxmlformats.org/officeDocument/2006/relationships/image" Target="../media/image351.wmf"/><Relationship Id="rId6" Type="http://schemas.openxmlformats.org/officeDocument/2006/relationships/image" Target="../media/image356.wmf"/><Relationship Id="rId5" Type="http://schemas.openxmlformats.org/officeDocument/2006/relationships/image" Target="../media/image355.wmf"/><Relationship Id="rId10" Type="http://schemas.openxmlformats.org/officeDocument/2006/relationships/image" Target="../media/image360.wmf"/><Relationship Id="rId4" Type="http://schemas.openxmlformats.org/officeDocument/2006/relationships/image" Target="../media/image354.wmf"/><Relationship Id="rId9" Type="http://schemas.openxmlformats.org/officeDocument/2006/relationships/image" Target="../media/image359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wmf"/><Relationship Id="rId7" Type="http://schemas.openxmlformats.org/officeDocument/2006/relationships/image" Target="../media/image364.wmf"/><Relationship Id="rId2" Type="http://schemas.openxmlformats.org/officeDocument/2006/relationships/image" Target="../media/image336.wmf"/><Relationship Id="rId1" Type="http://schemas.openxmlformats.org/officeDocument/2006/relationships/image" Target="../media/image361.wmf"/><Relationship Id="rId6" Type="http://schemas.openxmlformats.org/officeDocument/2006/relationships/image" Target="../media/image363.wmf"/><Relationship Id="rId5" Type="http://schemas.openxmlformats.org/officeDocument/2006/relationships/image" Target="../media/image339.wmf"/><Relationship Id="rId4" Type="http://schemas.openxmlformats.org/officeDocument/2006/relationships/image" Target="../media/image36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787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385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981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706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106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558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CF118B4-66A9-4D48-9118-A86BB4EAD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614DCA1-C5AD-473E-9BA5-4ECB0067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6A91ADC-9974-488D-825E-B272CBB56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3BE77D1-CD26-4AE9-AEBE-080AC422B51B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pPr eaLnBrk="1" hangingPunct="1"/>
              <a:t>21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3173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CF118B4-66A9-4D48-9118-A86BB4EAD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614DCA1-C5AD-473E-9BA5-4ECB0067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6A91ADC-9974-488D-825E-B272CBB56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3BE77D1-CD26-4AE9-AEBE-080AC422B51B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pPr eaLnBrk="1" hangingPunct="1"/>
              <a:t>22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573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78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609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CF118B4-66A9-4D48-9118-A86BB4EAD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614DCA1-C5AD-473E-9BA5-4ECB0067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6A91ADC-9974-488D-825E-B272CBB56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3BE77D1-CD26-4AE9-AEBE-080AC422B51B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pPr eaLnBrk="1" hangingPunct="1"/>
              <a:t>25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8157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CF118B4-66A9-4D48-9118-A86BB4EAD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614DCA1-C5AD-473E-9BA5-4ECB0067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6A91ADC-9974-488D-825E-B272CBB56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3BE77D1-CD26-4AE9-AEBE-080AC422B51B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pPr eaLnBrk="1" hangingPunct="1"/>
              <a:t>26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5882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970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9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855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CF118B4-66A9-4D48-9118-A86BB4EAD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614DCA1-C5AD-473E-9BA5-4ECB0067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6A91ADC-9974-488D-825E-B272CBB56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3BE77D1-CD26-4AE9-AEBE-080AC422B51B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pPr eaLnBrk="1" hangingPunct="1"/>
              <a:t>30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2262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CF118B4-66A9-4D48-9118-A86BB4EAD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614DCA1-C5AD-473E-9BA5-4ECB0067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6A91ADC-9974-488D-825E-B272CBB56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3BE77D1-CD26-4AE9-AEBE-080AC422B51B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pPr eaLnBrk="1" hangingPunct="1"/>
              <a:t>31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70583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CF118B4-66A9-4D48-9118-A86BB4EAD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614DCA1-C5AD-473E-9BA5-4ECB0067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6A91ADC-9974-488D-825E-B272CBB56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3BE77D1-CD26-4AE9-AEBE-080AC422B51B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pPr eaLnBrk="1" hangingPunct="1"/>
              <a:t>32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41612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7CF118B4-66A9-4D48-9118-A86BB4EAD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614DCA1-C5AD-473E-9BA5-4ECB0067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6A91ADC-9974-488D-825E-B272CBB56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fld id="{E3BE77D1-CD26-4AE9-AEBE-080AC422B51B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pPr eaLnBrk="1" hangingPunct="1"/>
              <a:t>33</a:t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6897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8559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3894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991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3642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2328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9633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0680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34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97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567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761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08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728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561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581875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8476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86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730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016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1263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695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28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648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9977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8038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0583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5625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0535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4537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6105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1251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96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6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59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3.bin"/><Relationship Id="rId18" Type="http://schemas.openxmlformats.org/officeDocument/2006/relationships/oleObject" Target="../embeddings/oleObject16.bin"/><Relationship Id="rId3" Type="http://schemas.openxmlformats.org/officeDocument/2006/relationships/oleObject" Target="../embeddings/oleObject8.bin"/><Relationship Id="rId21" Type="http://schemas.openxmlformats.org/officeDocument/2006/relationships/image" Target="../media/image18.wmf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.wmf"/><Relationship Id="rId20" Type="http://schemas.openxmlformats.org/officeDocument/2006/relationships/oleObject" Target="../embeddings/oleObject17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image" Target="../media/image19.wmf"/><Relationship Id="rId10" Type="http://schemas.openxmlformats.org/officeDocument/2006/relationships/image" Target="../media/image13.wmf"/><Relationship Id="rId19" Type="http://schemas.openxmlformats.org/officeDocument/2006/relationships/image" Target="../media/image17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5.wmf"/><Relationship Id="rId22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0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41.bin"/><Relationship Id="rId21" Type="http://schemas.openxmlformats.org/officeDocument/2006/relationships/oleObject" Target="../embeddings/oleObject50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2.wmf"/><Relationship Id="rId26" Type="http://schemas.openxmlformats.org/officeDocument/2006/relationships/image" Target="../media/image66.wmf"/><Relationship Id="rId3" Type="http://schemas.openxmlformats.org/officeDocument/2006/relationships/oleObject" Target="../embeddings/oleObject56.bin"/><Relationship Id="rId21" Type="http://schemas.openxmlformats.org/officeDocument/2006/relationships/oleObject" Target="../embeddings/oleObject65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63.bin"/><Relationship Id="rId25" Type="http://schemas.openxmlformats.org/officeDocument/2006/relationships/oleObject" Target="../embeddings/oleObject6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29" Type="http://schemas.openxmlformats.org/officeDocument/2006/relationships/oleObject" Target="../embeddings/oleObject6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0.bin"/><Relationship Id="rId24" Type="http://schemas.openxmlformats.org/officeDocument/2006/relationships/image" Target="../media/image65.wmf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23" Type="http://schemas.openxmlformats.org/officeDocument/2006/relationships/oleObject" Target="../embeddings/oleObject66.bin"/><Relationship Id="rId28" Type="http://schemas.openxmlformats.org/officeDocument/2006/relationships/image" Target="../media/image67.wmf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0.wmf"/><Relationship Id="rId22" Type="http://schemas.openxmlformats.org/officeDocument/2006/relationships/image" Target="../media/image64.wmf"/><Relationship Id="rId27" Type="http://schemas.openxmlformats.org/officeDocument/2006/relationships/oleObject" Target="../embeddings/oleObject68.bin"/><Relationship Id="rId30" Type="http://schemas.openxmlformats.org/officeDocument/2006/relationships/image" Target="../media/image6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4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5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94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94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92.wmf"/><Relationship Id="rId25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3.bin"/><Relationship Id="rId20" Type="http://schemas.openxmlformats.org/officeDocument/2006/relationships/oleObject" Target="../embeddings/oleObject95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9.wmf"/><Relationship Id="rId24" Type="http://schemas.openxmlformats.org/officeDocument/2006/relationships/oleObject" Target="../embeddings/oleObject97.bin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23" Type="http://schemas.openxmlformats.org/officeDocument/2006/relationships/image" Target="../media/image95.w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93.w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92.bin"/><Relationship Id="rId22" Type="http://schemas.openxmlformats.org/officeDocument/2006/relationships/oleObject" Target="../embeddings/oleObject96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wmf"/><Relationship Id="rId18" Type="http://schemas.openxmlformats.org/officeDocument/2006/relationships/oleObject" Target="../embeddings/oleObject105.bin"/><Relationship Id="rId26" Type="http://schemas.openxmlformats.org/officeDocument/2006/relationships/oleObject" Target="../embeddings/oleObject109.bin"/><Relationship Id="rId39" Type="http://schemas.openxmlformats.org/officeDocument/2006/relationships/image" Target="../media/image114.wmf"/><Relationship Id="rId21" Type="http://schemas.openxmlformats.org/officeDocument/2006/relationships/image" Target="../media/image105.wmf"/><Relationship Id="rId34" Type="http://schemas.openxmlformats.org/officeDocument/2006/relationships/oleObject" Target="../embeddings/oleObject113.bin"/><Relationship Id="rId42" Type="http://schemas.openxmlformats.org/officeDocument/2006/relationships/oleObject" Target="../embeddings/oleObject117.bin"/><Relationship Id="rId47" Type="http://schemas.openxmlformats.org/officeDocument/2006/relationships/image" Target="../media/image118.wmf"/><Relationship Id="rId7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4.bin"/><Relationship Id="rId29" Type="http://schemas.openxmlformats.org/officeDocument/2006/relationships/image" Target="../media/image109.wmf"/><Relationship Id="rId11" Type="http://schemas.openxmlformats.org/officeDocument/2006/relationships/image" Target="../media/image100.wmf"/><Relationship Id="rId24" Type="http://schemas.openxmlformats.org/officeDocument/2006/relationships/oleObject" Target="../embeddings/oleObject108.bin"/><Relationship Id="rId32" Type="http://schemas.openxmlformats.org/officeDocument/2006/relationships/oleObject" Target="../embeddings/oleObject112.bin"/><Relationship Id="rId37" Type="http://schemas.openxmlformats.org/officeDocument/2006/relationships/image" Target="../media/image113.wmf"/><Relationship Id="rId40" Type="http://schemas.openxmlformats.org/officeDocument/2006/relationships/oleObject" Target="../embeddings/oleObject116.bin"/><Relationship Id="rId45" Type="http://schemas.openxmlformats.org/officeDocument/2006/relationships/image" Target="../media/image117.wmf"/><Relationship Id="rId5" Type="http://schemas.openxmlformats.org/officeDocument/2006/relationships/image" Target="../media/image97.wmf"/><Relationship Id="rId15" Type="http://schemas.openxmlformats.org/officeDocument/2006/relationships/image" Target="../media/image102.wmf"/><Relationship Id="rId23" Type="http://schemas.openxmlformats.org/officeDocument/2006/relationships/image" Target="../media/image106.wmf"/><Relationship Id="rId28" Type="http://schemas.openxmlformats.org/officeDocument/2006/relationships/oleObject" Target="../embeddings/oleObject110.bin"/><Relationship Id="rId36" Type="http://schemas.openxmlformats.org/officeDocument/2006/relationships/oleObject" Target="../embeddings/oleObject114.bin"/><Relationship Id="rId49" Type="http://schemas.openxmlformats.org/officeDocument/2006/relationships/image" Target="../media/image119.wmf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04.wmf"/><Relationship Id="rId31" Type="http://schemas.openxmlformats.org/officeDocument/2006/relationships/image" Target="../media/image110.wmf"/><Relationship Id="rId44" Type="http://schemas.openxmlformats.org/officeDocument/2006/relationships/oleObject" Target="../embeddings/oleObject118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103.bin"/><Relationship Id="rId22" Type="http://schemas.openxmlformats.org/officeDocument/2006/relationships/oleObject" Target="../embeddings/oleObject107.bin"/><Relationship Id="rId27" Type="http://schemas.openxmlformats.org/officeDocument/2006/relationships/image" Target="../media/image108.wmf"/><Relationship Id="rId30" Type="http://schemas.openxmlformats.org/officeDocument/2006/relationships/oleObject" Target="../embeddings/oleObject111.bin"/><Relationship Id="rId35" Type="http://schemas.openxmlformats.org/officeDocument/2006/relationships/image" Target="../media/image112.wmf"/><Relationship Id="rId43" Type="http://schemas.openxmlformats.org/officeDocument/2006/relationships/image" Target="../media/image116.wmf"/><Relationship Id="rId48" Type="http://schemas.openxmlformats.org/officeDocument/2006/relationships/oleObject" Target="../embeddings/oleObject120.bin"/><Relationship Id="rId8" Type="http://schemas.openxmlformats.org/officeDocument/2006/relationships/oleObject" Target="../embeddings/oleObject100.bin"/><Relationship Id="rId3" Type="http://schemas.openxmlformats.org/officeDocument/2006/relationships/notesSlide" Target="../notesSlides/notesSlide3.xml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03.wmf"/><Relationship Id="rId25" Type="http://schemas.openxmlformats.org/officeDocument/2006/relationships/image" Target="../media/image107.wmf"/><Relationship Id="rId33" Type="http://schemas.openxmlformats.org/officeDocument/2006/relationships/image" Target="../media/image111.wmf"/><Relationship Id="rId38" Type="http://schemas.openxmlformats.org/officeDocument/2006/relationships/oleObject" Target="../embeddings/oleObject115.bin"/><Relationship Id="rId46" Type="http://schemas.openxmlformats.org/officeDocument/2006/relationships/oleObject" Target="../embeddings/oleObject119.bin"/><Relationship Id="rId20" Type="http://schemas.openxmlformats.org/officeDocument/2006/relationships/oleObject" Target="../embeddings/oleObject106.bin"/><Relationship Id="rId41" Type="http://schemas.openxmlformats.org/officeDocument/2006/relationships/image" Target="../media/image115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28.bin"/><Relationship Id="rId26" Type="http://schemas.openxmlformats.org/officeDocument/2006/relationships/oleObject" Target="../embeddings/oleObject132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24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122.wmf"/><Relationship Id="rId25" Type="http://schemas.openxmlformats.org/officeDocument/2006/relationships/image" Target="../media/image12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7.bin"/><Relationship Id="rId20" Type="http://schemas.openxmlformats.org/officeDocument/2006/relationships/oleObject" Target="../embeddings/oleObject129.bin"/><Relationship Id="rId29" Type="http://schemas.openxmlformats.org/officeDocument/2006/relationships/image" Target="../media/image128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18.wmf"/><Relationship Id="rId24" Type="http://schemas.openxmlformats.org/officeDocument/2006/relationships/oleObject" Target="../embeddings/oleObject131.bin"/><Relationship Id="rId5" Type="http://schemas.openxmlformats.org/officeDocument/2006/relationships/image" Target="../media/image97.wmf"/><Relationship Id="rId15" Type="http://schemas.openxmlformats.org/officeDocument/2006/relationships/image" Target="../media/image121.wmf"/><Relationship Id="rId23" Type="http://schemas.openxmlformats.org/officeDocument/2006/relationships/image" Target="../media/image125.wmf"/><Relationship Id="rId28" Type="http://schemas.openxmlformats.org/officeDocument/2006/relationships/oleObject" Target="../embeddings/oleObject133.bin"/><Relationship Id="rId10" Type="http://schemas.openxmlformats.org/officeDocument/2006/relationships/oleObject" Target="../embeddings/oleObject124.bin"/><Relationship Id="rId19" Type="http://schemas.openxmlformats.org/officeDocument/2006/relationships/image" Target="../media/image123.wmf"/><Relationship Id="rId31" Type="http://schemas.openxmlformats.org/officeDocument/2006/relationships/image" Target="../media/image129.wmf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26.bin"/><Relationship Id="rId22" Type="http://schemas.openxmlformats.org/officeDocument/2006/relationships/oleObject" Target="../embeddings/oleObject130.bin"/><Relationship Id="rId27" Type="http://schemas.openxmlformats.org/officeDocument/2006/relationships/image" Target="../media/image127.wmf"/><Relationship Id="rId30" Type="http://schemas.openxmlformats.org/officeDocument/2006/relationships/oleObject" Target="../embeddings/oleObject13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oleObject" Target="../embeddings/oleObject140.bin"/><Relationship Id="rId18" Type="http://schemas.openxmlformats.org/officeDocument/2006/relationships/oleObject" Target="../embeddings/oleObject143.bin"/><Relationship Id="rId3" Type="http://schemas.openxmlformats.org/officeDocument/2006/relationships/notesSlide" Target="../notesSlides/notesSlide5.xml"/><Relationship Id="rId21" Type="http://schemas.openxmlformats.org/officeDocument/2006/relationships/oleObject" Target="../embeddings/oleObject145.bin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2.bin"/><Relationship Id="rId20" Type="http://schemas.openxmlformats.org/officeDocument/2006/relationships/image" Target="../media/image134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1.wmf"/><Relationship Id="rId5" Type="http://schemas.openxmlformats.org/officeDocument/2006/relationships/image" Target="../media/image130.wmf"/><Relationship Id="rId15" Type="http://schemas.openxmlformats.org/officeDocument/2006/relationships/image" Target="../media/image132.wmf"/><Relationship Id="rId10" Type="http://schemas.openxmlformats.org/officeDocument/2006/relationships/oleObject" Target="../embeddings/oleObject138.bin"/><Relationship Id="rId19" Type="http://schemas.openxmlformats.org/officeDocument/2006/relationships/oleObject" Target="../embeddings/oleObject144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41.bin"/><Relationship Id="rId22" Type="http://schemas.openxmlformats.org/officeDocument/2006/relationships/image" Target="../media/image13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111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9.wmf"/><Relationship Id="rId12" Type="http://schemas.openxmlformats.org/officeDocument/2006/relationships/image" Target="../media/image1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7.bin"/><Relationship Id="rId11" Type="http://schemas.openxmlformats.org/officeDocument/2006/relationships/oleObject" Target="../embeddings/oleObject150.bin"/><Relationship Id="rId5" Type="http://schemas.openxmlformats.org/officeDocument/2006/relationships/image" Target="../media/image118.wmf"/><Relationship Id="rId10" Type="http://schemas.openxmlformats.org/officeDocument/2006/relationships/image" Target="../media/image136.wmf"/><Relationship Id="rId4" Type="http://schemas.openxmlformats.org/officeDocument/2006/relationships/oleObject" Target="../embeddings/oleObject146.bin"/><Relationship Id="rId9" Type="http://schemas.openxmlformats.org/officeDocument/2006/relationships/oleObject" Target="../embeddings/oleObject14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3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44.wmf"/><Relationship Id="rId18" Type="http://schemas.openxmlformats.org/officeDocument/2006/relationships/oleObject" Target="../embeddings/oleObject160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48.wmf"/><Relationship Id="rId7" Type="http://schemas.openxmlformats.org/officeDocument/2006/relationships/image" Target="../media/image141.w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4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9.bin"/><Relationship Id="rId20" Type="http://schemas.openxmlformats.org/officeDocument/2006/relationships/oleObject" Target="../embeddings/oleObject161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43.wmf"/><Relationship Id="rId5" Type="http://schemas.openxmlformats.org/officeDocument/2006/relationships/image" Target="../media/image140.wmf"/><Relationship Id="rId15" Type="http://schemas.openxmlformats.org/officeDocument/2006/relationships/image" Target="../media/image145.wmf"/><Relationship Id="rId23" Type="http://schemas.openxmlformats.org/officeDocument/2006/relationships/oleObject" Target="../embeddings/oleObject163.bin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47.wmf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42.wmf"/><Relationship Id="rId14" Type="http://schemas.openxmlformats.org/officeDocument/2006/relationships/oleObject" Target="../embeddings/oleObject158.bin"/><Relationship Id="rId22" Type="http://schemas.openxmlformats.org/officeDocument/2006/relationships/oleObject" Target="../embeddings/oleObject16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53.wmf"/><Relationship Id="rId18" Type="http://schemas.openxmlformats.org/officeDocument/2006/relationships/oleObject" Target="../embeddings/oleObject171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57.wmf"/><Relationship Id="rId7" Type="http://schemas.openxmlformats.org/officeDocument/2006/relationships/image" Target="../media/image150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0.bin"/><Relationship Id="rId20" Type="http://schemas.openxmlformats.org/officeDocument/2006/relationships/oleObject" Target="../embeddings/oleObject172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52.wmf"/><Relationship Id="rId5" Type="http://schemas.openxmlformats.org/officeDocument/2006/relationships/image" Target="../media/image149.wmf"/><Relationship Id="rId15" Type="http://schemas.openxmlformats.org/officeDocument/2006/relationships/image" Target="../media/image154.wmf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56.w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51.wmf"/><Relationship Id="rId14" Type="http://schemas.openxmlformats.org/officeDocument/2006/relationships/oleObject" Target="../embeddings/oleObject16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62.wmf"/><Relationship Id="rId18" Type="http://schemas.openxmlformats.org/officeDocument/2006/relationships/oleObject" Target="../embeddings/oleObject180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166.wmf"/><Relationship Id="rId7" Type="http://schemas.openxmlformats.org/officeDocument/2006/relationships/image" Target="../media/image159.wmf"/><Relationship Id="rId12" Type="http://schemas.openxmlformats.org/officeDocument/2006/relationships/oleObject" Target="../embeddings/oleObject177.bin"/><Relationship Id="rId17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9.bin"/><Relationship Id="rId20" Type="http://schemas.openxmlformats.org/officeDocument/2006/relationships/oleObject" Target="../embeddings/oleObject181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61.wmf"/><Relationship Id="rId5" Type="http://schemas.openxmlformats.org/officeDocument/2006/relationships/image" Target="../media/image158.wmf"/><Relationship Id="rId15" Type="http://schemas.openxmlformats.org/officeDocument/2006/relationships/image" Target="../media/image163.wmf"/><Relationship Id="rId10" Type="http://schemas.openxmlformats.org/officeDocument/2006/relationships/oleObject" Target="../embeddings/oleObject176.bin"/><Relationship Id="rId19" Type="http://schemas.openxmlformats.org/officeDocument/2006/relationships/image" Target="../media/image165.wmf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60.wmf"/><Relationship Id="rId14" Type="http://schemas.openxmlformats.org/officeDocument/2006/relationships/oleObject" Target="../embeddings/oleObject17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171.wmf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68.wmf"/><Relationship Id="rId12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70.wmf"/><Relationship Id="rId5" Type="http://schemas.openxmlformats.org/officeDocument/2006/relationships/image" Target="../media/image167.wmf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69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6.wmf"/><Relationship Id="rId18" Type="http://schemas.openxmlformats.org/officeDocument/2006/relationships/oleObject" Target="../embeddings/oleObject194.bin"/><Relationship Id="rId26" Type="http://schemas.openxmlformats.org/officeDocument/2006/relationships/oleObject" Target="../embeddings/oleObject198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180.wmf"/><Relationship Id="rId7" Type="http://schemas.openxmlformats.org/officeDocument/2006/relationships/image" Target="../media/image173.wmf"/><Relationship Id="rId12" Type="http://schemas.openxmlformats.org/officeDocument/2006/relationships/oleObject" Target="../embeddings/oleObject191.bin"/><Relationship Id="rId17" Type="http://schemas.openxmlformats.org/officeDocument/2006/relationships/image" Target="../media/image178.wmf"/><Relationship Id="rId25" Type="http://schemas.openxmlformats.org/officeDocument/2006/relationships/image" Target="../media/image182.wmf"/><Relationship Id="rId33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3.bin"/><Relationship Id="rId20" Type="http://schemas.openxmlformats.org/officeDocument/2006/relationships/oleObject" Target="../embeddings/oleObject195.bin"/><Relationship Id="rId29" Type="http://schemas.openxmlformats.org/officeDocument/2006/relationships/image" Target="../media/image184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175.wmf"/><Relationship Id="rId24" Type="http://schemas.openxmlformats.org/officeDocument/2006/relationships/oleObject" Target="../embeddings/oleObject197.bin"/><Relationship Id="rId32" Type="http://schemas.openxmlformats.org/officeDocument/2006/relationships/image" Target="../media/image185.wmf"/><Relationship Id="rId5" Type="http://schemas.openxmlformats.org/officeDocument/2006/relationships/image" Target="../media/image172.wmf"/><Relationship Id="rId15" Type="http://schemas.openxmlformats.org/officeDocument/2006/relationships/image" Target="../media/image177.wmf"/><Relationship Id="rId23" Type="http://schemas.openxmlformats.org/officeDocument/2006/relationships/image" Target="../media/image181.wmf"/><Relationship Id="rId28" Type="http://schemas.openxmlformats.org/officeDocument/2006/relationships/oleObject" Target="../embeddings/oleObject199.bin"/><Relationship Id="rId10" Type="http://schemas.openxmlformats.org/officeDocument/2006/relationships/oleObject" Target="../embeddings/oleObject190.bin"/><Relationship Id="rId19" Type="http://schemas.openxmlformats.org/officeDocument/2006/relationships/image" Target="../media/image179.wmf"/><Relationship Id="rId31" Type="http://schemas.openxmlformats.org/officeDocument/2006/relationships/oleObject" Target="../embeddings/oleObject201.bin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74.wmf"/><Relationship Id="rId14" Type="http://schemas.openxmlformats.org/officeDocument/2006/relationships/oleObject" Target="../embeddings/oleObject192.bin"/><Relationship Id="rId22" Type="http://schemas.openxmlformats.org/officeDocument/2006/relationships/oleObject" Target="../embeddings/oleObject196.bin"/><Relationship Id="rId27" Type="http://schemas.openxmlformats.org/officeDocument/2006/relationships/image" Target="../media/image183.wmf"/><Relationship Id="rId30" Type="http://schemas.openxmlformats.org/officeDocument/2006/relationships/oleObject" Target="../embeddings/oleObject200.bin"/><Relationship Id="rId8" Type="http://schemas.openxmlformats.org/officeDocument/2006/relationships/oleObject" Target="../embeddings/oleObject18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190.wmf"/><Relationship Id="rId18" Type="http://schemas.openxmlformats.org/officeDocument/2006/relationships/oleObject" Target="../embeddings/oleObject210.bin"/><Relationship Id="rId3" Type="http://schemas.openxmlformats.org/officeDocument/2006/relationships/notesSlide" Target="../notesSlides/notesSlide12.xml"/><Relationship Id="rId21" Type="http://schemas.openxmlformats.org/officeDocument/2006/relationships/image" Target="../media/image194.wmf"/><Relationship Id="rId7" Type="http://schemas.openxmlformats.org/officeDocument/2006/relationships/image" Target="../media/image187.wmf"/><Relationship Id="rId12" Type="http://schemas.openxmlformats.org/officeDocument/2006/relationships/oleObject" Target="../embeddings/oleObject207.bin"/><Relationship Id="rId17" Type="http://schemas.openxmlformats.org/officeDocument/2006/relationships/image" Target="../media/image192.wmf"/><Relationship Id="rId25" Type="http://schemas.openxmlformats.org/officeDocument/2006/relationships/image" Target="../media/image17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9.bin"/><Relationship Id="rId20" Type="http://schemas.openxmlformats.org/officeDocument/2006/relationships/oleObject" Target="../embeddings/oleObject211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189.wmf"/><Relationship Id="rId24" Type="http://schemas.openxmlformats.org/officeDocument/2006/relationships/oleObject" Target="../embeddings/oleObject213.bin"/><Relationship Id="rId5" Type="http://schemas.openxmlformats.org/officeDocument/2006/relationships/image" Target="../media/image186.wmf"/><Relationship Id="rId15" Type="http://schemas.openxmlformats.org/officeDocument/2006/relationships/image" Target="../media/image191.wmf"/><Relationship Id="rId23" Type="http://schemas.openxmlformats.org/officeDocument/2006/relationships/image" Target="../media/image195.wmf"/><Relationship Id="rId10" Type="http://schemas.openxmlformats.org/officeDocument/2006/relationships/oleObject" Target="../embeddings/oleObject206.bin"/><Relationship Id="rId19" Type="http://schemas.openxmlformats.org/officeDocument/2006/relationships/image" Target="../media/image193.wmf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188.wmf"/><Relationship Id="rId14" Type="http://schemas.openxmlformats.org/officeDocument/2006/relationships/oleObject" Target="../embeddings/oleObject208.bin"/><Relationship Id="rId22" Type="http://schemas.openxmlformats.org/officeDocument/2006/relationships/oleObject" Target="../embeddings/oleObject212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0.wmf"/><Relationship Id="rId18" Type="http://schemas.openxmlformats.org/officeDocument/2006/relationships/oleObject" Target="../embeddings/oleObject221.bin"/><Relationship Id="rId26" Type="http://schemas.openxmlformats.org/officeDocument/2006/relationships/oleObject" Target="../embeddings/oleObject225.bin"/><Relationship Id="rId39" Type="http://schemas.openxmlformats.org/officeDocument/2006/relationships/oleObject" Target="../embeddings/oleObject232.bin"/><Relationship Id="rId21" Type="http://schemas.openxmlformats.org/officeDocument/2006/relationships/image" Target="../media/image204.wmf"/><Relationship Id="rId34" Type="http://schemas.openxmlformats.org/officeDocument/2006/relationships/oleObject" Target="../embeddings/oleObject229.bin"/><Relationship Id="rId7" Type="http://schemas.openxmlformats.org/officeDocument/2006/relationships/image" Target="../media/image197.w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202.wmf"/><Relationship Id="rId25" Type="http://schemas.openxmlformats.org/officeDocument/2006/relationships/image" Target="../media/image206.wmf"/><Relationship Id="rId33" Type="http://schemas.openxmlformats.org/officeDocument/2006/relationships/image" Target="../media/image210.wmf"/><Relationship Id="rId38" Type="http://schemas.openxmlformats.org/officeDocument/2006/relationships/image" Target="../media/image21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2.bin"/><Relationship Id="rId29" Type="http://schemas.openxmlformats.org/officeDocument/2006/relationships/image" Target="../media/image208.wmf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199.wmf"/><Relationship Id="rId24" Type="http://schemas.openxmlformats.org/officeDocument/2006/relationships/oleObject" Target="../embeddings/oleObject224.bin"/><Relationship Id="rId32" Type="http://schemas.openxmlformats.org/officeDocument/2006/relationships/oleObject" Target="../embeddings/oleObject228.bin"/><Relationship Id="rId37" Type="http://schemas.openxmlformats.org/officeDocument/2006/relationships/oleObject" Target="../embeddings/oleObject231.bin"/><Relationship Id="rId40" Type="http://schemas.openxmlformats.org/officeDocument/2006/relationships/image" Target="../media/image213.wmf"/><Relationship Id="rId5" Type="http://schemas.openxmlformats.org/officeDocument/2006/relationships/image" Target="../media/image196.wmf"/><Relationship Id="rId15" Type="http://schemas.openxmlformats.org/officeDocument/2006/relationships/image" Target="../media/image201.wmf"/><Relationship Id="rId23" Type="http://schemas.openxmlformats.org/officeDocument/2006/relationships/image" Target="../media/image205.wmf"/><Relationship Id="rId28" Type="http://schemas.openxmlformats.org/officeDocument/2006/relationships/oleObject" Target="../embeddings/oleObject226.bin"/><Relationship Id="rId36" Type="http://schemas.openxmlformats.org/officeDocument/2006/relationships/image" Target="../media/image211.wmf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203.wmf"/><Relationship Id="rId31" Type="http://schemas.openxmlformats.org/officeDocument/2006/relationships/image" Target="../media/image209.w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198.w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3.bin"/><Relationship Id="rId27" Type="http://schemas.openxmlformats.org/officeDocument/2006/relationships/image" Target="../media/image207.wmf"/><Relationship Id="rId30" Type="http://schemas.openxmlformats.org/officeDocument/2006/relationships/oleObject" Target="../embeddings/oleObject227.bin"/><Relationship Id="rId35" Type="http://schemas.openxmlformats.org/officeDocument/2006/relationships/oleObject" Target="../embeddings/oleObject230.bin"/><Relationship Id="rId8" Type="http://schemas.openxmlformats.org/officeDocument/2006/relationships/oleObject" Target="../embeddings/oleObject216.bin"/><Relationship Id="rId3" Type="http://schemas.openxmlformats.org/officeDocument/2006/relationships/notesSlide" Target="../notesSlides/notesSlide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5.bin"/><Relationship Id="rId13" Type="http://schemas.openxmlformats.org/officeDocument/2006/relationships/image" Target="../media/image102.wmf"/><Relationship Id="rId18" Type="http://schemas.openxmlformats.org/officeDocument/2006/relationships/oleObject" Target="../embeddings/oleObject240.bin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220.wmf"/><Relationship Id="rId7" Type="http://schemas.openxmlformats.org/officeDocument/2006/relationships/image" Target="../media/image215.wmf"/><Relationship Id="rId12" Type="http://schemas.openxmlformats.org/officeDocument/2006/relationships/oleObject" Target="../embeddings/oleObject237.bin"/><Relationship Id="rId17" Type="http://schemas.openxmlformats.org/officeDocument/2006/relationships/image" Target="../media/image218.wmf"/><Relationship Id="rId25" Type="http://schemas.openxmlformats.org/officeDocument/2006/relationships/image" Target="../media/image2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9.bin"/><Relationship Id="rId20" Type="http://schemas.openxmlformats.org/officeDocument/2006/relationships/oleObject" Target="../embeddings/oleObject241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34.bin"/><Relationship Id="rId11" Type="http://schemas.openxmlformats.org/officeDocument/2006/relationships/image" Target="../media/image99.wmf"/><Relationship Id="rId24" Type="http://schemas.openxmlformats.org/officeDocument/2006/relationships/oleObject" Target="../embeddings/oleObject243.bin"/><Relationship Id="rId5" Type="http://schemas.openxmlformats.org/officeDocument/2006/relationships/image" Target="../media/image214.wmf"/><Relationship Id="rId15" Type="http://schemas.openxmlformats.org/officeDocument/2006/relationships/image" Target="../media/image217.wmf"/><Relationship Id="rId23" Type="http://schemas.openxmlformats.org/officeDocument/2006/relationships/image" Target="../media/image221.wmf"/><Relationship Id="rId10" Type="http://schemas.openxmlformats.org/officeDocument/2006/relationships/oleObject" Target="../embeddings/oleObject236.bin"/><Relationship Id="rId19" Type="http://schemas.openxmlformats.org/officeDocument/2006/relationships/image" Target="../media/image219.wmf"/><Relationship Id="rId4" Type="http://schemas.openxmlformats.org/officeDocument/2006/relationships/oleObject" Target="../embeddings/oleObject233.bin"/><Relationship Id="rId9" Type="http://schemas.openxmlformats.org/officeDocument/2006/relationships/image" Target="../media/image216.wmf"/><Relationship Id="rId14" Type="http://schemas.openxmlformats.org/officeDocument/2006/relationships/oleObject" Target="../embeddings/oleObject238.bin"/><Relationship Id="rId22" Type="http://schemas.openxmlformats.org/officeDocument/2006/relationships/oleObject" Target="../embeddings/oleObject24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6.bin"/><Relationship Id="rId13" Type="http://schemas.openxmlformats.org/officeDocument/2006/relationships/image" Target="../media/image225.wmf"/><Relationship Id="rId18" Type="http://schemas.openxmlformats.org/officeDocument/2006/relationships/oleObject" Target="../embeddings/oleObject251.bin"/><Relationship Id="rId26" Type="http://schemas.openxmlformats.org/officeDocument/2006/relationships/oleObject" Target="../embeddings/oleObject256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229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248.bin"/><Relationship Id="rId17" Type="http://schemas.openxmlformats.org/officeDocument/2006/relationships/image" Target="../media/image227.wmf"/><Relationship Id="rId25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0.bin"/><Relationship Id="rId20" Type="http://schemas.openxmlformats.org/officeDocument/2006/relationships/oleObject" Target="../embeddings/oleObject252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45.bin"/><Relationship Id="rId11" Type="http://schemas.openxmlformats.org/officeDocument/2006/relationships/image" Target="../media/image224.wmf"/><Relationship Id="rId24" Type="http://schemas.openxmlformats.org/officeDocument/2006/relationships/oleObject" Target="../embeddings/oleObject254.bin"/><Relationship Id="rId5" Type="http://schemas.openxmlformats.org/officeDocument/2006/relationships/image" Target="../media/image97.wmf"/><Relationship Id="rId15" Type="http://schemas.openxmlformats.org/officeDocument/2006/relationships/image" Target="../media/image226.wmf"/><Relationship Id="rId23" Type="http://schemas.openxmlformats.org/officeDocument/2006/relationships/image" Target="../media/image230.wmf"/><Relationship Id="rId10" Type="http://schemas.openxmlformats.org/officeDocument/2006/relationships/oleObject" Target="../embeddings/oleObject247.bin"/><Relationship Id="rId19" Type="http://schemas.openxmlformats.org/officeDocument/2006/relationships/image" Target="../media/image228.wmf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223.wmf"/><Relationship Id="rId14" Type="http://schemas.openxmlformats.org/officeDocument/2006/relationships/oleObject" Target="../embeddings/oleObject249.bin"/><Relationship Id="rId22" Type="http://schemas.openxmlformats.org/officeDocument/2006/relationships/oleObject" Target="../embeddings/oleObject25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35.wmf"/><Relationship Id="rId18" Type="http://schemas.openxmlformats.org/officeDocument/2006/relationships/image" Target="../media/image237.wmf"/><Relationship Id="rId3" Type="http://schemas.openxmlformats.org/officeDocument/2006/relationships/notesSlide" Target="../notesSlides/notesSlide16.xml"/><Relationship Id="rId21" Type="http://schemas.openxmlformats.org/officeDocument/2006/relationships/oleObject" Target="../embeddings/oleObject266.bin"/><Relationship Id="rId7" Type="http://schemas.openxmlformats.org/officeDocument/2006/relationships/image" Target="../media/image232.wmf"/><Relationship Id="rId12" Type="http://schemas.openxmlformats.org/officeDocument/2006/relationships/oleObject" Target="../embeddings/oleObject261.bin"/><Relationship Id="rId17" Type="http://schemas.openxmlformats.org/officeDocument/2006/relationships/oleObject" Target="../embeddings/oleObject26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3.bin"/><Relationship Id="rId20" Type="http://schemas.openxmlformats.org/officeDocument/2006/relationships/image" Target="../media/image99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34.wmf"/><Relationship Id="rId5" Type="http://schemas.openxmlformats.org/officeDocument/2006/relationships/image" Target="../media/image231.wmf"/><Relationship Id="rId15" Type="http://schemas.openxmlformats.org/officeDocument/2006/relationships/image" Target="../media/image236.wmf"/><Relationship Id="rId10" Type="http://schemas.openxmlformats.org/officeDocument/2006/relationships/oleObject" Target="../embeddings/oleObject260.bin"/><Relationship Id="rId19" Type="http://schemas.openxmlformats.org/officeDocument/2006/relationships/oleObject" Target="../embeddings/oleObject265.bin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62.bin"/><Relationship Id="rId22" Type="http://schemas.openxmlformats.org/officeDocument/2006/relationships/image" Target="../media/image10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9.bin"/><Relationship Id="rId13" Type="http://schemas.openxmlformats.org/officeDocument/2006/relationships/image" Target="../media/image236.wmf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39.wmf"/><Relationship Id="rId12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68.bin"/><Relationship Id="rId11" Type="http://schemas.openxmlformats.org/officeDocument/2006/relationships/image" Target="../media/image240.wmf"/><Relationship Id="rId5" Type="http://schemas.openxmlformats.org/officeDocument/2006/relationships/image" Target="../media/image238.wmf"/><Relationship Id="rId15" Type="http://schemas.openxmlformats.org/officeDocument/2006/relationships/image" Target="../media/image241.wmf"/><Relationship Id="rId10" Type="http://schemas.openxmlformats.org/officeDocument/2006/relationships/oleObject" Target="../embeddings/oleObject270.bin"/><Relationship Id="rId4" Type="http://schemas.openxmlformats.org/officeDocument/2006/relationships/oleObject" Target="../embeddings/oleObject267.bin"/><Relationship Id="rId9" Type="http://schemas.openxmlformats.org/officeDocument/2006/relationships/image" Target="../media/image234.wmf"/><Relationship Id="rId14" Type="http://schemas.openxmlformats.org/officeDocument/2006/relationships/oleObject" Target="../embeddings/oleObject27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5.bin"/><Relationship Id="rId13" Type="http://schemas.openxmlformats.org/officeDocument/2006/relationships/image" Target="../media/image246.wmf"/><Relationship Id="rId18" Type="http://schemas.openxmlformats.org/officeDocument/2006/relationships/oleObject" Target="../embeddings/oleObject280.bin"/><Relationship Id="rId3" Type="http://schemas.openxmlformats.org/officeDocument/2006/relationships/notesSlide" Target="../notesSlides/notesSlide18.xml"/><Relationship Id="rId21" Type="http://schemas.openxmlformats.org/officeDocument/2006/relationships/image" Target="../media/image250.emf"/><Relationship Id="rId7" Type="http://schemas.openxmlformats.org/officeDocument/2006/relationships/image" Target="../media/image243.wmf"/><Relationship Id="rId12" Type="http://schemas.openxmlformats.org/officeDocument/2006/relationships/oleObject" Target="../embeddings/oleObject277.bin"/><Relationship Id="rId17" Type="http://schemas.openxmlformats.org/officeDocument/2006/relationships/image" Target="../media/image248.wmf"/><Relationship Id="rId25" Type="http://schemas.openxmlformats.org/officeDocument/2006/relationships/image" Target="../media/image25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9.bin"/><Relationship Id="rId20" Type="http://schemas.openxmlformats.org/officeDocument/2006/relationships/oleObject" Target="../embeddings/oleObject281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74.bin"/><Relationship Id="rId11" Type="http://schemas.openxmlformats.org/officeDocument/2006/relationships/image" Target="../media/image245.wmf"/><Relationship Id="rId24" Type="http://schemas.openxmlformats.org/officeDocument/2006/relationships/oleObject" Target="../embeddings/oleObject283.bin"/><Relationship Id="rId5" Type="http://schemas.openxmlformats.org/officeDocument/2006/relationships/image" Target="../media/image242.wmf"/><Relationship Id="rId15" Type="http://schemas.openxmlformats.org/officeDocument/2006/relationships/image" Target="../media/image247.wmf"/><Relationship Id="rId23" Type="http://schemas.openxmlformats.org/officeDocument/2006/relationships/image" Target="../media/image251.emf"/><Relationship Id="rId10" Type="http://schemas.openxmlformats.org/officeDocument/2006/relationships/oleObject" Target="../embeddings/oleObject276.bin"/><Relationship Id="rId19" Type="http://schemas.openxmlformats.org/officeDocument/2006/relationships/image" Target="../media/image249.wmf"/><Relationship Id="rId4" Type="http://schemas.openxmlformats.org/officeDocument/2006/relationships/oleObject" Target="../embeddings/oleObject273.bin"/><Relationship Id="rId9" Type="http://schemas.openxmlformats.org/officeDocument/2006/relationships/image" Target="../media/image244.wmf"/><Relationship Id="rId14" Type="http://schemas.openxmlformats.org/officeDocument/2006/relationships/oleObject" Target="../embeddings/oleObject278.bin"/><Relationship Id="rId22" Type="http://schemas.openxmlformats.org/officeDocument/2006/relationships/oleObject" Target="../embeddings/oleObject28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6.bin"/><Relationship Id="rId13" Type="http://schemas.openxmlformats.org/officeDocument/2006/relationships/image" Target="../media/image256.wmf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36.wmf"/><Relationship Id="rId12" Type="http://schemas.openxmlformats.org/officeDocument/2006/relationships/oleObject" Target="../embeddings/oleObject288.bin"/><Relationship Id="rId17" Type="http://schemas.openxmlformats.org/officeDocument/2006/relationships/image" Target="../media/image25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0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85.bin"/><Relationship Id="rId11" Type="http://schemas.openxmlformats.org/officeDocument/2006/relationships/image" Target="../media/image255.wmf"/><Relationship Id="rId5" Type="http://schemas.openxmlformats.org/officeDocument/2006/relationships/image" Target="../media/image253.wmf"/><Relationship Id="rId15" Type="http://schemas.openxmlformats.org/officeDocument/2006/relationships/image" Target="../media/image257.wmf"/><Relationship Id="rId10" Type="http://schemas.openxmlformats.org/officeDocument/2006/relationships/oleObject" Target="../embeddings/oleObject287.bin"/><Relationship Id="rId4" Type="http://schemas.openxmlformats.org/officeDocument/2006/relationships/oleObject" Target="../embeddings/oleObject284.bin"/><Relationship Id="rId9" Type="http://schemas.openxmlformats.org/officeDocument/2006/relationships/image" Target="../media/image254.wmf"/><Relationship Id="rId14" Type="http://schemas.openxmlformats.org/officeDocument/2006/relationships/oleObject" Target="../embeddings/oleObject28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3.bin"/><Relationship Id="rId13" Type="http://schemas.openxmlformats.org/officeDocument/2006/relationships/image" Target="../media/image263.wmf"/><Relationship Id="rId18" Type="http://schemas.openxmlformats.org/officeDocument/2006/relationships/image" Target="../media/image265.w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60.wmf"/><Relationship Id="rId12" Type="http://schemas.openxmlformats.org/officeDocument/2006/relationships/oleObject" Target="../embeddings/oleObject295.bin"/><Relationship Id="rId17" Type="http://schemas.openxmlformats.org/officeDocument/2006/relationships/oleObject" Target="../embeddings/oleObject29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7.bin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92.bin"/><Relationship Id="rId11" Type="http://schemas.openxmlformats.org/officeDocument/2006/relationships/image" Target="../media/image262.wmf"/><Relationship Id="rId5" Type="http://schemas.openxmlformats.org/officeDocument/2006/relationships/image" Target="../media/image259.wmf"/><Relationship Id="rId15" Type="http://schemas.openxmlformats.org/officeDocument/2006/relationships/image" Target="../media/image264.wmf"/><Relationship Id="rId10" Type="http://schemas.openxmlformats.org/officeDocument/2006/relationships/oleObject" Target="../embeddings/oleObject294.bin"/><Relationship Id="rId19" Type="http://schemas.openxmlformats.org/officeDocument/2006/relationships/oleObject" Target="../embeddings/oleObject299.bin"/><Relationship Id="rId4" Type="http://schemas.openxmlformats.org/officeDocument/2006/relationships/oleObject" Target="../embeddings/oleObject291.bin"/><Relationship Id="rId9" Type="http://schemas.openxmlformats.org/officeDocument/2006/relationships/image" Target="../media/image261.wmf"/><Relationship Id="rId14" Type="http://schemas.openxmlformats.org/officeDocument/2006/relationships/oleObject" Target="../embeddings/oleObject29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1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00.bin"/><Relationship Id="rId11" Type="http://schemas.openxmlformats.org/officeDocument/2006/relationships/image" Target="../media/image268.wmf"/><Relationship Id="rId5" Type="http://schemas.openxmlformats.org/officeDocument/2006/relationships/image" Target="file:///G:\2015&#24180;&#21271;&#37038;&#25945;&#26448;&#32534;&#20889;\&#21271;&#37038;--&#39640;&#31561;&#25968;&#23398;(&#29579;&#37329;&#37329;)&#23436;&#25972;&#29256;word\0134.TIF" TargetMode="External"/><Relationship Id="rId10" Type="http://schemas.openxmlformats.org/officeDocument/2006/relationships/oleObject" Target="../embeddings/oleObject302.bin"/><Relationship Id="rId4" Type="http://schemas.openxmlformats.org/officeDocument/2006/relationships/image" Target="../media/image269.png"/><Relationship Id="rId9" Type="http://schemas.openxmlformats.org/officeDocument/2006/relationships/image" Target="../media/image267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274.wmf"/><Relationship Id="rId18" Type="http://schemas.openxmlformats.org/officeDocument/2006/relationships/oleObject" Target="../embeddings/oleObject310.bin"/><Relationship Id="rId3" Type="http://schemas.openxmlformats.org/officeDocument/2006/relationships/notesSlide" Target="../notesSlides/notesSlide23.xml"/><Relationship Id="rId21" Type="http://schemas.openxmlformats.org/officeDocument/2006/relationships/image" Target="../media/image278.wmf"/><Relationship Id="rId7" Type="http://schemas.openxmlformats.org/officeDocument/2006/relationships/image" Target="../media/image271.w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27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273.wmf"/><Relationship Id="rId5" Type="http://schemas.openxmlformats.org/officeDocument/2006/relationships/image" Target="../media/image270.wmf"/><Relationship Id="rId15" Type="http://schemas.openxmlformats.org/officeDocument/2006/relationships/image" Target="../media/image275.wmf"/><Relationship Id="rId23" Type="http://schemas.openxmlformats.org/officeDocument/2006/relationships/image" Target="../media/image279.wmf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277.w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272.w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4.wmf"/><Relationship Id="rId18" Type="http://schemas.openxmlformats.org/officeDocument/2006/relationships/oleObject" Target="../embeddings/oleObject320.bin"/><Relationship Id="rId26" Type="http://schemas.openxmlformats.org/officeDocument/2006/relationships/oleObject" Target="../embeddings/oleObject324.bin"/><Relationship Id="rId3" Type="http://schemas.openxmlformats.org/officeDocument/2006/relationships/notesSlide" Target="../notesSlides/notesSlide24.xml"/><Relationship Id="rId21" Type="http://schemas.openxmlformats.org/officeDocument/2006/relationships/image" Target="../media/image288.wmf"/><Relationship Id="rId7" Type="http://schemas.openxmlformats.org/officeDocument/2006/relationships/image" Target="../media/image281.wmf"/><Relationship Id="rId12" Type="http://schemas.openxmlformats.org/officeDocument/2006/relationships/oleObject" Target="../embeddings/oleObject317.bin"/><Relationship Id="rId17" Type="http://schemas.openxmlformats.org/officeDocument/2006/relationships/image" Target="../media/image286.wmf"/><Relationship Id="rId25" Type="http://schemas.openxmlformats.org/officeDocument/2006/relationships/image" Target="../media/image290.wmf"/><Relationship Id="rId33" Type="http://schemas.openxmlformats.org/officeDocument/2006/relationships/image" Target="../media/image29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9.bin"/><Relationship Id="rId20" Type="http://schemas.openxmlformats.org/officeDocument/2006/relationships/oleObject" Target="../embeddings/oleObject321.bin"/><Relationship Id="rId29" Type="http://schemas.openxmlformats.org/officeDocument/2006/relationships/image" Target="../media/image292.wmf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14.bin"/><Relationship Id="rId11" Type="http://schemas.openxmlformats.org/officeDocument/2006/relationships/image" Target="../media/image283.wmf"/><Relationship Id="rId24" Type="http://schemas.openxmlformats.org/officeDocument/2006/relationships/oleObject" Target="../embeddings/oleObject323.bin"/><Relationship Id="rId32" Type="http://schemas.openxmlformats.org/officeDocument/2006/relationships/oleObject" Target="../embeddings/oleObject327.bin"/><Relationship Id="rId5" Type="http://schemas.openxmlformats.org/officeDocument/2006/relationships/image" Target="../media/image280.wmf"/><Relationship Id="rId15" Type="http://schemas.openxmlformats.org/officeDocument/2006/relationships/image" Target="../media/image285.wmf"/><Relationship Id="rId23" Type="http://schemas.openxmlformats.org/officeDocument/2006/relationships/image" Target="../media/image289.wmf"/><Relationship Id="rId28" Type="http://schemas.openxmlformats.org/officeDocument/2006/relationships/oleObject" Target="../embeddings/oleObject325.bin"/><Relationship Id="rId10" Type="http://schemas.openxmlformats.org/officeDocument/2006/relationships/oleObject" Target="../embeddings/oleObject316.bin"/><Relationship Id="rId19" Type="http://schemas.openxmlformats.org/officeDocument/2006/relationships/image" Target="../media/image287.wmf"/><Relationship Id="rId31" Type="http://schemas.openxmlformats.org/officeDocument/2006/relationships/image" Target="../media/image293.wmf"/><Relationship Id="rId4" Type="http://schemas.openxmlformats.org/officeDocument/2006/relationships/oleObject" Target="../embeddings/oleObject313.bin"/><Relationship Id="rId9" Type="http://schemas.openxmlformats.org/officeDocument/2006/relationships/image" Target="../media/image282.wmf"/><Relationship Id="rId14" Type="http://schemas.openxmlformats.org/officeDocument/2006/relationships/oleObject" Target="../embeddings/oleObject318.bin"/><Relationship Id="rId22" Type="http://schemas.openxmlformats.org/officeDocument/2006/relationships/oleObject" Target="../embeddings/oleObject322.bin"/><Relationship Id="rId27" Type="http://schemas.openxmlformats.org/officeDocument/2006/relationships/image" Target="../media/image291.wmf"/><Relationship Id="rId30" Type="http://schemas.openxmlformats.org/officeDocument/2006/relationships/oleObject" Target="../embeddings/oleObject326.bin"/><Relationship Id="rId8" Type="http://schemas.openxmlformats.org/officeDocument/2006/relationships/oleObject" Target="../embeddings/oleObject31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0.bin"/><Relationship Id="rId13" Type="http://schemas.openxmlformats.org/officeDocument/2006/relationships/image" Target="../media/image298.wmf"/><Relationship Id="rId18" Type="http://schemas.openxmlformats.org/officeDocument/2006/relationships/oleObject" Target="../embeddings/oleObject335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96.wmf"/><Relationship Id="rId12" Type="http://schemas.openxmlformats.org/officeDocument/2006/relationships/oleObject" Target="../embeddings/oleObject332.bin"/><Relationship Id="rId17" Type="http://schemas.openxmlformats.org/officeDocument/2006/relationships/image" Target="../media/image3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34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329.bin"/><Relationship Id="rId11" Type="http://schemas.openxmlformats.org/officeDocument/2006/relationships/image" Target="../media/image297.wmf"/><Relationship Id="rId5" Type="http://schemas.openxmlformats.org/officeDocument/2006/relationships/image" Target="../media/image295.wmf"/><Relationship Id="rId15" Type="http://schemas.openxmlformats.org/officeDocument/2006/relationships/image" Target="../media/image299.wmf"/><Relationship Id="rId10" Type="http://schemas.openxmlformats.org/officeDocument/2006/relationships/oleObject" Target="../embeddings/oleObject331.bin"/><Relationship Id="rId19" Type="http://schemas.openxmlformats.org/officeDocument/2006/relationships/image" Target="../media/image301.wmf"/><Relationship Id="rId4" Type="http://schemas.openxmlformats.org/officeDocument/2006/relationships/oleObject" Target="../embeddings/oleObject328.bin"/><Relationship Id="rId9" Type="http://schemas.openxmlformats.org/officeDocument/2006/relationships/image" Target="../media/image275.wmf"/><Relationship Id="rId14" Type="http://schemas.openxmlformats.org/officeDocument/2006/relationships/oleObject" Target="../embeddings/oleObject333.bin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6.wmf"/><Relationship Id="rId18" Type="http://schemas.openxmlformats.org/officeDocument/2006/relationships/oleObject" Target="../embeddings/oleObject343.bin"/><Relationship Id="rId26" Type="http://schemas.openxmlformats.org/officeDocument/2006/relationships/oleObject" Target="../embeddings/oleObject347.bin"/><Relationship Id="rId3" Type="http://schemas.openxmlformats.org/officeDocument/2006/relationships/notesSlide" Target="../notesSlides/notesSlide26.xml"/><Relationship Id="rId21" Type="http://schemas.openxmlformats.org/officeDocument/2006/relationships/image" Target="../media/image310.wmf"/><Relationship Id="rId7" Type="http://schemas.openxmlformats.org/officeDocument/2006/relationships/image" Target="../media/image303.wmf"/><Relationship Id="rId12" Type="http://schemas.openxmlformats.org/officeDocument/2006/relationships/oleObject" Target="../embeddings/oleObject340.bin"/><Relationship Id="rId17" Type="http://schemas.openxmlformats.org/officeDocument/2006/relationships/image" Target="../media/image308.wmf"/><Relationship Id="rId25" Type="http://schemas.openxmlformats.org/officeDocument/2006/relationships/image" Target="../media/image312.wmf"/><Relationship Id="rId33" Type="http://schemas.openxmlformats.org/officeDocument/2006/relationships/image" Target="../media/image31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2.bin"/><Relationship Id="rId20" Type="http://schemas.openxmlformats.org/officeDocument/2006/relationships/oleObject" Target="../embeddings/oleObject344.bin"/><Relationship Id="rId29" Type="http://schemas.openxmlformats.org/officeDocument/2006/relationships/image" Target="../media/image314.wmf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337.bin"/><Relationship Id="rId11" Type="http://schemas.openxmlformats.org/officeDocument/2006/relationships/image" Target="../media/image305.wmf"/><Relationship Id="rId24" Type="http://schemas.openxmlformats.org/officeDocument/2006/relationships/oleObject" Target="../embeddings/oleObject346.bin"/><Relationship Id="rId32" Type="http://schemas.openxmlformats.org/officeDocument/2006/relationships/oleObject" Target="../embeddings/oleObject350.bin"/><Relationship Id="rId5" Type="http://schemas.openxmlformats.org/officeDocument/2006/relationships/image" Target="../media/image302.wmf"/><Relationship Id="rId15" Type="http://schemas.openxmlformats.org/officeDocument/2006/relationships/image" Target="../media/image307.wmf"/><Relationship Id="rId23" Type="http://schemas.openxmlformats.org/officeDocument/2006/relationships/image" Target="../media/image311.wmf"/><Relationship Id="rId28" Type="http://schemas.openxmlformats.org/officeDocument/2006/relationships/oleObject" Target="../embeddings/oleObject348.bin"/><Relationship Id="rId10" Type="http://schemas.openxmlformats.org/officeDocument/2006/relationships/oleObject" Target="../embeddings/oleObject339.bin"/><Relationship Id="rId19" Type="http://schemas.openxmlformats.org/officeDocument/2006/relationships/image" Target="../media/image309.wmf"/><Relationship Id="rId31" Type="http://schemas.openxmlformats.org/officeDocument/2006/relationships/image" Target="../media/image315.wmf"/><Relationship Id="rId4" Type="http://schemas.openxmlformats.org/officeDocument/2006/relationships/oleObject" Target="../embeddings/oleObject336.bin"/><Relationship Id="rId9" Type="http://schemas.openxmlformats.org/officeDocument/2006/relationships/image" Target="../media/image304.wmf"/><Relationship Id="rId14" Type="http://schemas.openxmlformats.org/officeDocument/2006/relationships/oleObject" Target="../embeddings/oleObject341.bin"/><Relationship Id="rId22" Type="http://schemas.openxmlformats.org/officeDocument/2006/relationships/oleObject" Target="../embeddings/oleObject345.bin"/><Relationship Id="rId27" Type="http://schemas.openxmlformats.org/officeDocument/2006/relationships/image" Target="../media/image313.wmf"/><Relationship Id="rId30" Type="http://schemas.openxmlformats.org/officeDocument/2006/relationships/oleObject" Target="../embeddings/oleObject349.bin"/><Relationship Id="rId8" Type="http://schemas.openxmlformats.org/officeDocument/2006/relationships/oleObject" Target="../embeddings/oleObject33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13" Type="http://schemas.openxmlformats.org/officeDocument/2006/relationships/oleObject" Target="../embeddings/oleObject341.bin"/><Relationship Id="rId18" Type="http://schemas.openxmlformats.org/officeDocument/2006/relationships/image" Target="../media/image309.wmf"/><Relationship Id="rId3" Type="http://schemas.openxmlformats.org/officeDocument/2006/relationships/oleObject" Target="../embeddings/oleObject351.bin"/><Relationship Id="rId7" Type="http://schemas.openxmlformats.org/officeDocument/2006/relationships/oleObject" Target="../embeddings/oleObject353.bin"/><Relationship Id="rId12" Type="http://schemas.openxmlformats.org/officeDocument/2006/relationships/image" Target="../media/image306.wmf"/><Relationship Id="rId17" Type="http://schemas.openxmlformats.org/officeDocument/2006/relationships/oleObject" Target="../embeddings/oleObject3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8.wmf"/><Relationship Id="rId20" Type="http://schemas.openxmlformats.org/officeDocument/2006/relationships/image" Target="../media/image321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18.wmf"/><Relationship Id="rId11" Type="http://schemas.openxmlformats.org/officeDocument/2006/relationships/oleObject" Target="../embeddings/oleObject340.bin"/><Relationship Id="rId5" Type="http://schemas.openxmlformats.org/officeDocument/2006/relationships/oleObject" Target="../embeddings/oleObject352.bin"/><Relationship Id="rId15" Type="http://schemas.openxmlformats.org/officeDocument/2006/relationships/oleObject" Target="../embeddings/oleObject342.bin"/><Relationship Id="rId10" Type="http://schemas.openxmlformats.org/officeDocument/2006/relationships/image" Target="../media/image320.wmf"/><Relationship Id="rId19" Type="http://schemas.openxmlformats.org/officeDocument/2006/relationships/oleObject" Target="../embeddings/oleObject355.bin"/><Relationship Id="rId4" Type="http://schemas.openxmlformats.org/officeDocument/2006/relationships/image" Target="../media/image317.wmf"/><Relationship Id="rId9" Type="http://schemas.openxmlformats.org/officeDocument/2006/relationships/oleObject" Target="../embeddings/oleObject354.bin"/><Relationship Id="rId14" Type="http://schemas.openxmlformats.org/officeDocument/2006/relationships/image" Target="../media/image307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8.bin"/><Relationship Id="rId13" Type="http://schemas.openxmlformats.org/officeDocument/2006/relationships/image" Target="../media/image326.wmf"/><Relationship Id="rId18" Type="http://schemas.openxmlformats.org/officeDocument/2006/relationships/oleObject" Target="../embeddings/oleObject363.bin"/><Relationship Id="rId26" Type="http://schemas.openxmlformats.org/officeDocument/2006/relationships/oleObject" Target="../embeddings/oleObject367.bin"/><Relationship Id="rId3" Type="http://schemas.openxmlformats.org/officeDocument/2006/relationships/notesSlide" Target="../notesSlides/notesSlide27.xml"/><Relationship Id="rId21" Type="http://schemas.openxmlformats.org/officeDocument/2006/relationships/image" Target="../media/image330.wmf"/><Relationship Id="rId7" Type="http://schemas.openxmlformats.org/officeDocument/2006/relationships/image" Target="../media/image323.wmf"/><Relationship Id="rId12" Type="http://schemas.openxmlformats.org/officeDocument/2006/relationships/oleObject" Target="../embeddings/oleObject360.bin"/><Relationship Id="rId17" Type="http://schemas.openxmlformats.org/officeDocument/2006/relationships/image" Target="../media/image328.wmf"/><Relationship Id="rId25" Type="http://schemas.openxmlformats.org/officeDocument/2006/relationships/image" Target="../media/image3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2.bin"/><Relationship Id="rId20" Type="http://schemas.openxmlformats.org/officeDocument/2006/relationships/oleObject" Target="../embeddings/oleObject364.bin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57.bin"/><Relationship Id="rId11" Type="http://schemas.openxmlformats.org/officeDocument/2006/relationships/image" Target="../media/image325.wmf"/><Relationship Id="rId24" Type="http://schemas.openxmlformats.org/officeDocument/2006/relationships/oleObject" Target="../embeddings/oleObject366.bin"/><Relationship Id="rId5" Type="http://schemas.openxmlformats.org/officeDocument/2006/relationships/image" Target="../media/image322.wmf"/><Relationship Id="rId15" Type="http://schemas.openxmlformats.org/officeDocument/2006/relationships/image" Target="../media/image327.wmf"/><Relationship Id="rId23" Type="http://schemas.openxmlformats.org/officeDocument/2006/relationships/image" Target="../media/image331.wmf"/><Relationship Id="rId10" Type="http://schemas.openxmlformats.org/officeDocument/2006/relationships/oleObject" Target="../embeddings/oleObject359.bin"/><Relationship Id="rId19" Type="http://schemas.openxmlformats.org/officeDocument/2006/relationships/image" Target="../media/image329.wmf"/><Relationship Id="rId4" Type="http://schemas.openxmlformats.org/officeDocument/2006/relationships/oleObject" Target="../embeddings/oleObject356.bin"/><Relationship Id="rId9" Type="http://schemas.openxmlformats.org/officeDocument/2006/relationships/image" Target="../media/image324.wmf"/><Relationship Id="rId14" Type="http://schemas.openxmlformats.org/officeDocument/2006/relationships/oleObject" Target="../embeddings/oleObject361.bin"/><Relationship Id="rId22" Type="http://schemas.openxmlformats.org/officeDocument/2006/relationships/oleObject" Target="../embeddings/oleObject365.bin"/><Relationship Id="rId27" Type="http://schemas.openxmlformats.org/officeDocument/2006/relationships/image" Target="../media/image333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oleObject" Target="../embeddings/oleObject373.bin"/><Relationship Id="rId18" Type="http://schemas.openxmlformats.org/officeDocument/2006/relationships/image" Target="../media/image341.wmf"/><Relationship Id="rId3" Type="http://schemas.openxmlformats.org/officeDocument/2006/relationships/oleObject" Target="../embeddings/oleObject368.bin"/><Relationship Id="rId7" Type="http://schemas.openxmlformats.org/officeDocument/2006/relationships/oleObject" Target="../embeddings/oleObject370.bin"/><Relationship Id="rId12" Type="http://schemas.openxmlformats.org/officeDocument/2006/relationships/image" Target="../media/image338.wmf"/><Relationship Id="rId17" Type="http://schemas.openxmlformats.org/officeDocument/2006/relationships/oleObject" Target="../embeddings/oleObject3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0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35.wmf"/><Relationship Id="rId11" Type="http://schemas.openxmlformats.org/officeDocument/2006/relationships/oleObject" Target="../embeddings/oleObject372.bin"/><Relationship Id="rId5" Type="http://schemas.openxmlformats.org/officeDocument/2006/relationships/oleObject" Target="../embeddings/oleObject369.bin"/><Relationship Id="rId15" Type="http://schemas.openxmlformats.org/officeDocument/2006/relationships/oleObject" Target="../embeddings/oleObject374.bin"/><Relationship Id="rId10" Type="http://schemas.openxmlformats.org/officeDocument/2006/relationships/image" Target="../media/image337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71.bin"/><Relationship Id="rId14" Type="http://schemas.openxmlformats.org/officeDocument/2006/relationships/image" Target="../media/image33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13" Type="http://schemas.openxmlformats.org/officeDocument/2006/relationships/oleObject" Target="../embeddings/oleObject381.bin"/><Relationship Id="rId18" Type="http://schemas.openxmlformats.org/officeDocument/2006/relationships/image" Target="../media/image349.wmf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78.bin"/><Relationship Id="rId12" Type="http://schemas.openxmlformats.org/officeDocument/2006/relationships/image" Target="../media/image346.wmf"/><Relationship Id="rId17" Type="http://schemas.openxmlformats.org/officeDocument/2006/relationships/oleObject" Target="../embeddings/oleObject3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8.wmf"/><Relationship Id="rId20" Type="http://schemas.openxmlformats.org/officeDocument/2006/relationships/image" Target="../media/image350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43.wmf"/><Relationship Id="rId11" Type="http://schemas.openxmlformats.org/officeDocument/2006/relationships/oleObject" Target="../embeddings/oleObject380.bin"/><Relationship Id="rId5" Type="http://schemas.openxmlformats.org/officeDocument/2006/relationships/oleObject" Target="../embeddings/oleObject377.bin"/><Relationship Id="rId15" Type="http://schemas.openxmlformats.org/officeDocument/2006/relationships/oleObject" Target="../embeddings/oleObject382.bin"/><Relationship Id="rId10" Type="http://schemas.openxmlformats.org/officeDocument/2006/relationships/image" Target="../media/image345.wmf"/><Relationship Id="rId19" Type="http://schemas.openxmlformats.org/officeDocument/2006/relationships/oleObject" Target="../embeddings/oleObject384.bin"/><Relationship Id="rId4" Type="http://schemas.openxmlformats.org/officeDocument/2006/relationships/image" Target="../media/image342.wmf"/><Relationship Id="rId9" Type="http://schemas.openxmlformats.org/officeDocument/2006/relationships/oleObject" Target="../embeddings/oleObject379.bin"/><Relationship Id="rId14" Type="http://schemas.openxmlformats.org/officeDocument/2006/relationships/image" Target="../media/image347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13" Type="http://schemas.openxmlformats.org/officeDocument/2006/relationships/oleObject" Target="../embeddings/oleObject390.bin"/><Relationship Id="rId18" Type="http://schemas.openxmlformats.org/officeDocument/2006/relationships/image" Target="../media/image358.wmf"/><Relationship Id="rId3" Type="http://schemas.openxmlformats.org/officeDocument/2006/relationships/oleObject" Target="../embeddings/oleObject385.bin"/><Relationship Id="rId21" Type="http://schemas.openxmlformats.org/officeDocument/2006/relationships/oleObject" Target="../embeddings/oleObject394.bin"/><Relationship Id="rId7" Type="http://schemas.openxmlformats.org/officeDocument/2006/relationships/oleObject" Target="../embeddings/oleObject387.bin"/><Relationship Id="rId12" Type="http://schemas.openxmlformats.org/officeDocument/2006/relationships/image" Target="../media/image355.wmf"/><Relationship Id="rId17" Type="http://schemas.openxmlformats.org/officeDocument/2006/relationships/oleObject" Target="../embeddings/oleObject3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7.wmf"/><Relationship Id="rId20" Type="http://schemas.openxmlformats.org/officeDocument/2006/relationships/image" Target="../media/image359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389.bin"/><Relationship Id="rId5" Type="http://schemas.openxmlformats.org/officeDocument/2006/relationships/oleObject" Target="../embeddings/oleObject386.bin"/><Relationship Id="rId15" Type="http://schemas.openxmlformats.org/officeDocument/2006/relationships/oleObject" Target="../embeddings/oleObject391.bin"/><Relationship Id="rId10" Type="http://schemas.openxmlformats.org/officeDocument/2006/relationships/image" Target="../media/image354.wmf"/><Relationship Id="rId19" Type="http://schemas.openxmlformats.org/officeDocument/2006/relationships/oleObject" Target="../embeddings/oleObject393.bin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388.bin"/><Relationship Id="rId14" Type="http://schemas.openxmlformats.org/officeDocument/2006/relationships/image" Target="../media/image356.wmf"/><Relationship Id="rId22" Type="http://schemas.openxmlformats.org/officeDocument/2006/relationships/image" Target="../media/image360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wmf"/><Relationship Id="rId13" Type="http://schemas.openxmlformats.org/officeDocument/2006/relationships/oleObject" Target="../embeddings/oleObject397.bin"/><Relationship Id="rId3" Type="http://schemas.openxmlformats.org/officeDocument/2006/relationships/oleObject" Target="../embeddings/oleObject395.bin"/><Relationship Id="rId7" Type="http://schemas.openxmlformats.org/officeDocument/2006/relationships/oleObject" Target="../embeddings/oleObject371.bin"/><Relationship Id="rId12" Type="http://schemas.openxmlformats.org/officeDocument/2006/relationships/image" Target="../media/image33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4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36.wmf"/><Relationship Id="rId11" Type="http://schemas.openxmlformats.org/officeDocument/2006/relationships/oleObject" Target="../embeddings/oleObject373.bin"/><Relationship Id="rId5" Type="http://schemas.openxmlformats.org/officeDocument/2006/relationships/oleObject" Target="../embeddings/oleObject370.bin"/><Relationship Id="rId15" Type="http://schemas.openxmlformats.org/officeDocument/2006/relationships/oleObject" Target="../embeddings/oleObject398.bin"/><Relationship Id="rId10" Type="http://schemas.openxmlformats.org/officeDocument/2006/relationships/image" Target="../media/image362.wmf"/><Relationship Id="rId4" Type="http://schemas.openxmlformats.org/officeDocument/2006/relationships/image" Target="../media/image361.wmf"/><Relationship Id="rId9" Type="http://schemas.openxmlformats.org/officeDocument/2006/relationships/oleObject" Target="../embeddings/oleObject396.bin"/><Relationship Id="rId14" Type="http://schemas.openxmlformats.org/officeDocument/2006/relationships/image" Target="../media/image363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059582"/>
            <a:ext cx="7772400" cy="1102519"/>
          </a:xfrm>
        </p:spPr>
        <p:txBody>
          <a:bodyPr/>
          <a:lstStyle/>
          <a:p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函数与极限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547664" y="2427734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第七节  函数的连续性与间断点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0C7047-E459-4985-A12A-60B51120C5B3}"/>
              </a:ext>
            </a:extLst>
          </p:cNvPr>
          <p:cNvSpPr txBox="1"/>
          <p:nvPr/>
        </p:nvSpPr>
        <p:spPr>
          <a:xfrm>
            <a:off x="2711771" y="3511351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郭晓峰</a:t>
            </a:r>
          </a:p>
        </p:txBody>
      </p:sp>
    </p:spTree>
    <p:extLst>
      <p:ext uri="{BB962C8B-B14F-4D97-AF65-F5344CB8AC3E}">
        <p14:creationId xmlns:p14="http://schemas.microsoft.com/office/powerpoint/2010/main" val="3251186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553E1F26-2F5A-4FF8-AF08-8F975A567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26752"/>
            <a:ext cx="3096344" cy="40899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83BBF1F-7A77-4128-B52C-7691CBD1CA42}"/>
              </a:ext>
            </a:extLst>
          </p:cNvPr>
          <p:cNvSpPr txBox="1"/>
          <p:nvPr/>
        </p:nvSpPr>
        <p:spPr>
          <a:xfrm>
            <a:off x="6372200" y="915565"/>
            <a:ext cx="861774" cy="33123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温故而知新</a:t>
            </a:r>
          </a:p>
        </p:txBody>
      </p:sp>
    </p:spTree>
    <p:extLst>
      <p:ext uri="{BB962C8B-B14F-4D97-AF65-F5344CB8AC3E}">
        <p14:creationId xmlns:p14="http://schemas.microsoft.com/office/powerpoint/2010/main" val="191826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547DD4-73D1-4790-ACA2-AD24A77BF2E6}"/>
              </a:ext>
            </a:extLst>
          </p:cNvPr>
          <p:cNvSpPr/>
          <p:nvPr/>
        </p:nvSpPr>
        <p:spPr>
          <a:xfrm>
            <a:off x="755576" y="53454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练习题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C05C40-0311-4DA8-95B4-52C9102C90A9}"/>
              </a:ext>
            </a:extLst>
          </p:cNvPr>
          <p:cNvSpPr txBox="1"/>
          <p:nvPr/>
        </p:nvSpPr>
        <p:spPr>
          <a:xfrm>
            <a:off x="722905" y="684342"/>
            <a:ext cx="1506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求极限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7BF7E64E-FD7A-4602-B8C0-AE804D99D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75688"/>
              </p:ext>
            </p:extLst>
          </p:nvPr>
        </p:nvGraphicFramePr>
        <p:xfrm>
          <a:off x="2162681" y="546706"/>
          <a:ext cx="283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28" name="Equation" r:id="rId3" imgW="2831760" imgH="736560" progId="Equation.DSMT4">
                  <p:embed/>
                </p:oleObj>
              </mc:Choice>
              <mc:Fallback>
                <p:oleObj name="Equation" r:id="rId3" imgW="2831760" imgH="73656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7BF7E64E-FD7A-4602-B8C0-AE804D99D9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681" y="546706"/>
                        <a:ext cx="2832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4543EC4-7D1E-46B5-98D1-322EA5611E15}"/>
              </a:ext>
            </a:extLst>
          </p:cNvPr>
          <p:cNvSpPr/>
          <p:nvPr/>
        </p:nvSpPr>
        <p:spPr>
          <a:xfrm>
            <a:off x="755576" y="160399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B88C9166-3457-42C3-A80A-A18D88FC076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52538" y="1465263"/>
          <a:ext cx="278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29" name="Equation" r:id="rId5" imgW="2781000" imgH="736560" progId="Equation.DSMT4">
                  <p:embed/>
                </p:oleObj>
              </mc:Choice>
              <mc:Fallback>
                <p:oleObj name="Equation" r:id="rId5" imgW="2781000" imgH="7365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B88C9166-3457-42C3-A80A-A18D88FC0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1465263"/>
                        <a:ext cx="2781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65A2AC7F-0E77-4EAB-8C31-51E6B6421BF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14591" y="1000746"/>
          <a:ext cx="28956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30" name="Equation" r:id="rId7" imgW="2895480" imgH="1206360" progId="Equation.DSMT4">
                  <p:embed/>
                </p:oleObj>
              </mc:Choice>
              <mc:Fallback>
                <p:oleObj name="Equation" r:id="rId7" imgW="2895480" imgH="12063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65A2AC7F-0E77-4EAB-8C31-51E6B6421B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4591" y="1000746"/>
                        <a:ext cx="2895600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FFBDCD4-223A-43AC-8579-9C243944A3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566270"/>
              </p:ext>
            </p:extLst>
          </p:nvPr>
        </p:nvGraphicFramePr>
        <p:xfrm>
          <a:off x="4004791" y="1465232"/>
          <a:ext cx="220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31" name="Equation" r:id="rId9" imgW="2209680" imgH="736560" progId="Equation.DSMT4">
                  <p:embed/>
                </p:oleObj>
              </mc:Choice>
              <mc:Fallback>
                <p:oleObj name="Equation" r:id="rId9" imgW="220968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FFBDCD4-223A-43AC-8579-9C243944A3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04791" y="1465232"/>
                        <a:ext cx="2209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7CD99C86-3738-48A3-AE30-B9A4E4CCDC1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52500" y="2386013"/>
          <a:ext cx="32766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32" name="Equation" r:id="rId11" imgW="3276360" imgH="1650960" progId="Equation.DSMT4">
                  <p:embed/>
                </p:oleObj>
              </mc:Choice>
              <mc:Fallback>
                <p:oleObj name="Equation" r:id="rId11" imgW="3276360" imgH="16509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7CD99C86-3738-48A3-AE30-B9A4E4CCDC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386013"/>
                        <a:ext cx="327660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57999635-C969-40DD-87D8-838F7960E08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40213" y="2500313"/>
          <a:ext cx="2222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33" name="Equation" r:id="rId13" imgW="2222280" imgH="1079280" progId="Equation.DSMT4">
                  <p:embed/>
                </p:oleObj>
              </mc:Choice>
              <mc:Fallback>
                <p:oleObj name="Equation" r:id="rId13" imgW="2222280" imgH="107928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57999635-C969-40DD-87D8-838F7960E0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2500313"/>
                        <a:ext cx="22225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71BBCDCC-D5CE-4EB5-AC50-9E208D1B37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163607"/>
              </p:ext>
            </p:extLst>
          </p:nvPr>
        </p:nvGraphicFramePr>
        <p:xfrm>
          <a:off x="4226127" y="3961780"/>
          <a:ext cx="344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34" name="Equation" r:id="rId15" imgW="3441600" imgH="736560" progId="Equation.DSMT4">
                  <p:embed/>
                </p:oleObj>
              </mc:Choice>
              <mc:Fallback>
                <p:oleObj name="Equation" r:id="rId15" imgW="3441600" imgH="73656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71BBCDCC-D5CE-4EB5-AC50-9E208D1B37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6127" y="3961780"/>
                        <a:ext cx="3441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05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34323820-5D40-4A9C-8223-2A7C4516D47F}"/>
              </a:ext>
            </a:extLst>
          </p:cNvPr>
          <p:cNvGrpSpPr/>
          <p:nvPr/>
        </p:nvGrpSpPr>
        <p:grpSpPr>
          <a:xfrm>
            <a:off x="899592" y="383243"/>
            <a:ext cx="7920881" cy="787400"/>
            <a:chOff x="611559" y="346050"/>
            <a:chExt cx="7920881" cy="78740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871A316-8AAF-4401-B2B5-E9F602AB6220}"/>
                </a:ext>
              </a:extLst>
            </p:cNvPr>
            <p:cNvSpPr txBox="1"/>
            <p:nvPr/>
          </p:nvSpPr>
          <p:spPr>
            <a:xfrm>
              <a:off x="611559" y="483518"/>
              <a:ext cx="79208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2.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            计算            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E313121-4BE3-4FF1-B8AC-59AA4846085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85279" y="346050"/>
            <a:ext cx="1739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86" name="Equation" r:id="rId3" imgW="1739880" imgH="787320" progId="Equation.DSMT4">
                    <p:embed/>
                  </p:oleObj>
                </mc:Choice>
                <mc:Fallback>
                  <p:oleObj name="Equation" r:id="rId3" imgW="1739880" imgH="7873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BE313121-4BE3-4FF1-B8AC-59AA4846085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85279" y="346050"/>
                          <a:ext cx="17399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911C673B-70F1-44B5-A2B3-C7331F11EA3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98899" y="346050"/>
            <a:ext cx="1346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87" name="Equation" r:id="rId5" imgW="1346040" imgH="736560" progId="Equation.DSMT4">
                    <p:embed/>
                  </p:oleObj>
                </mc:Choice>
                <mc:Fallback>
                  <p:oleObj name="Equation" r:id="rId5" imgW="1346040" imgH="7365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911C673B-70F1-44B5-A2B3-C7331F11EA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98899" y="346050"/>
                          <a:ext cx="1346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C311F7C-6975-44D2-B808-872BCAC1A75E}"/>
              </a:ext>
            </a:extLst>
          </p:cNvPr>
          <p:cNvSpPr/>
          <p:nvPr/>
        </p:nvSpPr>
        <p:spPr>
          <a:xfrm>
            <a:off x="837287" y="132960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70F0169-514F-4369-A09B-C35B12C7E605}"/>
              </a:ext>
            </a:extLst>
          </p:cNvPr>
          <p:cNvGrpSpPr/>
          <p:nvPr/>
        </p:nvGrpSpPr>
        <p:grpSpPr>
          <a:xfrm>
            <a:off x="1212255" y="1196662"/>
            <a:ext cx="5664001" cy="787400"/>
            <a:chOff x="1313635" y="1209882"/>
            <a:chExt cx="5664001" cy="7874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83858C4-7B64-4CA8-9943-9DFCDE23FC13}"/>
                </a:ext>
              </a:extLst>
            </p:cNvPr>
            <p:cNvSpPr/>
            <p:nvPr/>
          </p:nvSpPr>
          <p:spPr>
            <a:xfrm>
              <a:off x="1313635" y="1342942"/>
              <a:ext cx="56640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因为             且分子       从而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78C0391-B813-4F89-B926-EE6B474E514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08783" y="1209882"/>
            <a:ext cx="1739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88" name="Equation" r:id="rId7" imgW="1739880" imgH="787320" progId="Equation.DSMT4">
                    <p:embed/>
                  </p:oleObj>
                </mc:Choice>
                <mc:Fallback>
                  <p:oleObj name="Equation" r:id="rId7" imgW="1739880" imgH="787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78C0391-B813-4F89-B926-EE6B474E514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08783" y="1209882"/>
                          <a:ext cx="17399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80D2CDE-66B2-4C1E-AD9D-01BBB66128B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78979" y="1465480"/>
            <a:ext cx="838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89" name="Equation" r:id="rId9" imgW="838080" imgH="330120" progId="Equation.DSMT4">
                    <p:embed/>
                  </p:oleObj>
                </mc:Choice>
                <mc:Fallback>
                  <p:oleObj name="Equation" r:id="rId9" imgW="838080" imgH="3301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880D2CDE-66B2-4C1E-AD9D-01BBB66128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78979" y="1465480"/>
                          <a:ext cx="838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783752-3538-437D-A086-AF7A1DEB284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00014" y="2103732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90" name="Equation" r:id="rId11" imgW="1739880" imgH="482400" progId="Equation.DSMT4">
                  <p:embed/>
                </p:oleObj>
              </mc:Choice>
              <mc:Fallback>
                <p:oleObj name="Equation" r:id="rId11" imgW="173988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B783752-3538-437D-A086-AF7A1DEB28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00014" y="2103732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BA7C1259-906E-442D-BA86-4D163193F4FE}"/>
              </a:ext>
            </a:extLst>
          </p:cNvPr>
          <p:cNvGrpSpPr/>
          <p:nvPr/>
        </p:nvGrpSpPr>
        <p:grpSpPr>
          <a:xfrm>
            <a:off x="829176" y="2788096"/>
            <a:ext cx="3540788" cy="461665"/>
            <a:chOff x="383140" y="2825672"/>
            <a:chExt cx="3540788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B4DE63-2B35-4C84-976E-61404B7F008D}"/>
                </a:ext>
              </a:extLst>
            </p:cNvPr>
            <p:cNvSpPr/>
            <p:nvPr/>
          </p:nvSpPr>
          <p:spPr>
            <a:xfrm>
              <a:off x="383140" y="2825672"/>
              <a:ext cx="35407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故      时，          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1B910FF-ED2F-49F3-9C06-1D0FD1DCD94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39926" y="2909493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91" name="Equation" r:id="rId13" imgW="774360" imgH="279360" progId="Equation.DSMT4">
                    <p:embed/>
                  </p:oleObj>
                </mc:Choice>
                <mc:Fallback>
                  <p:oleObj name="Equation" r:id="rId13" imgW="774360" imgH="2793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A1B910FF-ED2F-49F3-9C06-1D0FD1DCD94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39926" y="2909493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3F178DA-E74B-4521-A8CC-4A0B2C53FCC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69308" y="2899599"/>
            <a:ext cx="1320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92" name="Equation" r:id="rId15" imgW="1320480" imgH="342720" progId="Equation.DSMT4">
                    <p:embed/>
                  </p:oleObj>
                </mc:Choice>
                <mc:Fallback>
                  <p:oleObj name="Equation" r:id="rId15" imgW="13204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23F178DA-E74B-4521-A8CC-4A0B2C53FCC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69308" y="2899599"/>
                          <a:ext cx="1320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7BA6C59-5AEA-45C5-8DB0-441ED8835C63}"/>
              </a:ext>
            </a:extLst>
          </p:cNvPr>
          <p:cNvGrpSpPr/>
          <p:nvPr/>
        </p:nvGrpSpPr>
        <p:grpSpPr>
          <a:xfrm>
            <a:off x="4116327" y="2641803"/>
            <a:ext cx="3383104" cy="723900"/>
            <a:chOff x="3760699" y="2700029"/>
            <a:chExt cx="3383104" cy="7239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B5ACBA1-723C-4391-9990-9A2EE853E181}"/>
                </a:ext>
              </a:extLst>
            </p:cNvPr>
            <p:cNvSpPr/>
            <p:nvPr/>
          </p:nvSpPr>
          <p:spPr>
            <a:xfrm>
              <a:off x="3760699" y="2839011"/>
              <a:ext cx="23278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从而      时，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02D0790-368E-418E-8A29-6DBFEC4CAAA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60715" y="2909989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93" name="Equation" r:id="rId17" imgW="774360" imgH="279360" progId="Equation.DSMT4">
                    <p:embed/>
                  </p:oleObj>
                </mc:Choice>
                <mc:Fallback>
                  <p:oleObj name="Equation" r:id="rId17" imgW="774360" imgH="27936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002D0790-368E-418E-8A29-6DBFEC4CAA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60715" y="2909989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9831CCB3-361C-453A-8833-858272F45BD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772203" y="2700029"/>
            <a:ext cx="1371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94" name="Equation" r:id="rId18" imgW="1371600" imgH="723600" progId="Equation.DSMT4">
                    <p:embed/>
                  </p:oleObj>
                </mc:Choice>
                <mc:Fallback>
                  <p:oleObj name="Equation" r:id="rId18" imgW="1371600" imgH="7236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9831CCB3-361C-453A-8833-858272F45B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772203" y="2700029"/>
                          <a:ext cx="13716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7F68463D-2186-4EEC-9FEF-4AC9BCBA12C7}"/>
              </a:ext>
            </a:extLst>
          </p:cNvPr>
          <p:cNvSpPr/>
          <p:nvPr/>
        </p:nvSpPr>
        <p:spPr>
          <a:xfrm>
            <a:off x="953061" y="3943560"/>
            <a:ext cx="3540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所以       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FA539E5-CF42-4763-816E-5CFCB3F907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87612" y="3806092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95" name="Equation" r:id="rId20" imgW="1511280" imgH="736560" progId="Equation.DSMT4">
                  <p:embed/>
                </p:oleObj>
              </mc:Choice>
              <mc:Fallback>
                <p:oleObj name="Equation" r:id="rId20" imgW="1511280" imgH="7365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FA539E5-CF42-4763-816E-5CFCB3F907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87612" y="3806092"/>
                        <a:ext cx="1511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52DFB34-24E6-43A5-967E-EC7F95CF897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13212" y="3451525"/>
          <a:ext cx="1308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96" name="Equation" r:id="rId22" imgW="1307880" imgH="1079280" progId="Equation.DSMT4">
                  <p:embed/>
                </p:oleObj>
              </mc:Choice>
              <mc:Fallback>
                <p:oleObj name="Equation" r:id="rId22" imgW="1307880" imgH="10792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52DFB34-24E6-43A5-967E-EC7F95CF8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13212" y="3451525"/>
                        <a:ext cx="13081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657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678E6D0-495C-43B3-8495-A3CD6CA26503}"/>
              </a:ext>
            </a:extLst>
          </p:cNvPr>
          <p:cNvGrpSpPr/>
          <p:nvPr/>
        </p:nvGrpSpPr>
        <p:grpSpPr>
          <a:xfrm>
            <a:off x="558353" y="267494"/>
            <a:ext cx="8027293" cy="609600"/>
            <a:chOff x="899592" y="372776"/>
            <a:chExt cx="8027293" cy="60960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867FBD5-135C-403C-9637-8880C1180710}"/>
                </a:ext>
              </a:extLst>
            </p:cNvPr>
            <p:cNvSpPr txBox="1"/>
            <p:nvPr/>
          </p:nvSpPr>
          <p:spPr>
            <a:xfrm>
              <a:off x="899592" y="520711"/>
              <a:ext cx="79208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3.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已知     时，          与       为等价无穷小，求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2F19A45-9983-46A5-9BD6-7481E361FFD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07704" y="611843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921" name="Equation" r:id="rId3" imgW="774360" imgH="279360" progId="Equation.DSMT4">
                    <p:embed/>
                  </p:oleObj>
                </mc:Choice>
                <mc:Fallback>
                  <p:oleObj name="Equation" r:id="rId3" imgW="774360" imgH="2793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C2F19A45-9983-46A5-9BD6-7481E361FFD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07704" y="611843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05C011F-0727-4B4F-BEF9-889BD106403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03848" y="372776"/>
            <a:ext cx="15494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922" name="Equation" r:id="rId5" imgW="1549080" imgH="609480" progId="Equation.DSMT4">
                    <p:embed/>
                  </p:oleObj>
                </mc:Choice>
                <mc:Fallback>
                  <p:oleObj name="Equation" r:id="rId5" imgW="1549080" imgH="6094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205C011F-0727-4B4F-BEF9-889BD10640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03848" y="372776"/>
                          <a:ext cx="15494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C6E84CE-D863-46AA-A32F-803D898B32F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220072" y="629559"/>
            <a:ext cx="990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923" name="Equation" r:id="rId7" imgW="990360" imgH="279360" progId="Equation.DSMT4">
                    <p:embed/>
                  </p:oleObj>
                </mc:Choice>
                <mc:Fallback>
                  <p:oleObj name="Equation" r:id="rId7" imgW="990360" imgH="2793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0C6E84CE-D863-46AA-A32F-803D898B32F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20072" y="629559"/>
                          <a:ext cx="990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10E405A-1152-4406-980E-0B42312BABF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672885" y="667659"/>
            <a:ext cx="2540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924" name="Equation" r:id="rId9" imgW="253800" imgH="203040" progId="Equation.DSMT4">
                    <p:embed/>
                  </p:oleObj>
                </mc:Choice>
                <mc:Fallback>
                  <p:oleObj name="Equation" r:id="rId9" imgW="253800" imgH="2030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10E405A-1152-4406-980E-0B42312BABF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672885" y="667659"/>
                          <a:ext cx="2540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4D134FD-3046-4DB2-A827-63A11DF31EE7}"/>
              </a:ext>
            </a:extLst>
          </p:cNvPr>
          <p:cNvSpPr/>
          <p:nvPr/>
        </p:nvSpPr>
        <p:spPr>
          <a:xfrm>
            <a:off x="747350" y="133667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C518A5C-988F-4B8F-9617-BEF074AEE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699576"/>
              </p:ext>
            </p:extLst>
          </p:nvPr>
        </p:nvGraphicFramePr>
        <p:xfrm>
          <a:off x="2646585" y="1173807"/>
          <a:ext cx="2565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25" name="Equation" r:id="rId11" imgW="2565360" imgH="787320" progId="Equation.DSMT4">
                  <p:embed/>
                </p:oleObj>
              </mc:Choice>
              <mc:Fallback>
                <p:oleObj name="Equation" r:id="rId11" imgW="256536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C518A5C-988F-4B8F-9617-BEF074AEE2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46585" y="1173807"/>
                        <a:ext cx="2565400" cy="787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5A71882-7CD4-49BA-A7FF-5F4A247C0C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40032"/>
              </p:ext>
            </p:extLst>
          </p:nvPr>
        </p:nvGraphicFramePr>
        <p:xfrm>
          <a:off x="5814937" y="1205557"/>
          <a:ext cx="189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26" name="Equation" r:id="rId13" imgW="1892160" imgH="723600" progId="Equation.DSMT4">
                  <p:embed/>
                </p:oleObj>
              </mc:Choice>
              <mc:Fallback>
                <p:oleObj name="Equation" r:id="rId13" imgW="189216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5A71882-7CD4-49BA-A7FF-5F4A247C0C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14937" y="1205557"/>
                        <a:ext cx="18923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70EB0E35-051D-4C76-BC1B-3D3CC8BCE1AF}"/>
              </a:ext>
            </a:extLst>
          </p:cNvPr>
          <p:cNvGrpSpPr/>
          <p:nvPr/>
        </p:nvGrpSpPr>
        <p:grpSpPr>
          <a:xfrm>
            <a:off x="1396181" y="1372418"/>
            <a:ext cx="1485887" cy="461665"/>
            <a:chOff x="1449388" y="1588442"/>
            <a:chExt cx="1485887" cy="461665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3F0F975-5EE3-4ED2-8CEF-2415703B821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49388" y="1679575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927" name="Equation" r:id="rId15" imgW="774360" imgH="279360" progId="Equation.DSMT4">
                    <p:embed/>
                  </p:oleObj>
                </mc:Choice>
                <mc:Fallback>
                  <p:oleObj name="Equation" r:id="rId15" imgW="774360" imgH="2793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F3F0F975-5EE3-4ED2-8CEF-2415703B82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49388" y="1679575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F92ACAA-7D78-438C-B13A-E1DFBF1E8C36}"/>
                </a:ext>
              </a:extLst>
            </p:cNvPr>
            <p:cNvSpPr/>
            <p:nvPr/>
          </p:nvSpPr>
          <p:spPr>
            <a:xfrm>
              <a:off x="2131850" y="1588442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时，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D02B6746-2C31-4480-8C81-A6E5D1BCCCF7}"/>
              </a:ext>
            </a:extLst>
          </p:cNvPr>
          <p:cNvSpPr/>
          <p:nvPr/>
        </p:nvSpPr>
        <p:spPr>
          <a:xfrm>
            <a:off x="839683" y="268228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所以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9AAF7B3-D9F6-4A58-9584-4B306EABA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01939"/>
              </p:ext>
            </p:extLst>
          </p:nvPr>
        </p:nvGraphicFramePr>
        <p:xfrm>
          <a:off x="1997843" y="2262064"/>
          <a:ext cx="2032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28" name="Equation" r:id="rId17" imgW="2031840" imgH="977760" progId="Equation.DSMT4">
                  <p:embed/>
                </p:oleObj>
              </mc:Choice>
              <mc:Fallback>
                <p:oleObj name="Equation" r:id="rId17" imgW="2031840" imgH="9777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9AAF7B3-D9F6-4A58-9584-4B306EABA5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97843" y="2262064"/>
                        <a:ext cx="2032000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85E9989-FE5D-4B7C-A682-3446FA062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113908"/>
              </p:ext>
            </p:extLst>
          </p:nvPr>
        </p:nvGraphicFramePr>
        <p:xfrm>
          <a:off x="4086745" y="2149849"/>
          <a:ext cx="13970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29" name="Equation" r:id="rId19" imgW="1396800" imgH="1447560" progId="Equation.DSMT4">
                  <p:embed/>
                </p:oleObj>
              </mc:Choice>
              <mc:Fallback>
                <p:oleObj name="Equation" r:id="rId19" imgW="1396800" imgH="1447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885E9989-FE5D-4B7C-A682-3446FA062B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86745" y="2149849"/>
                        <a:ext cx="13970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73686DB-43F1-4C17-852F-B610D88B0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536740"/>
              </p:ext>
            </p:extLst>
          </p:nvPr>
        </p:nvGraphicFramePr>
        <p:xfrm>
          <a:off x="5477454" y="2500189"/>
          <a:ext cx="114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30" name="Equation" r:id="rId21" imgW="1143000" imgH="736560" progId="Equation.DSMT4">
                  <p:embed/>
                </p:oleObj>
              </mc:Choice>
              <mc:Fallback>
                <p:oleObj name="Equation" r:id="rId21" imgW="1143000" imgH="7365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73686DB-43F1-4C17-852F-B610D88B06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77454" y="2500189"/>
                        <a:ext cx="1143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EFD9F024-42DB-4FDE-A607-492DD470822F}"/>
              </a:ext>
            </a:extLst>
          </p:cNvPr>
          <p:cNvSpPr/>
          <p:nvPr/>
        </p:nvSpPr>
        <p:spPr>
          <a:xfrm>
            <a:off x="808798" y="355382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故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4C5961C-8FBA-4708-B74D-B959903B54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567580"/>
              </p:ext>
            </p:extLst>
          </p:nvPr>
        </p:nvGraphicFramePr>
        <p:xfrm>
          <a:off x="1604143" y="3446324"/>
          <a:ext cx="78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31" name="Equation" r:id="rId23" imgW="787320" imgH="723600" progId="Equation.DSMT4">
                  <p:embed/>
                </p:oleObj>
              </mc:Choice>
              <mc:Fallback>
                <p:oleObj name="Equation" r:id="rId23" imgW="787320" imgH="723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4C5961C-8FBA-4708-B74D-B959903B54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604143" y="3446324"/>
                        <a:ext cx="787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13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3AB65BB0-4890-4956-A4B1-9F74DBAA71DD}"/>
              </a:ext>
            </a:extLst>
          </p:cNvPr>
          <p:cNvGrpSpPr/>
          <p:nvPr/>
        </p:nvGrpSpPr>
        <p:grpSpPr>
          <a:xfrm>
            <a:off x="827584" y="418058"/>
            <a:ext cx="3094475" cy="736600"/>
            <a:chOff x="641704" y="411510"/>
            <a:chExt cx="3094475" cy="73660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CC5A864-5B2A-4660-AE9D-B97B9A8F380A}"/>
                </a:ext>
              </a:extLst>
            </p:cNvPr>
            <p:cNvSpPr txBox="1"/>
            <p:nvPr/>
          </p:nvSpPr>
          <p:spPr>
            <a:xfrm>
              <a:off x="641704" y="555526"/>
              <a:ext cx="15062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4.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求极限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2FA23164-ED0B-4572-B90D-0AFA442DC92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96279" y="411510"/>
            <a:ext cx="1739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86" name="Equation" r:id="rId3" imgW="1739880" imgH="736560" progId="Equation.DSMT4">
                    <p:embed/>
                  </p:oleObj>
                </mc:Choice>
                <mc:Fallback>
                  <p:oleObj name="Equation" r:id="rId3" imgW="1739880" imgH="736560" progId="Equation.DSMT4">
                    <p:embed/>
                    <p:pic>
                      <p:nvPicPr>
                        <p:cNvPr id="3" name="Object 24">
                          <a:extLst>
                            <a:ext uri="{FF2B5EF4-FFF2-40B4-BE49-F238E27FC236}">
                              <a16:creationId xmlns:a16="http://schemas.microsoft.com/office/drawing/2014/main" id="{2FA23164-ED0B-4572-B90D-0AFA442DC9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6279" y="411510"/>
                          <a:ext cx="1739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146D8E-ABAE-4CD3-91B2-F62E8B7948F7}"/>
              </a:ext>
            </a:extLst>
          </p:cNvPr>
          <p:cNvGrpSpPr/>
          <p:nvPr/>
        </p:nvGrpSpPr>
        <p:grpSpPr>
          <a:xfrm>
            <a:off x="4538319" y="555526"/>
            <a:ext cx="3476452" cy="461665"/>
            <a:chOff x="4538319" y="555526"/>
            <a:chExt cx="3476452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1AB92B8-20DA-4EE2-84B4-037BBDBE709A}"/>
                </a:ext>
              </a:extLst>
            </p:cNvPr>
            <p:cNvSpPr txBox="1"/>
            <p:nvPr/>
          </p:nvSpPr>
          <p:spPr>
            <a:xfrm>
              <a:off x="4538319" y="555526"/>
              <a:ext cx="34764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幂指函数，  未定式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93AF311-5580-4B7C-A318-266E5EC92E0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273457" y="607071"/>
            <a:ext cx="3048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87" name="Equation" r:id="rId5" imgW="304560" imgH="368280" progId="Equation.DSMT4">
                    <p:embed/>
                  </p:oleObj>
                </mc:Choice>
                <mc:Fallback>
                  <p:oleObj name="Equation" r:id="rId5" imgW="304560" imgH="3682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93AF311-5580-4B7C-A318-266E5EC92E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273457" y="607071"/>
                          <a:ext cx="3048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6B1D8BF3-1F2A-456B-B336-00547385198E}"/>
              </a:ext>
            </a:extLst>
          </p:cNvPr>
          <p:cNvSpPr/>
          <p:nvPr/>
        </p:nvSpPr>
        <p:spPr>
          <a:xfrm>
            <a:off x="827584" y="1419622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DE4A1320-05F9-4342-B033-0084C5B5219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19250" y="1204913"/>
          <a:ext cx="166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8" name="Equation" r:id="rId7" imgW="1663560" imgH="736560" progId="Equation.DSMT4">
                  <p:embed/>
                </p:oleObj>
              </mc:Choice>
              <mc:Fallback>
                <p:oleObj name="Equation" r:id="rId7" imgW="1663560" imgH="7365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DE4A1320-05F9-4342-B033-0084C5B521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204913"/>
                        <a:ext cx="1663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6419C74-3748-47EA-821B-53D0DCE1121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03648" y="2070735"/>
          <a:ext cx="45847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9" name="Equation" r:id="rId9" imgW="4584600" imgH="1218960" progId="Equation.DSMT4">
                  <p:embed/>
                </p:oleObj>
              </mc:Choice>
              <mc:Fallback>
                <p:oleObj name="Equation" r:id="rId9" imgW="4584600" imgH="12189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6419C74-3748-47EA-821B-53D0DCE112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3648" y="2070735"/>
                        <a:ext cx="45847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D700C7C-0541-41CA-800A-CD7A3518C61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03648" y="3560345"/>
          <a:ext cx="2679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0" name="Equation" r:id="rId11" imgW="2679480" imgH="799920" progId="Equation.DSMT4">
                  <p:embed/>
                </p:oleObj>
              </mc:Choice>
              <mc:Fallback>
                <p:oleObj name="Equation" r:id="rId11" imgW="2679480" imgH="7999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D700C7C-0541-41CA-800A-CD7A3518C6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648" y="3560345"/>
                        <a:ext cx="2679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0FAC54-6C8E-45EC-9C45-762F9788149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11960" y="3280945"/>
          <a:ext cx="18923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1" name="Equation" r:id="rId13" imgW="1892160" imgH="1079280" progId="Equation.DSMT4">
                  <p:embed/>
                </p:oleObj>
              </mc:Choice>
              <mc:Fallback>
                <p:oleObj name="Equation" r:id="rId13" imgW="1892160" imgH="1079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B0FAC54-6C8E-45EC-9C45-762F978814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11960" y="3280945"/>
                        <a:ext cx="18923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0D17646-7226-49FC-ACDF-D61031B4729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42212" y="3580321"/>
          <a:ext cx="749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2" name="Equation" r:id="rId15" imgW="749160" imgH="545760" progId="Equation.DSMT4">
                  <p:embed/>
                </p:oleObj>
              </mc:Choice>
              <mc:Fallback>
                <p:oleObj name="Equation" r:id="rId15" imgW="749160" imgH="5457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0D17646-7226-49FC-ACDF-D61031B472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42212" y="3580321"/>
                        <a:ext cx="7493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889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7C87FDF-41F5-4554-8028-D27174F33161}"/>
              </a:ext>
            </a:extLst>
          </p:cNvPr>
          <p:cNvGrpSpPr/>
          <p:nvPr/>
        </p:nvGrpSpPr>
        <p:grpSpPr>
          <a:xfrm>
            <a:off x="827584" y="354013"/>
            <a:ext cx="3833316" cy="876300"/>
            <a:chOff x="641704" y="347465"/>
            <a:chExt cx="3833316" cy="8763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8FF4D49-CFDF-4803-9C3D-FF4F429ADFFE}"/>
                </a:ext>
              </a:extLst>
            </p:cNvPr>
            <p:cNvSpPr txBox="1"/>
            <p:nvPr/>
          </p:nvSpPr>
          <p:spPr>
            <a:xfrm>
              <a:off x="641704" y="555526"/>
              <a:ext cx="15062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5.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求极限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7CC3C658-D24A-4739-9AD8-53999A3D6DD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73120" y="347465"/>
            <a:ext cx="25019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74" name="Equation" r:id="rId3" imgW="2501640" imgH="876240" progId="Equation.DSMT4">
                    <p:embed/>
                  </p:oleObj>
                </mc:Choice>
                <mc:Fallback>
                  <p:oleObj name="Equation" r:id="rId3" imgW="2501640" imgH="87624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7CC3C658-D24A-4739-9AD8-53999A3D6D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120" y="347465"/>
                          <a:ext cx="2501900" cy="876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6A3D7C27-1227-454B-98B9-912684BBD8D8}"/>
              </a:ext>
            </a:extLst>
          </p:cNvPr>
          <p:cNvSpPr/>
          <p:nvPr/>
        </p:nvSpPr>
        <p:spPr>
          <a:xfrm>
            <a:off x="827584" y="1574798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65373220-8E83-47A9-908C-1CEC0DE55B1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73200" y="1135905"/>
          <a:ext cx="5511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5" name="Equation" r:id="rId5" imgW="5511600" imgH="1155600" progId="Equation.DSMT4">
                  <p:embed/>
                </p:oleObj>
              </mc:Choice>
              <mc:Fallback>
                <p:oleObj name="Equation" r:id="rId5" imgW="5511600" imgH="115560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65373220-8E83-47A9-908C-1CEC0DE55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1135905"/>
                        <a:ext cx="5511800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56C0427-F914-4FE0-A537-DEE9AA0E404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07064" y="2403771"/>
          <a:ext cx="30226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6" name="Equation" r:id="rId7" imgW="3022560" imgH="1574640" progId="Equation.DSMT4">
                  <p:embed/>
                </p:oleObj>
              </mc:Choice>
              <mc:Fallback>
                <p:oleObj name="Equation" r:id="rId7" imgW="3022560" imgH="1574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56C0427-F914-4FE0-A537-DEE9AA0E4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07064" y="2403771"/>
                        <a:ext cx="3022600" cy="157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8D1C616-101A-49CF-B738-50D2D3E48D4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2951" y="3291830"/>
          <a:ext cx="457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7" name="Equation" r:id="rId9" imgW="457200" imgH="215640" progId="Equation.DSMT4">
                  <p:embed/>
                </p:oleObj>
              </mc:Choice>
              <mc:Fallback>
                <p:oleObj name="Equation" r:id="rId9" imgW="457200" imgH="215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8D1C616-101A-49CF-B738-50D2D3E48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92951" y="3291830"/>
                        <a:ext cx="457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995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3A7F477-4D8D-4C52-9522-0CBF16EC602F}"/>
              </a:ext>
            </a:extLst>
          </p:cNvPr>
          <p:cNvSpPr txBox="1"/>
          <p:nvPr/>
        </p:nvSpPr>
        <p:spPr>
          <a:xfrm>
            <a:off x="812963" y="771550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已知                  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9FDFC5EB-83EF-4449-AA3C-D92BA765FAA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07704" y="267494"/>
          <a:ext cx="2603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0" name="Equation" r:id="rId3" imgW="2603160" imgH="1168200" progId="Equation.DSMT4">
                  <p:embed/>
                </p:oleObj>
              </mc:Choice>
              <mc:Fallback>
                <p:oleObj name="Equation" r:id="rId3" imgW="2603160" imgH="116820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9FDFC5EB-83EF-4449-AA3C-D92BA765F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67494"/>
                        <a:ext cx="26035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538BAF1-952F-49E0-96F8-102C8331284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09045" y="634082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1" name="Equation" r:id="rId5" imgW="1193760" imgH="736560" progId="Equation.DSMT4">
                  <p:embed/>
                </p:oleObj>
              </mc:Choice>
              <mc:Fallback>
                <p:oleObj name="Equation" r:id="rId5" imgW="119376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538BAF1-952F-49E0-96F8-102C83312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9045" y="634082"/>
                        <a:ext cx="119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FD0123F-1486-4441-84F0-830AD0F7D57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04187" y="3136776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2" name="Equation" r:id="rId7" imgW="914400" imgH="306720" progId="Equation.DSMT4">
                  <p:embed/>
                </p:oleObj>
              </mc:Choice>
              <mc:Fallback>
                <p:oleObj name="Equation" r:id="rId7" imgW="914400" imgH="306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FD0123F-1486-4441-84F0-830AD0F7D5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04187" y="3136776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6D08FC4-E127-4507-8F98-EFFD8E46E95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68947" y="2362075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3" name="Equation" r:id="rId9" imgW="1638000" imgH="736560" progId="Equation.DSMT4">
                  <p:embed/>
                </p:oleObj>
              </mc:Choice>
              <mc:Fallback>
                <p:oleObj name="Equation" r:id="rId9" imgW="163800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6D08FC4-E127-4507-8F98-EFFD8E46E9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8947" y="2362075"/>
                        <a:ext cx="163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4982A4F-4DF4-4F4D-B93E-A5E000C6B0C6}"/>
              </a:ext>
            </a:extLst>
          </p:cNvPr>
          <p:cNvSpPr/>
          <p:nvPr/>
        </p:nvSpPr>
        <p:spPr>
          <a:xfrm>
            <a:off x="763091" y="1560263"/>
            <a:ext cx="12480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A2FFD6-6A4A-4335-AE42-82DAC1C5DB67}"/>
              </a:ext>
            </a:extLst>
          </p:cNvPr>
          <p:cNvSpPr/>
          <p:nvPr/>
        </p:nvSpPr>
        <p:spPr>
          <a:xfrm>
            <a:off x="7479251" y="1523552"/>
            <a:ext cx="9548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所以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80B092-884E-46FF-857A-4AE53F542762}"/>
              </a:ext>
            </a:extLst>
          </p:cNvPr>
          <p:cNvSpPr/>
          <p:nvPr/>
        </p:nvSpPr>
        <p:spPr>
          <a:xfrm>
            <a:off x="2492149" y="2499543"/>
            <a:ext cx="19097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从而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4FD6E29-0CD3-4824-AA38-E8AAFA43B9D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99087" y="2323976"/>
          <a:ext cx="3568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4" name="Equation" r:id="rId11" imgW="3568680" imgH="812520" progId="Equation.DSMT4">
                  <p:embed/>
                </p:oleObj>
              </mc:Choice>
              <mc:Fallback>
                <p:oleObj name="Equation" r:id="rId11" imgW="3568680" imgH="8125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4FD6E29-0CD3-4824-AA38-E8AAFA43B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99087" y="2323976"/>
                        <a:ext cx="3568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4378FBD6-691C-41EE-A50E-7BD9611968C8}"/>
              </a:ext>
            </a:extLst>
          </p:cNvPr>
          <p:cNvSpPr/>
          <p:nvPr/>
        </p:nvSpPr>
        <p:spPr>
          <a:xfrm>
            <a:off x="582354" y="3700459"/>
            <a:ext cx="19097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故</a:t>
            </a: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FD811E1D-B621-4E8D-A480-6E99959E4CF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07849" y="3214722"/>
          <a:ext cx="2768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5" name="Equation" r:id="rId13" imgW="2768400" imgH="1168200" progId="Equation.DSMT4">
                  <p:embed/>
                </p:oleObj>
              </mc:Choice>
              <mc:Fallback>
                <p:oleObj name="Equation" r:id="rId13" imgW="2768400" imgH="116820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FD811E1D-B621-4E8D-A480-6E99959E4C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849" y="3214722"/>
                        <a:ext cx="27686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6B31D1D1-3019-4BAA-B23C-E5728F47E1F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51537" y="3303464"/>
          <a:ext cx="11557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6" name="Equation" r:id="rId15" imgW="1155600" imgH="1079280" progId="Equation.DSMT4">
                  <p:embed/>
                </p:oleObj>
              </mc:Choice>
              <mc:Fallback>
                <p:oleObj name="Equation" r:id="rId15" imgW="1155600" imgH="107928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6B31D1D1-3019-4BAA-B23C-E5728F47E1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537" y="3303464"/>
                        <a:ext cx="11557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2842883-CCEE-4A91-B7B2-716A22814C8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906848" y="3685659"/>
          <a:ext cx="2527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7" name="Equation" r:id="rId17" imgW="2527200" imgH="406080" progId="Equation.DSMT4">
                  <p:embed/>
                </p:oleObj>
              </mc:Choice>
              <mc:Fallback>
                <p:oleObj name="Equation" r:id="rId17" imgW="2527200" imgH="4060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2842883-CCEE-4A91-B7B2-716A22814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06848" y="3685659"/>
                        <a:ext cx="25273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A68B32C4-B1C8-4829-886D-44C2CC3003C9}"/>
              </a:ext>
            </a:extLst>
          </p:cNvPr>
          <p:cNvGrpSpPr/>
          <p:nvPr/>
        </p:nvGrpSpPr>
        <p:grpSpPr>
          <a:xfrm>
            <a:off x="1305025" y="1397793"/>
            <a:ext cx="6098916" cy="812800"/>
            <a:chOff x="1247638" y="1613817"/>
            <a:chExt cx="6098916" cy="8128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975BA6A-AAC3-4EBE-AED8-2F6680BC7D7D}"/>
                </a:ext>
              </a:extLst>
            </p:cNvPr>
            <p:cNvSpPr/>
            <p:nvPr/>
          </p:nvSpPr>
          <p:spPr>
            <a:xfrm>
              <a:off x="1247638" y="1789386"/>
              <a:ext cx="190979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因为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C89A557-8735-4AEB-AA5A-F7F87A74D27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23728" y="1798070"/>
            <a:ext cx="18161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78" name="Equation" r:id="rId19" imgW="1815840" imgH="520560" progId="Equation.DSMT4">
                    <p:embed/>
                  </p:oleObj>
                </mc:Choice>
                <mc:Fallback>
                  <p:oleObj name="Equation" r:id="rId19" imgW="1815840" imgH="5205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AC89A557-8735-4AEB-AA5A-F7F87A74D2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23728" y="1798070"/>
                          <a:ext cx="18161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19F603A-FAA9-4B18-BFCF-F5576010CE9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793854" y="1613817"/>
            <a:ext cx="25527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79" name="Equation" r:id="rId21" imgW="2552400" imgH="812520" progId="Equation.DSMT4">
                    <p:embed/>
                  </p:oleObj>
                </mc:Choice>
                <mc:Fallback>
                  <p:oleObj name="Equation" r:id="rId21" imgW="2552400" imgH="8125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319F603A-FAA9-4B18-BFCF-F5576010CE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793854" y="1613817"/>
                          <a:ext cx="25527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F45A7B1-5DCE-4450-BBAB-0A4DC9BA1186}"/>
                </a:ext>
              </a:extLst>
            </p:cNvPr>
            <p:cNvSpPr/>
            <p:nvPr/>
          </p:nvSpPr>
          <p:spPr>
            <a:xfrm>
              <a:off x="3965128" y="1802315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所以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63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C3C9933A-EB16-4DE0-9E52-F36A57F8EFA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96264" y="538792"/>
          <a:ext cx="2768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34" name="Equation" r:id="rId3" imgW="2768400" imgH="1168200" progId="Equation.DSMT4">
                  <p:embed/>
                </p:oleObj>
              </mc:Choice>
              <mc:Fallback>
                <p:oleObj name="Equation" r:id="rId3" imgW="2768400" imgH="116820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C3C9933A-EB16-4DE0-9E52-F36A57F8EF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264" y="538792"/>
                        <a:ext cx="27686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D76B37EB-CC86-4478-990F-46EF1A3F197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39952" y="627534"/>
          <a:ext cx="11557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35" name="Equation" r:id="rId5" imgW="1155600" imgH="1079280" progId="Equation.DSMT4">
                  <p:embed/>
                </p:oleObj>
              </mc:Choice>
              <mc:Fallback>
                <p:oleObj name="Equation" r:id="rId5" imgW="1155600" imgH="107928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D76B37EB-CC86-4478-990F-46EF1A3F1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627534"/>
                        <a:ext cx="11557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1B3337D6-E0C1-4341-9CF0-430F347F890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80662" y="1960441"/>
          <a:ext cx="210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36" name="Equation" r:id="rId7" imgW="2108160" imgH="736560" progId="Equation.DSMT4">
                  <p:embed/>
                </p:oleObj>
              </mc:Choice>
              <mc:Fallback>
                <p:oleObj name="Equation" r:id="rId7" imgW="2108160" imgH="73656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1B3337D6-E0C1-4341-9CF0-430F347F89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662" y="1960441"/>
                        <a:ext cx="2108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A83D86E2-E4C4-4DF9-AFAA-FC52B9B170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600450" y="1979613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37" name="Equation" r:id="rId9" imgW="1942920" imgH="736560" progId="Equation.DSMT4">
                  <p:embed/>
                </p:oleObj>
              </mc:Choice>
              <mc:Fallback>
                <p:oleObj name="Equation" r:id="rId9" imgW="1942920" imgH="7365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A83D86E2-E4C4-4DF9-AFAA-FC52B9B17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1979613"/>
                        <a:ext cx="1943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B94103A-E587-4D0E-B14A-ED39F95FE4D0}"/>
              </a:ext>
            </a:extLst>
          </p:cNvPr>
          <p:cNvSpPr/>
          <p:nvPr/>
        </p:nvSpPr>
        <p:spPr>
          <a:xfrm>
            <a:off x="670769" y="3436309"/>
            <a:ext cx="19097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从而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2883879-E817-48B9-AD63-F37004B3ADE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82064" y="3298841"/>
          <a:ext cx="208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38" name="Equation" r:id="rId11" imgW="2082600" imgH="736560" progId="Equation.DSMT4">
                  <p:embed/>
                </p:oleObj>
              </mc:Choice>
              <mc:Fallback>
                <p:oleObj name="Equation" r:id="rId11" imgW="208260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2883879-E817-48B9-AD63-F37004B3A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82064" y="3298841"/>
                        <a:ext cx="2082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145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1AFE5F25-B146-4A0E-A07C-59912D4AB72B}"/>
              </a:ext>
            </a:extLst>
          </p:cNvPr>
          <p:cNvGrpSpPr/>
          <p:nvPr/>
        </p:nvGrpSpPr>
        <p:grpSpPr>
          <a:xfrm>
            <a:off x="863080" y="345440"/>
            <a:ext cx="8280920" cy="461665"/>
            <a:chOff x="755576" y="771550"/>
            <a:chExt cx="8280920" cy="461665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52CF49E-B0EC-4C12-9253-A28F50EBF6F1}"/>
                </a:ext>
              </a:extLst>
            </p:cNvPr>
            <p:cNvSpPr txBox="1"/>
            <p:nvPr/>
          </p:nvSpPr>
          <p:spPr>
            <a:xfrm>
              <a:off x="755576" y="771550"/>
              <a:ext cx="8280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7.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      时，                是比   高阶的无穷小，   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E93BBB00-FB54-4B98-9B99-52A37479C23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91680" y="862682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66" name="Equation" r:id="rId3" imgW="774360" imgH="279360" progId="Equation.DSMT4">
                    <p:embed/>
                  </p:oleObj>
                </mc:Choice>
                <mc:Fallback>
                  <p:oleObj name="Equation" r:id="rId3" imgW="774360" imgH="2793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E93BBB00-FB54-4B98-9B99-52A37479C23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1680" y="862682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97F38F6-216D-4E1A-98E1-CA452469EE9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105522" y="811600"/>
            <a:ext cx="2501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67" name="Equation" r:id="rId5" imgW="2501640" imgH="406080" progId="Equation.DSMT4">
                    <p:embed/>
                  </p:oleObj>
                </mc:Choice>
                <mc:Fallback>
                  <p:oleObj name="Equation" r:id="rId5" imgW="2501640" imgH="4060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197F38F6-216D-4E1A-98E1-CA452469EE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05522" y="811600"/>
                          <a:ext cx="2501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38939C0-2E18-44F1-AC8A-4A608C9277E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300192" y="815229"/>
            <a:ext cx="29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68" name="Equation" r:id="rId7" imgW="291960" imgH="342720" progId="Equation.DSMT4">
                    <p:embed/>
                  </p:oleObj>
                </mc:Choice>
                <mc:Fallback>
                  <p:oleObj name="Equation" r:id="rId7" imgW="29196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438939C0-2E18-44F1-AC8A-4A608C9277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00192" y="815229"/>
                          <a:ext cx="292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573A76E-D80D-46A7-81B5-35D473C89726}"/>
              </a:ext>
            </a:extLst>
          </p:cNvPr>
          <p:cNvGrpSpPr/>
          <p:nvPr/>
        </p:nvGrpSpPr>
        <p:grpSpPr>
          <a:xfrm>
            <a:off x="136374" y="812128"/>
            <a:ext cx="2880320" cy="461665"/>
            <a:chOff x="163933" y="1109115"/>
            <a:chExt cx="2880320" cy="461665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C6D7D95-3053-4D51-B07D-A59BB3C0A7C9}"/>
                </a:ext>
              </a:extLst>
            </p:cNvPr>
            <p:cNvSpPr txBox="1"/>
            <p:nvPr/>
          </p:nvSpPr>
          <p:spPr>
            <a:xfrm>
              <a:off x="163933" y="1109115"/>
              <a:ext cx="288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试确定     的值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BAEDEDC-A554-41A3-8F05-471CBAEEE5B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93204" y="1192057"/>
            <a:ext cx="698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69" name="Equation" r:id="rId9" imgW="698400" imgH="330120" progId="Equation.DSMT4">
                    <p:embed/>
                  </p:oleObj>
                </mc:Choice>
                <mc:Fallback>
                  <p:oleObj name="Equation" r:id="rId9" imgW="69840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5BAEDEDC-A554-41A3-8F05-471CBAEEE5B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93204" y="1192057"/>
                          <a:ext cx="698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0E5E5D19-37EB-4D4E-99FF-E17EFF35B38B}"/>
              </a:ext>
            </a:extLst>
          </p:cNvPr>
          <p:cNvSpPr/>
          <p:nvPr/>
        </p:nvSpPr>
        <p:spPr>
          <a:xfrm>
            <a:off x="707637" y="1519179"/>
            <a:ext cx="6960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076874-317B-49BB-8B42-2405231F094E}"/>
              </a:ext>
            </a:extLst>
          </p:cNvPr>
          <p:cNvSpPr/>
          <p:nvPr/>
        </p:nvSpPr>
        <p:spPr>
          <a:xfrm>
            <a:off x="1141365" y="1527742"/>
            <a:ext cx="1875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由题意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273674B-024F-4B45-A169-6A86C3C429A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95736" y="1559839"/>
          <a:ext cx="3606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0" name="Equation" r:id="rId11" imgW="3606480" imgH="520560" progId="Equation.DSMT4">
                  <p:embed/>
                </p:oleObj>
              </mc:Choice>
              <mc:Fallback>
                <p:oleObj name="Equation" r:id="rId11" imgW="3606480" imgH="520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273674B-024F-4B45-A169-6A86C3C429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95736" y="1559839"/>
                        <a:ext cx="36068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EB5B9C44-5954-4B01-B41B-0659E9F2283B}"/>
              </a:ext>
            </a:extLst>
          </p:cNvPr>
          <p:cNvSpPr/>
          <p:nvPr/>
        </p:nvSpPr>
        <p:spPr>
          <a:xfrm>
            <a:off x="5840163" y="1540698"/>
            <a:ext cx="1875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即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424B880-4A0B-4571-BA42-3FFBD50B0B0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79392" y="1659207"/>
          <a:ext cx="1066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1" name="Equation" r:id="rId13" imgW="1066680" imgH="330120" progId="Equation.DSMT4">
                  <p:embed/>
                </p:oleObj>
              </mc:Choice>
              <mc:Fallback>
                <p:oleObj name="Equation" r:id="rId13" imgW="1066680" imgH="3301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424B880-4A0B-4571-BA42-3FFBD50B0B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79392" y="1659207"/>
                        <a:ext cx="1066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2CE9D16-EA97-460A-A5C4-71E7B3EC381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785" y="1635429"/>
          <a:ext cx="647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2" name="Equation" r:id="rId15" imgW="647640" imgH="330120" progId="Equation.DSMT4">
                  <p:embed/>
                </p:oleObj>
              </mc:Choice>
              <mc:Fallback>
                <p:oleObj name="Equation" r:id="rId15" imgW="647640" imgH="3301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2CE9D16-EA97-460A-A5C4-71E7B3EC3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78785" y="1635429"/>
                        <a:ext cx="647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FFFF702C-84FE-4B89-B17D-ED71337A09A2}"/>
              </a:ext>
            </a:extLst>
          </p:cNvPr>
          <p:cNvSpPr/>
          <p:nvPr/>
        </p:nvSpPr>
        <p:spPr>
          <a:xfrm>
            <a:off x="651659" y="2355151"/>
            <a:ext cx="1875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又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8751C8D-6A9E-438D-A70E-E297A12B045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40593" y="2176053"/>
          <a:ext cx="2984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3" name="Equation" r:id="rId17" imgW="2984400" imgH="774360" progId="Equation.DSMT4">
                  <p:embed/>
                </p:oleObj>
              </mc:Choice>
              <mc:Fallback>
                <p:oleObj name="Equation" r:id="rId17" imgW="2984400" imgH="774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C8751C8D-6A9E-438D-A70E-E297A12B0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40593" y="2176053"/>
                        <a:ext cx="2984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22954EC-60D7-4CC6-9000-4B6F196E402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27792" y="2150806"/>
          <a:ext cx="3187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4" name="Equation" r:id="rId19" imgW="3187440" imgH="774360" progId="Equation.DSMT4">
                  <p:embed/>
                </p:oleObj>
              </mc:Choice>
              <mc:Fallback>
                <p:oleObj name="Equation" r:id="rId19" imgW="3187440" imgH="7743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22954EC-60D7-4CC6-9000-4B6F196E4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27792" y="2150806"/>
                        <a:ext cx="3187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4466783-673E-4AF5-8CEB-57E5C5B9636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65225" y="2976563"/>
          <a:ext cx="3441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5" name="Equation" r:id="rId21" imgW="3441600" imgH="812520" progId="Equation.DSMT4">
                  <p:embed/>
                </p:oleObj>
              </mc:Choice>
              <mc:Fallback>
                <p:oleObj name="Equation" r:id="rId21" imgW="3441600" imgH="8125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4466783-673E-4AF5-8CEB-57E5C5B96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65225" y="2976563"/>
                        <a:ext cx="3441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F2CBE3C9-CF0D-4A63-B2AF-F2735ADB2723}"/>
              </a:ext>
            </a:extLst>
          </p:cNvPr>
          <p:cNvSpPr/>
          <p:nvPr/>
        </p:nvSpPr>
        <p:spPr>
          <a:xfrm>
            <a:off x="4605802" y="3144612"/>
            <a:ext cx="937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而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BD3E782-78BF-41CC-B277-0C6B77596A4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74635" y="2636230"/>
          <a:ext cx="3619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6" name="Equation" r:id="rId23" imgW="3619440" imgH="1117440" progId="Equation.DSMT4">
                  <p:embed/>
                </p:oleObj>
              </mc:Choice>
              <mc:Fallback>
                <p:oleObj name="Equation" r:id="rId23" imgW="3619440" imgH="11174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1BD3E782-78BF-41CC-B277-0C6B77596A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74635" y="2636230"/>
                        <a:ext cx="36195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F94B386-DF65-4F4A-834C-25ED6F56EF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03563" y="3891248"/>
          <a:ext cx="128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7" name="Equation" r:id="rId25" imgW="1282680" imgH="736560" progId="Equation.DSMT4">
                  <p:embed/>
                </p:oleObj>
              </mc:Choice>
              <mc:Fallback>
                <p:oleObj name="Equation" r:id="rId25" imgW="128268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4F94B386-DF65-4F4A-834C-25ED6F56E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03563" y="3891248"/>
                        <a:ext cx="1282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F688143-3DD4-4B08-A332-9D9F1365968D}"/>
              </a:ext>
            </a:extLst>
          </p:cNvPr>
          <p:cNvSpPr/>
          <p:nvPr/>
        </p:nvSpPr>
        <p:spPr>
          <a:xfrm>
            <a:off x="2646863" y="3998666"/>
            <a:ext cx="21092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故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AD31C5E-7292-4C66-B15B-4D3134E1691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20529" y="4094448"/>
          <a:ext cx="711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8" name="Equation" r:id="rId27" imgW="711000" imgH="330120" progId="Equation.DSMT4">
                  <p:embed/>
                </p:oleObj>
              </mc:Choice>
              <mc:Fallback>
                <p:oleObj name="Equation" r:id="rId27" imgW="711000" imgH="3301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AD31C5E-7292-4C66-B15B-4D3134E169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20529" y="4094448"/>
                        <a:ext cx="711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95E1F704-F7E0-47A8-AE3B-F497C05983B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73812" y="3877304"/>
          <a:ext cx="990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9" name="Equation" r:id="rId29" imgW="990360" imgH="723600" progId="Equation.DSMT4">
                  <p:embed/>
                </p:oleObj>
              </mc:Choice>
              <mc:Fallback>
                <p:oleObj name="Equation" r:id="rId29" imgW="990360" imgH="7236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95E1F704-F7E0-47A8-AE3B-F497C05983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173812" y="3877304"/>
                        <a:ext cx="990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198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7" grpId="0"/>
      <p:bldP spid="21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BB39BB1-C09E-4EFE-A629-E31EA0E2B748}"/>
              </a:ext>
            </a:extLst>
          </p:cNvPr>
          <p:cNvGrpSpPr/>
          <p:nvPr/>
        </p:nvGrpSpPr>
        <p:grpSpPr>
          <a:xfrm>
            <a:off x="755576" y="267494"/>
            <a:ext cx="3959076" cy="927100"/>
            <a:chOff x="755576" y="339502"/>
            <a:chExt cx="3959076" cy="9271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6D94129-39AC-4968-85A0-8A6F8747EED8}"/>
                </a:ext>
              </a:extLst>
            </p:cNvPr>
            <p:cNvSpPr txBox="1"/>
            <p:nvPr/>
          </p:nvSpPr>
          <p:spPr>
            <a:xfrm>
              <a:off x="755576" y="483518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8.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求极限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94C8F6D-CEC3-471E-AE39-3CCA6FCB9E4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339752" y="339502"/>
            <a:ext cx="2374900" cy="92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018" name="Equation" r:id="rId3" imgW="2374560" imgH="927000" progId="Equation.DSMT4">
                    <p:embed/>
                  </p:oleObj>
                </mc:Choice>
                <mc:Fallback>
                  <p:oleObj name="Equation" r:id="rId3" imgW="2374560" imgH="9270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B94C8F6D-CEC3-471E-AE39-3CCA6FCB9E4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39752" y="339502"/>
                          <a:ext cx="2374900" cy="927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226FC84D-4412-459B-97A6-6857B4B22B97}"/>
              </a:ext>
            </a:extLst>
          </p:cNvPr>
          <p:cNvSpPr/>
          <p:nvPr/>
        </p:nvSpPr>
        <p:spPr>
          <a:xfrm>
            <a:off x="683568" y="1347614"/>
            <a:ext cx="6960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0F58CD6-9848-4536-A042-21D00A9E74C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97000" y="1195264"/>
          <a:ext cx="2298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19" name="Equation" r:id="rId5" imgW="2298600" imgH="927000" progId="Equation.DSMT4">
                  <p:embed/>
                </p:oleObj>
              </mc:Choice>
              <mc:Fallback>
                <p:oleObj name="Equation" r:id="rId5" imgW="2298600" imgH="9270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0F58CD6-9848-4536-A042-21D00A9E74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7000" y="1195264"/>
                        <a:ext cx="22987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A9C5CB9-4A2C-45F5-AB15-6139F98632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90504" y="1081882"/>
          <a:ext cx="37338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0" name="Equation" r:id="rId7" imgW="3733560" imgH="1054080" progId="Equation.DSMT4">
                  <p:embed/>
                </p:oleObj>
              </mc:Choice>
              <mc:Fallback>
                <p:oleObj name="Equation" r:id="rId7" imgW="3733560" imgH="1054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A9C5CB9-4A2C-45F5-AB15-6139F98632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0504" y="1081882"/>
                        <a:ext cx="3733800" cy="1054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05727FB-582A-41BF-9175-75738DB320F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69673" y="2260131"/>
          <a:ext cx="3746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1" name="Equation" r:id="rId9" imgW="3746160" imgH="799920" progId="Equation.DSMT4">
                  <p:embed/>
                </p:oleObj>
              </mc:Choice>
              <mc:Fallback>
                <p:oleObj name="Equation" r:id="rId9" imgW="3746160" imgH="7999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05727FB-582A-41BF-9175-75738DB320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9673" y="2260131"/>
                        <a:ext cx="3746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B4433766-117C-4D6E-A4EA-EE0FA0E2CFE7}"/>
              </a:ext>
            </a:extLst>
          </p:cNvPr>
          <p:cNvSpPr/>
          <p:nvPr/>
        </p:nvSpPr>
        <p:spPr>
          <a:xfrm>
            <a:off x="5737091" y="4409951"/>
            <a:ext cx="1423271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逻辑错误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75057DF-9D03-4B54-94DD-B4A90E44F29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76511" y="3588742"/>
          <a:ext cx="965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2" name="Equation" r:id="rId11" imgW="965160" imgH="1079280" progId="Equation.DSMT4">
                  <p:embed/>
                </p:oleObj>
              </mc:Choice>
              <mc:Fallback>
                <p:oleObj name="Equation" r:id="rId11" imgW="965160" imgH="1079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75057DF-9D03-4B54-94DD-B4A90E44F2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76511" y="3588742"/>
                        <a:ext cx="9652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F2D8D7E-4668-4FD2-A9DA-5F1C7D1E93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21388" y="3588742"/>
          <a:ext cx="939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3" name="Equation" r:id="rId13" imgW="939600" imgH="1079280" progId="Equation.DSMT4">
                  <p:embed/>
                </p:oleObj>
              </mc:Choice>
              <mc:Fallback>
                <p:oleObj name="Equation" r:id="rId13" imgW="939600" imgH="10792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F2D8D7E-4668-4FD2-A9DA-5F1C7D1E93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21388" y="3588742"/>
                        <a:ext cx="9398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9CDFA7A-59D5-436B-BE99-3F7C010CE69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75966" y="3931642"/>
          <a:ext cx="149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4" name="Equation" r:id="rId15" imgW="1498320" imgH="736560" progId="Equation.DSMT4">
                  <p:embed/>
                </p:oleObj>
              </mc:Choice>
              <mc:Fallback>
                <p:oleObj name="Equation" r:id="rId15" imgW="1498320" imgH="7365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9CDFA7A-59D5-436B-BE99-3F7C010CE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5966" y="3931642"/>
                        <a:ext cx="1498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8E21E72-8893-44BD-8760-CC00898F9B0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29250" y="3241551"/>
          <a:ext cx="20193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5" name="Equation" r:id="rId17" imgW="2019240" imgH="1168200" progId="Equation.DSMT4">
                  <p:embed/>
                </p:oleObj>
              </mc:Choice>
              <mc:Fallback>
                <p:oleObj name="Equation" r:id="rId17" imgW="2019240" imgH="11682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8E21E72-8893-44BD-8760-CC00898F9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29250" y="3241551"/>
                        <a:ext cx="2019300" cy="1168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59D35C29-B894-4C46-AAE0-634C2C25BA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85335" y="2038312"/>
            <a:ext cx="1582737" cy="823742"/>
          </a:xfrm>
          <a:prstGeom prst="bentConnector3">
            <a:avLst>
              <a:gd name="adj1" fmla="val 76665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21177591-8724-41C7-B99D-0B23C3FD08B1}"/>
              </a:ext>
            </a:extLst>
          </p:cNvPr>
          <p:cNvSpPr/>
          <p:nvPr/>
        </p:nvSpPr>
        <p:spPr>
          <a:xfrm>
            <a:off x="1091464" y="3120474"/>
            <a:ext cx="3992298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分开的几部分极限都要存在才能分开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6C94D98-05E8-415D-B232-D85CBE16DCA5}"/>
              </a:ext>
            </a:extLst>
          </p:cNvPr>
          <p:cNvSpPr/>
          <p:nvPr/>
        </p:nvSpPr>
        <p:spPr>
          <a:xfrm>
            <a:off x="5564832" y="2410554"/>
            <a:ext cx="823743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错！</a:t>
            </a:r>
          </a:p>
        </p:txBody>
      </p:sp>
    </p:spTree>
    <p:extLst>
      <p:ext uri="{BB962C8B-B14F-4D97-AF65-F5344CB8AC3E}">
        <p14:creationId xmlns:p14="http://schemas.microsoft.com/office/powerpoint/2010/main" val="47511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38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2026E48-27E5-4329-BBB1-0B07323B632F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267494"/>
            <a:ext cx="5832648" cy="48338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9.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已知     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A4B1313-3067-4B82-BF96-F85D5A8B73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51720" y="121838"/>
          <a:ext cx="2425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54" name="Equation" r:id="rId3" imgW="2425680" imgH="774360" progId="Equation.DSMT4">
                  <p:embed/>
                </p:oleObj>
              </mc:Choice>
              <mc:Fallback>
                <p:oleObj name="Equation" r:id="rId3" imgW="242568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A4B1313-3067-4B82-BF96-F85D5A8B73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121838"/>
                        <a:ext cx="2425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416D68B-2F20-42C6-A2C5-BA57DEAF030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60032" y="328411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55" name="Equation" r:id="rId5" imgW="698400" imgH="330120" progId="Equation.DSMT4">
                  <p:embed/>
                </p:oleObj>
              </mc:Choice>
              <mc:Fallback>
                <p:oleObj name="Equation" r:id="rId5" imgW="69840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416D68B-2F20-42C6-A2C5-BA57DEAF0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0032" y="328411"/>
                        <a:ext cx="698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33A9FCF-1490-4A6D-8696-E72CEE579CA5}"/>
              </a:ext>
            </a:extLst>
          </p:cNvPr>
          <p:cNvSpPr/>
          <p:nvPr/>
        </p:nvSpPr>
        <p:spPr>
          <a:xfrm>
            <a:off x="611885" y="105958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7FA4177-57CE-4F44-A473-028D81CA0E55}"/>
              </a:ext>
            </a:extLst>
          </p:cNvPr>
          <p:cNvGrpSpPr/>
          <p:nvPr/>
        </p:nvGrpSpPr>
        <p:grpSpPr>
          <a:xfrm>
            <a:off x="1187625" y="1042194"/>
            <a:ext cx="2544687" cy="525544"/>
            <a:chOff x="1187625" y="1042194"/>
            <a:chExt cx="2544687" cy="52554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65F78EA-E3F2-4298-BB78-F169C7A7E24F}"/>
                </a:ext>
              </a:extLst>
            </p:cNvPr>
            <p:cNvSpPr/>
            <p:nvPr/>
          </p:nvSpPr>
          <p:spPr>
            <a:xfrm>
              <a:off x="1187625" y="1042194"/>
              <a:ext cx="9361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因为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F1680D0-172E-4CC2-BAB4-A9B17BF5E97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79712" y="1059738"/>
            <a:ext cx="17526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056" name="Equation" r:id="rId7" imgW="1752480" imgH="507960" progId="Equation.DSMT4">
                    <p:embed/>
                  </p:oleObj>
                </mc:Choice>
                <mc:Fallback>
                  <p:oleObj name="Equation" r:id="rId7" imgW="1752480" imgH="5079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7F1680D0-172E-4CC2-BAB4-A9B17BF5E97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79712" y="1059738"/>
                          <a:ext cx="17526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B31CCC6-FB99-47F2-B99E-1E3F9F985978}"/>
              </a:ext>
            </a:extLst>
          </p:cNvPr>
          <p:cNvGrpSpPr/>
          <p:nvPr/>
        </p:nvGrpSpPr>
        <p:grpSpPr>
          <a:xfrm>
            <a:off x="3700980" y="1017364"/>
            <a:ext cx="3326671" cy="546100"/>
            <a:chOff x="3700980" y="1017364"/>
            <a:chExt cx="3326671" cy="5461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7F23230-65B8-405F-95BF-480422207917}"/>
                </a:ext>
              </a:extLst>
            </p:cNvPr>
            <p:cNvSpPr/>
            <p:nvPr/>
          </p:nvSpPr>
          <p:spPr>
            <a:xfrm>
              <a:off x="3700980" y="1042193"/>
              <a:ext cx="8234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所以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6E14073-29A7-4821-BB67-C24411F3C20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500351" y="1017364"/>
            <a:ext cx="25273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057" name="Equation" r:id="rId9" imgW="2527200" imgH="545760" progId="Equation.DSMT4">
                    <p:embed/>
                  </p:oleObj>
                </mc:Choice>
                <mc:Fallback>
                  <p:oleObj name="Equation" r:id="rId9" imgW="2527200" imgH="5457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A6E14073-29A7-4821-BB67-C24411F3C20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00351" y="1017364"/>
                          <a:ext cx="25273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9D8F4CB3-DBD7-44EA-993C-D6BDBCAEFEEC}"/>
              </a:ext>
            </a:extLst>
          </p:cNvPr>
          <p:cNvSpPr/>
          <p:nvPr/>
        </p:nvSpPr>
        <p:spPr>
          <a:xfrm>
            <a:off x="7027651" y="1049016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726CAE8-C790-48B7-953B-06EBAF2045B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24328" y="1125314"/>
          <a:ext cx="1257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58" name="Equation" r:id="rId11" imgW="1257120" imgH="330120" progId="Equation.DSMT4">
                  <p:embed/>
                </p:oleObj>
              </mc:Choice>
              <mc:Fallback>
                <p:oleObj name="Equation" r:id="rId11" imgW="1257120" imgH="330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726CAE8-C790-48B7-953B-06EBAF204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24328" y="1125314"/>
                        <a:ext cx="1257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A6CB81A6-03A5-457A-97B6-E10D94ACA694}"/>
              </a:ext>
            </a:extLst>
          </p:cNvPr>
          <p:cNvSpPr/>
          <p:nvPr/>
        </p:nvSpPr>
        <p:spPr>
          <a:xfrm>
            <a:off x="456094" y="1930518"/>
            <a:ext cx="12241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从而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FB09B2D-93BC-4998-832E-154E9D0F44B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74862" y="1740792"/>
          <a:ext cx="4914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59" name="Equation" r:id="rId13" imgW="4914720" imgH="774360" progId="Equation.DSMT4">
                  <p:embed/>
                </p:oleObj>
              </mc:Choice>
              <mc:Fallback>
                <p:oleObj name="Equation" r:id="rId13" imgW="4914720" imgH="774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FB09B2D-93BC-4998-832E-154E9D0F44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74862" y="1740792"/>
                        <a:ext cx="4914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21A60C3-DFAC-4FFB-966D-BDF8E65C4BC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71778" y="1767864"/>
          <a:ext cx="2705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60" name="Equation" r:id="rId15" imgW="2705040" imgH="774360" progId="Equation.DSMT4">
                  <p:embed/>
                </p:oleObj>
              </mc:Choice>
              <mc:Fallback>
                <p:oleObj name="Equation" r:id="rId15" imgW="2705040" imgH="7743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C21A60C3-DFAC-4FFB-966D-BDF8E65C4B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71778" y="1767864"/>
                        <a:ext cx="2705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2156107-FA1A-483A-B447-AA628A24FCE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92154" y="2704533"/>
          <a:ext cx="7899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61" name="Equation" r:id="rId17" imgW="7899120" imgH="774360" progId="Equation.DSMT4">
                  <p:embed/>
                </p:oleObj>
              </mc:Choice>
              <mc:Fallback>
                <p:oleObj name="Equation" r:id="rId17" imgW="7899120" imgH="7743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2156107-FA1A-483A-B447-AA628A24FC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2154" y="2704533"/>
                        <a:ext cx="7899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C7CA2943-1858-4CE8-A12F-34926F83F9DB}"/>
              </a:ext>
            </a:extLst>
          </p:cNvPr>
          <p:cNvSpPr/>
          <p:nvPr/>
        </p:nvSpPr>
        <p:spPr>
          <a:xfrm>
            <a:off x="611560" y="379158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386D1EF-6957-4F2F-95A9-EBB15CE6E4C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14985" y="3857315"/>
          <a:ext cx="153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62" name="Equation" r:id="rId19" imgW="1536480" imgH="330120" progId="Equation.DSMT4">
                  <p:embed/>
                </p:oleObj>
              </mc:Choice>
              <mc:Fallback>
                <p:oleObj name="Equation" r:id="rId19" imgW="1536480" imgH="3301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386D1EF-6957-4F2F-95A9-EBB15CE6E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14985" y="3857315"/>
                        <a:ext cx="1536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35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333D3EB9-EBCC-4AB4-BEF8-DEDBEC1225C5}"/>
              </a:ext>
            </a:extLst>
          </p:cNvPr>
          <p:cNvSpPr txBox="1">
            <a:spLocks/>
          </p:cNvSpPr>
          <p:nvPr/>
        </p:nvSpPr>
        <p:spPr>
          <a:xfrm>
            <a:off x="1619672" y="2047875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第七节  函数的连续性与间断点</a:t>
            </a:r>
          </a:p>
        </p:txBody>
      </p:sp>
    </p:spTree>
    <p:extLst>
      <p:ext uri="{BB962C8B-B14F-4D97-AF65-F5344CB8AC3E}">
        <p14:creationId xmlns:p14="http://schemas.microsoft.com/office/powerpoint/2010/main" val="368325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AC08A6F0-7B42-4D59-B239-FAB9940A1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14891"/>
              </p:ext>
            </p:extLst>
          </p:nvPr>
        </p:nvGraphicFramePr>
        <p:xfrm>
          <a:off x="3802545" y="1617730"/>
          <a:ext cx="787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8" name="Equation" r:id="rId4" imgW="787320" imgH="380880" progId="">
                  <p:embed/>
                </p:oleObj>
              </mc:Choice>
              <mc:Fallback>
                <p:oleObj name="Equation" r:id="rId4" imgW="787320" imgH="380880" progId="">
                  <p:embed/>
                  <p:pic>
                    <p:nvPicPr>
                      <p:cNvPr id="0" name="Picture 22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545" y="1617730"/>
                        <a:ext cx="787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E5FFFAB7-07F7-44D1-B18D-CC6D85D81780}"/>
              </a:ext>
            </a:extLst>
          </p:cNvPr>
          <p:cNvSpPr txBox="1"/>
          <p:nvPr/>
        </p:nvSpPr>
        <p:spPr>
          <a:xfrm>
            <a:off x="871573" y="1029965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4FC0F42-E390-4412-A17A-0427EE9F7DEA}"/>
              </a:ext>
            </a:extLst>
          </p:cNvPr>
          <p:cNvGrpSpPr/>
          <p:nvPr/>
        </p:nvGrpSpPr>
        <p:grpSpPr>
          <a:xfrm>
            <a:off x="1979711" y="1013457"/>
            <a:ext cx="2317649" cy="473388"/>
            <a:chOff x="1907703" y="1229481"/>
            <a:chExt cx="2317649" cy="473388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96FE7B3-8FA0-47F9-9DBF-41C390A9362D}"/>
                </a:ext>
              </a:extLst>
            </p:cNvPr>
            <p:cNvSpPr txBox="1"/>
            <p:nvPr/>
          </p:nvSpPr>
          <p:spPr>
            <a:xfrm>
              <a:off x="1907703" y="1241204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设变量</a:t>
              </a:r>
            </a:p>
          </p:txBody>
        </p:sp>
        <p:graphicFrame>
          <p:nvGraphicFramePr>
            <p:cNvPr id="37" name="Object 24">
              <a:extLst>
                <a:ext uri="{FF2B5EF4-FFF2-40B4-BE49-F238E27FC236}">
                  <a16:creationId xmlns:a16="http://schemas.microsoft.com/office/drawing/2014/main" id="{9C9F1A78-6F38-421E-9834-EAB702434D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2952652"/>
                </p:ext>
              </p:extLst>
            </p:nvPr>
          </p:nvGraphicFramePr>
          <p:xfrm>
            <a:off x="2951392" y="139694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79" name="Equation" r:id="rId6" imgW="190440" imgH="203040" progId="">
                    <p:embed/>
                  </p:oleObj>
                </mc:Choice>
                <mc:Fallback>
                  <p:oleObj name="Equation" r:id="rId6" imgW="190440" imgH="203040" progId="">
                    <p:embed/>
                    <p:pic>
                      <p:nvPicPr>
                        <p:cNvPr id="0" name="Picture 22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392" y="1396943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8572D01-ABEC-4364-917E-B04AE9563547}"/>
                </a:ext>
              </a:extLst>
            </p:cNvPr>
            <p:cNvSpPr txBox="1"/>
            <p:nvPr/>
          </p:nvSpPr>
          <p:spPr>
            <a:xfrm>
              <a:off x="3073224" y="1229481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从</a:t>
              </a:r>
            </a:p>
          </p:txBody>
        </p:sp>
        <p:graphicFrame>
          <p:nvGraphicFramePr>
            <p:cNvPr id="40" name="Object 24">
              <a:extLst>
                <a:ext uri="{FF2B5EF4-FFF2-40B4-BE49-F238E27FC236}">
                  <a16:creationId xmlns:a16="http://schemas.microsoft.com/office/drawing/2014/main" id="{589073D9-9417-4A00-8B3F-208898776C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5920978"/>
                </p:ext>
              </p:extLst>
            </p:nvPr>
          </p:nvGraphicFramePr>
          <p:xfrm>
            <a:off x="3491880" y="1311233"/>
            <a:ext cx="241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80" name="Equation" r:id="rId8" imgW="241200" imgH="380880" progId="Equation.DSMT4">
                    <p:embed/>
                  </p:oleObj>
                </mc:Choice>
                <mc:Fallback>
                  <p:oleObj name="Equation" r:id="rId8" imgW="241200" imgH="380880" progId="Equation.DSMT4">
                    <p:embed/>
                    <p:pic>
                      <p:nvPicPr>
                        <p:cNvPr id="0" name="Picture 22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1311233"/>
                          <a:ext cx="2413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7618AA7-A194-4CF2-92EE-6FEC28D2D641}"/>
              </a:ext>
            </a:extLst>
          </p:cNvPr>
          <p:cNvGrpSpPr/>
          <p:nvPr/>
        </p:nvGrpSpPr>
        <p:grpSpPr>
          <a:xfrm>
            <a:off x="3995936" y="889547"/>
            <a:ext cx="2520281" cy="607351"/>
            <a:chOff x="3923928" y="1105571"/>
            <a:chExt cx="2520281" cy="607351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5C5FB09-595C-45F3-82D4-147386D4E1D2}"/>
                </a:ext>
              </a:extLst>
            </p:cNvPr>
            <p:cNvGrpSpPr/>
            <p:nvPr/>
          </p:nvGrpSpPr>
          <p:grpSpPr>
            <a:xfrm>
              <a:off x="4836596" y="1251257"/>
              <a:ext cx="1607613" cy="461665"/>
              <a:chOff x="4276808" y="771550"/>
              <a:chExt cx="1650922" cy="461665"/>
            </a:xfrm>
          </p:grpSpPr>
          <p:sp>
            <p:nvSpPr>
              <p:cNvPr id="15" name="Text Box 5">
                <a:extLst>
                  <a:ext uri="{FF2B5EF4-FFF2-40B4-BE49-F238E27FC236}">
                    <a16:creationId xmlns:a16="http://schemas.microsoft.com/office/drawing/2014/main" id="{74C9FC0C-1405-4C15-A892-7B5AEBC7D9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6808" y="771550"/>
                <a:ext cx="165092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graphicFrame>
            <p:nvGraphicFramePr>
              <p:cNvPr id="10" name="Object 24">
                <a:extLst>
                  <a:ext uri="{FF2B5EF4-FFF2-40B4-BE49-F238E27FC236}">
                    <a16:creationId xmlns:a16="http://schemas.microsoft.com/office/drawing/2014/main" id="{9D1E876A-567D-4DF2-A358-217B1C6E32C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123975"/>
                  </p:ext>
                </p:extLst>
              </p:nvPr>
            </p:nvGraphicFramePr>
            <p:xfrm>
              <a:off x="4411021" y="796643"/>
              <a:ext cx="357028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881" name="Equation" r:id="rId10" imgW="355320" imgH="380880" progId="Equation.DSMT4">
                      <p:embed/>
                    </p:oleObj>
                  </mc:Choice>
                  <mc:Fallback>
                    <p:oleObj name="Equation" r:id="rId10" imgW="355320" imgH="380880" progId="Equation.DSMT4">
                      <p:embed/>
                      <p:pic>
                        <p:nvPicPr>
                          <p:cNvPr id="0" name="Picture 22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1021" y="796643"/>
                            <a:ext cx="357028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" name="AutoShape 7">
              <a:extLst>
                <a:ext uri="{FF2B5EF4-FFF2-40B4-BE49-F238E27FC236}">
                  <a16:creationId xmlns:a16="http://schemas.microsoft.com/office/drawing/2014/main" id="{B32FE52E-98ED-4EC0-B189-BFFFF9C16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928" y="1457228"/>
              <a:ext cx="900112" cy="110396"/>
            </a:xfrm>
            <a:prstGeom prst="rightArrow">
              <a:avLst>
                <a:gd name="adj1" fmla="val 50000"/>
                <a:gd name="adj2" fmla="val 90865"/>
              </a:avLst>
            </a:prstGeom>
            <a:solidFill>
              <a:srgbClr val="FF0000"/>
            </a:solidFill>
            <a:ln>
              <a:noFill/>
            </a:ln>
            <a:ex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FA85CED-7A1A-4D47-A2FD-43433B379930}"/>
                </a:ext>
              </a:extLst>
            </p:cNvPr>
            <p:cNvSpPr txBox="1"/>
            <p:nvPr/>
          </p:nvSpPr>
          <p:spPr>
            <a:xfrm>
              <a:off x="4004319" y="1105571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</a:rPr>
                <a:t>变到</a:t>
              </a:r>
            </a:p>
          </p:txBody>
        </p:sp>
      </p:grpSp>
      <p:graphicFrame>
        <p:nvGraphicFramePr>
          <p:cNvPr id="43" name="Object 24">
            <a:extLst>
              <a:ext uri="{FF2B5EF4-FFF2-40B4-BE49-F238E27FC236}">
                <a16:creationId xmlns:a16="http://schemas.microsoft.com/office/drawing/2014/main" id="{C7940B16-734D-4B01-A556-4F27E51348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369096"/>
              </p:ext>
            </p:extLst>
          </p:nvPr>
        </p:nvGraphicFramePr>
        <p:xfrm>
          <a:off x="3118650" y="1668530"/>
          <a:ext cx="622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2" name="Equation" r:id="rId12" imgW="622080" imgH="279360" progId="Equation.DSMT4">
                  <p:embed/>
                </p:oleObj>
              </mc:Choice>
              <mc:Fallback>
                <p:oleObj name="Equation" r:id="rId12" imgW="622080" imgH="279360" progId="Equation.DSMT4">
                  <p:embed/>
                  <p:pic>
                    <p:nvPicPr>
                      <p:cNvPr id="0" name="Picture 2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650" y="1668530"/>
                        <a:ext cx="622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0349EA12-1831-4A4D-A88E-531E55BF5590}"/>
              </a:ext>
            </a:extLst>
          </p:cNvPr>
          <p:cNvGrpSpPr/>
          <p:nvPr/>
        </p:nvGrpSpPr>
        <p:grpSpPr>
          <a:xfrm>
            <a:off x="399774" y="2111534"/>
            <a:ext cx="2736304" cy="461665"/>
            <a:chOff x="4881240" y="1995686"/>
            <a:chExt cx="2736304" cy="461665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2DA2F2E-B5F2-4539-993D-61785B4258CD}"/>
                </a:ext>
              </a:extLst>
            </p:cNvPr>
            <p:cNvSpPr txBox="1"/>
            <p:nvPr/>
          </p:nvSpPr>
          <p:spPr>
            <a:xfrm>
              <a:off x="4881240" y="1995686"/>
              <a:ext cx="27363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为变量  的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增量，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45" name="Object 24">
              <a:extLst>
                <a:ext uri="{FF2B5EF4-FFF2-40B4-BE49-F238E27FC236}">
                  <a16:creationId xmlns:a16="http://schemas.microsoft.com/office/drawing/2014/main" id="{5C179927-79A3-4491-A701-02029CBD42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7955887"/>
                </p:ext>
              </p:extLst>
            </p:nvPr>
          </p:nvGraphicFramePr>
          <p:xfrm>
            <a:off x="5961360" y="216794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83" name="Equation" r:id="rId14" imgW="190440" imgH="203040" progId="">
                    <p:embed/>
                  </p:oleObj>
                </mc:Choice>
                <mc:Fallback>
                  <p:oleObj name="Equation" r:id="rId14" imgW="190440" imgH="203040" progId="">
                    <p:embed/>
                    <p:pic>
                      <p:nvPicPr>
                        <p:cNvPr id="0" name="Picture 22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1360" y="2167946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57A086-ADD7-4A23-A98F-A58A588B7CA5}"/>
              </a:ext>
            </a:extLst>
          </p:cNvPr>
          <p:cNvGrpSpPr/>
          <p:nvPr/>
        </p:nvGrpSpPr>
        <p:grpSpPr>
          <a:xfrm>
            <a:off x="2593598" y="3837766"/>
            <a:ext cx="1728192" cy="400050"/>
            <a:chOff x="3214285" y="4168626"/>
            <a:chExt cx="1728192" cy="400050"/>
          </a:xfrm>
        </p:grpSpPr>
        <p:sp>
          <p:nvSpPr>
            <p:cNvPr id="54" name="Rectangle 124">
              <a:extLst>
                <a:ext uri="{FF2B5EF4-FFF2-40B4-BE49-F238E27FC236}">
                  <a16:creationId xmlns:a16="http://schemas.microsoft.com/office/drawing/2014/main" id="{438CF697-5BBF-486E-BD60-01B05DF07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285" y="4168626"/>
              <a:ext cx="172819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则      ，     </a:t>
              </a:r>
            </a:p>
          </p:txBody>
        </p:sp>
        <p:graphicFrame>
          <p:nvGraphicFramePr>
            <p:cNvPr id="56" name="Object 24">
              <a:extLst>
                <a:ext uri="{FF2B5EF4-FFF2-40B4-BE49-F238E27FC236}">
                  <a16:creationId xmlns:a16="http://schemas.microsoft.com/office/drawing/2014/main" id="{0386B9A7-B0A3-4412-B829-5D0814C7D7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6710979"/>
                </p:ext>
              </p:extLst>
            </p:nvPr>
          </p:nvGraphicFramePr>
          <p:xfrm>
            <a:off x="3685748" y="4184997"/>
            <a:ext cx="81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84" name="Equation" r:id="rId16" imgW="812520" imgH="380880" progId="">
                    <p:embed/>
                  </p:oleObj>
                </mc:Choice>
                <mc:Fallback>
                  <p:oleObj name="Equation" r:id="rId16" imgW="812520" imgH="380880" progId="">
                    <p:embed/>
                    <p:pic>
                      <p:nvPicPr>
                        <p:cNvPr id="0" name="Picture 2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5748" y="4184997"/>
                          <a:ext cx="8128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DCEA764B-8EC0-46AC-9E3D-E59E51F19F55}"/>
              </a:ext>
            </a:extLst>
          </p:cNvPr>
          <p:cNvSpPr txBox="1"/>
          <p:nvPr/>
        </p:nvSpPr>
        <p:spPr>
          <a:xfrm>
            <a:off x="4076327" y="314553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变量是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增大</a:t>
            </a:r>
            <a:r>
              <a:rPr lang="zh-CN" altLang="en-US" sz="2400" b="1" dirty="0">
                <a:latin typeface="+mn-ea"/>
              </a:rPr>
              <a:t>的；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5EFDAA4-BEA3-4AAE-A217-7A6EECB98669}"/>
              </a:ext>
            </a:extLst>
          </p:cNvPr>
          <p:cNvSpPr txBox="1"/>
          <p:nvPr/>
        </p:nvSpPr>
        <p:spPr>
          <a:xfrm>
            <a:off x="4076327" y="3821905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变量是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减小</a:t>
            </a:r>
            <a:r>
              <a:rPr lang="zh-CN" altLang="en-US" sz="2400" b="1" dirty="0">
                <a:latin typeface="+mn-ea"/>
              </a:rPr>
              <a:t>的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D561391-F28C-4904-853D-903A29EC186A}"/>
              </a:ext>
            </a:extLst>
          </p:cNvPr>
          <p:cNvSpPr txBox="1"/>
          <p:nvPr/>
        </p:nvSpPr>
        <p:spPr>
          <a:xfrm>
            <a:off x="611560" y="267494"/>
            <a:ext cx="4186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一、函数的连续性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DFB2D8B-222C-43F5-9D2B-F0E901A692E0}"/>
              </a:ext>
            </a:extLst>
          </p:cNvPr>
          <p:cNvGrpSpPr/>
          <p:nvPr/>
        </p:nvGrpSpPr>
        <p:grpSpPr>
          <a:xfrm>
            <a:off x="855461" y="3184728"/>
            <a:ext cx="2304256" cy="400050"/>
            <a:chOff x="1403648" y="4158307"/>
            <a:chExt cx="1903516" cy="400050"/>
          </a:xfrm>
        </p:grpSpPr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D4AF5E91-EE65-421E-B811-0D2DA628816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60557" y="4255715"/>
            <a:ext cx="836682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85" name="Equation" r:id="rId18" imgW="838080" imgH="279360" progId="">
                    <p:embed/>
                  </p:oleObj>
                </mc:Choice>
                <mc:Fallback>
                  <p:oleObj name="Equation" r:id="rId18" imgW="838080" imgH="279360" progId="">
                    <p:embed/>
                    <p:pic>
                      <p:nvPicPr>
                        <p:cNvPr id="0" name="Picture 22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0557" y="4255715"/>
                          <a:ext cx="836682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124">
              <a:extLst>
                <a:ext uri="{FF2B5EF4-FFF2-40B4-BE49-F238E27FC236}">
                  <a16:creationId xmlns:a16="http://schemas.microsoft.com/office/drawing/2014/main" id="{AC060AA6-0164-4451-885A-C6BF997FC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648" y="4158307"/>
              <a:ext cx="1903516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若       ，     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B622B87-DB55-4EC8-96CC-370087D40A15}"/>
              </a:ext>
            </a:extLst>
          </p:cNvPr>
          <p:cNvGrpSpPr/>
          <p:nvPr/>
        </p:nvGrpSpPr>
        <p:grpSpPr>
          <a:xfrm>
            <a:off x="2593598" y="3178510"/>
            <a:ext cx="1728192" cy="407608"/>
            <a:chOff x="3229248" y="3397820"/>
            <a:chExt cx="1728192" cy="407608"/>
          </a:xfrm>
        </p:grpSpPr>
        <p:sp>
          <p:nvSpPr>
            <p:cNvPr id="36" name="Rectangle 124">
              <a:extLst>
                <a:ext uri="{FF2B5EF4-FFF2-40B4-BE49-F238E27FC236}">
                  <a16:creationId xmlns:a16="http://schemas.microsoft.com/office/drawing/2014/main" id="{0958C821-ABA1-45D9-9743-59A094A76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9248" y="3397820"/>
              <a:ext cx="172819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则      ，     </a:t>
              </a:r>
            </a:p>
          </p:txBody>
        </p:sp>
        <p:graphicFrame>
          <p:nvGraphicFramePr>
            <p:cNvPr id="39" name="Object 24">
              <a:extLst>
                <a:ext uri="{FF2B5EF4-FFF2-40B4-BE49-F238E27FC236}">
                  <a16:creationId xmlns:a16="http://schemas.microsoft.com/office/drawing/2014/main" id="{4E050BF7-1E99-40BA-8641-409B1471D8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0608385"/>
                </p:ext>
              </p:extLst>
            </p:nvPr>
          </p:nvGraphicFramePr>
          <p:xfrm>
            <a:off x="3679445" y="3424428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86" name="Equation" r:id="rId20" imgW="825480" imgH="380880" progId="">
                    <p:embed/>
                  </p:oleObj>
                </mc:Choice>
                <mc:Fallback>
                  <p:oleObj name="Equation" r:id="rId20" imgW="825480" imgH="380880" progId="">
                    <p:embed/>
                    <p:pic>
                      <p:nvPicPr>
                        <p:cNvPr id="0" name="Picture 22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9445" y="3424428"/>
                          <a:ext cx="8255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890CEFF-D23C-47E8-835E-95B214B146B8}"/>
              </a:ext>
            </a:extLst>
          </p:cNvPr>
          <p:cNvGrpSpPr/>
          <p:nvPr/>
        </p:nvGrpSpPr>
        <p:grpSpPr>
          <a:xfrm>
            <a:off x="909644" y="3867037"/>
            <a:ext cx="2304256" cy="400050"/>
            <a:chOff x="1403648" y="3823667"/>
            <a:chExt cx="1903516" cy="400050"/>
          </a:xfrm>
        </p:grpSpPr>
        <p:graphicFrame>
          <p:nvGraphicFramePr>
            <p:cNvPr id="52" name="Object 24">
              <a:extLst>
                <a:ext uri="{FF2B5EF4-FFF2-40B4-BE49-F238E27FC236}">
                  <a16:creationId xmlns:a16="http://schemas.microsoft.com/office/drawing/2014/main" id="{D5D3E01C-5BA6-4C84-A9BB-18098698534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60557" y="3916883"/>
            <a:ext cx="836682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87" name="Equation" r:id="rId22" imgW="838080" imgH="279360" progId="">
                    <p:embed/>
                  </p:oleObj>
                </mc:Choice>
                <mc:Fallback>
                  <p:oleObj name="Equation" r:id="rId22" imgW="838080" imgH="279360" progId="">
                    <p:embed/>
                    <p:pic>
                      <p:nvPicPr>
                        <p:cNvPr id="0" name="Picture 22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0557" y="3916883"/>
                          <a:ext cx="836682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Rectangle 124">
              <a:extLst>
                <a:ext uri="{FF2B5EF4-FFF2-40B4-BE49-F238E27FC236}">
                  <a16:creationId xmlns:a16="http://schemas.microsoft.com/office/drawing/2014/main" id="{59499E32-DC14-452E-83F8-ABD2F6E8C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648" y="3823667"/>
              <a:ext cx="1903516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若       ，     </a:t>
              </a: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C047B4BA-C3EC-44EA-910D-C689EFD67817}"/>
              </a:ext>
            </a:extLst>
          </p:cNvPr>
          <p:cNvSpPr txBox="1"/>
          <p:nvPr/>
        </p:nvSpPr>
        <p:spPr>
          <a:xfrm>
            <a:off x="5407651" y="1010371"/>
            <a:ext cx="516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称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B502F60-98AD-45F3-A994-0412B7E0B731}"/>
              </a:ext>
            </a:extLst>
          </p:cNvPr>
          <p:cNvSpPr txBox="1"/>
          <p:nvPr/>
        </p:nvSpPr>
        <p:spPr>
          <a:xfrm>
            <a:off x="2843807" y="2129615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而</a:t>
            </a:r>
          </a:p>
        </p:txBody>
      </p:sp>
      <p:graphicFrame>
        <p:nvGraphicFramePr>
          <p:cNvPr id="65" name="Object 24">
            <a:extLst>
              <a:ext uri="{FF2B5EF4-FFF2-40B4-BE49-F238E27FC236}">
                <a16:creationId xmlns:a16="http://schemas.microsoft.com/office/drawing/2014/main" id="{2261D7A1-1DBF-48B0-8862-E9E6792BE2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172016"/>
              </p:ext>
            </p:extLst>
          </p:nvPr>
        </p:nvGraphicFramePr>
        <p:xfrm>
          <a:off x="3102620" y="2607651"/>
          <a:ext cx="154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8" name="Equation" r:id="rId24" imgW="1549080" imgH="380880" progId="Equation.DSMT4">
                  <p:embed/>
                </p:oleObj>
              </mc:Choice>
              <mc:Fallback>
                <p:oleObj name="Equation" r:id="rId24" imgW="1549080" imgH="380880" progId="Equation.DSMT4">
                  <p:embed/>
                  <p:pic>
                    <p:nvPicPr>
                      <p:cNvPr id="0" name="Picture 22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620" y="2607651"/>
                        <a:ext cx="1549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791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8" grpId="0"/>
      <p:bldP spid="59" grpId="0"/>
      <p:bldP spid="63" grpId="0"/>
      <p:bldP spid="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39016C1-E21D-4E99-B064-AE94E1FC8D0E}"/>
              </a:ext>
            </a:extLst>
          </p:cNvPr>
          <p:cNvGrpSpPr/>
          <p:nvPr/>
        </p:nvGrpSpPr>
        <p:grpSpPr>
          <a:xfrm>
            <a:off x="2123728" y="483518"/>
            <a:ext cx="6408712" cy="461665"/>
            <a:chOff x="2077120" y="767333"/>
            <a:chExt cx="6408712" cy="461665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FD3913F-9543-49A9-942C-17A117542E92}"/>
                </a:ext>
              </a:extLst>
            </p:cNvPr>
            <p:cNvSpPr txBox="1"/>
            <p:nvPr/>
          </p:nvSpPr>
          <p:spPr>
            <a:xfrm>
              <a:off x="2077120" y="767333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设函数</a:t>
              </a:r>
            </a:p>
          </p:txBody>
        </p:sp>
        <p:graphicFrame>
          <p:nvGraphicFramePr>
            <p:cNvPr id="28" name="Object 24">
              <a:extLst>
                <a:ext uri="{FF2B5EF4-FFF2-40B4-BE49-F238E27FC236}">
                  <a16:creationId xmlns:a16="http://schemas.microsoft.com/office/drawing/2014/main" id="{35E0238C-0E41-4F70-BB50-0D7BBCB451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2688790"/>
                </p:ext>
              </p:extLst>
            </p:nvPr>
          </p:nvGraphicFramePr>
          <p:xfrm>
            <a:off x="3157265" y="863129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5" name="Equation" r:id="rId4" imgW="1104840" imgH="342720" progId="">
                    <p:embed/>
                  </p:oleObj>
                </mc:Choice>
                <mc:Fallback>
                  <p:oleObj name="Equation" r:id="rId4" imgW="1104840" imgH="342720" progId="">
                    <p:embed/>
                    <p:pic>
                      <p:nvPicPr>
                        <p:cNvPr id="0" name="Picture 48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7265" y="863129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386C0A4-869B-41EE-82CD-01678DE46545}"/>
                </a:ext>
              </a:extLst>
            </p:cNvPr>
            <p:cNvSpPr txBox="1"/>
            <p:nvPr/>
          </p:nvSpPr>
          <p:spPr>
            <a:xfrm>
              <a:off x="4237360" y="767333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31" name="Object 24">
              <a:extLst>
                <a:ext uri="{FF2B5EF4-FFF2-40B4-BE49-F238E27FC236}">
                  <a16:creationId xmlns:a16="http://schemas.microsoft.com/office/drawing/2014/main" id="{00F14C63-048F-4A94-92BA-85926892D2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8235706"/>
                </p:ext>
              </p:extLst>
            </p:nvPr>
          </p:nvGraphicFramePr>
          <p:xfrm>
            <a:off x="4995664" y="845666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6" name="Equation" r:id="rId6" imgW="279360" imgH="380880" progId="">
                    <p:embed/>
                  </p:oleObj>
                </mc:Choice>
                <mc:Fallback>
                  <p:oleObj name="Equation" r:id="rId6" imgW="279360" imgH="380880" progId="">
                    <p:embed/>
                    <p:pic>
                      <p:nvPicPr>
                        <p:cNvPr id="0" name="Picture 48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5664" y="845666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0BCF333-C179-483B-8A89-D0C24D1BBB54}"/>
                </a:ext>
              </a:extLst>
            </p:cNvPr>
            <p:cNvSpPr txBox="1"/>
            <p:nvPr/>
          </p:nvSpPr>
          <p:spPr>
            <a:xfrm>
              <a:off x="5245472" y="767333"/>
              <a:ext cx="32403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的某一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邻域内</a:t>
              </a:r>
              <a:r>
                <a:rPr lang="zh-CN" altLang="en-US" sz="2400" b="1" dirty="0">
                  <a:latin typeface="+mn-ea"/>
                </a:rPr>
                <a:t>有定义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5E9E728-2310-4A56-8FB1-DAD5F2F3F4F3}"/>
              </a:ext>
            </a:extLst>
          </p:cNvPr>
          <p:cNvGrpSpPr/>
          <p:nvPr/>
        </p:nvGrpSpPr>
        <p:grpSpPr>
          <a:xfrm>
            <a:off x="1424856" y="1097707"/>
            <a:ext cx="3279477" cy="585575"/>
            <a:chOff x="1378248" y="1381522"/>
            <a:chExt cx="3279477" cy="585575"/>
          </a:xfrm>
        </p:grpSpPr>
        <p:graphicFrame>
          <p:nvGraphicFramePr>
            <p:cNvPr id="37" name="Object 24">
              <a:extLst>
                <a:ext uri="{FF2B5EF4-FFF2-40B4-BE49-F238E27FC236}">
                  <a16:creationId xmlns:a16="http://schemas.microsoft.com/office/drawing/2014/main" id="{9C9F1A78-6F38-421E-9834-EAB702434D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4667016"/>
                </p:ext>
              </p:extLst>
            </p:nvPr>
          </p:nvGraphicFramePr>
          <p:xfrm>
            <a:off x="1794148" y="167289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7" name="Equation" r:id="rId8" imgW="190440" imgH="203040" progId="">
                    <p:embed/>
                  </p:oleObj>
                </mc:Choice>
                <mc:Fallback>
                  <p:oleObj name="Equation" r:id="rId8" imgW="190440" imgH="203040" progId="">
                    <p:embed/>
                    <p:pic>
                      <p:nvPicPr>
                        <p:cNvPr id="0" name="Picture 48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4148" y="1672894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8572D01-ABEC-4364-917E-B04AE9563547}"/>
                </a:ext>
              </a:extLst>
            </p:cNvPr>
            <p:cNvSpPr txBox="1"/>
            <p:nvPr/>
          </p:nvSpPr>
          <p:spPr>
            <a:xfrm>
              <a:off x="1915980" y="1505432"/>
              <a:ext cx="526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从</a:t>
              </a:r>
            </a:p>
          </p:txBody>
        </p:sp>
        <p:graphicFrame>
          <p:nvGraphicFramePr>
            <p:cNvPr id="40" name="Object 24">
              <a:extLst>
                <a:ext uri="{FF2B5EF4-FFF2-40B4-BE49-F238E27FC236}">
                  <a16:creationId xmlns:a16="http://schemas.microsoft.com/office/drawing/2014/main" id="{589073D9-9417-4A00-8B3F-208898776C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3974718"/>
                </p:ext>
              </p:extLst>
            </p:nvPr>
          </p:nvGraphicFramePr>
          <p:xfrm>
            <a:off x="2370212" y="1572146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8" name="Equation" r:id="rId10" imgW="279360" imgH="380880" progId="">
                    <p:embed/>
                  </p:oleObj>
                </mc:Choice>
                <mc:Fallback>
                  <p:oleObj name="Equation" r:id="rId10" imgW="279360" imgH="380880" progId="">
                    <p:embed/>
                    <p:pic>
                      <p:nvPicPr>
                        <p:cNvPr id="0" name="Picture 48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0212" y="1572146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AutoShape 7">
              <a:extLst>
                <a:ext uri="{FF2B5EF4-FFF2-40B4-BE49-F238E27FC236}">
                  <a16:creationId xmlns:a16="http://schemas.microsoft.com/office/drawing/2014/main" id="{B32FE52E-98ED-4EC0-B189-BFFFF9C16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252" y="1749782"/>
              <a:ext cx="900112" cy="110396"/>
            </a:xfrm>
            <a:prstGeom prst="rightArrow">
              <a:avLst>
                <a:gd name="adj1" fmla="val 50000"/>
                <a:gd name="adj2" fmla="val 90865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FA85CED-7A1A-4D47-A2FD-43433B379930}"/>
                </a:ext>
              </a:extLst>
            </p:cNvPr>
            <p:cNvSpPr txBox="1"/>
            <p:nvPr/>
          </p:nvSpPr>
          <p:spPr>
            <a:xfrm>
              <a:off x="2810643" y="1381522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</a:rPr>
                <a:t>变到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9EABABE-59D8-484C-A9A3-C02E031D261D}"/>
                </a:ext>
              </a:extLst>
            </p:cNvPr>
            <p:cNvSpPr txBox="1"/>
            <p:nvPr/>
          </p:nvSpPr>
          <p:spPr>
            <a:xfrm>
              <a:off x="1378248" y="149592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</a:t>
              </a:r>
            </a:p>
          </p:txBody>
        </p:sp>
        <p:graphicFrame>
          <p:nvGraphicFramePr>
            <p:cNvPr id="39" name="Object 24">
              <a:extLst>
                <a:ext uri="{FF2B5EF4-FFF2-40B4-BE49-F238E27FC236}">
                  <a16:creationId xmlns:a16="http://schemas.microsoft.com/office/drawing/2014/main" id="{D9BE3CAB-2670-4EFD-9DA8-32C734EE9A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2202530"/>
                </p:ext>
              </p:extLst>
            </p:nvPr>
          </p:nvGraphicFramePr>
          <p:xfrm>
            <a:off x="3679825" y="1579563"/>
            <a:ext cx="977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59" name="Equation" r:id="rId12" imgW="977760" imgH="380880" progId="Equation.DSMT4">
                    <p:embed/>
                  </p:oleObj>
                </mc:Choice>
                <mc:Fallback>
                  <p:oleObj name="Equation" r:id="rId12" imgW="977760" imgH="380880" progId="Equation.DSMT4">
                    <p:embed/>
                    <p:pic>
                      <p:nvPicPr>
                        <p:cNvPr id="0" name="Picture 48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9825" y="1579563"/>
                          <a:ext cx="9779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C384786-5F1E-4121-8867-26CDEA6CCB06}"/>
              </a:ext>
            </a:extLst>
          </p:cNvPr>
          <p:cNvGrpSpPr/>
          <p:nvPr/>
        </p:nvGrpSpPr>
        <p:grpSpPr>
          <a:xfrm>
            <a:off x="586160" y="2032787"/>
            <a:ext cx="979140" cy="461665"/>
            <a:chOff x="539552" y="2316602"/>
            <a:chExt cx="979140" cy="461665"/>
          </a:xfrm>
        </p:grpSpPr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9A0314CE-16D3-4EE8-AFC7-AECC7D017E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417916"/>
                </p:ext>
              </p:extLst>
            </p:nvPr>
          </p:nvGraphicFramePr>
          <p:xfrm>
            <a:off x="1302792" y="2478205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0" name="Equation" r:id="rId14" imgW="215640" imgH="266400" progId="">
                    <p:embed/>
                  </p:oleObj>
                </mc:Choice>
                <mc:Fallback>
                  <p:oleObj name="Equation" r:id="rId14" imgW="215640" imgH="266400" progId="">
                    <p:embed/>
                    <p:pic>
                      <p:nvPicPr>
                        <p:cNvPr id="0" name="Picture 48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792" y="2478205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8CB6FC62-AB5F-490B-9C66-71B4C6DBB64D}"/>
                </a:ext>
              </a:extLst>
            </p:cNvPr>
            <p:cNvSpPr txBox="1"/>
            <p:nvPr/>
          </p:nvSpPr>
          <p:spPr>
            <a:xfrm>
              <a:off x="539552" y="2316602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函数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E7F6CB2-F849-4230-9F91-317B206623C6}"/>
              </a:ext>
            </a:extLst>
          </p:cNvPr>
          <p:cNvGrpSpPr/>
          <p:nvPr/>
        </p:nvGrpSpPr>
        <p:grpSpPr>
          <a:xfrm>
            <a:off x="1501924" y="1916197"/>
            <a:ext cx="3551659" cy="601926"/>
            <a:chOff x="1455316" y="2200012"/>
            <a:chExt cx="3551659" cy="601926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04F2E7DE-8586-4D06-BD29-9AF6B1EC889B}"/>
                </a:ext>
              </a:extLst>
            </p:cNvPr>
            <p:cNvSpPr txBox="1"/>
            <p:nvPr/>
          </p:nvSpPr>
          <p:spPr>
            <a:xfrm>
              <a:off x="1455316" y="2317704"/>
              <a:ext cx="526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从</a:t>
              </a:r>
            </a:p>
          </p:txBody>
        </p:sp>
        <p:graphicFrame>
          <p:nvGraphicFramePr>
            <p:cNvPr id="50" name="Object 24">
              <a:extLst>
                <a:ext uri="{FF2B5EF4-FFF2-40B4-BE49-F238E27FC236}">
                  <a16:creationId xmlns:a16="http://schemas.microsoft.com/office/drawing/2014/main" id="{6BAC1386-EAF7-4126-B5C1-3E438E499A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4008111"/>
                </p:ext>
              </p:extLst>
            </p:nvPr>
          </p:nvGraphicFramePr>
          <p:xfrm>
            <a:off x="1878856" y="2394952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1" name="Equation" r:id="rId16" imgW="736560" imgH="380880" progId="">
                    <p:embed/>
                  </p:oleObj>
                </mc:Choice>
                <mc:Fallback>
                  <p:oleObj name="Equation" r:id="rId16" imgW="736560" imgH="380880" progId="">
                    <p:embed/>
                    <p:pic>
                      <p:nvPicPr>
                        <p:cNvPr id="0" name="Picture 48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8856" y="2394952"/>
                          <a:ext cx="7366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AutoShape 7">
              <a:extLst>
                <a:ext uri="{FF2B5EF4-FFF2-40B4-BE49-F238E27FC236}">
                  <a16:creationId xmlns:a16="http://schemas.microsoft.com/office/drawing/2014/main" id="{1F6BCD31-6ADD-4D8D-B345-8A7F0BA6C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744" y="2568561"/>
              <a:ext cx="900112" cy="110396"/>
            </a:xfrm>
            <a:prstGeom prst="rightArrow">
              <a:avLst>
                <a:gd name="adj1" fmla="val 50000"/>
                <a:gd name="adj2" fmla="val 90865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0FA17847-3998-4F9F-9501-0764096D78BE}"/>
                </a:ext>
              </a:extLst>
            </p:cNvPr>
            <p:cNvSpPr txBox="1"/>
            <p:nvPr/>
          </p:nvSpPr>
          <p:spPr>
            <a:xfrm>
              <a:off x="2814960" y="2200012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</a:rPr>
                <a:t>变到 </a:t>
              </a:r>
            </a:p>
          </p:txBody>
        </p:sp>
        <p:graphicFrame>
          <p:nvGraphicFramePr>
            <p:cNvPr id="60" name="Object 24">
              <a:extLst>
                <a:ext uri="{FF2B5EF4-FFF2-40B4-BE49-F238E27FC236}">
                  <a16:creationId xmlns:a16="http://schemas.microsoft.com/office/drawing/2014/main" id="{E9BF14A1-ED54-46AB-AFBB-0E6F230C84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1164471"/>
                </p:ext>
              </p:extLst>
            </p:nvPr>
          </p:nvGraphicFramePr>
          <p:xfrm>
            <a:off x="3597275" y="2420938"/>
            <a:ext cx="1409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2" name="Equation" r:id="rId18" imgW="1409400" imgH="380880" progId="Equation.DSMT4">
                    <p:embed/>
                  </p:oleObj>
                </mc:Choice>
                <mc:Fallback>
                  <p:oleObj name="Equation" r:id="rId18" imgW="1409400" imgH="380880" progId="Equation.DSMT4">
                    <p:embed/>
                    <p:pic>
                      <p:nvPicPr>
                        <p:cNvPr id="0" name="Picture 48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7275" y="2420938"/>
                          <a:ext cx="14097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4102F43-0E83-48A3-957B-2EAE6BD29B2B}"/>
              </a:ext>
            </a:extLst>
          </p:cNvPr>
          <p:cNvGrpSpPr/>
          <p:nvPr/>
        </p:nvGrpSpPr>
        <p:grpSpPr>
          <a:xfrm>
            <a:off x="514152" y="2906390"/>
            <a:ext cx="5459908" cy="461665"/>
            <a:chOff x="467544" y="3147814"/>
            <a:chExt cx="5459908" cy="461665"/>
          </a:xfrm>
        </p:grpSpPr>
        <p:graphicFrame>
          <p:nvGraphicFramePr>
            <p:cNvPr id="61" name="Object 24">
              <a:extLst>
                <a:ext uri="{FF2B5EF4-FFF2-40B4-BE49-F238E27FC236}">
                  <a16:creationId xmlns:a16="http://schemas.microsoft.com/office/drawing/2014/main" id="{D3FC43EB-B6EB-419A-A48C-2D36E3879C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8410409"/>
                </p:ext>
              </p:extLst>
            </p:nvPr>
          </p:nvGraphicFramePr>
          <p:xfrm>
            <a:off x="1543472" y="3219822"/>
            <a:ext cx="2298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3" name="Equation" r:id="rId20" imgW="2298600" imgH="380880" progId="">
                    <p:embed/>
                  </p:oleObj>
                </mc:Choice>
                <mc:Fallback>
                  <p:oleObj name="Equation" r:id="rId20" imgW="2298600" imgH="380880" progId="">
                    <p:embed/>
                    <p:pic>
                      <p:nvPicPr>
                        <p:cNvPr id="0" name="Picture 48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3472" y="3219822"/>
                          <a:ext cx="22987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24">
              <a:extLst>
                <a:ext uri="{FF2B5EF4-FFF2-40B4-BE49-F238E27FC236}">
                  <a16:creationId xmlns:a16="http://schemas.microsoft.com/office/drawing/2014/main" id="{277AAA60-4D57-4D5F-A84E-0E2010EDE0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5201844"/>
                </p:ext>
              </p:extLst>
            </p:nvPr>
          </p:nvGraphicFramePr>
          <p:xfrm>
            <a:off x="913135" y="3240658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4" name="Equation" r:id="rId22" imgW="609480" imgH="342720" progId="">
                    <p:embed/>
                  </p:oleObj>
                </mc:Choice>
                <mc:Fallback>
                  <p:oleObj name="Equation" r:id="rId22" imgW="609480" imgH="342720" progId="">
                    <p:embed/>
                    <p:pic>
                      <p:nvPicPr>
                        <p:cNvPr id="0" name="Picture 48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3135" y="3240658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2A518E8-163D-4E4F-B555-DD82CA126980}"/>
                </a:ext>
              </a:extLst>
            </p:cNvPr>
            <p:cNvSpPr txBox="1"/>
            <p:nvPr/>
          </p:nvSpPr>
          <p:spPr>
            <a:xfrm>
              <a:off x="3767212" y="3147814"/>
              <a:ext cx="2160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为函数的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增量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57F9517-1381-44BD-BF2F-0C3CE56DD8D1}"/>
                </a:ext>
              </a:extLst>
            </p:cNvPr>
            <p:cNvSpPr txBox="1"/>
            <p:nvPr/>
          </p:nvSpPr>
          <p:spPr>
            <a:xfrm>
              <a:off x="467544" y="3147814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称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6E868D6-BDE6-4045-BB45-A159FED6579C}"/>
              </a:ext>
            </a:extLst>
          </p:cNvPr>
          <p:cNvGrpSpPr/>
          <p:nvPr/>
        </p:nvGrpSpPr>
        <p:grpSpPr>
          <a:xfrm>
            <a:off x="6033368" y="1157139"/>
            <a:ext cx="2689572" cy="2234171"/>
            <a:chOff x="5796136" y="1237630"/>
            <a:chExt cx="2689572" cy="2234171"/>
          </a:xfrm>
        </p:grpSpPr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F5D75E9E-FE3F-4FF1-9571-CFDA42F06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7492" y="1432322"/>
              <a:ext cx="1872208" cy="1359644"/>
            </a:xfrm>
            <a:custGeom>
              <a:avLst/>
              <a:gdLst>
                <a:gd name="T0" fmla="*/ 0 w 1344"/>
                <a:gd name="T1" fmla="*/ 394 h 768"/>
                <a:gd name="T2" fmla="*/ 192 w 1344"/>
                <a:gd name="T3" fmla="*/ 271 h 768"/>
                <a:gd name="T4" fmla="*/ 672 w 1344"/>
                <a:gd name="T5" fmla="*/ 221 h 768"/>
                <a:gd name="T6" fmla="*/ 1056 w 1344"/>
                <a:gd name="T7" fmla="*/ 123 h 768"/>
                <a:gd name="T8" fmla="*/ 1344 w 1344"/>
                <a:gd name="T9" fmla="*/ 0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768"/>
                <a:gd name="T17" fmla="*/ 1344 w 1344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768">
                  <a:moveTo>
                    <a:pt x="0" y="768"/>
                  </a:moveTo>
                  <a:cubicBezTo>
                    <a:pt x="40" y="676"/>
                    <a:pt x="80" y="584"/>
                    <a:pt x="192" y="528"/>
                  </a:cubicBezTo>
                  <a:cubicBezTo>
                    <a:pt x="304" y="472"/>
                    <a:pt x="528" y="480"/>
                    <a:pt x="672" y="432"/>
                  </a:cubicBezTo>
                  <a:cubicBezTo>
                    <a:pt x="816" y="384"/>
                    <a:pt x="944" y="312"/>
                    <a:pt x="1056" y="240"/>
                  </a:cubicBezTo>
                  <a:cubicBezTo>
                    <a:pt x="1168" y="168"/>
                    <a:pt x="1256" y="84"/>
                    <a:pt x="1344" y="0"/>
                  </a:cubicBezTo>
                </a:path>
              </a:pathLst>
            </a:custGeom>
            <a:noFill/>
            <a:ln w="19050">
              <a:solidFill>
                <a:srgbClr val="0064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dirty="0"/>
            </a:p>
          </p:txBody>
        </p:sp>
        <p:grpSp>
          <p:nvGrpSpPr>
            <p:cNvPr id="71" name="Group 35">
              <a:extLst>
                <a:ext uri="{FF2B5EF4-FFF2-40B4-BE49-F238E27FC236}">
                  <a16:creationId xmlns:a16="http://schemas.microsoft.com/office/drawing/2014/main" id="{33F07B0F-804B-4187-8746-BD615881C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6136" y="1347620"/>
              <a:ext cx="2602074" cy="2124181"/>
              <a:chOff x="816" y="1606"/>
              <a:chExt cx="1835" cy="2101"/>
            </a:xfrm>
          </p:grpSpPr>
          <p:sp>
            <p:nvSpPr>
              <p:cNvPr id="78" name="Line 36">
                <a:extLst>
                  <a:ext uri="{FF2B5EF4-FFF2-40B4-BE49-F238E27FC236}">
                    <a16:creationId xmlns:a16="http://schemas.microsoft.com/office/drawing/2014/main" id="{D1DFF853-F120-4DC6-9321-E91DF036B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4" y="3334"/>
                <a:ext cx="17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9" name="Line 37">
                <a:extLst>
                  <a:ext uri="{FF2B5EF4-FFF2-40B4-BE49-F238E27FC236}">
                    <a16:creationId xmlns:a16="http://schemas.microsoft.com/office/drawing/2014/main" id="{9165A640-1849-4E62-BA08-C176C3587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0" y="1606"/>
                <a:ext cx="0" cy="20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" name="Text Box 40">
                <a:extLst>
                  <a:ext uri="{FF2B5EF4-FFF2-40B4-BE49-F238E27FC236}">
                    <a16:creationId xmlns:a16="http://schemas.microsoft.com/office/drawing/2014/main" id="{6C247243-EA00-453C-9D51-1462BA66CB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3312"/>
                <a:ext cx="261" cy="3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0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</p:grpSp>
        <p:graphicFrame>
          <p:nvGraphicFramePr>
            <p:cNvPr id="85" name="Object 24">
              <a:extLst>
                <a:ext uri="{FF2B5EF4-FFF2-40B4-BE49-F238E27FC236}">
                  <a16:creationId xmlns:a16="http://schemas.microsoft.com/office/drawing/2014/main" id="{4F00019C-196D-428A-B483-BED9D0EE02E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295208" y="322833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5" name="Equation" r:id="rId24" imgW="190440" imgH="203040" progId="">
                    <p:embed/>
                  </p:oleObj>
                </mc:Choice>
                <mc:Fallback>
                  <p:oleObj name="Equation" r:id="rId24" imgW="190440" imgH="203040" progId="">
                    <p:embed/>
                    <p:pic>
                      <p:nvPicPr>
                        <p:cNvPr id="0" name="Picture 48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5208" y="322833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Object 24">
              <a:extLst>
                <a:ext uri="{FF2B5EF4-FFF2-40B4-BE49-F238E27FC236}">
                  <a16:creationId xmlns:a16="http://schemas.microsoft.com/office/drawing/2014/main" id="{D62C127D-BB16-4636-80E6-95A28464CA0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10560" y="1237630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6" name="Equation" r:id="rId26" imgW="215640" imgH="266400" progId="">
                    <p:embed/>
                  </p:oleObj>
                </mc:Choice>
                <mc:Fallback>
                  <p:oleObj name="Equation" r:id="rId26" imgW="215640" imgH="266400" progId="">
                    <p:embed/>
                    <p:pic>
                      <p:nvPicPr>
                        <p:cNvPr id="0" name="Picture 48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0560" y="1237630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24">
              <a:extLst>
                <a:ext uri="{FF2B5EF4-FFF2-40B4-BE49-F238E27FC236}">
                  <a16:creationId xmlns:a16="http://schemas.microsoft.com/office/drawing/2014/main" id="{276D5AC4-0167-4B5C-B531-ABCAD430E9D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76256" y="1364754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67" name="Equation" r:id="rId28" imgW="1104840" imgH="342720" progId="">
                    <p:embed/>
                  </p:oleObj>
                </mc:Choice>
                <mc:Fallback>
                  <p:oleObj name="Equation" r:id="rId28" imgW="1104840" imgH="342720" progId="">
                    <p:embed/>
                    <p:pic>
                      <p:nvPicPr>
                        <p:cNvPr id="0" name="Picture 48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6256" y="1364754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10F0B77-71A3-46B7-8A25-CB4E09A08A74}"/>
              </a:ext>
            </a:extLst>
          </p:cNvPr>
          <p:cNvGrpSpPr/>
          <p:nvPr/>
        </p:nvGrpSpPr>
        <p:grpSpPr>
          <a:xfrm>
            <a:off x="6956772" y="1967936"/>
            <a:ext cx="1190228" cy="1386612"/>
            <a:chOff x="6897340" y="3385995"/>
            <a:chExt cx="1190228" cy="1386612"/>
          </a:xfrm>
        </p:grpSpPr>
        <p:sp>
          <p:nvSpPr>
            <p:cNvPr id="89" name="Line 29">
              <a:extLst>
                <a:ext uri="{FF2B5EF4-FFF2-40B4-BE49-F238E27FC236}">
                  <a16:creationId xmlns:a16="http://schemas.microsoft.com/office/drawing/2014/main" id="{43C12AF1-59E4-42E7-B034-B0B5B875F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9945" y="3385995"/>
              <a:ext cx="0" cy="1044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0" name="Line 33">
              <a:extLst>
                <a:ext uri="{FF2B5EF4-FFF2-40B4-BE49-F238E27FC236}">
                  <a16:creationId xmlns:a16="http://schemas.microsoft.com/office/drawing/2014/main" id="{3B1D7F20-D79E-4710-A01E-3781DB953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280" y="3632691"/>
              <a:ext cx="0" cy="81565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91" name="Object 24">
              <a:extLst>
                <a:ext uri="{FF2B5EF4-FFF2-40B4-BE49-F238E27FC236}">
                  <a16:creationId xmlns:a16="http://schemas.microsoft.com/office/drawing/2014/main" id="{94939CB1-AF05-4FEF-A17D-B7F8BBA740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8667064"/>
                </p:ext>
              </p:extLst>
            </p:nvPr>
          </p:nvGraphicFramePr>
          <p:xfrm>
            <a:off x="7308304" y="4426074"/>
            <a:ext cx="779264" cy="329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36" name="Equation" r:id="rId30" imgW="901440" imgH="380880" progId="">
                    <p:embed/>
                  </p:oleObj>
                </mc:Choice>
                <mc:Fallback>
                  <p:oleObj name="Equation" r:id="rId30" imgW="901440" imgH="380880" progId="">
                    <p:embed/>
                    <p:pic>
                      <p:nvPicPr>
                        <p:cNvPr id="0" name="Picture 48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8304" y="4426074"/>
                          <a:ext cx="779264" cy="329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Object 24">
              <a:extLst>
                <a:ext uri="{FF2B5EF4-FFF2-40B4-BE49-F238E27FC236}">
                  <a16:creationId xmlns:a16="http://schemas.microsoft.com/office/drawing/2014/main" id="{6FDE7571-169B-47BD-86D6-2D45BF15A3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5957130"/>
                </p:ext>
              </p:extLst>
            </p:nvPr>
          </p:nvGraphicFramePr>
          <p:xfrm>
            <a:off x="6897340" y="4426074"/>
            <a:ext cx="254124" cy="346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37" name="Equation" r:id="rId32" imgW="279360" imgH="380880" progId="">
                    <p:embed/>
                  </p:oleObj>
                </mc:Choice>
                <mc:Fallback>
                  <p:oleObj name="Equation" r:id="rId32" imgW="279360" imgH="380880" progId="">
                    <p:embed/>
                    <p:pic>
                      <p:nvPicPr>
                        <p:cNvPr id="0" name="Picture 48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7340" y="4426074"/>
                          <a:ext cx="254124" cy="3465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11C910-AE5B-490F-800F-EFC8D27FB4BE}"/>
              </a:ext>
            </a:extLst>
          </p:cNvPr>
          <p:cNvGrpSpPr/>
          <p:nvPr/>
        </p:nvGrpSpPr>
        <p:grpSpPr>
          <a:xfrm>
            <a:off x="5177930" y="1765777"/>
            <a:ext cx="2560178" cy="643324"/>
            <a:chOff x="5495554" y="4150524"/>
            <a:chExt cx="2560178" cy="643324"/>
          </a:xfrm>
        </p:grpSpPr>
        <p:sp>
          <p:nvSpPr>
            <p:cNvPr id="93" name="Line 34">
              <a:extLst>
                <a:ext uri="{FF2B5EF4-FFF2-40B4-BE49-F238E27FC236}">
                  <a16:creationId xmlns:a16="http://schemas.microsoft.com/office/drawing/2014/main" id="{714BE04E-6109-43B5-BB13-6EB16D119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732" y="4579466"/>
              <a:ext cx="13320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5" name="Line 34">
              <a:extLst>
                <a:ext uri="{FF2B5EF4-FFF2-40B4-BE49-F238E27FC236}">
                  <a16:creationId xmlns:a16="http://schemas.microsoft.com/office/drawing/2014/main" id="{A7828E69-E1E2-41DF-836C-E7F4B49A9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732" y="4348651"/>
              <a:ext cx="13320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96" name="Object 24">
              <a:extLst>
                <a:ext uri="{FF2B5EF4-FFF2-40B4-BE49-F238E27FC236}">
                  <a16:creationId xmlns:a16="http://schemas.microsoft.com/office/drawing/2014/main" id="{5500FBF0-283A-4A4B-84F0-63421E3352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8660137"/>
                </p:ext>
              </p:extLst>
            </p:nvPr>
          </p:nvGraphicFramePr>
          <p:xfrm>
            <a:off x="5495554" y="4150524"/>
            <a:ext cx="1116124" cy="318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38" name="Equation" r:id="rId34" imgW="1333440" imgH="380880" progId="">
                    <p:embed/>
                  </p:oleObj>
                </mc:Choice>
                <mc:Fallback>
                  <p:oleObj name="Equation" r:id="rId34" imgW="1333440" imgH="380880" progId="">
                    <p:embed/>
                    <p:pic>
                      <p:nvPicPr>
                        <p:cNvPr id="0" name="Picture 48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5554" y="4150524"/>
                          <a:ext cx="1116124" cy="3188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24">
              <a:extLst>
                <a:ext uri="{FF2B5EF4-FFF2-40B4-BE49-F238E27FC236}">
                  <a16:creationId xmlns:a16="http://schemas.microsoft.com/office/drawing/2014/main" id="{A9193192-2936-419B-9FA3-4B81D8BC87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0261458"/>
                </p:ext>
              </p:extLst>
            </p:nvPr>
          </p:nvGraphicFramePr>
          <p:xfrm>
            <a:off x="6015516" y="4495884"/>
            <a:ext cx="576063" cy="2979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39" name="Equation" r:id="rId36" imgW="736560" imgH="380880" progId="">
                    <p:embed/>
                  </p:oleObj>
                </mc:Choice>
                <mc:Fallback>
                  <p:oleObj name="Equation" r:id="rId36" imgW="736560" imgH="380880" progId="">
                    <p:embed/>
                    <p:pic>
                      <p:nvPicPr>
                        <p:cNvPr id="0" name="Picture 48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5516" y="4495884"/>
                          <a:ext cx="576063" cy="2979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9" name="Object 24">
            <a:extLst>
              <a:ext uri="{FF2B5EF4-FFF2-40B4-BE49-F238E27FC236}">
                <a16:creationId xmlns:a16="http://schemas.microsoft.com/office/drawing/2014/main" id="{E359B5C1-0D50-45BE-9A31-29B345BE44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079986"/>
              </p:ext>
            </p:extLst>
          </p:nvPr>
        </p:nvGraphicFramePr>
        <p:xfrm>
          <a:off x="7254295" y="2224559"/>
          <a:ext cx="368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0" name="Equation" r:id="rId38" imgW="368280" imgH="279360" progId="">
                  <p:embed/>
                </p:oleObj>
              </mc:Choice>
              <mc:Fallback>
                <p:oleObj name="Equation" r:id="rId38" imgW="368280" imgH="279360" progId="">
                  <p:embed/>
                  <p:pic>
                    <p:nvPicPr>
                      <p:cNvPr id="0" name="Picture 48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295" y="2224559"/>
                        <a:ext cx="368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24">
            <a:extLst>
              <a:ext uri="{FF2B5EF4-FFF2-40B4-BE49-F238E27FC236}">
                <a16:creationId xmlns:a16="http://schemas.microsoft.com/office/drawing/2014/main" id="{8E07592C-BB47-4421-B4A6-B66E75A28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385278"/>
              </p:ext>
            </p:extLst>
          </p:nvPr>
        </p:nvGraphicFramePr>
        <p:xfrm>
          <a:off x="7826341" y="1920776"/>
          <a:ext cx="36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1" name="Equation" r:id="rId40" imgW="368280" imgH="342720" progId="">
                  <p:embed/>
                </p:oleObj>
              </mc:Choice>
              <mc:Fallback>
                <p:oleObj name="Equation" r:id="rId40" imgW="368280" imgH="342720" progId="">
                  <p:embed/>
                  <p:pic>
                    <p:nvPicPr>
                      <p:cNvPr id="0" name="Picture 48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41" y="1920776"/>
                        <a:ext cx="368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78989101-28A8-453D-97EB-0B92682704B2}"/>
              </a:ext>
            </a:extLst>
          </p:cNvPr>
          <p:cNvGrpSpPr/>
          <p:nvPr/>
        </p:nvGrpSpPr>
        <p:grpSpPr>
          <a:xfrm>
            <a:off x="505644" y="3728095"/>
            <a:ext cx="3362077" cy="461665"/>
            <a:chOff x="459036" y="4083918"/>
            <a:chExt cx="3362077" cy="461665"/>
          </a:xfrm>
        </p:grpSpPr>
        <p:graphicFrame>
          <p:nvGraphicFramePr>
            <p:cNvPr id="102" name="Object 24">
              <a:extLst>
                <a:ext uri="{FF2B5EF4-FFF2-40B4-BE49-F238E27FC236}">
                  <a16:creationId xmlns:a16="http://schemas.microsoft.com/office/drawing/2014/main" id="{F9D53D90-50C7-4A1B-890D-D231BA7566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9796590"/>
                </p:ext>
              </p:extLst>
            </p:nvPr>
          </p:nvGraphicFramePr>
          <p:xfrm>
            <a:off x="1243013" y="4199955"/>
            <a:ext cx="939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42" name="Equation" r:id="rId42" imgW="939600" imgH="279360" progId="">
                    <p:embed/>
                  </p:oleObj>
                </mc:Choice>
                <mc:Fallback>
                  <p:oleObj name="Equation" r:id="rId42" imgW="939600" imgH="279360" progId="">
                    <p:embed/>
                    <p:pic>
                      <p:nvPicPr>
                        <p:cNvPr id="0" name="Picture 48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3013" y="4199955"/>
                          <a:ext cx="9398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8817EADB-4B0A-4D7F-AA3A-9D952A71017F}"/>
                </a:ext>
              </a:extLst>
            </p:cNvPr>
            <p:cNvSpPr txBox="1"/>
            <p:nvPr/>
          </p:nvSpPr>
          <p:spPr>
            <a:xfrm>
              <a:off x="459036" y="4083918"/>
              <a:ext cx="24821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如果</a:t>
              </a:r>
              <a:r>
                <a:rPr lang="zh-CN" altLang="en-US" sz="2400" b="1" dirty="0">
                  <a:solidFill>
                    <a:srgbClr val="C00000"/>
                  </a:solidFill>
                  <a:latin typeface="+mn-ea"/>
                </a:rPr>
                <a:t> 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  </a:t>
              </a:r>
              <a:r>
                <a:rPr lang="zh-CN" altLang="en-US" sz="2400" b="1" dirty="0">
                  <a:latin typeface="+mn-ea"/>
                </a:rPr>
                <a:t>时，</a:t>
              </a:r>
            </a:p>
          </p:txBody>
        </p:sp>
        <p:graphicFrame>
          <p:nvGraphicFramePr>
            <p:cNvPr id="105" name="Object 24">
              <a:extLst>
                <a:ext uri="{FF2B5EF4-FFF2-40B4-BE49-F238E27FC236}">
                  <a16:creationId xmlns:a16="http://schemas.microsoft.com/office/drawing/2014/main" id="{CAEBD346-DF69-4D30-9D1E-79C3026EA6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7071390"/>
                </p:ext>
              </p:extLst>
            </p:nvPr>
          </p:nvGraphicFramePr>
          <p:xfrm>
            <a:off x="2805113" y="4195763"/>
            <a:ext cx="1016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43" name="Equation" r:id="rId44" imgW="1015920" imgH="342720" progId="">
                    <p:embed/>
                  </p:oleObj>
                </mc:Choice>
                <mc:Fallback>
                  <p:oleObj name="Equation" r:id="rId44" imgW="1015920" imgH="342720" progId="">
                    <p:embed/>
                    <p:pic>
                      <p:nvPicPr>
                        <p:cNvPr id="0" name="Picture 48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5113" y="4195763"/>
                          <a:ext cx="1016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8560EB2-B951-4F6F-A524-5338A0C5204E}"/>
              </a:ext>
            </a:extLst>
          </p:cNvPr>
          <p:cNvGrpSpPr/>
          <p:nvPr/>
        </p:nvGrpSpPr>
        <p:grpSpPr>
          <a:xfrm>
            <a:off x="3902695" y="3738215"/>
            <a:ext cx="4536529" cy="487065"/>
            <a:chOff x="3856087" y="4094038"/>
            <a:chExt cx="4536529" cy="487065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0BBD46-EFDA-4587-9B8A-738CB0FBA461}"/>
                </a:ext>
              </a:extLst>
            </p:cNvPr>
            <p:cNvGrpSpPr/>
            <p:nvPr/>
          </p:nvGrpSpPr>
          <p:grpSpPr>
            <a:xfrm>
              <a:off x="3856087" y="4094038"/>
              <a:ext cx="2549897" cy="461665"/>
              <a:chOff x="3856087" y="4094038"/>
              <a:chExt cx="2549897" cy="461665"/>
            </a:xfrm>
          </p:grpSpPr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B55075C6-14F4-4684-A2D6-E7C4009EF261}"/>
                  </a:ext>
                </a:extLst>
              </p:cNvPr>
              <p:cNvSpPr txBox="1"/>
              <p:nvPr/>
            </p:nvSpPr>
            <p:spPr>
              <a:xfrm>
                <a:off x="3856087" y="4094038"/>
                <a:ext cx="5040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称</a:t>
                </a:r>
              </a:p>
            </p:txBody>
          </p:sp>
          <p:graphicFrame>
            <p:nvGraphicFramePr>
              <p:cNvPr id="108" name="Object 24">
                <a:extLst>
                  <a:ext uri="{FF2B5EF4-FFF2-40B4-BE49-F238E27FC236}">
                    <a16:creationId xmlns:a16="http://schemas.microsoft.com/office/drawing/2014/main" id="{1B74A1C6-36E9-46F8-A8C7-AE488E25DA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3352705"/>
                  </p:ext>
                </p:extLst>
              </p:nvPr>
            </p:nvGraphicFramePr>
            <p:xfrm>
              <a:off x="4309368" y="4181326"/>
              <a:ext cx="1104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144" name="Equation" r:id="rId46" imgW="1104840" imgH="342720" progId="">
                      <p:embed/>
                    </p:oleObj>
                  </mc:Choice>
                  <mc:Fallback>
                    <p:oleObj name="Equation" r:id="rId46" imgW="1104840" imgH="342720" progId="">
                      <p:embed/>
                      <p:pic>
                        <p:nvPicPr>
                          <p:cNvPr id="0" name="Picture 48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9368" y="4181326"/>
                            <a:ext cx="11049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725A2102-C822-4FBF-97C5-C5F970CAF133}"/>
                  </a:ext>
                </a:extLst>
              </p:cNvPr>
              <p:cNvSpPr txBox="1"/>
              <p:nvPr/>
            </p:nvSpPr>
            <p:spPr>
              <a:xfrm>
                <a:off x="5368280" y="4094038"/>
                <a:ext cx="8640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在点</a:t>
                </a:r>
              </a:p>
            </p:txBody>
          </p:sp>
          <p:graphicFrame>
            <p:nvGraphicFramePr>
              <p:cNvPr id="110" name="Object 24">
                <a:extLst>
                  <a:ext uri="{FF2B5EF4-FFF2-40B4-BE49-F238E27FC236}">
                    <a16:creationId xmlns:a16="http://schemas.microsoft.com/office/drawing/2014/main" id="{736822F7-0B8D-47BE-989B-6077B572CCE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381907"/>
                  </p:ext>
                </p:extLst>
              </p:nvPr>
            </p:nvGraphicFramePr>
            <p:xfrm>
              <a:off x="6126584" y="4172371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145" name="Equation" r:id="rId48" imgW="279360" imgH="380880" progId="">
                      <p:embed/>
                    </p:oleObj>
                  </mc:Choice>
                  <mc:Fallback>
                    <p:oleObj name="Equation" r:id="rId48" imgW="279360" imgH="380880" progId="">
                      <p:embed/>
                      <p:pic>
                        <p:nvPicPr>
                          <p:cNvPr id="0" name="Picture 48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26584" y="4172371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AB75A88A-6E2C-45BD-A583-852FAE4A266C}"/>
                </a:ext>
              </a:extLst>
            </p:cNvPr>
            <p:cNvSpPr txBox="1"/>
            <p:nvPr/>
          </p:nvSpPr>
          <p:spPr>
            <a:xfrm>
              <a:off x="6350992" y="4119438"/>
              <a:ext cx="20416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处是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连续</a:t>
              </a:r>
              <a:r>
                <a:rPr lang="zh-CN" altLang="en-US" sz="2400" b="1" dirty="0">
                  <a:latin typeface="+mn-ea"/>
                </a:rPr>
                <a:t>的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58A08D6-A3DF-4EA9-A07D-1391C6250EF2}"/>
              </a:ext>
            </a:extLst>
          </p:cNvPr>
          <p:cNvSpPr txBox="1"/>
          <p:nvPr/>
        </p:nvSpPr>
        <p:spPr>
          <a:xfrm>
            <a:off x="442144" y="487735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函数的增量</a:t>
            </a:r>
          </a:p>
        </p:txBody>
      </p:sp>
    </p:spTree>
    <p:extLst>
      <p:ext uri="{BB962C8B-B14F-4D97-AF65-F5344CB8AC3E}">
        <p14:creationId xmlns:p14="http://schemas.microsoft.com/office/powerpoint/2010/main" val="60461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E5FFFAB7-07F7-44D1-B18D-CC6D85D81780}"/>
              </a:ext>
            </a:extLst>
          </p:cNvPr>
          <p:cNvSpPr txBox="1"/>
          <p:nvPr/>
        </p:nvSpPr>
        <p:spPr>
          <a:xfrm>
            <a:off x="755576" y="267494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函数在一点的连续性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8BAF5BD-8B63-4694-8314-D9A9806BAAB0}"/>
              </a:ext>
            </a:extLst>
          </p:cNvPr>
          <p:cNvGrpSpPr/>
          <p:nvPr/>
        </p:nvGrpSpPr>
        <p:grpSpPr>
          <a:xfrm>
            <a:off x="1805018" y="936951"/>
            <a:ext cx="6943446" cy="469160"/>
            <a:chOff x="1805018" y="1212458"/>
            <a:chExt cx="6943446" cy="469160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7C8B594-B013-4855-8E3A-AC7E4DB52CC5}"/>
                </a:ext>
              </a:extLst>
            </p:cNvPr>
            <p:cNvSpPr txBox="1"/>
            <p:nvPr/>
          </p:nvSpPr>
          <p:spPr>
            <a:xfrm>
              <a:off x="1805018" y="1212458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设函数</a:t>
              </a:r>
            </a:p>
          </p:txBody>
        </p:sp>
        <p:graphicFrame>
          <p:nvGraphicFramePr>
            <p:cNvPr id="46" name="Object 24">
              <a:extLst>
                <a:ext uri="{FF2B5EF4-FFF2-40B4-BE49-F238E27FC236}">
                  <a16:creationId xmlns:a16="http://schemas.microsoft.com/office/drawing/2014/main" id="{D5963FD2-D170-4C7A-AB76-C5FB797473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1684565"/>
                </p:ext>
              </p:extLst>
            </p:nvPr>
          </p:nvGraphicFramePr>
          <p:xfrm>
            <a:off x="2863998" y="1308254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11" name="Equation" r:id="rId4" imgW="1104840" imgH="342720" progId="">
                    <p:embed/>
                  </p:oleObj>
                </mc:Choice>
                <mc:Fallback>
                  <p:oleObj name="Equation" r:id="rId4" imgW="1104840" imgH="342720" progId="">
                    <p:embed/>
                    <p:pic>
                      <p:nvPicPr>
                        <p:cNvPr id="0" name="Picture 21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3998" y="1308254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EF92F74-7740-44D7-9721-B4B5747D2BB2}"/>
                </a:ext>
              </a:extLst>
            </p:cNvPr>
            <p:cNvSpPr txBox="1"/>
            <p:nvPr/>
          </p:nvSpPr>
          <p:spPr>
            <a:xfrm>
              <a:off x="3896890" y="1212458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EBEA5B67-FE24-484C-BC05-C2A1BAE4F5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5336507"/>
                </p:ext>
              </p:extLst>
            </p:nvPr>
          </p:nvGraphicFramePr>
          <p:xfrm>
            <a:off x="4655194" y="1290791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12" name="Equation" r:id="rId6" imgW="279360" imgH="380880" progId="">
                    <p:embed/>
                  </p:oleObj>
                </mc:Choice>
                <mc:Fallback>
                  <p:oleObj name="Equation" r:id="rId6" imgW="279360" imgH="380880" progId="">
                    <p:embed/>
                    <p:pic>
                      <p:nvPicPr>
                        <p:cNvPr id="0" name="Picture 21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5194" y="1290791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19AE0B5-2079-48B8-ABC7-350D9A236A94}"/>
                </a:ext>
              </a:extLst>
            </p:cNvPr>
            <p:cNvSpPr txBox="1"/>
            <p:nvPr/>
          </p:nvSpPr>
          <p:spPr>
            <a:xfrm>
              <a:off x="4860032" y="1219953"/>
              <a:ext cx="3888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的某一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邻域内</a:t>
              </a:r>
              <a:r>
                <a:rPr lang="zh-CN" altLang="en-US" sz="2400" b="1" dirty="0">
                  <a:latin typeface="+mn-ea"/>
                </a:rPr>
                <a:t>有定义，如果</a:t>
              </a: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44241CC1-3B05-44C7-97CB-DD0EEBBF28BB}"/>
              </a:ext>
            </a:extLst>
          </p:cNvPr>
          <p:cNvSpPr txBox="1"/>
          <p:nvPr/>
        </p:nvSpPr>
        <p:spPr>
          <a:xfrm>
            <a:off x="762722" y="941518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5" name="Object 24">
            <a:extLst>
              <a:ext uri="{FF2B5EF4-FFF2-40B4-BE49-F238E27FC236}">
                <a16:creationId xmlns:a16="http://schemas.microsoft.com/office/drawing/2014/main" id="{14AE0218-1E43-461D-8A67-8A9441C5A9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863939"/>
              </p:ext>
            </p:extLst>
          </p:nvPr>
        </p:nvGraphicFramePr>
        <p:xfrm>
          <a:off x="1835696" y="1674123"/>
          <a:ext cx="1320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13" name="Equation" r:id="rId8" imgW="1320480" imgH="482400" progId="Equation.DSMT4">
                  <p:embed/>
                </p:oleObj>
              </mc:Choice>
              <mc:Fallback>
                <p:oleObj name="Equation" r:id="rId8" imgW="1320480" imgH="482400" progId="Equation.DSMT4">
                  <p:embed/>
                  <p:pic>
                    <p:nvPicPr>
                      <p:cNvPr id="0" name="Picture 2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674123"/>
                        <a:ext cx="1320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97078812-8AA3-430F-A68D-89E61EE19E91}"/>
              </a:ext>
            </a:extLst>
          </p:cNvPr>
          <p:cNvGrpSpPr/>
          <p:nvPr/>
        </p:nvGrpSpPr>
        <p:grpSpPr>
          <a:xfrm>
            <a:off x="368498" y="2322195"/>
            <a:ext cx="5381030" cy="467593"/>
            <a:chOff x="368498" y="2580610"/>
            <a:chExt cx="5381030" cy="467593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CDF6DD3-E815-4653-AB1B-BC66F9A66658}"/>
                </a:ext>
              </a:extLst>
            </p:cNvPr>
            <p:cNvSpPr txBox="1"/>
            <p:nvPr/>
          </p:nvSpPr>
          <p:spPr>
            <a:xfrm>
              <a:off x="368498" y="2580610"/>
              <a:ext cx="1677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就称函数</a:t>
              </a:r>
            </a:p>
          </p:txBody>
        </p:sp>
        <p:graphicFrame>
          <p:nvGraphicFramePr>
            <p:cNvPr id="62" name="Object 24">
              <a:extLst>
                <a:ext uri="{FF2B5EF4-FFF2-40B4-BE49-F238E27FC236}">
                  <a16:creationId xmlns:a16="http://schemas.microsoft.com/office/drawing/2014/main" id="{554BB269-6354-4D19-9DE1-5001AB670E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8826606"/>
                </p:ext>
              </p:extLst>
            </p:nvPr>
          </p:nvGraphicFramePr>
          <p:xfrm>
            <a:off x="1690428" y="2667898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14" name="Equation" r:id="rId10" imgW="1104840" imgH="342720" progId="">
                    <p:embed/>
                  </p:oleObj>
                </mc:Choice>
                <mc:Fallback>
                  <p:oleObj name="Equation" r:id="rId10" imgW="1104840" imgH="342720" progId="">
                    <p:embed/>
                    <p:pic>
                      <p:nvPicPr>
                        <p:cNvPr id="0" name="Picture 21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0428" y="2667898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7D73BD26-12CB-4891-96B9-053536D0EEF4}"/>
                </a:ext>
              </a:extLst>
            </p:cNvPr>
            <p:cNvSpPr txBox="1"/>
            <p:nvPr/>
          </p:nvSpPr>
          <p:spPr>
            <a:xfrm>
              <a:off x="2699792" y="2580610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67" name="Object 24">
              <a:extLst>
                <a:ext uri="{FF2B5EF4-FFF2-40B4-BE49-F238E27FC236}">
                  <a16:creationId xmlns:a16="http://schemas.microsoft.com/office/drawing/2014/main" id="{EC2A38C4-57FE-498E-BDEC-CFEC277843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6266495"/>
                </p:ext>
              </p:extLst>
            </p:nvPr>
          </p:nvGraphicFramePr>
          <p:xfrm>
            <a:off x="3458096" y="265144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15" name="Equation" r:id="rId12" imgW="279360" imgH="380880" progId="">
                    <p:embed/>
                  </p:oleObj>
                </mc:Choice>
                <mc:Fallback>
                  <p:oleObj name="Equation" r:id="rId12" imgW="279360" imgH="380880" progId="">
                    <p:embed/>
                    <p:pic>
                      <p:nvPicPr>
                        <p:cNvPr id="0" name="Picture 21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8096" y="2651448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551A55C-F6D9-4E01-9A60-753D231CA375}"/>
                </a:ext>
              </a:extLst>
            </p:cNvPr>
            <p:cNvSpPr txBox="1"/>
            <p:nvPr/>
          </p:nvSpPr>
          <p:spPr>
            <a:xfrm>
              <a:off x="3707904" y="2586538"/>
              <a:ext cx="20416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连续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0A08AC8D-6FD9-4F5C-A351-DE6022BFF307}"/>
              </a:ext>
            </a:extLst>
          </p:cNvPr>
          <p:cNvGrpSpPr/>
          <p:nvPr/>
        </p:nvGrpSpPr>
        <p:grpSpPr>
          <a:xfrm>
            <a:off x="3275856" y="1602115"/>
            <a:ext cx="3958382" cy="554058"/>
            <a:chOff x="3275856" y="1860530"/>
            <a:chExt cx="3958382" cy="554058"/>
          </a:xfrm>
        </p:grpSpPr>
        <p:graphicFrame>
          <p:nvGraphicFramePr>
            <p:cNvPr id="57" name="Object 24">
              <a:extLst>
                <a:ext uri="{FF2B5EF4-FFF2-40B4-BE49-F238E27FC236}">
                  <a16:creationId xmlns:a16="http://schemas.microsoft.com/office/drawing/2014/main" id="{B7709B91-99E2-4839-822F-4F552EEB6E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3258361"/>
                </p:ext>
              </p:extLst>
            </p:nvPr>
          </p:nvGraphicFramePr>
          <p:xfrm>
            <a:off x="3754438" y="1931988"/>
            <a:ext cx="34798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16" name="Equation" r:id="rId14" imgW="3479760" imgH="482400" progId="Equation.DSMT4">
                    <p:embed/>
                  </p:oleObj>
                </mc:Choice>
                <mc:Fallback>
                  <p:oleObj name="Equation" r:id="rId14" imgW="3479760" imgH="482400" progId="Equation.DSMT4">
                    <p:embed/>
                    <p:pic>
                      <p:nvPicPr>
                        <p:cNvPr id="0" name="Picture 21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438" y="1931988"/>
                          <a:ext cx="34798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45C9DBC-81A2-4311-A274-4F520A20F43C}"/>
                </a:ext>
              </a:extLst>
            </p:cNvPr>
            <p:cNvSpPr txBox="1"/>
            <p:nvPr/>
          </p:nvSpPr>
          <p:spPr>
            <a:xfrm>
              <a:off x="3275856" y="1860530"/>
              <a:ext cx="648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或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E12B2FC-518C-4C85-BECA-642282D55DBA}"/>
              </a:ext>
            </a:extLst>
          </p:cNvPr>
          <p:cNvGrpSpPr/>
          <p:nvPr/>
        </p:nvGrpSpPr>
        <p:grpSpPr>
          <a:xfrm>
            <a:off x="4274389" y="2960499"/>
            <a:ext cx="1521747" cy="369332"/>
            <a:chOff x="683568" y="3808586"/>
            <a:chExt cx="1521747" cy="369332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E110D609-513A-4938-8A1E-11DF0225C312}"/>
                </a:ext>
              </a:extLst>
            </p:cNvPr>
            <p:cNvSpPr txBox="1"/>
            <p:nvPr/>
          </p:nvSpPr>
          <p:spPr>
            <a:xfrm>
              <a:off x="683568" y="3808586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</a:rPr>
                <a:t>设</a:t>
              </a:r>
            </a:p>
          </p:txBody>
        </p:sp>
        <p:graphicFrame>
          <p:nvGraphicFramePr>
            <p:cNvPr id="73" name="Object 24">
              <a:extLst>
                <a:ext uri="{FF2B5EF4-FFF2-40B4-BE49-F238E27FC236}">
                  <a16:creationId xmlns:a16="http://schemas.microsoft.com/office/drawing/2014/main" id="{BEDB3149-A718-4889-9B9F-52D9E56F4A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6070561"/>
                </p:ext>
              </p:extLst>
            </p:nvPr>
          </p:nvGraphicFramePr>
          <p:xfrm>
            <a:off x="1075015" y="3866296"/>
            <a:ext cx="1130300" cy="306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17" name="Equation" r:id="rId16" imgW="1409400" imgH="380880" progId="">
                    <p:embed/>
                  </p:oleObj>
                </mc:Choice>
                <mc:Fallback>
                  <p:oleObj name="Equation" r:id="rId16" imgW="1409400" imgH="380880" progId="">
                    <p:embed/>
                    <p:pic>
                      <p:nvPicPr>
                        <p:cNvPr id="0" name="Picture 22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015" y="3866296"/>
                          <a:ext cx="1130300" cy="306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4" name="Object 24">
            <a:extLst>
              <a:ext uri="{FF2B5EF4-FFF2-40B4-BE49-F238E27FC236}">
                <a16:creationId xmlns:a16="http://schemas.microsoft.com/office/drawing/2014/main" id="{15B1AEC7-B025-4250-A613-9A78A8FF44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606395"/>
              </p:ext>
            </p:extLst>
          </p:nvPr>
        </p:nvGraphicFramePr>
        <p:xfrm>
          <a:off x="5783263" y="3121373"/>
          <a:ext cx="2133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18" name="Equation" r:id="rId18" imgW="2133360" imgH="520560" progId="Equation.DSMT4">
                  <p:embed/>
                </p:oleObj>
              </mc:Choice>
              <mc:Fallback>
                <p:oleObj name="Equation" r:id="rId18" imgW="2133360" imgH="520560" progId="Equation.DSMT4">
                  <p:embed/>
                  <p:pic>
                    <p:nvPicPr>
                      <p:cNvPr id="0" name="Picture 2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3263" y="3121373"/>
                        <a:ext cx="2133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D576C70-2CF8-408F-B53A-ADF5F0A62E21}"/>
              </a:ext>
            </a:extLst>
          </p:cNvPr>
          <p:cNvCxnSpPr>
            <a:cxnSpLocks/>
          </p:cNvCxnSpPr>
          <p:nvPr/>
        </p:nvCxnSpPr>
        <p:spPr>
          <a:xfrm>
            <a:off x="7112248" y="3562604"/>
            <a:ext cx="7920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箭头: 左右 24">
            <a:extLst>
              <a:ext uri="{FF2B5EF4-FFF2-40B4-BE49-F238E27FC236}">
                <a16:creationId xmlns:a16="http://schemas.microsoft.com/office/drawing/2014/main" id="{9C7333F4-0EAE-4B7C-82E9-4A6B08E03869}"/>
              </a:ext>
            </a:extLst>
          </p:cNvPr>
          <p:cNvSpPr/>
          <p:nvPr/>
        </p:nvSpPr>
        <p:spPr>
          <a:xfrm>
            <a:off x="4336818" y="3295515"/>
            <a:ext cx="1459318" cy="148387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aphicFrame>
        <p:nvGraphicFramePr>
          <p:cNvPr id="36" name="Object 24">
            <a:extLst>
              <a:ext uri="{FF2B5EF4-FFF2-40B4-BE49-F238E27FC236}">
                <a16:creationId xmlns:a16="http://schemas.microsoft.com/office/drawing/2014/main" id="{19323B8C-E8CC-4684-B85C-5238E6B365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711538"/>
              </p:ext>
            </p:extLst>
          </p:nvPr>
        </p:nvGraphicFramePr>
        <p:xfrm>
          <a:off x="1900636" y="4034032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19" name="Equation" r:id="rId20" imgW="2031840" imgH="342720" progId="">
                  <p:embed/>
                </p:oleObj>
              </mc:Choice>
              <mc:Fallback>
                <p:oleObj name="Equation" r:id="rId20" imgW="2031840" imgH="342720" progId="">
                  <p:embed/>
                  <p:pic>
                    <p:nvPicPr>
                      <p:cNvPr id="0" name="Picture 2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636" y="4034032"/>
                        <a:ext cx="2032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4">
            <a:extLst>
              <a:ext uri="{FF2B5EF4-FFF2-40B4-BE49-F238E27FC236}">
                <a16:creationId xmlns:a16="http://schemas.microsoft.com/office/drawing/2014/main" id="{685AF2C8-5C86-4F5E-98E3-E9DE3E16B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907685"/>
              </p:ext>
            </p:extLst>
          </p:nvPr>
        </p:nvGraphicFramePr>
        <p:xfrm>
          <a:off x="6623050" y="3953223"/>
          <a:ext cx="220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20" name="Equation" r:id="rId22" imgW="2209680" imgH="431640" progId="Equation.DSMT4">
                  <p:embed/>
                </p:oleObj>
              </mc:Choice>
              <mc:Fallback>
                <p:oleObj name="Equation" r:id="rId22" imgW="2209680" imgH="431640" progId="Equation.DSMT4">
                  <p:embed/>
                  <p:pic>
                    <p:nvPicPr>
                      <p:cNvPr id="0" name="Picture 2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3953223"/>
                        <a:ext cx="2209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0B485ACD-2C65-4F20-961E-95E7F9D6F353}"/>
              </a:ext>
            </a:extLst>
          </p:cNvPr>
          <p:cNvGrpSpPr/>
          <p:nvPr/>
        </p:nvGrpSpPr>
        <p:grpSpPr>
          <a:xfrm>
            <a:off x="3869347" y="3938290"/>
            <a:ext cx="2842220" cy="461665"/>
            <a:chOff x="3869347" y="4277573"/>
            <a:chExt cx="2842220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F4E0705-6C86-48E6-B99E-EAAD8B545F57}"/>
                </a:ext>
              </a:extLst>
            </p:cNvPr>
            <p:cNvSpPr txBox="1"/>
            <p:nvPr/>
          </p:nvSpPr>
          <p:spPr>
            <a:xfrm>
              <a:off x="3869347" y="4277573"/>
              <a:ext cx="2842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    时，有</a:t>
              </a:r>
            </a:p>
          </p:txBody>
        </p:sp>
        <p:graphicFrame>
          <p:nvGraphicFramePr>
            <p:cNvPr id="37" name="Object 24">
              <a:extLst>
                <a:ext uri="{FF2B5EF4-FFF2-40B4-BE49-F238E27FC236}">
                  <a16:creationId xmlns:a16="http://schemas.microsoft.com/office/drawing/2014/main" id="{E0E8FA7A-E540-4F0D-B2EF-049002DFDB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3890433"/>
                </p:ext>
              </p:extLst>
            </p:nvPr>
          </p:nvGraphicFramePr>
          <p:xfrm>
            <a:off x="4299090" y="4300190"/>
            <a:ext cx="1371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21" name="Equation" r:id="rId24" imgW="1371600" imgH="431640" progId="Equation.DSMT4">
                    <p:embed/>
                  </p:oleObj>
                </mc:Choice>
                <mc:Fallback>
                  <p:oleObj name="Equation" r:id="rId24" imgW="1371600" imgH="431640" progId="Equation.DSMT4">
                    <p:embed/>
                    <p:pic>
                      <p:nvPicPr>
                        <p:cNvPr id="0" name="Picture 2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9090" y="4300190"/>
                          <a:ext cx="1371600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箭头: 左右 39">
            <a:extLst>
              <a:ext uri="{FF2B5EF4-FFF2-40B4-BE49-F238E27FC236}">
                <a16:creationId xmlns:a16="http://schemas.microsoft.com/office/drawing/2014/main" id="{FAC0FC0F-238B-4DCA-8C44-71D64C4A8AF8}"/>
              </a:ext>
            </a:extLst>
          </p:cNvPr>
          <p:cNvSpPr/>
          <p:nvPr/>
        </p:nvSpPr>
        <p:spPr>
          <a:xfrm>
            <a:off x="532484" y="4132165"/>
            <a:ext cx="1152128" cy="144016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4037764-9546-4F10-858C-294CC5368F56}"/>
              </a:ext>
            </a:extLst>
          </p:cNvPr>
          <p:cNvGrpSpPr/>
          <p:nvPr/>
        </p:nvGrpSpPr>
        <p:grpSpPr>
          <a:xfrm>
            <a:off x="460476" y="3681487"/>
            <a:ext cx="1512168" cy="461665"/>
            <a:chOff x="476052" y="3503875"/>
            <a:chExt cx="1512168" cy="461665"/>
          </a:xfrm>
        </p:grpSpPr>
        <p:graphicFrame>
          <p:nvGraphicFramePr>
            <p:cNvPr id="42" name="Object 24">
              <a:extLst>
                <a:ext uri="{FF2B5EF4-FFF2-40B4-BE49-F238E27FC236}">
                  <a16:creationId xmlns:a16="http://schemas.microsoft.com/office/drawing/2014/main" id="{39F23F8F-282F-4456-93B7-635E074A361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5504" y="3639294"/>
            <a:ext cx="572120" cy="297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22" name="Equation" r:id="rId26" imgW="660240" imgH="342720" progId="">
                    <p:embed/>
                  </p:oleObj>
                </mc:Choice>
                <mc:Fallback>
                  <p:oleObj name="Equation" r:id="rId26" imgW="660240" imgH="342720" progId="">
                    <p:embed/>
                    <p:pic>
                      <p:nvPicPr>
                        <p:cNvPr id="0" name="Picture 22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504" y="3639294"/>
                          <a:ext cx="572120" cy="297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DD2A8A7-5AE2-426D-9B0A-B10E8BD7F41D}"/>
                </a:ext>
              </a:extLst>
            </p:cNvPr>
            <p:cNvSpPr txBox="1"/>
            <p:nvPr/>
          </p:nvSpPr>
          <p:spPr>
            <a:xfrm>
              <a:off x="476052" y="3503875"/>
              <a:ext cx="15121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</a:t>
              </a:r>
              <a:r>
                <a:rPr lang="zh-CN" altLang="en-US" b="1" dirty="0">
                  <a:latin typeface="+mn-ea"/>
                </a:rPr>
                <a:t>定义</a:t>
              </a:r>
              <a:r>
                <a:rPr lang="zh-CN" altLang="en-US" sz="2400" b="1" dirty="0">
                  <a:latin typeface="+mn-ea"/>
                </a:rPr>
                <a:t>    </a:t>
              </a:r>
            </a:p>
          </p:txBody>
        </p:sp>
      </p:grpSp>
      <p:graphicFrame>
        <p:nvGraphicFramePr>
          <p:cNvPr id="54" name="Object 24">
            <a:extLst>
              <a:ext uri="{FF2B5EF4-FFF2-40B4-BE49-F238E27FC236}">
                <a16:creationId xmlns:a16="http://schemas.microsoft.com/office/drawing/2014/main" id="{B7709B91-99E2-4839-822F-4F552EEB6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466809"/>
              </p:ext>
            </p:extLst>
          </p:nvPr>
        </p:nvGraphicFramePr>
        <p:xfrm>
          <a:off x="873125" y="3170585"/>
          <a:ext cx="34544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23" name="Equation" r:id="rId28" imgW="3454200" imgH="482400" progId="Equation.DSMT4">
                  <p:embed/>
                </p:oleObj>
              </mc:Choice>
              <mc:Fallback>
                <p:oleObj name="Equation" r:id="rId28" imgW="3454200" imgH="482400" progId="Equation.DSMT4">
                  <p:embed/>
                  <p:pic>
                    <p:nvPicPr>
                      <p:cNvPr id="0" name="Picture 2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3170585"/>
                        <a:ext cx="34544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445C9DBC-81A2-4311-A274-4F520A20F43C}"/>
              </a:ext>
            </a:extLst>
          </p:cNvPr>
          <p:cNvSpPr txBox="1"/>
          <p:nvPr/>
        </p:nvSpPr>
        <p:spPr>
          <a:xfrm>
            <a:off x="3094785" y="1768944"/>
            <a:ext cx="648072" cy="445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latin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B4E49FD-1E5D-476A-B95E-7791C6B3CDC7}"/>
              </a:ext>
            </a:extLst>
          </p:cNvPr>
          <p:cNvGrpSpPr/>
          <p:nvPr/>
        </p:nvGrpSpPr>
        <p:grpSpPr>
          <a:xfrm>
            <a:off x="5893544" y="2259014"/>
            <a:ext cx="2041624" cy="551209"/>
            <a:chOff x="5893544" y="2517429"/>
            <a:chExt cx="2041624" cy="551209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072E076-D349-4DEF-A4F3-B093B4CC9AC9}"/>
                </a:ext>
              </a:extLst>
            </p:cNvPr>
            <p:cNvSpPr txBox="1"/>
            <p:nvPr/>
          </p:nvSpPr>
          <p:spPr>
            <a:xfrm>
              <a:off x="5893544" y="2517429"/>
              <a:ext cx="20416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可正可负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385A068-90E6-406A-8065-D70104B9D7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2538216"/>
                </p:ext>
              </p:extLst>
            </p:nvPr>
          </p:nvGraphicFramePr>
          <p:xfrm>
            <a:off x="5945313" y="2646512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924" name="Equation" r:id="rId30" imgW="368280" imgH="279360" progId="Equation.DSMT4">
                    <p:embed/>
                  </p:oleObj>
                </mc:Choice>
                <mc:Fallback>
                  <p:oleObj name="Equation" r:id="rId30" imgW="3682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5945313" y="2646512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9F9926A-2B51-4261-8717-D8714F9CCD15}"/>
                </a:ext>
              </a:extLst>
            </p:cNvPr>
            <p:cNvSpPr/>
            <p:nvPr/>
          </p:nvSpPr>
          <p:spPr>
            <a:xfrm>
              <a:off x="5893544" y="2517429"/>
              <a:ext cx="1846808" cy="551209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54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25" grpId="0" animBg="1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>
            <a:extLst>
              <a:ext uri="{FF2B5EF4-FFF2-40B4-BE49-F238E27FC236}">
                <a16:creationId xmlns:a16="http://schemas.microsoft.com/office/drawing/2014/main" id="{F7C8B594-B013-4855-8E3A-AC7E4DB52CC5}"/>
              </a:ext>
            </a:extLst>
          </p:cNvPr>
          <p:cNvSpPr txBox="1"/>
          <p:nvPr/>
        </p:nvSpPr>
        <p:spPr>
          <a:xfrm>
            <a:off x="1792040" y="494796"/>
            <a:ext cx="1152128" cy="50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如果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4241CC1-3B05-44C7-97CB-DD0EEBBF28BB}"/>
              </a:ext>
            </a:extLst>
          </p:cNvPr>
          <p:cNvSpPr txBox="1"/>
          <p:nvPr/>
        </p:nvSpPr>
        <p:spPr>
          <a:xfrm>
            <a:off x="783928" y="500435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006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400" b="1" dirty="0">
              <a:solidFill>
                <a:srgbClr val="006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7" name="Object 24">
            <a:extLst>
              <a:ext uri="{FF2B5EF4-FFF2-40B4-BE49-F238E27FC236}">
                <a16:creationId xmlns:a16="http://schemas.microsoft.com/office/drawing/2014/main" id="{B7709B91-99E2-4839-822F-4F552EEB6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727535"/>
              </p:ext>
            </p:extLst>
          </p:nvPr>
        </p:nvGraphicFramePr>
        <p:xfrm>
          <a:off x="1453927" y="1184033"/>
          <a:ext cx="3175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0" name="Equation" r:id="rId4" imgW="3174840" imgH="571320" progId="Equation.DSMT4">
                  <p:embed/>
                </p:oleObj>
              </mc:Choice>
              <mc:Fallback>
                <p:oleObj name="Equation" r:id="rId4" imgW="3174840" imgH="571320" progId="Equation.DSMT4">
                  <p:embed/>
                  <p:pic>
                    <p:nvPicPr>
                      <p:cNvPr id="0" name="Picture 2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927" y="1184033"/>
                        <a:ext cx="3175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FA7D4E1F-ECE1-4ADC-9AC0-480CD28E0AF3}"/>
              </a:ext>
            </a:extLst>
          </p:cNvPr>
          <p:cNvGrpSpPr/>
          <p:nvPr/>
        </p:nvGrpSpPr>
        <p:grpSpPr>
          <a:xfrm>
            <a:off x="423888" y="1830914"/>
            <a:ext cx="3762963" cy="474917"/>
            <a:chOff x="665021" y="2118141"/>
            <a:chExt cx="3762963" cy="474917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CDF6DD3-E815-4653-AB1B-BC66F9A66658}"/>
                </a:ext>
              </a:extLst>
            </p:cNvPr>
            <p:cNvSpPr txBox="1"/>
            <p:nvPr/>
          </p:nvSpPr>
          <p:spPr>
            <a:xfrm>
              <a:off x="665021" y="2131393"/>
              <a:ext cx="6734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称</a:t>
              </a:r>
            </a:p>
          </p:txBody>
        </p:sp>
        <p:graphicFrame>
          <p:nvGraphicFramePr>
            <p:cNvPr id="62" name="Object 24">
              <a:extLst>
                <a:ext uri="{FF2B5EF4-FFF2-40B4-BE49-F238E27FC236}">
                  <a16:creationId xmlns:a16="http://schemas.microsoft.com/office/drawing/2014/main" id="{554BB269-6354-4D19-9DE1-5001AB670E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1944292"/>
                </p:ext>
              </p:extLst>
            </p:nvPr>
          </p:nvGraphicFramePr>
          <p:xfrm>
            <a:off x="1109216" y="2211357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81" name="Equation" r:id="rId6" imgW="1104840" imgH="342720" progId="">
                    <p:embed/>
                  </p:oleObj>
                </mc:Choice>
                <mc:Fallback>
                  <p:oleObj name="Equation" r:id="rId6" imgW="1104840" imgH="342720" progId="">
                    <p:embed/>
                    <p:pic>
                      <p:nvPicPr>
                        <p:cNvPr id="0" name="Picture 22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9216" y="2211357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7D73BD26-12CB-4891-96B9-053536D0EEF4}"/>
                </a:ext>
              </a:extLst>
            </p:cNvPr>
            <p:cNvSpPr txBox="1"/>
            <p:nvPr/>
          </p:nvSpPr>
          <p:spPr>
            <a:xfrm>
              <a:off x="2169232" y="2118141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67" name="Object 24">
              <a:extLst>
                <a:ext uri="{FF2B5EF4-FFF2-40B4-BE49-F238E27FC236}">
                  <a16:creationId xmlns:a16="http://schemas.microsoft.com/office/drawing/2014/main" id="{EC2A38C4-57FE-498E-BDEC-CFEC277843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8422532"/>
                </p:ext>
              </p:extLst>
            </p:nvPr>
          </p:nvGraphicFramePr>
          <p:xfrm>
            <a:off x="2927536" y="219647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82" name="Equation" r:id="rId8" imgW="279360" imgH="380880" progId="">
                    <p:embed/>
                  </p:oleObj>
                </mc:Choice>
                <mc:Fallback>
                  <p:oleObj name="Equation" r:id="rId8" imgW="279360" imgH="380880" progId="">
                    <p:embed/>
                    <p:pic>
                      <p:nvPicPr>
                        <p:cNvPr id="0" name="Picture 22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7536" y="2196474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551A55C-F6D9-4E01-9A60-753D231CA375}"/>
                </a:ext>
              </a:extLst>
            </p:cNvPr>
            <p:cNvSpPr txBox="1"/>
            <p:nvPr/>
          </p:nvSpPr>
          <p:spPr>
            <a:xfrm>
              <a:off x="3170944" y="2130841"/>
              <a:ext cx="1257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左连续；</a:t>
              </a: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49C032EE-FE29-4EDB-A7CE-669005DD4B0A}"/>
              </a:ext>
            </a:extLst>
          </p:cNvPr>
          <p:cNvSpPr txBox="1"/>
          <p:nvPr/>
        </p:nvSpPr>
        <p:spPr>
          <a:xfrm>
            <a:off x="5508104" y="483518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如果</a:t>
            </a:r>
          </a:p>
        </p:txBody>
      </p:sp>
      <p:graphicFrame>
        <p:nvGraphicFramePr>
          <p:cNvPr id="43" name="Object 24">
            <a:extLst>
              <a:ext uri="{FF2B5EF4-FFF2-40B4-BE49-F238E27FC236}">
                <a16:creationId xmlns:a16="http://schemas.microsoft.com/office/drawing/2014/main" id="{864BE1EB-00BF-4331-AE79-31EE1BF7A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14271"/>
              </p:ext>
            </p:extLst>
          </p:nvPr>
        </p:nvGraphicFramePr>
        <p:xfrm>
          <a:off x="5392515" y="1163395"/>
          <a:ext cx="3124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3" name="Equation" r:id="rId10" imgW="3124080" imgH="571320" progId="Equation.DSMT4">
                  <p:embed/>
                </p:oleObj>
              </mc:Choice>
              <mc:Fallback>
                <p:oleObj name="Equation" r:id="rId10" imgW="3124080" imgH="571320" progId="Equation.DSMT4">
                  <p:embed/>
                  <p:pic>
                    <p:nvPicPr>
                      <p:cNvPr id="0" name="Picture 2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515" y="1163395"/>
                        <a:ext cx="3124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FF7A206A-347F-4BCF-8CF0-4E0C9C109099}"/>
              </a:ext>
            </a:extLst>
          </p:cNvPr>
          <p:cNvGrpSpPr/>
          <p:nvPr/>
        </p:nvGrpSpPr>
        <p:grpSpPr>
          <a:xfrm>
            <a:off x="5104409" y="1830914"/>
            <a:ext cx="3816423" cy="491282"/>
            <a:chOff x="5076057" y="2130841"/>
            <a:chExt cx="3816423" cy="49128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F5FA8070-53F3-436D-8540-6035E167DCDB}"/>
                </a:ext>
              </a:extLst>
            </p:cNvPr>
            <p:cNvSpPr txBox="1"/>
            <p:nvPr/>
          </p:nvSpPr>
          <p:spPr>
            <a:xfrm>
              <a:off x="5076057" y="2160458"/>
              <a:ext cx="648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称</a:t>
              </a:r>
            </a:p>
          </p:txBody>
        </p:sp>
        <p:graphicFrame>
          <p:nvGraphicFramePr>
            <p:cNvPr id="56" name="Object 24">
              <a:extLst>
                <a:ext uri="{FF2B5EF4-FFF2-40B4-BE49-F238E27FC236}">
                  <a16:creationId xmlns:a16="http://schemas.microsoft.com/office/drawing/2014/main" id="{9D6381F2-DDDF-40AC-B372-7A57BD9A8E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0913901"/>
                </p:ext>
              </p:extLst>
            </p:nvPr>
          </p:nvGraphicFramePr>
          <p:xfrm>
            <a:off x="5508104" y="2224057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84" name="Equation" r:id="rId12" imgW="1104840" imgH="342720" progId="">
                    <p:embed/>
                  </p:oleObj>
                </mc:Choice>
                <mc:Fallback>
                  <p:oleObj name="Equation" r:id="rId12" imgW="1104840" imgH="342720" progId="">
                    <p:embed/>
                    <p:pic>
                      <p:nvPicPr>
                        <p:cNvPr id="0" name="Picture 22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104" y="2224057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AD03BF2-5743-4949-8B7F-2506FE66EA84}"/>
                </a:ext>
              </a:extLst>
            </p:cNvPr>
            <p:cNvSpPr txBox="1"/>
            <p:nvPr/>
          </p:nvSpPr>
          <p:spPr>
            <a:xfrm>
              <a:off x="6568120" y="2130841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59" name="Object 24">
              <a:extLst>
                <a:ext uri="{FF2B5EF4-FFF2-40B4-BE49-F238E27FC236}">
                  <a16:creationId xmlns:a16="http://schemas.microsoft.com/office/drawing/2014/main" id="{8FFA6D0A-7BD6-4010-90E4-70C00AC19C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013880"/>
                </p:ext>
              </p:extLst>
            </p:nvPr>
          </p:nvGraphicFramePr>
          <p:xfrm>
            <a:off x="7326424" y="220917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85" name="Equation" r:id="rId13" imgW="279360" imgH="380880" progId="">
                    <p:embed/>
                  </p:oleObj>
                </mc:Choice>
                <mc:Fallback>
                  <p:oleObj name="Equation" r:id="rId13" imgW="279360" imgH="380880" progId="">
                    <p:embed/>
                    <p:pic>
                      <p:nvPicPr>
                        <p:cNvPr id="0" name="Picture 22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26424" y="2209174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0EB5AF6F-FABD-41BB-B71A-0C46B96F6BF5}"/>
                </a:ext>
              </a:extLst>
            </p:cNvPr>
            <p:cNvSpPr txBox="1"/>
            <p:nvPr/>
          </p:nvSpPr>
          <p:spPr>
            <a:xfrm>
              <a:off x="7596336" y="2160458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右连续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.</a:t>
              </a:r>
              <a:endParaRPr lang="zh-CN" altLang="en-US" sz="2400" b="1" dirty="0">
                <a:solidFill>
                  <a:srgbClr val="0064FF"/>
                </a:solidFill>
                <a:latin typeface="+mn-ea"/>
              </a:endParaRPr>
            </a:p>
          </p:txBody>
        </p: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44492776-DFA4-429E-89DD-AB067574CA43}"/>
              </a:ext>
            </a:extLst>
          </p:cNvPr>
          <p:cNvSpPr txBox="1"/>
          <p:nvPr/>
        </p:nvSpPr>
        <p:spPr>
          <a:xfrm>
            <a:off x="861740" y="3673505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2400" b="1" dirty="0">
                <a:solidFill>
                  <a:srgbClr val="006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6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400" b="1" dirty="0">
              <a:solidFill>
                <a:srgbClr val="006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5" name="Object 24">
            <a:extLst>
              <a:ext uri="{FF2B5EF4-FFF2-40B4-BE49-F238E27FC236}">
                <a16:creationId xmlns:a16="http://schemas.microsoft.com/office/drawing/2014/main" id="{4A208E16-1D1D-41A4-91CC-F01FAA4B3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306461"/>
              </p:ext>
            </p:extLst>
          </p:nvPr>
        </p:nvGraphicFramePr>
        <p:xfrm>
          <a:off x="5752480" y="3686090"/>
          <a:ext cx="273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6" name="Equation" r:id="rId14" imgW="2730240" imgH="419040" progId="">
                  <p:embed/>
                </p:oleObj>
              </mc:Choice>
              <mc:Fallback>
                <p:oleObj name="Equation" r:id="rId14" imgW="2730240" imgH="419040" progId="">
                  <p:embed/>
                  <p:pic>
                    <p:nvPicPr>
                      <p:cNvPr id="0" name="Picture 22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2480" y="3686090"/>
                        <a:ext cx="2730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D93896AA-B8D0-4319-9940-B63D1EEFB84E}"/>
              </a:ext>
            </a:extLst>
          </p:cNvPr>
          <p:cNvGrpSpPr/>
          <p:nvPr/>
        </p:nvGrpSpPr>
        <p:grpSpPr>
          <a:xfrm>
            <a:off x="1663568" y="3662294"/>
            <a:ext cx="3152212" cy="468145"/>
            <a:chOff x="1425592" y="3856683"/>
            <a:chExt cx="3152212" cy="468145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98508C0-EBBD-4A84-9D27-184CC0BC7FBD}"/>
                </a:ext>
              </a:extLst>
            </p:cNvPr>
            <p:cNvSpPr txBox="1"/>
            <p:nvPr/>
          </p:nvSpPr>
          <p:spPr>
            <a:xfrm>
              <a:off x="1425592" y="3856683"/>
              <a:ext cx="8479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函数</a:t>
              </a:r>
            </a:p>
          </p:txBody>
        </p:sp>
        <p:graphicFrame>
          <p:nvGraphicFramePr>
            <p:cNvPr id="75" name="Object 24">
              <a:extLst>
                <a:ext uri="{FF2B5EF4-FFF2-40B4-BE49-F238E27FC236}">
                  <a16:creationId xmlns:a16="http://schemas.microsoft.com/office/drawing/2014/main" id="{26C8BFB9-64A4-4A97-AD3A-FEE63EB88D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1497698"/>
                </p:ext>
              </p:extLst>
            </p:nvPr>
          </p:nvGraphicFramePr>
          <p:xfrm>
            <a:off x="2129532" y="395011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87" name="Equation" r:id="rId16" imgW="622080" imgH="342720" progId="">
                    <p:embed/>
                  </p:oleObj>
                </mc:Choice>
                <mc:Fallback>
                  <p:oleObj name="Equation" r:id="rId16" imgW="622080" imgH="342720" progId="">
                    <p:embed/>
                    <p:pic>
                      <p:nvPicPr>
                        <p:cNvPr id="0" name="Picture 22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9532" y="3950116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81DB692E-E43D-4276-B8A9-0246CFEE1F57}"/>
                </a:ext>
              </a:extLst>
            </p:cNvPr>
            <p:cNvSpPr txBox="1"/>
            <p:nvPr/>
          </p:nvSpPr>
          <p:spPr>
            <a:xfrm>
              <a:off x="2705596" y="3863163"/>
              <a:ext cx="1872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  连续</a:t>
              </a:r>
            </a:p>
          </p:txBody>
        </p:sp>
        <p:graphicFrame>
          <p:nvGraphicFramePr>
            <p:cNvPr id="77" name="Object 24">
              <a:extLst>
                <a:ext uri="{FF2B5EF4-FFF2-40B4-BE49-F238E27FC236}">
                  <a16:creationId xmlns:a16="http://schemas.microsoft.com/office/drawing/2014/main" id="{6CAAA03E-B249-4781-A060-C59AC76ADA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1725761"/>
                </p:ext>
              </p:extLst>
            </p:nvPr>
          </p:nvGraphicFramePr>
          <p:xfrm>
            <a:off x="3434308" y="3923947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88" name="Equation" r:id="rId18" imgW="279360" imgH="380880" progId="">
                    <p:embed/>
                  </p:oleObj>
                </mc:Choice>
                <mc:Fallback>
                  <p:oleObj name="Equation" r:id="rId18" imgW="279360" imgH="380880" progId="">
                    <p:embed/>
                    <p:pic>
                      <p:nvPicPr>
                        <p:cNvPr id="0" name="Picture 22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4308" y="3923947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" name="箭头: 左右 77">
            <a:extLst>
              <a:ext uri="{FF2B5EF4-FFF2-40B4-BE49-F238E27FC236}">
                <a16:creationId xmlns:a16="http://schemas.microsoft.com/office/drawing/2014/main" id="{15232413-4A7D-409B-B907-1E8F1DDE05F0}"/>
              </a:ext>
            </a:extLst>
          </p:cNvPr>
          <p:cNvSpPr/>
          <p:nvPr/>
        </p:nvSpPr>
        <p:spPr>
          <a:xfrm>
            <a:off x="4701744" y="3837837"/>
            <a:ext cx="972000" cy="189735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aphicFrame>
        <p:nvGraphicFramePr>
          <p:cNvPr id="79" name="Object 24">
            <a:extLst>
              <a:ext uri="{FF2B5EF4-FFF2-40B4-BE49-F238E27FC236}">
                <a16:creationId xmlns:a16="http://schemas.microsoft.com/office/drawing/2014/main" id="{694880FF-7AC0-4749-A36A-9A07FED5B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014807"/>
              </p:ext>
            </p:extLst>
          </p:nvPr>
        </p:nvGraphicFramePr>
        <p:xfrm>
          <a:off x="2052415" y="2650883"/>
          <a:ext cx="2260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9" name="Equation" r:id="rId19" imgW="2260440" imgH="583920" progId="">
                  <p:embed/>
                </p:oleObj>
              </mc:Choice>
              <mc:Fallback>
                <p:oleObj name="Equation" r:id="rId19" imgW="2260440" imgH="583920" progId="">
                  <p:embed/>
                  <p:pic>
                    <p:nvPicPr>
                      <p:cNvPr id="0" name="Picture 2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415" y="2650883"/>
                        <a:ext cx="22606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文本框 79">
            <a:extLst>
              <a:ext uri="{FF2B5EF4-FFF2-40B4-BE49-F238E27FC236}">
                <a16:creationId xmlns:a16="http://schemas.microsoft.com/office/drawing/2014/main" id="{FD6336A1-B706-4413-B9F1-EB6A293E993C}"/>
              </a:ext>
            </a:extLst>
          </p:cNvPr>
          <p:cNvSpPr txBox="1"/>
          <p:nvPr/>
        </p:nvSpPr>
        <p:spPr>
          <a:xfrm>
            <a:off x="855936" y="2643758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通常记</a:t>
            </a:r>
          </a:p>
        </p:txBody>
      </p:sp>
      <p:graphicFrame>
        <p:nvGraphicFramePr>
          <p:cNvPr id="81" name="Object 24">
            <a:extLst>
              <a:ext uri="{FF2B5EF4-FFF2-40B4-BE49-F238E27FC236}">
                <a16:creationId xmlns:a16="http://schemas.microsoft.com/office/drawing/2014/main" id="{9F499522-1228-43FC-8D6E-49FE2B1A8B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497653"/>
              </p:ext>
            </p:extLst>
          </p:nvPr>
        </p:nvGraphicFramePr>
        <p:xfrm>
          <a:off x="5881465" y="2663138"/>
          <a:ext cx="2260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90" name="Equation" r:id="rId21" imgW="2260440" imgH="583920" progId="">
                  <p:embed/>
                </p:oleObj>
              </mc:Choice>
              <mc:Fallback>
                <p:oleObj name="Equation" r:id="rId21" imgW="2260440" imgH="583920" progId="">
                  <p:embed/>
                  <p:pic>
                    <p:nvPicPr>
                      <p:cNvPr id="0" name="Picture 22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465" y="2663138"/>
                        <a:ext cx="22606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3B35CF48-D31A-493D-ABD3-EBE1EB0FC8B9}"/>
              </a:ext>
            </a:extLst>
          </p:cNvPr>
          <p:cNvCxnSpPr>
            <a:cxnSpLocks/>
          </p:cNvCxnSpPr>
          <p:nvPr/>
        </p:nvCxnSpPr>
        <p:spPr>
          <a:xfrm flipV="1">
            <a:off x="4888384" y="564750"/>
            <a:ext cx="0" cy="270000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33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1" grpId="0"/>
      <p:bldP spid="64" grpId="0"/>
      <p:bldP spid="78" grpId="0" animBg="1"/>
      <p:bldP spid="8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D561E6D0-BF35-4658-87B0-32239DE20816}"/>
              </a:ext>
            </a:extLst>
          </p:cNvPr>
          <p:cNvGrpSpPr/>
          <p:nvPr/>
        </p:nvGrpSpPr>
        <p:grpSpPr>
          <a:xfrm>
            <a:off x="1331640" y="915566"/>
            <a:ext cx="2689572" cy="2234171"/>
            <a:chOff x="2267744" y="1131590"/>
            <a:chExt cx="2689572" cy="223417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FB2AE67-6E18-496B-96F5-D8C81BB8CC5F}"/>
                </a:ext>
              </a:extLst>
            </p:cNvPr>
            <p:cNvGrpSpPr/>
            <p:nvPr/>
          </p:nvGrpSpPr>
          <p:grpSpPr>
            <a:xfrm>
              <a:off x="2267744" y="1131590"/>
              <a:ext cx="2689572" cy="2234171"/>
              <a:chOff x="5796136" y="1237630"/>
              <a:chExt cx="2689572" cy="2234171"/>
            </a:xfrm>
          </p:grpSpPr>
          <p:sp>
            <p:nvSpPr>
              <p:cNvPr id="3" name="Freeform 31">
                <a:extLst>
                  <a:ext uri="{FF2B5EF4-FFF2-40B4-BE49-F238E27FC236}">
                    <a16:creationId xmlns:a16="http://schemas.microsoft.com/office/drawing/2014/main" id="{402A70F3-A1E6-4530-AA1A-56F8E7533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1127" y="2503835"/>
                <a:ext cx="749131" cy="434965"/>
              </a:xfrm>
              <a:custGeom>
                <a:avLst/>
                <a:gdLst>
                  <a:gd name="T0" fmla="*/ 0 w 1344"/>
                  <a:gd name="T1" fmla="*/ 394 h 768"/>
                  <a:gd name="T2" fmla="*/ 192 w 1344"/>
                  <a:gd name="T3" fmla="*/ 271 h 768"/>
                  <a:gd name="T4" fmla="*/ 672 w 1344"/>
                  <a:gd name="T5" fmla="*/ 221 h 768"/>
                  <a:gd name="T6" fmla="*/ 1056 w 1344"/>
                  <a:gd name="T7" fmla="*/ 123 h 768"/>
                  <a:gd name="T8" fmla="*/ 1344 w 1344"/>
                  <a:gd name="T9" fmla="*/ 0 h 7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4"/>
                  <a:gd name="T16" fmla="*/ 0 h 768"/>
                  <a:gd name="T17" fmla="*/ 1344 w 1344"/>
                  <a:gd name="T18" fmla="*/ 768 h 7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4" h="768">
                    <a:moveTo>
                      <a:pt x="0" y="768"/>
                    </a:moveTo>
                    <a:cubicBezTo>
                      <a:pt x="40" y="676"/>
                      <a:pt x="80" y="584"/>
                      <a:pt x="192" y="528"/>
                    </a:cubicBezTo>
                    <a:cubicBezTo>
                      <a:pt x="304" y="472"/>
                      <a:pt x="528" y="480"/>
                      <a:pt x="672" y="432"/>
                    </a:cubicBezTo>
                    <a:cubicBezTo>
                      <a:pt x="816" y="384"/>
                      <a:pt x="944" y="312"/>
                      <a:pt x="1056" y="240"/>
                    </a:cubicBezTo>
                    <a:cubicBezTo>
                      <a:pt x="1168" y="168"/>
                      <a:pt x="1256" y="84"/>
                      <a:pt x="1344" y="0"/>
                    </a:cubicBezTo>
                  </a:path>
                </a:pathLst>
              </a:custGeom>
              <a:noFill/>
              <a:ln w="19050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dirty="0"/>
              </a:p>
            </p:txBody>
          </p:sp>
          <p:grpSp>
            <p:nvGrpSpPr>
              <p:cNvPr id="4" name="Group 35">
                <a:extLst>
                  <a:ext uri="{FF2B5EF4-FFF2-40B4-BE49-F238E27FC236}">
                    <a16:creationId xmlns:a16="http://schemas.microsoft.com/office/drawing/2014/main" id="{C848A521-562E-4268-B848-D679983A8F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96136" y="1347620"/>
                <a:ext cx="2602074" cy="2124181"/>
                <a:chOff x="816" y="1606"/>
                <a:chExt cx="1835" cy="2101"/>
              </a:xfrm>
            </p:grpSpPr>
            <p:sp>
              <p:nvSpPr>
                <p:cNvPr id="8" name="Line 36">
                  <a:extLst>
                    <a:ext uri="{FF2B5EF4-FFF2-40B4-BE49-F238E27FC236}">
                      <a16:creationId xmlns:a16="http://schemas.microsoft.com/office/drawing/2014/main" id="{4B6287AA-9BEF-4DE4-8DF4-05378D0087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4" y="3334"/>
                  <a:ext cx="177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" name="Line 37">
                  <a:extLst>
                    <a:ext uri="{FF2B5EF4-FFF2-40B4-BE49-F238E27FC236}">
                      <a16:creationId xmlns:a16="http://schemas.microsoft.com/office/drawing/2014/main" id="{B4E46A0D-A7F3-4D56-B87D-E5EF370C27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70" y="1606"/>
                  <a:ext cx="0" cy="202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" name="Text Box 40">
                  <a:extLst>
                    <a:ext uri="{FF2B5EF4-FFF2-40B4-BE49-F238E27FC236}">
                      <a16:creationId xmlns:a16="http://schemas.microsoft.com/office/drawing/2014/main" id="{0DB45EA3-3A26-46BE-951B-2B3F40B4F1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6" y="3312"/>
                  <a:ext cx="261" cy="3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000" b="1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O</a:t>
                  </a:r>
                </a:p>
              </p:txBody>
            </p:sp>
          </p:grpSp>
          <p:graphicFrame>
            <p:nvGraphicFramePr>
              <p:cNvPr id="5" name="Object 24">
                <a:extLst>
                  <a:ext uri="{FF2B5EF4-FFF2-40B4-BE49-F238E27FC236}">
                    <a16:creationId xmlns:a16="http://schemas.microsoft.com/office/drawing/2014/main" id="{0033362E-B7C0-4AEC-AF66-8023EA9B8239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8295208" y="3228330"/>
              <a:ext cx="190500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794" name="Equation" r:id="rId3" imgW="190440" imgH="203040" progId="">
                      <p:embed/>
                    </p:oleObj>
                  </mc:Choice>
                  <mc:Fallback>
                    <p:oleObj name="Equation" r:id="rId3" imgW="190440" imgH="203040" progId="">
                      <p:embed/>
                      <p:pic>
                        <p:nvPicPr>
                          <p:cNvPr id="85" name="Object 24">
                            <a:extLst>
                              <a:ext uri="{FF2B5EF4-FFF2-40B4-BE49-F238E27FC236}">
                                <a16:creationId xmlns:a16="http://schemas.microsoft.com/office/drawing/2014/main" id="{4F00019C-196D-428A-B483-BED9D0EE02E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95208" y="3228330"/>
                            <a:ext cx="190500" cy="203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Object 24">
                <a:extLst>
                  <a:ext uri="{FF2B5EF4-FFF2-40B4-BE49-F238E27FC236}">
                    <a16:creationId xmlns:a16="http://schemas.microsoft.com/office/drawing/2014/main" id="{13F3609C-D87F-4630-8C91-0CBCC2BE1F1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910560" y="1237630"/>
              <a:ext cx="2159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795" name="Equation" r:id="rId5" imgW="215640" imgH="266400" progId="">
                      <p:embed/>
                    </p:oleObj>
                  </mc:Choice>
                  <mc:Fallback>
                    <p:oleObj name="Equation" r:id="rId5" imgW="215640" imgH="266400" progId="">
                      <p:embed/>
                      <p:pic>
                        <p:nvPicPr>
                          <p:cNvPr id="86" name="Object 24">
                            <a:extLst>
                              <a:ext uri="{FF2B5EF4-FFF2-40B4-BE49-F238E27FC236}">
                                <a16:creationId xmlns:a16="http://schemas.microsoft.com/office/drawing/2014/main" id="{D62C127D-BB16-4636-80E6-95A28464CA0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10560" y="1237630"/>
                            <a:ext cx="215900" cy="266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24">
                <a:extLst>
                  <a:ext uri="{FF2B5EF4-FFF2-40B4-BE49-F238E27FC236}">
                    <a16:creationId xmlns:a16="http://schemas.microsoft.com/office/drawing/2014/main" id="{49F3CA57-EFA3-491F-86EA-C9E5167FC27A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876256" y="1364754"/>
              <a:ext cx="1104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796" name="Equation" r:id="rId7" imgW="1104840" imgH="342720" progId="">
                      <p:embed/>
                    </p:oleObj>
                  </mc:Choice>
                  <mc:Fallback>
                    <p:oleObj name="Equation" r:id="rId7" imgW="1104840" imgH="342720" progId="">
                      <p:embed/>
                      <p:pic>
                        <p:nvPicPr>
                          <p:cNvPr id="88" name="Object 24">
                            <a:extLst>
                              <a:ext uri="{FF2B5EF4-FFF2-40B4-BE49-F238E27FC236}">
                                <a16:creationId xmlns:a16="http://schemas.microsoft.com/office/drawing/2014/main" id="{276D5AC4-0167-4B5C-B531-ABCAD430E9D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76256" y="1364754"/>
                            <a:ext cx="11049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C215A25D-8220-43FA-993D-3108FF3746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8148898"/>
                </p:ext>
              </p:extLst>
            </p:nvPr>
          </p:nvGraphicFramePr>
          <p:xfrm>
            <a:off x="3400818" y="2966403"/>
            <a:ext cx="254124" cy="346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797" name="Equation" r:id="rId9" imgW="279360" imgH="380880" progId="">
                    <p:embed/>
                  </p:oleObj>
                </mc:Choice>
                <mc:Fallback>
                  <p:oleObj name="Equation" r:id="rId9" imgW="279360" imgH="380880" progId="">
                    <p:embed/>
                    <p:pic>
                      <p:nvPicPr>
                        <p:cNvPr id="92" name="Object 24">
                          <a:extLst>
                            <a:ext uri="{FF2B5EF4-FFF2-40B4-BE49-F238E27FC236}">
                              <a16:creationId xmlns:a16="http://schemas.microsoft.com/office/drawing/2014/main" id="{6FDE7571-169B-47BD-86D6-2D45BF15A3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818" y="2966403"/>
                          <a:ext cx="254124" cy="3465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C2C74DF-F7DB-439D-B86B-F744CC8E463D}"/>
                </a:ext>
              </a:extLst>
            </p:cNvPr>
            <p:cNvSpPr/>
            <p:nvPr/>
          </p:nvSpPr>
          <p:spPr>
            <a:xfrm>
              <a:off x="3455872" y="2136318"/>
              <a:ext cx="72008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Freeform 31">
              <a:extLst>
                <a:ext uri="{FF2B5EF4-FFF2-40B4-BE49-F238E27FC236}">
                  <a16:creationId xmlns:a16="http://schemas.microsoft.com/office/drawing/2014/main" id="{C6302EBF-558B-4D4B-BEF6-F577767EC39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479813" y="1506434"/>
              <a:ext cx="1211425" cy="643641"/>
            </a:xfrm>
            <a:custGeom>
              <a:avLst/>
              <a:gdLst>
                <a:gd name="T0" fmla="*/ 0 w 1344"/>
                <a:gd name="T1" fmla="*/ 394 h 768"/>
                <a:gd name="T2" fmla="*/ 192 w 1344"/>
                <a:gd name="T3" fmla="*/ 271 h 768"/>
                <a:gd name="T4" fmla="*/ 672 w 1344"/>
                <a:gd name="T5" fmla="*/ 221 h 768"/>
                <a:gd name="T6" fmla="*/ 1056 w 1344"/>
                <a:gd name="T7" fmla="*/ 123 h 768"/>
                <a:gd name="T8" fmla="*/ 1344 w 1344"/>
                <a:gd name="T9" fmla="*/ 0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768"/>
                <a:gd name="T17" fmla="*/ 1344 w 1344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768">
                  <a:moveTo>
                    <a:pt x="0" y="768"/>
                  </a:moveTo>
                  <a:cubicBezTo>
                    <a:pt x="40" y="676"/>
                    <a:pt x="80" y="584"/>
                    <a:pt x="192" y="528"/>
                  </a:cubicBezTo>
                  <a:cubicBezTo>
                    <a:pt x="304" y="472"/>
                    <a:pt x="528" y="480"/>
                    <a:pt x="672" y="432"/>
                  </a:cubicBezTo>
                  <a:cubicBezTo>
                    <a:pt x="816" y="384"/>
                    <a:pt x="944" y="312"/>
                    <a:pt x="1056" y="240"/>
                  </a:cubicBezTo>
                  <a:cubicBezTo>
                    <a:pt x="1168" y="168"/>
                    <a:pt x="1256" y="84"/>
                    <a:pt x="1344" y="0"/>
                  </a:cubicBezTo>
                </a:path>
              </a:pathLst>
            </a:custGeom>
            <a:noFill/>
            <a:ln w="19050">
              <a:solidFill>
                <a:srgbClr val="0064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dirty="0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7B49C9F-80B1-4921-B4BF-871EFDF7CE56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3491876" y="2208318"/>
              <a:ext cx="0" cy="75808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F8C37B4-265F-40CE-8F92-EA455764D0B9}"/>
              </a:ext>
            </a:extLst>
          </p:cNvPr>
          <p:cNvGrpSpPr/>
          <p:nvPr/>
        </p:nvGrpSpPr>
        <p:grpSpPr>
          <a:xfrm>
            <a:off x="5243443" y="917815"/>
            <a:ext cx="2689572" cy="2234171"/>
            <a:chOff x="2267744" y="1131590"/>
            <a:chExt cx="2689572" cy="2234171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F26DADD-56AE-46B2-A2B5-87B162519773}"/>
                </a:ext>
              </a:extLst>
            </p:cNvPr>
            <p:cNvGrpSpPr/>
            <p:nvPr/>
          </p:nvGrpSpPr>
          <p:grpSpPr>
            <a:xfrm>
              <a:off x="2267744" y="1131590"/>
              <a:ext cx="2689572" cy="2234171"/>
              <a:chOff x="5796136" y="1237630"/>
              <a:chExt cx="2689572" cy="2234171"/>
            </a:xfrm>
          </p:grpSpPr>
          <p:sp>
            <p:nvSpPr>
              <p:cNvPr id="35" name="Freeform 31">
                <a:extLst>
                  <a:ext uri="{FF2B5EF4-FFF2-40B4-BE49-F238E27FC236}">
                    <a16:creationId xmlns:a16="http://schemas.microsoft.com/office/drawing/2014/main" id="{176B87D8-6D6C-4DE7-B926-B6193BFCB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4674" y="2526078"/>
                <a:ext cx="749131" cy="434965"/>
              </a:xfrm>
              <a:custGeom>
                <a:avLst/>
                <a:gdLst>
                  <a:gd name="T0" fmla="*/ 0 w 1344"/>
                  <a:gd name="T1" fmla="*/ 394 h 768"/>
                  <a:gd name="T2" fmla="*/ 192 w 1344"/>
                  <a:gd name="T3" fmla="*/ 271 h 768"/>
                  <a:gd name="T4" fmla="*/ 672 w 1344"/>
                  <a:gd name="T5" fmla="*/ 221 h 768"/>
                  <a:gd name="T6" fmla="*/ 1056 w 1344"/>
                  <a:gd name="T7" fmla="*/ 123 h 768"/>
                  <a:gd name="T8" fmla="*/ 1344 w 1344"/>
                  <a:gd name="T9" fmla="*/ 0 h 7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4"/>
                  <a:gd name="T16" fmla="*/ 0 h 768"/>
                  <a:gd name="T17" fmla="*/ 1344 w 1344"/>
                  <a:gd name="T18" fmla="*/ 768 h 7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4" h="768">
                    <a:moveTo>
                      <a:pt x="0" y="768"/>
                    </a:moveTo>
                    <a:cubicBezTo>
                      <a:pt x="40" y="676"/>
                      <a:pt x="80" y="584"/>
                      <a:pt x="192" y="528"/>
                    </a:cubicBezTo>
                    <a:cubicBezTo>
                      <a:pt x="304" y="472"/>
                      <a:pt x="528" y="480"/>
                      <a:pt x="672" y="432"/>
                    </a:cubicBezTo>
                    <a:cubicBezTo>
                      <a:pt x="816" y="384"/>
                      <a:pt x="944" y="312"/>
                      <a:pt x="1056" y="240"/>
                    </a:cubicBezTo>
                    <a:cubicBezTo>
                      <a:pt x="1168" y="168"/>
                      <a:pt x="1256" y="84"/>
                      <a:pt x="1344" y="0"/>
                    </a:cubicBezTo>
                  </a:path>
                </a:pathLst>
              </a:custGeom>
              <a:noFill/>
              <a:ln w="19050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dirty="0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C0CD8C8-A50D-4B5F-B568-94F4DE3373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96136" y="1347620"/>
                <a:ext cx="2602074" cy="2124181"/>
                <a:chOff x="816" y="1606"/>
                <a:chExt cx="1835" cy="2101"/>
              </a:xfrm>
            </p:grpSpPr>
            <p:sp>
              <p:nvSpPr>
                <p:cNvPr id="40" name="Line 36">
                  <a:extLst>
                    <a:ext uri="{FF2B5EF4-FFF2-40B4-BE49-F238E27FC236}">
                      <a16:creationId xmlns:a16="http://schemas.microsoft.com/office/drawing/2014/main" id="{3405D79A-6BBB-457A-9538-44E00168BA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4" y="3334"/>
                  <a:ext cx="177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1" name="Line 37">
                  <a:extLst>
                    <a:ext uri="{FF2B5EF4-FFF2-40B4-BE49-F238E27FC236}">
                      <a16:creationId xmlns:a16="http://schemas.microsoft.com/office/drawing/2014/main" id="{DDBA5965-7C24-40AD-A109-04C9D8ECA2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70" y="1606"/>
                  <a:ext cx="0" cy="202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2" name="Text Box 40">
                  <a:extLst>
                    <a:ext uri="{FF2B5EF4-FFF2-40B4-BE49-F238E27FC236}">
                      <a16:creationId xmlns:a16="http://schemas.microsoft.com/office/drawing/2014/main" id="{99090E8D-9D97-4560-A860-C56BA5D6AB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6" y="3312"/>
                  <a:ext cx="261" cy="3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000" b="1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O</a:t>
                  </a:r>
                </a:p>
              </p:txBody>
            </p:sp>
          </p:grpSp>
          <p:graphicFrame>
            <p:nvGraphicFramePr>
              <p:cNvPr id="37" name="Object 24">
                <a:extLst>
                  <a:ext uri="{FF2B5EF4-FFF2-40B4-BE49-F238E27FC236}">
                    <a16:creationId xmlns:a16="http://schemas.microsoft.com/office/drawing/2014/main" id="{E11BAC6F-8420-4FB0-995E-343F59C48C3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8295208" y="3228330"/>
              <a:ext cx="190500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798" name="Equation" r:id="rId3" imgW="190440" imgH="203040" progId="">
                      <p:embed/>
                    </p:oleObj>
                  </mc:Choice>
                  <mc:Fallback>
                    <p:oleObj name="Equation" r:id="rId3" imgW="190440" imgH="203040" progId="">
                      <p:embed/>
                      <p:pic>
                        <p:nvPicPr>
                          <p:cNvPr id="5" name="Object 24">
                            <a:extLst>
                              <a:ext uri="{FF2B5EF4-FFF2-40B4-BE49-F238E27FC236}">
                                <a16:creationId xmlns:a16="http://schemas.microsoft.com/office/drawing/2014/main" id="{0033362E-B7C0-4AEC-AF66-8023EA9B823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95208" y="3228330"/>
                            <a:ext cx="190500" cy="203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24">
                <a:extLst>
                  <a:ext uri="{FF2B5EF4-FFF2-40B4-BE49-F238E27FC236}">
                    <a16:creationId xmlns:a16="http://schemas.microsoft.com/office/drawing/2014/main" id="{BA417267-CFC5-4E84-9952-2ACD24AAA211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910560" y="1237630"/>
              <a:ext cx="2159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799" name="Equation" r:id="rId5" imgW="215640" imgH="266400" progId="">
                      <p:embed/>
                    </p:oleObj>
                  </mc:Choice>
                  <mc:Fallback>
                    <p:oleObj name="Equation" r:id="rId5" imgW="215640" imgH="266400" progId="">
                      <p:embed/>
                      <p:pic>
                        <p:nvPicPr>
                          <p:cNvPr id="6" name="Object 24">
                            <a:extLst>
                              <a:ext uri="{FF2B5EF4-FFF2-40B4-BE49-F238E27FC236}">
                                <a16:creationId xmlns:a16="http://schemas.microsoft.com/office/drawing/2014/main" id="{13F3609C-D87F-4630-8C91-0CBCC2BE1F1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10560" y="1237630"/>
                            <a:ext cx="215900" cy="266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24">
                <a:extLst>
                  <a:ext uri="{FF2B5EF4-FFF2-40B4-BE49-F238E27FC236}">
                    <a16:creationId xmlns:a16="http://schemas.microsoft.com/office/drawing/2014/main" id="{5F678FF9-385F-4BE1-A71D-744008DCA58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876256" y="1364754"/>
              <a:ext cx="1104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800" name="Equation" r:id="rId7" imgW="1104840" imgH="342720" progId="">
                      <p:embed/>
                    </p:oleObj>
                  </mc:Choice>
                  <mc:Fallback>
                    <p:oleObj name="Equation" r:id="rId7" imgW="1104840" imgH="342720" progId="">
                      <p:embed/>
                      <p:pic>
                        <p:nvPicPr>
                          <p:cNvPr id="7" name="Object 24">
                            <a:extLst>
                              <a:ext uri="{FF2B5EF4-FFF2-40B4-BE49-F238E27FC236}">
                                <a16:creationId xmlns:a16="http://schemas.microsoft.com/office/drawing/2014/main" id="{49F3CA57-EFA3-491F-86EA-C9E5167FC27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76256" y="1364754"/>
                            <a:ext cx="11049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1" name="Object 24">
              <a:extLst>
                <a:ext uri="{FF2B5EF4-FFF2-40B4-BE49-F238E27FC236}">
                  <a16:creationId xmlns:a16="http://schemas.microsoft.com/office/drawing/2014/main" id="{3AD15044-F61C-4D65-8B03-0ACB25BFAC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6310002"/>
                </p:ext>
              </p:extLst>
            </p:nvPr>
          </p:nvGraphicFramePr>
          <p:xfrm>
            <a:off x="3400818" y="2966403"/>
            <a:ext cx="254124" cy="346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801" name="Equation" r:id="rId9" imgW="279360" imgH="380880" progId="">
                    <p:embed/>
                  </p:oleObj>
                </mc:Choice>
                <mc:Fallback>
                  <p:oleObj name="Equation" r:id="rId9" imgW="279360" imgH="380880" progId="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C215A25D-8220-43FA-993D-3108FF3746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818" y="2966403"/>
                          <a:ext cx="254124" cy="3465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9CF1EBA0-83B1-41CB-814C-C4BF8C9E4074}"/>
                </a:ext>
              </a:extLst>
            </p:cNvPr>
            <p:cNvSpPr/>
            <p:nvPr/>
          </p:nvSpPr>
          <p:spPr>
            <a:xfrm>
              <a:off x="3443809" y="2361795"/>
              <a:ext cx="72008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5AA6A0DB-885F-43BA-95F4-9BE02AB7EAC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479813" y="1506434"/>
              <a:ext cx="1211425" cy="643641"/>
            </a:xfrm>
            <a:custGeom>
              <a:avLst/>
              <a:gdLst>
                <a:gd name="T0" fmla="*/ 0 w 1344"/>
                <a:gd name="T1" fmla="*/ 394 h 768"/>
                <a:gd name="T2" fmla="*/ 192 w 1344"/>
                <a:gd name="T3" fmla="*/ 271 h 768"/>
                <a:gd name="T4" fmla="*/ 672 w 1344"/>
                <a:gd name="T5" fmla="*/ 221 h 768"/>
                <a:gd name="T6" fmla="*/ 1056 w 1344"/>
                <a:gd name="T7" fmla="*/ 123 h 768"/>
                <a:gd name="T8" fmla="*/ 1344 w 1344"/>
                <a:gd name="T9" fmla="*/ 0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768"/>
                <a:gd name="T17" fmla="*/ 1344 w 1344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768">
                  <a:moveTo>
                    <a:pt x="0" y="768"/>
                  </a:moveTo>
                  <a:cubicBezTo>
                    <a:pt x="40" y="676"/>
                    <a:pt x="80" y="584"/>
                    <a:pt x="192" y="528"/>
                  </a:cubicBezTo>
                  <a:cubicBezTo>
                    <a:pt x="304" y="472"/>
                    <a:pt x="528" y="480"/>
                    <a:pt x="672" y="432"/>
                  </a:cubicBezTo>
                  <a:cubicBezTo>
                    <a:pt x="816" y="384"/>
                    <a:pt x="944" y="312"/>
                    <a:pt x="1056" y="240"/>
                  </a:cubicBezTo>
                  <a:cubicBezTo>
                    <a:pt x="1168" y="168"/>
                    <a:pt x="1256" y="84"/>
                    <a:pt x="1344" y="0"/>
                  </a:cubicBezTo>
                </a:path>
              </a:pathLst>
            </a:custGeom>
            <a:noFill/>
            <a:ln w="19050">
              <a:solidFill>
                <a:srgbClr val="0064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dirty="0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C9A8FD0-308E-4402-97EC-D376B8C3B62A}"/>
                </a:ext>
              </a:extLst>
            </p:cNvPr>
            <p:cNvCxnSpPr>
              <a:cxnSpLocks/>
            </p:cNvCxnSpPr>
            <p:nvPr/>
          </p:nvCxnSpPr>
          <p:spPr>
            <a:xfrm>
              <a:off x="3479813" y="2170069"/>
              <a:ext cx="0" cy="102181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A324B5B5-B271-4873-81E8-5BA8ABF34FB2}"/>
              </a:ext>
            </a:extLst>
          </p:cNvPr>
          <p:cNvSpPr/>
          <p:nvPr/>
        </p:nvSpPr>
        <p:spPr>
          <a:xfrm>
            <a:off x="2061177" y="350846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左连续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41BE372-AD56-4CA5-BE3A-E80C9A3B45C3}"/>
              </a:ext>
            </a:extLst>
          </p:cNvPr>
          <p:cNvSpPr/>
          <p:nvPr/>
        </p:nvSpPr>
        <p:spPr>
          <a:xfrm>
            <a:off x="5820114" y="3563600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右连续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6764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6625B-9E4D-41CA-BDF6-51398194A1EF}"/>
              </a:ext>
            </a:extLst>
          </p:cNvPr>
          <p:cNvGrpSpPr/>
          <p:nvPr/>
        </p:nvGrpSpPr>
        <p:grpSpPr>
          <a:xfrm>
            <a:off x="1403648" y="843558"/>
            <a:ext cx="6768727" cy="461665"/>
            <a:chOff x="1619672" y="843558"/>
            <a:chExt cx="6768727" cy="461665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7C8B594-B013-4855-8E3A-AC7E4DB52CC5}"/>
                </a:ext>
              </a:extLst>
            </p:cNvPr>
            <p:cNvSpPr txBox="1"/>
            <p:nvPr/>
          </p:nvSpPr>
          <p:spPr>
            <a:xfrm>
              <a:off x="1619672" y="843558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函数</a:t>
              </a:r>
            </a:p>
          </p:txBody>
        </p:sp>
        <p:graphicFrame>
          <p:nvGraphicFramePr>
            <p:cNvPr id="46" name="Object 24">
              <a:extLst>
                <a:ext uri="{FF2B5EF4-FFF2-40B4-BE49-F238E27FC236}">
                  <a16:creationId xmlns:a16="http://schemas.microsoft.com/office/drawing/2014/main" id="{D5963FD2-D170-4C7A-AB76-C5FB797473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5163233"/>
                </p:ext>
              </p:extLst>
            </p:nvPr>
          </p:nvGraphicFramePr>
          <p:xfrm>
            <a:off x="2411760" y="939354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526" name="Equation" r:id="rId4" imgW="1104840" imgH="342720" progId="Equation.DSMT4">
                    <p:embed/>
                  </p:oleObj>
                </mc:Choice>
                <mc:Fallback>
                  <p:oleObj name="Equation" r:id="rId4" imgW="1104840" imgH="342720" progId="Equation.DSMT4">
                    <p:embed/>
                    <p:pic>
                      <p:nvPicPr>
                        <p:cNvPr id="0" name="Picture 14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60" y="939354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EF92F74-7740-44D7-9721-B4B5747D2BB2}"/>
                </a:ext>
              </a:extLst>
            </p:cNvPr>
            <p:cNvSpPr txBox="1"/>
            <p:nvPr/>
          </p:nvSpPr>
          <p:spPr>
            <a:xfrm>
              <a:off x="3491855" y="843558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EBEA5B67-FE24-484C-BC05-C2A1BAE4F5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7408725"/>
                </p:ext>
              </p:extLst>
            </p:nvPr>
          </p:nvGraphicFramePr>
          <p:xfrm>
            <a:off x="4250159" y="921891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527" name="Equation" r:id="rId6" imgW="279360" imgH="380880" progId="">
                    <p:embed/>
                  </p:oleObj>
                </mc:Choice>
                <mc:Fallback>
                  <p:oleObj name="Equation" r:id="rId6" imgW="279360" imgH="380880" progId="">
                    <p:embed/>
                    <p:pic>
                      <p:nvPicPr>
                        <p:cNvPr id="0" name="Picture 14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0159" y="921891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19AE0B5-2079-48B8-ABC7-350D9A236A94}"/>
                </a:ext>
              </a:extLst>
            </p:cNvPr>
            <p:cNvSpPr txBox="1"/>
            <p:nvPr/>
          </p:nvSpPr>
          <p:spPr>
            <a:xfrm>
              <a:off x="4499967" y="843558"/>
              <a:ext cx="3888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连续必须满足三个条件</a:t>
              </a: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44241CC1-3B05-44C7-97CB-DD0EEBBF28BB}"/>
              </a:ext>
            </a:extLst>
          </p:cNvPr>
          <p:cNvSpPr txBox="1"/>
          <p:nvPr/>
        </p:nvSpPr>
        <p:spPr>
          <a:xfrm>
            <a:off x="827584" y="843558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95B134B-0245-496C-A122-CE03E24CA8F7}"/>
              </a:ext>
            </a:extLst>
          </p:cNvPr>
          <p:cNvGrpSpPr/>
          <p:nvPr/>
        </p:nvGrpSpPr>
        <p:grpSpPr>
          <a:xfrm>
            <a:off x="1437556" y="1635646"/>
            <a:ext cx="5387900" cy="474365"/>
            <a:chOff x="1437556" y="1635646"/>
            <a:chExt cx="5387900" cy="474365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CDF6DD3-E815-4653-AB1B-BC66F9A66658}"/>
                </a:ext>
              </a:extLst>
            </p:cNvPr>
            <p:cNvSpPr txBox="1"/>
            <p:nvPr/>
          </p:nvSpPr>
          <p:spPr>
            <a:xfrm>
              <a:off x="1437556" y="1635646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1</a:t>
              </a:r>
              <a:r>
                <a:rPr lang="zh-CN" altLang="en-US" sz="2400" b="1" dirty="0">
                  <a:latin typeface="+mn-ea"/>
                </a:rPr>
                <a:t>）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E8E35A1-2843-4084-91CD-61413D13CD20}"/>
                </a:ext>
              </a:extLst>
            </p:cNvPr>
            <p:cNvSpPr txBox="1"/>
            <p:nvPr/>
          </p:nvSpPr>
          <p:spPr>
            <a:xfrm>
              <a:off x="1941612" y="1635646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23" name="Object 24">
              <a:extLst>
                <a:ext uri="{FF2B5EF4-FFF2-40B4-BE49-F238E27FC236}">
                  <a16:creationId xmlns:a16="http://schemas.microsoft.com/office/drawing/2014/main" id="{CC023037-A633-4B97-A7D5-ED3E57D9BF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7776122"/>
                </p:ext>
              </p:extLst>
            </p:nvPr>
          </p:nvGraphicFramePr>
          <p:xfrm>
            <a:off x="2699916" y="171397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528" name="Equation" r:id="rId8" imgW="279360" imgH="380880" progId="">
                    <p:embed/>
                  </p:oleObj>
                </mc:Choice>
                <mc:Fallback>
                  <p:oleObj name="Equation" r:id="rId8" imgW="279360" imgH="380880" progId="">
                    <p:embed/>
                    <p:pic>
                      <p:nvPicPr>
                        <p:cNvPr id="0" name="Picture 14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916" y="1713979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9261D1E-0602-4807-BC05-D9ECD26CC71E}"/>
                </a:ext>
              </a:extLst>
            </p:cNvPr>
            <p:cNvSpPr txBox="1"/>
            <p:nvPr/>
          </p:nvSpPr>
          <p:spPr>
            <a:xfrm>
              <a:off x="2937024" y="1648346"/>
              <a:ext cx="3888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处的某一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邻域内</a:t>
              </a:r>
              <a:r>
                <a:rPr lang="zh-CN" altLang="en-US" sz="2400" b="1" dirty="0">
                  <a:latin typeface="+mn-ea"/>
                </a:rPr>
                <a:t>有定义；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DA8893F-43F0-4F84-A3F0-2144C8FC4309}"/>
              </a:ext>
            </a:extLst>
          </p:cNvPr>
          <p:cNvGrpSpPr/>
          <p:nvPr/>
        </p:nvGrpSpPr>
        <p:grpSpPr>
          <a:xfrm>
            <a:off x="1403648" y="2427734"/>
            <a:ext cx="5299000" cy="600646"/>
            <a:chOff x="1403648" y="2537842"/>
            <a:chExt cx="5299000" cy="600646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80A0788-8CA3-42D3-8EA0-2580B7C5E5AC}"/>
                </a:ext>
              </a:extLst>
            </p:cNvPr>
            <p:cNvSpPr txBox="1"/>
            <p:nvPr/>
          </p:nvSpPr>
          <p:spPr>
            <a:xfrm>
              <a:off x="1403648" y="2546350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2</a:t>
              </a:r>
              <a:r>
                <a:rPr lang="zh-CN" altLang="en-US" sz="2400" b="1" dirty="0">
                  <a:latin typeface="+mn-ea"/>
                </a:rPr>
                <a:t>）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9391645-3F48-4C15-A53F-34E28489ED3B}"/>
                </a:ext>
              </a:extLst>
            </p:cNvPr>
            <p:cNvSpPr txBox="1"/>
            <p:nvPr/>
          </p:nvSpPr>
          <p:spPr>
            <a:xfrm>
              <a:off x="1907704" y="2546350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极限</a:t>
              </a:r>
            </a:p>
          </p:txBody>
        </p:sp>
        <p:graphicFrame>
          <p:nvGraphicFramePr>
            <p:cNvPr id="28" name="Object 24">
              <a:extLst>
                <a:ext uri="{FF2B5EF4-FFF2-40B4-BE49-F238E27FC236}">
                  <a16:creationId xmlns:a16="http://schemas.microsoft.com/office/drawing/2014/main" id="{820CE9DB-5018-43BF-B973-11512ABA65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9089231"/>
                </p:ext>
              </p:extLst>
            </p:nvPr>
          </p:nvGraphicFramePr>
          <p:xfrm>
            <a:off x="2645668" y="2617788"/>
            <a:ext cx="1600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529" name="Equation" r:id="rId9" imgW="1600200" imgH="520560" progId="">
                    <p:embed/>
                  </p:oleObj>
                </mc:Choice>
                <mc:Fallback>
                  <p:oleObj name="Equation" r:id="rId9" imgW="1600200" imgH="520560" progId="">
                    <p:embed/>
                    <p:pic>
                      <p:nvPicPr>
                        <p:cNvPr id="0" name="Picture 14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5668" y="2617788"/>
                          <a:ext cx="1600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DD0D884-CA88-441C-A4F8-A5F9A49F8A72}"/>
                </a:ext>
              </a:extLst>
            </p:cNvPr>
            <p:cNvSpPr txBox="1"/>
            <p:nvPr/>
          </p:nvSpPr>
          <p:spPr>
            <a:xfrm>
              <a:off x="4178052" y="2537842"/>
              <a:ext cx="25245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（极限存在）；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AC93641-8BB9-43A2-A31B-CF03123ACFC3}"/>
              </a:ext>
            </a:extLst>
          </p:cNvPr>
          <p:cNvGrpSpPr/>
          <p:nvPr/>
        </p:nvGrpSpPr>
        <p:grpSpPr>
          <a:xfrm>
            <a:off x="1419672" y="3254300"/>
            <a:ext cx="1928192" cy="461665"/>
            <a:chOff x="1419672" y="3364408"/>
            <a:chExt cx="1928192" cy="461665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3D1337C-886C-4A25-8BC6-B33EEA5D15FA}"/>
                </a:ext>
              </a:extLst>
            </p:cNvPr>
            <p:cNvSpPr txBox="1"/>
            <p:nvPr/>
          </p:nvSpPr>
          <p:spPr>
            <a:xfrm>
              <a:off x="1419672" y="3364408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3</a:t>
              </a:r>
              <a:r>
                <a:rPr lang="zh-CN" altLang="en-US" sz="2400" b="1" dirty="0">
                  <a:latin typeface="+mn-ea"/>
                </a:rPr>
                <a:t>）</a:t>
              </a:r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20E543C3-D14C-4F32-8660-F95D903CFE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0593385"/>
                </p:ext>
              </p:extLst>
            </p:nvPr>
          </p:nvGraphicFramePr>
          <p:xfrm>
            <a:off x="2052464" y="3435350"/>
            <a:ext cx="1295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530" name="Equation" r:id="rId11" imgW="1295280" imgH="380880" progId="">
                    <p:embed/>
                  </p:oleObj>
                </mc:Choice>
                <mc:Fallback>
                  <p:oleObj name="Equation" r:id="rId11" imgW="1295280" imgH="380880" progId="">
                    <p:embed/>
                    <p:pic>
                      <p:nvPicPr>
                        <p:cNvPr id="0" name="Picture 14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2464" y="3435350"/>
                          <a:ext cx="1295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EBBC782-A5EE-4A7F-85EE-7B5FC161048D}"/>
              </a:ext>
            </a:extLst>
          </p:cNvPr>
          <p:cNvSpPr/>
          <p:nvPr/>
        </p:nvSpPr>
        <p:spPr>
          <a:xfrm>
            <a:off x="5857884" y="3929072"/>
            <a:ext cx="958662" cy="523220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1" dirty="0">
                <a:ln>
                  <a:solidFill>
                    <a:schemeClr val="accent2"/>
                  </a:solidFill>
                </a:ln>
                <a:solidFill>
                  <a:srgbClr val="FF0000"/>
                </a:solidFill>
                <a:latin typeface="+mn-ea"/>
              </a:rPr>
              <a:t>!!!</a:t>
            </a:r>
            <a:endParaRPr lang="zh-CN" altLang="en-US" sz="2800" b="1" dirty="0">
              <a:ln>
                <a:solidFill>
                  <a:schemeClr val="accent2"/>
                </a:solidFill>
              </a:ln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6BA568-8DAF-4A6D-8800-D9F0FBF45E26}"/>
              </a:ext>
            </a:extLst>
          </p:cNvPr>
          <p:cNvSpPr/>
          <p:nvPr/>
        </p:nvSpPr>
        <p:spPr>
          <a:xfrm>
            <a:off x="4429124" y="3929072"/>
            <a:ext cx="16273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</a:rPr>
              <a:t>缺一不可</a:t>
            </a:r>
          </a:p>
        </p:txBody>
      </p:sp>
    </p:spTree>
    <p:extLst>
      <p:ext uri="{BB962C8B-B14F-4D97-AF65-F5344CB8AC3E}">
        <p14:creationId xmlns:p14="http://schemas.microsoft.com/office/powerpoint/2010/main" val="209457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87356CE-999C-4803-83B4-7C38C375543B}"/>
              </a:ext>
            </a:extLst>
          </p:cNvPr>
          <p:cNvGrpSpPr/>
          <p:nvPr/>
        </p:nvGrpSpPr>
        <p:grpSpPr>
          <a:xfrm>
            <a:off x="1043608" y="771550"/>
            <a:ext cx="7704856" cy="592708"/>
            <a:chOff x="1043608" y="771550"/>
            <a:chExt cx="7704856" cy="592708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11DCD87-A40E-477F-9E15-A063D95F3EFC}"/>
                </a:ext>
              </a:extLst>
            </p:cNvPr>
            <p:cNvSpPr txBox="1"/>
            <p:nvPr/>
          </p:nvSpPr>
          <p:spPr>
            <a:xfrm>
              <a:off x="1043608" y="771550"/>
              <a:ext cx="77048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由于          故</a:t>
              </a:r>
            </a:p>
          </p:txBody>
        </p:sp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D15DE049-4D30-48DA-88A8-96D91DEEC6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1232682"/>
                </p:ext>
              </p:extLst>
            </p:nvPr>
          </p:nvGraphicFramePr>
          <p:xfrm>
            <a:off x="1835696" y="843558"/>
            <a:ext cx="13081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70" name="Equation" r:id="rId3" imgW="1307880" imgH="520560" progId="Equation.DSMT4">
                    <p:embed/>
                  </p:oleObj>
                </mc:Choice>
                <mc:Fallback>
                  <p:oleObj name="Equation" r:id="rId3" imgW="1307880" imgH="520560" progId="Equation.DSMT4">
                    <p:embed/>
                    <p:pic>
                      <p:nvPicPr>
                        <p:cNvPr id="46" name="Object 24">
                          <a:extLst>
                            <a:ext uri="{FF2B5EF4-FFF2-40B4-BE49-F238E27FC236}">
                              <a16:creationId xmlns:a16="http://schemas.microsoft.com/office/drawing/2014/main" id="{D5963FD2-D170-4C7A-AB76-C5FB797473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843558"/>
                          <a:ext cx="13081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5370E9F8-F0C2-4566-868B-4C0BD08083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4393934"/>
                </p:ext>
              </p:extLst>
            </p:nvPr>
          </p:nvGraphicFramePr>
          <p:xfrm>
            <a:off x="3786188" y="842963"/>
            <a:ext cx="25146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71" name="Equation" r:id="rId5" imgW="2514600" imgH="520560" progId="Equation.DSMT4">
                    <p:embed/>
                  </p:oleObj>
                </mc:Choice>
                <mc:Fallback>
                  <p:oleObj name="Equation" r:id="rId5" imgW="2514600" imgH="520560" progId="Equation.DSMT4">
                    <p:embed/>
                    <p:pic>
                      <p:nvPicPr>
                        <p:cNvPr id="3" name="Object 24">
                          <a:extLst>
                            <a:ext uri="{FF2B5EF4-FFF2-40B4-BE49-F238E27FC236}">
                              <a16:creationId xmlns:a16="http://schemas.microsoft.com/office/drawing/2014/main" id="{D15DE049-4D30-48DA-88A8-96D91DEEC6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6188" y="842963"/>
                          <a:ext cx="25146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E158ABE0-E30B-434B-937B-EAD724C415B7}"/>
              </a:ext>
            </a:extLst>
          </p:cNvPr>
          <p:cNvSpPr txBox="1"/>
          <p:nvPr/>
        </p:nvSpPr>
        <p:spPr>
          <a:xfrm>
            <a:off x="971600" y="1851670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连续函数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的极限符号与映射法则符号可交换顺序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968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Text Box 4">
            <a:extLst>
              <a:ext uri="{FF2B5EF4-FFF2-40B4-BE49-F238E27FC236}">
                <a16:creationId xmlns:a16="http://schemas.microsoft.com/office/drawing/2014/main" id="{21E9C3AE-835A-49C7-990A-1A378E07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294" y="402180"/>
            <a:ext cx="2042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1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考察函数</a:t>
            </a:r>
          </a:p>
        </p:txBody>
      </p:sp>
      <p:sp>
        <p:nvSpPr>
          <p:cNvPr id="208905" name="Text Box 12">
            <a:extLst>
              <a:ext uri="{FF2B5EF4-FFF2-40B4-BE49-F238E27FC236}">
                <a16:creationId xmlns:a16="http://schemas.microsoft.com/office/drawing/2014/main" id="{3D74C764-CF21-4D02-9203-A58FC056F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68" y="1385714"/>
            <a:ext cx="9589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分析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46EF6A-EF1A-4356-9CCD-F1B609739437}"/>
              </a:ext>
            </a:extLst>
          </p:cNvPr>
          <p:cNvSpPr/>
          <p:nvPr/>
        </p:nvSpPr>
        <p:spPr>
          <a:xfrm>
            <a:off x="768276" y="1313706"/>
            <a:ext cx="861670" cy="461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 Box 12">
            <a:extLst>
              <a:ext uri="{FF2B5EF4-FFF2-40B4-BE49-F238E27FC236}">
                <a16:creationId xmlns:a16="http://schemas.microsoft.com/office/drawing/2014/main" id="{699FCED6-9DE7-406D-91A0-12D02B1A8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376" y="1385714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D26B6399-62F2-4E83-88F8-8F9C38615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158522"/>
              </p:ext>
            </p:extLst>
          </p:nvPr>
        </p:nvGraphicFramePr>
        <p:xfrm>
          <a:off x="2771924" y="462310"/>
          <a:ext cx="12334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04" name="Equation" r:id="rId4" imgW="1193760" imgH="431640" progId="">
                  <p:embed/>
                </p:oleObj>
              </mc:Choice>
              <mc:Fallback>
                <p:oleObj name="Equation" r:id="rId4" imgW="1193760" imgH="431640" progId="">
                  <p:embed/>
                  <p:pic>
                    <p:nvPicPr>
                      <p:cNvPr id="0" name="Picture 24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924" y="462310"/>
                        <a:ext cx="1233487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">
            <a:extLst>
              <a:ext uri="{FF2B5EF4-FFF2-40B4-BE49-F238E27FC236}">
                <a16:creationId xmlns:a16="http://schemas.microsoft.com/office/drawing/2014/main" id="{7E3D817B-E043-4407-9DA1-D7B6A3CC0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6" y="411510"/>
            <a:ext cx="36851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在点     处的连续性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Object 24">
            <a:extLst>
              <a:ext uri="{FF2B5EF4-FFF2-40B4-BE49-F238E27FC236}">
                <a16:creationId xmlns:a16="http://schemas.microsoft.com/office/drawing/2014/main" id="{865BC6FF-12CB-47F2-B86D-9ED6419487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730016"/>
              </p:ext>
            </p:extLst>
          </p:nvPr>
        </p:nvGraphicFramePr>
        <p:xfrm>
          <a:off x="4776341" y="534318"/>
          <a:ext cx="671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05" name="Equation" r:id="rId6" imgW="647640" imgH="279360" progId="">
                  <p:embed/>
                </p:oleObj>
              </mc:Choice>
              <mc:Fallback>
                <p:oleObj name="Equation" r:id="rId6" imgW="647640" imgH="279360" progId="">
                  <p:embed/>
                  <p:pic>
                    <p:nvPicPr>
                      <p:cNvPr id="0" name="Picture 24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341" y="534318"/>
                        <a:ext cx="671513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4">
            <a:extLst>
              <a:ext uri="{FF2B5EF4-FFF2-40B4-BE49-F238E27FC236}">
                <a16:creationId xmlns:a16="http://schemas.microsoft.com/office/drawing/2014/main" id="{83744E20-34E8-4413-8E60-7ED072047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348" y="1389509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函数</a:t>
            </a:r>
          </a:p>
        </p:txBody>
      </p:sp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D835D3C4-1263-440B-A06A-42920F6977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941012"/>
              </p:ext>
            </p:extLst>
          </p:nvPr>
        </p:nvGraphicFramePr>
        <p:xfrm>
          <a:off x="2122770" y="1449639"/>
          <a:ext cx="12334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06" name="Equation" r:id="rId8" imgW="1193760" imgH="431640" progId="">
                  <p:embed/>
                </p:oleObj>
              </mc:Choice>
              <mc:Fallback>
                <p:oleObj name="Equation" r:id="rId8" imgW="1193760" imgH="431640" progId="">
                  <p:embed/>
                  <p:pic>
                    <p:nvPicPr>
                      <p:cNvPr id="0" name="Picture 24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770" y="1449639"/>
                        <a:ext cx="1233487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4">
            <a:extLst>
              <a:ext uri="{FF2B5EF4-FFF2-40B4-BE49-F238E27FC236}">
                <a16:creationId xmlns:a16="http://schemas.microsoft.com/office/drawing/2014/main" id="{E1315B54-5F35-4E2E-8DD1-73398F045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348" y="2362944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左极限</a:t>
            </a:r>
          </a:p>
        </p:txBody>
      </p:sp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0B5D1513-4479-41A5-ACA7-613B6B2D1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508390"/>
              </p:ext>
            </p:extLst>
          </p:nvPr>
        </p:nvGraphicFramePr>
        <p:xfrm>
          <a:off x="2564284" y="2418829"/>
          <a:ext cx="251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07" name="Equation" r:id="rId10" imgW="2425680" imgH="495000" progId="">
                  <p:embed/>
                </p:oleObj>
              </mc:Choice>
              <mc:Fallback>
                <p:oleObj name="Equation" r:id="rId10" imgW="2425680" imgH="495000" progId="">
                  <p:embed/>
                  <p:pic>
                    <p:nvPicPr>
                      <p:cNvPr id="0" name="Picture 24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4284" y="2418829"/>
                        <a:ext cx="2514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12ABD8EE-8027-46C0-AB2A-1C21CDE02E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688305"/>
              </p:ext>
            </p:extLst>
          </p:nvPr>
        </p:nvGraphicFramePr>
        <p:xfrm>
          <a:off x="3364160" y="1260525"/>
          <a:ext cx="16525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08" name="Equation" r:id="rId12" imgW="1600200" imgH="863280" progId="">
                  <p:embed/>
                </p:oleObj>
              </mc:Choice>
              <mc:Fallback>
                <p:oleObj name="Equation" r:id="rId12" imgW="1600200" imgH="863280" progId="">
                  <p:embed/>
                  <p:pic>
                    <p:nvPicPr>
                      <p:cNvPr id="0" name="Picture 24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4160" y="1260525"/>
                        <a:ext cx="1652588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2395A48C-B12E-4996-869E-064DF98C5060}"/>
              </a:ext>
            </a:extLst>
          </p:cNvPr>
          <p:cNvGrpSpPr/>
          <p:nvPr/>
        </p:nvGrpSpPr>
        <p:grpSpPr>
          <a:xfrm>
            <a:off x="5160764" y="1421127"/>
            <a:ext cx="3096344" cy="461665"/>
            <a:chOff x="5148064" y="1671059"/>
            <a:chExt cx="3096344" cy="461665"/>
          </a:xfrm>
        </p:grpSpPr>
        <p:sp>
          <p:nvSpPr>
            <p:cNvPr id="31" name="Text Box 4">
              <a:extLst>
                <a:ext uri="{FF2B5EF4-FFF2-40B4-BE49-F238E27FC236}">
                  <a16:creationId xmlns:a16="http://schemas.microsoft.com/office/drawing/2014/main" id="{A1D3E26F-9261-45E0-A610-2EC109BCF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112" y="1671059"/>
              <a:ext cx="26642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是函数的分界点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77852119-A16F-43D7-8F22-D4F7006784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78711"/>
                </p:ext>
              </p:extLst>
            </p:nvPr>
          </p:nvGraphicFramePr>
          <p:xfrm>
            <a:off x="5148064" y="1789675"/>
            <a:ext cx="671513" cy="265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809" name="Equation" r:id="rId14" imgW="647640" imgH="279360" progId="">
                    <p:embed/>
                  </p:oleObj>
                </mc:Choice>
                <mc:Fallback>
                  <p:oleObj name="Equation" r:id="rId14" imgW="647640" imgH="279360" progId="">
                    <p:embed/>
                    <p:pic>
                      <p:nvPicPr>
                        <p:cNvPr id="0" name="Picture 24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1789675"/>
                          <a:ext cx="671513" cy="265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24">
            <a:extLst>
              <a:ext uri="{FF2B5EF4-FFF2-40B4-BE49-F238E27FC236}">
                <a16:creationId xmlns:a16="http://schemas.microsoft.com/office/drawing/2014/main" id="{BCF66BE5-7C23-43C5-8F81-3CB7C79BE9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317636"/>
              </p:ext>
            </p:extLst>
          </p:nvPr>
        </p:nvGraphicFramePr>
        <p:xfrm>
          <a:off x="5100191" y="2452737"/>
          <a:ext cx="433388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10" name="Equation" r:id="rId16" imgW="419040" imgH="279360" progId="">
                  <p:embed/>
                </p:oleObj>
              </mc:Choice>
              <mc:Fallback>
                <p:oleObj name="Equation" r:id="rId16" imgW="419040" imgH="279360" progId="">
                  <p:embed/>
                  <p:pic>
                    <p:nvPicPr>
                      <p:cNvPr id="0" name="Picture 24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191" y="2452737"/>
                        <a:ext cx="433388" cy="265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4">
            <a:extLst>
              <a:ext uri="{FF2B5EF4-FFF2-40B4-BE49-F238E27FC236}">
                <a16:creationId xmlns:a16="http://schemas.microsoft.com/office/drawing/2014/main" id="{3042A23F-B52E-463C-A116-41016E8C3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076948"/>
              </p:ext>
            </p:extLst>
          </p:nvPr>
        </p:nvGraphicFramePr>
        <p:xfrm>
          <a:off x="5952852" y="2824609"/>
          <a:ext cx="24796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11" name="Equation" r:id="rId18" imgW="2400120" imgH="482400" progId="Equation.DSMT4">
                  <p:embed/>
                </p:oleObj>
              </mc:Choice>
              <mc:Fallback>
                <p:oleObj name="Equation" r:id="rId18" imgW="2400120" imgH="482400" progId="Equation.DSMT4">
                  <p:embed/>
                  <p:pic>
                    <p:nvPicPr>
                      <p:cNvPr id="0" name="Picture 24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2852" y="2824609"/>
                        <a:ext cx="24796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4">
            <a:extLst>
              <a:ext uri="{FF2B5EF4-FFF2-40B4-BE49-F238E27FC236}">
                <a16:creationId xmlns:a16="http://schemas.microsoft.com/office/drawing/2014/main" id="{3C1B26F4-B2DA-44E7-9110-F0E72652B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348" y="3164309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右极限</a:t>
            </a:r>
          </a:p>
        </p:txBody>
      </p:sp>
      <p:graphicFrame>
        <p:nvGraphicFramePr>
          <p:cNvPr id="42" name="Object 24">
            <a:extLst>
              <a:ext uri="{FF2B5EF4-FFF2-40B4-BE49-F238E27FC236}">
                <a16:creationId xmlns:a16="http://schemas.microsoft.com/office/drawing/2014/main" id="{8073F08E-FF9C-4843-A422-C198E9927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67115"/>
              </p:ext>
            </p:extLst>
          </p:nvPr>
        </p:nvGraphicFramePr>
        <p:xfrm>
          <a:off x="2518916" y="3220070"/>
          <a:ext cx="26066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12" name="Equation" r:id="rId20" imgW="2514600" imgH="495000" progId="">
                  <p:embed/>
                </p:oleObj>
              </mc:Choice>
              <mc:Fallback>
                <p:oleObj name="Equation" r:id="rId20" imgW="2514600" imgH="495000" progId="">
                  <p:embed/>
                  <p:pic>
                    <p:nvPicPr>
                      <p:cNvPr id="0" name="Picture 24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916" y="3220070"/>
                        <a:ext cx="2606675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FC5CDC20-D6A0-478E-B298-897B7DD512C0}"/>
              </a:ext>
            </a:extLst>
          </p:cNvPr>
          <p:cNvGrpSpPr/>
          <p:nvPr/>
        </p:nvGrpSpPr>
        <p:grpSpPr>
          <a:xfrm>
            <a:off x="480244" y="3933229"/>
            <a:ext cx="5040560" cy="470995"/>
            <a:chOff x="683568" y="4183161"/>
            <a:chExt cx="5040560" cy="470995"/>
          </a:xfrm>
        </p:grpSpPr>
        <p:sp>
          <p:nvSpPr>
            <p:cNvPr id="75" name="Text Box 4">
              <a:extLst>
                <a:ext uri="{FF2B5EF4-FFF2-40B4-BE49-F238E27FC236}">
                  <a16:creationId xmlns:a16="http://schemas.microsoft.com/office/drawing/2014/main" id="{03271220-88D8-4E0A-B40B-ECC105B66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4183161"/>
              <a:ext cx="14401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故函数</a:t>
              </a:r>
            </a:p>
          </p:txBody>
        </p:sp>
        <p:graphicFrame>
          <p:nvGraphicFramePr>
            <p:cNvPr id="54" name="Object 24">
              <a:extLst>
                <a:ext uri="{FF2B5EF4-FFF2-40B4-BE49-F238E27FC236}">
                  <a16:creationId xmlns:a16="http://schemas.microsoft.com/office/drawing/2014/main" id="{6A912F5D-9FBA-48F1-9C98-976C000F19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8992855"/>
                </p:ext>
              </p:extLst>
            </p:nvPr>
          </p:nvGraphicFramePr>
          <p:xfrm>
            <a:off x="1691680" y="4240179"/>
            <a:ext cx="1233487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813" name="Equation" r:id="rId22" imgW="1193760" imgH="431640" progId="">
                    <p:embed/>
                  </p:oleObj>
                </mc:Choice>
                <mc:Fallback>
                  <p:oleObj name="Equation" r:id="rId22" imgW="1193760" imgH="431640" progId="">
                    <p:embed/>
                    <p:pic>
                      <p:nvPicPr>
                        <p:cNvPr id="0" name="Picture 24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4240179"/>
                          <a:ext cx="1233487" cy="404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 Box 4">
              <a:extLst>
                <a:ext uri="{FF2B5EF4-FFF2-40B4-BE49-F238E27FC236}">
                  <a16:creationId xmlns:a16="http://schemas.microsoft.com/office/drawing/2014/main" id="{D3FE1008-30FE-48D3-9D34-B86B5DD0D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116" y="4192491"/>
              <a:ext cx="28210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在点     处连续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56" name="Object 24">
              <a:extLst>
                <a:ext uri="{FF2B5EF4-FFF2-40B4-BE49-F238E27FC236}">
                  <a16:creationId xmlns:a16="http://schemas.microsoft.com/office/drawing/2014/main" id="{23655307-ACF9-4ADB-8C13-74FFA899C3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7518320"/>
                </p:ext>
              </p:extLst>
            </p:nvPr>
          </p:nvGraphicFramePr>
          <p:xfrm>
            <a:off x="3683521" y="4315299"/>
            <a:ext cx="671513" cy="265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814" name="Equation" r:id="rId23" imgW="647640" imgH="279360" progId="">
                    <p:embed/>
                  </p:oleObj>
                </mc:Choice>
                <mc:Fallback>
                  <p:oleObj name="Equation" r:id="rId23" imgW="647640" imgH="279360" progId="">
                    <p:embed/>
                    <p:pic>
                      <p:nvPicPr>
                        <p:cNvPr id="0" name="Picture 24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3521" y="4315299"/>
                          <a:ext cx="671513" cy="265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右大括号 3">
            <a:extLst>
              <a:ext uri="{FF2B5EF4-FFF2-40B4-BE49-F238E27FC236}">
                <a16:creationId xmlns:a16="http://schemas.microsoft.com/office/drawing/2014/main" id="{1BA475F2-FCE2-4894-8802-6FA6CD91A545}"/>
              </a:ext>
            </a:extLst>
          </p:cNvPr>
          <p:cNvSpPr/>
          <p:nvPr/>
        </p:nvSpPr>
        <p:spPr>
          <a:xfrm>
            <a:off x="5520505" y="2574850"/>
            <a:ext cx="239465" cy="880170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009EE0AF-AF57-4FF7-99B2-5D37C827F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1532" y="2362944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左连续</a:t>
            </a:r>
          </a:p>
        </p:txBody>
      </p:sp>
      <p:sp>
        <p:nvSpPr>
          <p:cNvPr id="37" name="Text Box 4">
            <a:extLst>
              <a:ext uri="{FF2B5EF4-FFF2-40B4-BE49-F238E27FC236}">
                <a16:creationId xmlns:a16="http://schemas.microsoft.com/office/drawing/2014/main" id="{12D3EEB5-7205-42C4-B03D-828CB33D2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9241" y="3201223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右连续</a:t>
            </a:r>
          </a:p>
        </p:txBody>
      </p:sp>
    </p:spTree>
    <p:extLst>
      <p:ext uri="{BB962C8B-B14F-4D97-AF65-F5344CB8AC3E}">
        <p14:creationId xmlns:p14="http://schemas.microsoft.com/office/powerpoint/2010/main" val="13566869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5" grpId="0"/>
      <p:bldP spid="9" grpId="0" animBg="1"/>
      <p:bldP spid="36" grpId="0"/>
      <p:bldP spid="26" grpId="0"/>
      <p:bldP spid="28" grpId="0"/>
      <p:bldP spid="41" grpId="0"/>
      <p:bldP spid="4" grpId="0" animBg="1"/>
      <p:bldP spid="33" grpId="0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Text Box 4">
            <a:extLst>
              <a:ext uri="{FF2B5EF4-FFF2-40B4-BE49-F238E27FC236}">
                <a16:creationId xmlns:a16="http://schemas.microsoft.com/office/drawing/2014/main" id="{21E9C3AE-835A-49C7-990A-1A378E07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97" y="508096"/>
            <a:ext cx="2042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2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考察函数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46EF6A-EF1A-4356-9CCD-F1B609739437}"/>
              </a:ext>
            </a:extLst>
          </p:cNvPr>
          <p:cNvSpPr/>
          <p:nvPr/>
        </p:nvSpPr>
        <p:spPr>
          <a:xfrm>
            <a:off x="513285" y="1319163"/>
            <a:ext cx="861670" cy="461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 Box 12">
            <a:extLst>
              <a:ext uri="{FF2B5EF4-FFF2-40B4-BE49-F238E27FC236}">
                <a16:creationId xmlns:a16="http://schemas.microsoft.com/office/drawing/2014/main" id="{699FCED6-9DE7-406D-91A0-12D02B1A8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3" y="135427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D26B6399-62F2-4E83-88F8-8F9C38615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512845"/>
              </p:ext>
            </p:extLst>
          </p:nvPr>
        </p:nvGraphicFramePr>
        <p:xfrm>
          <a:off x="2655803" y="339502"/>
          <a:ext cx="27955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998" name="Equation" r:id="rId4" imgW="2705040" imgH="914400" progId="Equation.DSMT4">
                  <p:embed/>
                </p:oleObj>
              </mc:Choice>
              <mc:Fallback>
                <p:oleObj name="Equation" r:id="rId4" imgW="2705040" imgH="914400" progId="Equation.DSMT4">
                  <p:embed/>
                  <p:pic>
                    <p:nvPicPr>
                      <p:cNvPr id="0" name="Picture 2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03" y="339502"/>
                        <a:ext cx="2795587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">
            <a:extLst>
              <a:ext uri="{FF2B5EF4-FFF2-40B4-BE49-F238E27FC236}">
                <a16:creationId xmlns:a16="http://schemas.microsoft.com/office/drawing/2014/main" id="{7E3D817B-E043-4407-9DA1-D7B6A3CC0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611" y="510456"/>
            <a:ext cx="33488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在点     处的连续性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Object 24">
            <a:extLst>
              <a:ext uri="{FF2B5EF4-FFF2-40B4-BE49-F238E27FC236}">
                <a16:creationId xmlns:a16="http://schemas.microsoft.com/office/drawing/2014/main" id="{865BC6FF-12CB-47F2-B86D-9ED6419487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59773"/>
              </p:ext>
            </p:extLst>
          </p:nvPr>
        </p:nvGraphicFramePr>
        <p:xfrm>
          <a:off x="6292294" y="606872"/>
          <a:ext cx="61912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999" name="Equation" r:id="rId6" imgW="596880" imgH="279360" progId="">
                  <p:embed/>
                </p:oleObj>
              </mc:Choice>
              <mc:Fallback>
                <p:oleObj name="Equation" r:id="rId6" imgW="596880" imgH="279360" progId="">
                  <p:embed/>
                  <p:pic>
                    <p:nvPicPr>
                      <p:cNvPr id="0" name="Picture 2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294" y="606872"/>
                        <a:ext cx="619125" cy="265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0B5D1513-4479-41A5-ACA7-613B6B2D1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155939"/>
              </p:ext>
            </p:extLst>
          </p:nvPr>
        </p:nvGraphicFramePr>
        <p:xfrm>
          <a:off x="661988" y="2093913"/>
          <a:ext cx="34496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00" name="Equation" r:id="rId8" imgW="3327120" imgH="533160" progId="Equation.DSMT4">
                  <p:embed/>
                </p:oleObj>
              </mc:Choice>
              <mc:Fallback>
                <p:oleObj name="Equation" r:id="rId8" imgW="3327120" imgH="533160" progId="Equation.DSMT4">
                  <p:embed/>
                  <p:pic>
                    <p:nvPicPr>
                      <p:cNvPr id="0" name="Picture 2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2093913"/>
                        <a:ext cx="3449637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94510B67-4DDB-4617-B7E5-930720ADA242}"/>
              </a:ext>
            </a:extLst>
          </p:cNvPr>
          <p:cNvGrpSpPr/>
          <p:nvPr/>
        </p:nvGrpSpPr>
        <p:grpSpPr>
          <a:xfrm>
            <a:off x="1529794" y="1340768"/>
            <a:ext cx="2350145" cy="461665"/>
            <a:chOff x="1501775" y="1635646"/>
            <a:chExt cx="2350145" cy="461665"/>
          </a:xfrm>
        </p:grpSpPr>
        <p:sp>
          <p:nvSpPr>
            <p:cNvPr id="31" name="Text Box 4">
              <a:extLst>
                <a:ext uri="{FF2B5EF4-FFF2-40B4-BE49-F238E27FC236}">
                  <a16:creationId xmlns:a16="http://schemas.microsoft.com/office/drawing/2014/main" id="{A1D3E26F-9261-45E0-A610-2EC109BCF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704" y="1635646"/>
              <a:ext cx="19442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是分界点，</a:t>
              </a:r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77852119-A16F-43D7-8F22-D4F7006784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771029"/>
                </p:ext>
              </p:extLst>
            </p:nvPr>
          </p:nvGraphicFramePr>
          <p:xfrm>
            <a:off x="1501775" y="1754188"/>
            <a:ext cx="619125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001" name="Equation" r:id="rId10" imgW="596880" imgH="279360" progId="">
                    <p:embed/>
                  </p:oleObj>
                </mc:Choice>
                <mc:Fallback>
                  <p:oleObj name="Equation" r:id="rId10" imgW="596880" imgH="279360" progId="">
                    <p:embed/>
                    <p:pic>
                      <p:nvPicPr>
                        <p:cNvPr id="0" name="Picture 20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775" y="1754188"/>
                          <a:ext cx="619125" cy="265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Object 24">
            <a:extLst>
              <a:ext uri="{FF2B5EF4-FFF2-40B4-BE49-F238E27FC236}">
                <a16:creationId xmlns:a16="http://schemas.microsoft.com/office/drawing/2014/main" id="{8073F08E-FF9C-4843-A422-C198E9927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835775"/>
              </p:ext>
            </p:extLst>
          </p:nvPr>
        </p:nvGraphicFramePr>
        <p:xfrm>
          <a:off x="646025" y="2886815"/>
          <a:ext cx="418623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02" name="Equation" r:id="rId12" imgW="4038480" imgH="533160" progId="Equation.DSMT4">
                  <p:embed/>
                </p:oleObj>
              </mc:Choice>
              <mc:Fallback>
                <p:oleObj name="Equation" r:id="rId12" imgW="4038480" imgH="533160" progId="Equation.DSMT4">
                  <p:embed/>
                  <p:pic>
                    <p:nvPicPr>
                      <p:cNvPr id="0" name="Picture 2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025" y="2886815"/>
                        <a:ext cx="4186238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4">
            <a:extLst>
              <a:ext uri="{FF2B5EF4-FFF2-40B4-BE49-F238E27FC236}">
                <a16:creationId xmlns:a16="http://schemas.microsoft.com/office/drawing/2014/main" id="{6989DC90-3818-4DE8-A978-0EA42F899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1856" y="2162870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左连续</a:t>
            </a: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id="{991056E8-5427-43DC-B942-11A119745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1856" y="3096690"/>
            <a:ext cx="16156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不右连续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48A6158-AC49-4AA0-BF81-17A9F61D2EFC}"/>
              </a:ext>
            </a:extLst>
          </p:cNvPr>
          <p:cNvGrpSpPr/>
          <p:nvPr/>
        </p:nvGrpSpPr>
        <p:grpSpPr>
          <a:xfrm>
            <a:off x="351547" y="3845553"/>
            <a:ext cx="5295670" cy="470995"/>
            <a:chOff x="683568" y="4183161"/>
            <a:chExt cx="5295670" cy="470995"/>
          </a:xfrm>
        </p:grpSpPr>
        <p:sp>
          <p:nvSpPr>
            <p:cNvPr id="75" name="Text Box 4">
              <a:extLst>
                <a:ext uri="{FF2B5EF4-FFF2-40B4-BE49-F238E27FC236}">
                  <a16:creationId xmlns:a16="http://schemas.microsoft.com/office/drawing/2014/main" id="{03271220-88D8-4E0A-B40B-ECC105B66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4183161"/>
              <a:ext cx="15121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所以函数</a:t>
              </a:r>
            </a:p>
          </p:txBody>
        </p:sp>
        <p:graphicFrame>
          <p:nvGraphicFramePr>
            <p:cNvPr id="54" name="Object 24">
              <a:extLst>
                <a:ext uri="{FF2B5EF4-FFF2-40B4-BE49-F238E27FC236}">
                  <a16:creationId xmlns:a16="http://schemas.microsoft.com/office/drawing/2014/main" id="{6A912F5D-9FBA-48F1-9C98-976C000F19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8976590"/>
                </p:ext>
              </p:extLst>
            </p:nvPr>
          </p:nvGraphicFramePr>
          <p:xfrm>
            <a:off x="1979712" y="4295775"/>
            <a:ext cx="655638" cy="322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003" name="Equation" r:id="rId14" imgW="634680" imgH="342720" progId="">
                    <p:embed/>
                  </p:oleObj>
                </mc:Choice>
                <mc:Fallback>
                  <p:oleObj name="Equation" r:id="rId14" imgW="634680" imgH="342720" progId="">
                    <p:embed/>
                    <p:pic>
                      <p:nvPicPr>
                        <p:cNvPr id="0" name="Picture 20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4295775"/>
                          <a:ext cx="655638" cy="322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 Box 4">
              <a:extLst>
                <a:ext uri="{FF2B5EF4-FFF2-40B4-BE49-F238E27FC236}">
                  <a16:creationId xmlns:a16="http://schemas.microsoft.com/office/drawing/2014/main" id="{D3FE1008-30FE-48D3-9D34-B86B5DD0D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162" y="4192491"/>
              <a:ext cx="3397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在点     处不连续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56" name="Object 24">
              <a:extLst>
                <a:ext uri="{FF2B5EF4-FFF2-40B4-BE49-F238E27FC236}">
                  <a16:creationId xmlns:a16="http://schemas.microsoft.com/office/drawing/2014/main" id="{23655307-ACF9-4ADB-8C13-74FFA899C3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783538"/>
                </p:ext>
              </p:extLst>
            </p:nvPr>
          </p:nvGraphicFramePr>
          <p:xfrm>
            <a:off x="3387570" y="4314825"/>
            <a:ext cx="619125" cy="265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004" name="Equation" r:id="rId16" imgW="596880" imgH="279360" progId="">
                    <p:embed/>
                  </p:oleObj>
                </mc:Choice>
                <mc:Fallback>
                  <p:oleObj name="Equation" r:id="rId16" imgW="596880" imgH="279360" progId="">
                    <p:embed/>
                    <p:pic>
                      <p:nvPicPr>
                        <p:cNvPr id="0" name="Picture 20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7570" y="4314825"/>
                          <a:ext cx="619125" cy="265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 Box 4">
            <a:extLst>
              <a:ext uri="{FF2B5EF4-FFF2-40B4-BE49-F238E27FC236}">
                <a16:creationId xmlns:a16="http://schemas.microsoft.com/office/drawing/2014/main" id="{FCCE81DD-76FC-4474-AA9A-C8CD9B257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899" y="1340768"/>
            <a:ext cx="19442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而</a:t>
            </a:r>
          </a:p>
        </p:txBody>
      </p:sp>
      <p:graphicFrame>
        <p:nvGraphicFramePr>
          <p:cNvPr id="37" name="Object 24">
            <a:extLst>
              <a:ext uri="{FF2B5EF4-FFF2-40B4-BE49-F238E27FC236}">
                <a16:creationId xmlns:a16="http://schemas.microsoft.com/office/drawing/2014/main" id="{53AF68A4-D292-49BD-9AA6-F6FD2D317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824873"/>
              </p:ext>
            </p:extLst>
          </p:nvPr>
        </p:nvGraphicFramePr>
        <p:xfrm>
          <a:off x="4117975" y="2162175"/>
          <a:ext cx="9080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05" name="Equation" r:id="rId18" imgW="876240" imgH="342720" progId="Equation.DSMT4">
                  <p:embed/>
                </p:oleObj>
              </mc:Choice>
              <mc:Fallback>
                <p:oleObj name="Equation" r:id="rId18" imgW="876240" imgH="342720" progId="Equation.DSMT4">
                  <p:embed/>
                  <p:pic>
                    <p:nvPicPr>
                      <p:cNvPr id="0" name="Picture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2162175"/>
                        <a:ext cx="908050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大括号 3">
            <a:extLst>
              <a:ext uri="{FF2B5EF4-FFF2-40B4-BE49-F238E27FC236}">
                <a16:creationId xmlns:a16="http://schemas.microsoft.com/office/drawing/2014/main" id="{4345A4A2-AF53-4CFD-BB26-1A750F8A0E99}"/>
              </a:ext>
            </a:extLst>
          </p:cNvPr>
          <p:cNvSpPr/>
          <p:nvPr/>
        </p:nvSpPr>
        <p:spPr>
          <a:xfrm>
            <a:off x="5179456" y="2334080"/>
            <a:ext cx="212651" cy="950904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BF46FD13-8C9C-44E4-8F25-95966B4190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308330"/>
              </p:ext>
            </p:extLst>
          </p:nvPr>
        </p:nvGraphicFramePr>
        <p:xfrm>
          <a:off x="5502218" y="2631247"/>
          <a:ext cx="110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06" name="Equation" r:id="rId20" imgW="1066680" imgH="482400" progId="Equation.DSMT4">
                  <p:embed/>
                </p:oleObj>
              </mc:Choice>
              <mc:Fallback>
                <p:oleObj name="Equation" r:id="rId20" imgW="1066680" imgH="48240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0B5D1513-4479-41A5-ACA7-613B6B2D1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18" y="2631247"/>
                        <a:ext cx="1104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4">
            <a:extLst>
              <a:ext uri="{FF2B5EF4-FFF2-40B4-BE49-F238E27FC236}">
                <a16:creationId xmlns:a16="http://schemas.microsoft.com/office/drawing/2014/main" id="{08B7C73E-6EFD-4C8D-9679-F115B0313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983" y="2578994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不存在</a:t>
            </a:r>
          </a:p>
        </p:txBody>
      </p:sp>
    </p:spTree>
    <p:extLst>
      <p:ext uri="{BB962C8B-B14F-4D97-AF65-F5344CB8AC3E}">
        <p14:creationId xmlns:p14="http://schemas.microsoft.com/office/powerpoint/2010/main" val="32685391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5" grpId="0"/>
      <p:bldP spid="48" grpId="0"/>
      <p:bldP spid="33" grpId="0"/>
      <p:bldP spid="4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E5FFFAB7-07F7-44D1-B18D-CC6D85D81780}"/>
              </a:ext>
            </a:extLst>
          </p:cNvPr>
          <p:cNvSpPr txBox="1"/>
          <p:nvPr/>
        </p:nvSpPr>
        <p:spPr>
          <a:xfrm>
            <a:off x="688297" y="195486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函数在区间上的连续性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19AE0B5-2079-48B8-ABC7-350D9A236A94}"/>
              </a:ext>
            </a:extLst>
          </p:cNvPr>
          <p:cNvSpPr txBox="1"/>
          <p:nvPr/>
        </p:nvSpPr>
        <p:spPr>
          <a:xfrm>
            <a:off x="3389105" y="1575068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或者说函数在区间</a:t>
            </a:r>
            <a:r>
              <a:rPr lang="en-US" altLang="zh-CN" sz="2400" b="1" i="1" dirty="0">
                <a:latin typeface="+mn-ea"/>
              </a:rPr>
              <a:t>I</a:t>
            </a:r>
            <a:r>
              <a:rPr lang="zh-CN" altLang="en-US" sz="2400" b="1" dirty="0">
                <a:latin typeface="+mn-ea"/>
              </a:rPr>
              <a:t>上连续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4241CC1-3B05-44C7-97CB-DD0EEBBF28BB}"/>
              </a:ext>
            </a:extLst>
          </p:cNvPr>
          <p:cNvSpPr txBox="1"/>
          <p:nvPr/>
        </p:nvSpPr>
        <p:spPr>
          <a:xfrm>
            <a:off x="796817" y="915566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A66B8813-31AE-4D5B-B5D1-9785B86F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9838" y="915566"/>
            <a:ext cx="21247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就称该函数是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A6C77A-B67F-4B80-BF50-8DE441A3C35B}"/>
              </a:ext>
            </a:extLst>
          </p:cNvPr>
          <p:cNvGrpSpPr/>
          <p:nvPr/>
        </p:nvGrpSpPr>
        <p:grpSpPr>
          <a:xfrm>
            <a:off x="1835791" y="915566"/>
            <a:ext cx="5148063" cy="461664"/>
            <a:chOff x="1866558" y="1131590"/>
            <a:chExt cx="5148063" cy="461664"/>
          </a:xfrm>
        </p:grpSpPr>
        <p:grpSp>
          <p:nvGrpSpPr>
            <p:cNvPr id="23" name="组合 26">
              <a:extLst>
                <a:ext uri="{FF2B5EF4-FFF2-40B4-BE49-F238E27FC236}">
                  <a16:creationId xmlns:a16="http://schemas.microsoft.com/office/drawing/2014/main" id="{BBB3E720-BE72-406B-87A2-BA944E5A0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6558" y="1131590"/>
              <a:ext cx="5148063" cy="461664"/>
              <a:chOff x="783536" y="500063"/>
              <a:chExt cx="5153624" cy="406196"/>
            </a:xfrm>
          </p:grpSpPr>
          <p:sp>
            <p:nvSpPr>
              <p:cNvPr id="24" name="Text Box 4">
                <a:extLst>
                  <a:ext uri="{FF2B5EF4-FFF2-40B4-BE49-F238E27FC236}">
                    <a16:creationId xmlns:a16="http://schemas.microsoft.com/office/drawing/2014/main" id="{72EAB7EB-35E0-4CA3-9B74-768A957BD0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536" y="500063"/>
                <a:ext cx="1346448" cy="406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若函数</a:t>
                </a:r>
              </a:p>
            </p:txBody>
          </p:sp>
          <p:sp>
            <p:nvSpPr>
              <p:cNvPr id="27" name="Text Box 6">
                <a:extLst>
                  <a:ext uri="{FF2B5EF4-FFF2-40B4-BE49-F238E27FC236}">
                    <a16:creationId xmlns:a16="http://schemas.microsoft.com/office/drawing/2014/main" id="{BA3D9D24-A8DB-459A-8A43-4EF023FC70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3949" y="500063"/>
                <a:ext cx="3633211" cy="406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区间</a:t>
                </a:r>
                <a:r>
                  <a:rPr kumimoji="1" lang="en-US" altLang="zh-CN" sz="2400" b="1" i="1" dirty="0">
                    <a:solidFill>
                      <a:srgbClr val="FF0000"/>
                    </a:solidFill>
                    <a:latin typeface="+mn-ea"/>
                    <a:ea typeface="+mn-ea"/>
                  </a:rPr>
                  <a:t>I</a:t>
                </a:r>
                <a:r>
                  <a:rPr kumimoji="1" lang="zh-CN" altLang="en-US" sz="2400" b="1" dirty="0">
                    <a:latin typeface="+mn-ea"/>
                    <a:ea typeface="+mn-ea"/>
                  </a:rPr>
                  <a:t>上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每一点</a:t>
                </a:r>
                <a:r>
                  <a:rPr kumimoji="1" lang="zh-CN" altLang="en-US" sz="2400" b="1" dirty="0">
                    <a:latin typeface="+mn-ea"/>
                    <a:ea typeface="+mn-ea"/>
                  </a:rPr>
                  <a:t>都连续</a:t>
                </a:r>
                <a:r>
                  <a:rPr kumimoji="1" lang="en-US" altLang="zh-CN" sz="2400" b="1" dirty="0">
                    <a:latin typeface="+mn-ea"/>
                    <a:ea typeface="+mn-ea"/>
                  </a:rPr>
                  <a:t>, </a:t>
                </a:r>
              </a:p>
            </p:txBody>
          </p:sp>
        </p:grpSp>
        <p:graphicFrame>
          <p:nvGraphicFramePr>
            <p:cNvPr id="34" name="Object 24">
              <a:extLst>
                <a:ext uri="{FF2B5EF4-FFF2-40B4-BE49-F238E27FC236}">
                  <a16:creationId xmlns:a16="http://schemas.microsoft.com/office/drawing/2014/main" id="{CA4BF5E2-9693-423D-9BCC-96FFE2BC6F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733693"/>
                </p:ext>
              </p:extLst>
            </p:nvPr>
          </p:nvGraphicFramePr>
          <p:xfrm>
            <a:off x="2863929" y="123769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4" name="Equation" r:id="rId4" imgW="622080" imgH="342720" progId="">
                    <p:embed/>
                  </p:oleObj>
                </mc:Choice>
                <mc:Fallback>
                  <p:oleObj name="Equation" r:id="rId4" imgW="622080" imgH="342720" progId="">
                    <p:embed/>
                    <p:pic>
                      <p:nvPicPr>
                        <p:cNvPr id="0" name="Picture 15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3929" y="123769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Text Box 7">
            <a:extLst>
              <a:ext uri="{FF2B5EF4-FFF2-40B4-BE49-F238E27FC236}">
                <a16:creationId xmlns:a16="http://schemas.microsoft.com/office/drawing/2014/main" id="{1DA1457C-4339-469A-A434-E58F655AD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61" y="1563638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是区间</a:t>
            </a:r>
            <a:r>
              <a:rPr kumimoji="1" lang="en-US" altLang="zh-CN" sz="2400" b="1" i="1" dirty="0">
                <a:latin typeface="+mn-ea"/>
              </a:rPr>
              <a:t>I</a:t>
            </a:r>
            <a:r>
              <a:rPr kumimoji="1" lang="zh-CN" altLang="en-US" sz="2400" b="1" dirty="0">
                <a:latin typeface="+mn-ea"/>
                <a:ea typeface="+mn-ea"/>
              </a:rPr>
              <a:t>上的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连续函数</a:t>
            </a:r>
            <a:r>
              <a:rPr kumimoji="1" lang="zh-CN" altLang="en-US" sz="2400" b="1" dirty="0">
                <a:latin typeface="+mn-ea"/>
                <a:ea typeface="+mn-ea"/>
              </a:rPr>
              <a:t>，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6101D08-B693-42E8-97DA-B9FFA6D8FB85}"/>
              </a:ext>
            </a:extLst>
          </p:cNvPr>
          <p:cNvGrpSpPr/>
          <p:nvPr/>
        </p:nvGrpSpPr>
        <p:grpSpPr>
          <a:xfrm>
            <a:off x="796817" y="2178540"/>
            <a:ext cx="5055057" cy="465218"/>
            <a:chOff x="827584" y="2394564"/>
            <a:chExt cx="5055057" cy="465218"/>
          </a:xfrm>
        </p:grpSpPr>
        <p:sp>
          <p:nvSpPr>
            <p:cNvPr id="31" name="Text Box 20">
              <a:extLst>
                <a:ext uri="{FF2B5EF4-FFF2-40B4-BE49-F238E27FC236}">
                  <a16:creationId xmlns:a16="http://schemas.microsoft.com/office/drawing/2014/main" id="{D7C03FBA-FAD5-46F2-BB41-10D935E25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4" y="2398117"/>
              <a:ext cx="3744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函数    在闭区间</a:t>
              </a:r>
            </a:p>
          </p:txBody>
        </p:sp>
        <p:graphicFrame>
          <p:nvGraphicFramePr>
            <p:cNvPr id="41" name="Object 24">
              <a:extLst>
                <a:ext uri="{FF2B5EF4-FFF2-40B4-BE49-F238E27FC236}">
                  <a16:creationId xmlns:a16="http://schemas.microsoft.com/office/drawing/2014/main" id="{D453E82A-73C0-41D9-B2F7-3A6D90CACC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1717399"/>
                </p:ext>
              </p:extLst>
            </p:nvPr>
          </p:nvGraphicFramePr>
          <p:xfrm>
            <a:off x="1528614" y="249679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5" name="Equation" r:id="rId6" imgW="622080" imgH="342720" progId="">
                    <p:embed/>
                  </p:oleObj>
                </mc:Choice>
                <mc:Fallback>
                  <p:oleObj name="Equation" r:id="rId6" imgW="622080" imgH="342720" progId="">
                    <p:embed/>
                    <p:pic>
                      <p:nvPicPr>
                        <p:cNvPr id="0" name="Picture 15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614" y="249679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24">
              <a:extLst>
                <a:ext uri="{FF2B5EF4-FFF2-40B4-BE49-F238E27FC236}">
                  <a16:creationId xmlns:a16="http://schemas.microsoft.com/office/drawing/2014/main" id="{03B4E6DF-9FBF-45FF-BAE3-6CCD4BD9FA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006926"/>
                </p:ext>
              </p:extLst>
            </p:nvPr>
          </p:nvGraphicFramePr>
          <p:xfrm>
            <a:off x="3420254" y="2493367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6" name="Equation" r:id="rId8" imgW="723600" imgH="342720" progId="">
                    <p:embed/>
                  </p:oleObj>
                </mc:Choice>
                <mc:Fallback>
                  <p:oleObj name="Equation" r:id="rId8" imgW="723600" imgH="342720" progId="">
                    <p:embed/>
                    <p:pic>
                      <p:nvPicPr>
                        <p:cNvPr id="0" name="Picture 15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0254" y="2493367"/>
                          <a:ext cx="723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Text Box 22">
              <a:extLst>
                <a:ext uri="{FF2B5EF4-FFF2-40B4-BE49-F238E27FC236}">
                  <a16:creationId xmlns:a16="http://schemas.microsoft.com/office/drawing/2014/main" id="{A581AA55-7820-4AB5-89D4-E8393132F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391" y="2394564"/>
              <a:ext cx="18192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上连续</a:t>
              </a:r>
              <a:r>
                <a:rPr kumimoji="1"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是指：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C44A76-80BC-45A5-95BE-2F9DFFD9C86D}"/>
              </a:ext>
            </a:extLst>
          </p:cNvPr>
          <p:cNvGrpSpPr/>
          <p:nvPr/>
        </p:nvGrpSpPr>
        <p:grpSpPr>
          <a:xfrm>
            <a:off x="5800865" y="2182093"/>
            <a:ext cx="3215627" cy="461665"/>
            <a:chOff x="971600" y="3939902"/>
            <a:chExt cx="3215627" cy="461665"/>
          </a:xfrm>
        </p:grpSpPr>
        <p:sp>
          <p:nvSpPr>
            <p:cNvPr id="43" name="Text Box 22">
              <a:extLst>
                <a:ext uri="{FF2B5EF4-FFF2-40B4-BE49-F238E27FC236}">
                  <a16:creationId xmlns:a16="http://schemas.microsoft.com/office/drawing/2014/main" id="{BD31AC64-E3C5-4735-81C1-49FD8E1F5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3939902"/>
              <a:ext cx="321562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在开区间     内连续，</a:t>
              </a:r>
            </a:p>
          </p:txBody>
        </p:sp>
        <p:graphicFrame>
          <p:nvGraphicFramePr>
            <p:cNvPr id="45" name="Object 24">
              <a:extLst>
                <a:ext uri="{FF2B5EF4-FFF2-40B4-BE49-F238E27FC236}">
                  <a16:creationId xmlns:a16="http://schemas.microsoft.com/office/drawing/2014/main" id="{A530BE5D-D9CD-4C4A-A77D-A99C4B4B3C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1251934"/>
                </p:ext>
              </p:extLst>
            </p:nvPr>
          </p:nvGraphicFramePr>
          <p:xfrm>
            <a:off x="2320925" y="4037965"/>
            <a:ext cx="76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7" name="Equation" r:id="rId10" imgW="761760" imgH="342720" progId="">
                    <p:embed/>
                  </p:oleObj>
                </mc:Choice>
                <mc:Fallback>
                  <p:oleObj name="Equation" r:id="rId10" imgW="761760" imgH="342720" progId="">
                    <p:embed/>
                    <p:pic>
                      <p:nvPicPr>
                        <p:cNvPr id="0" name="Picture 15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0925" y="4037965"/>
                          <a:ext cx="762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84033D95-A119-461C-86F4-7489F72616E4}"/>
              </a:ext>
            </a:extLst>
          </p:cNvPr>
          <p:cNvGrpSpPr/>
          <p:nvPr/>
        </p:nvGrpSpPr>
        <p:grpSpPr>
          <a:xfrm>
            <a:off x="292761" y="2795394"/>
            <a:ext cx="3168352" cy="461665"/>
            <a:chOff x="971600" y="3939902"/>
            <a:chExt cx="3168352" cy="461665"/>
          </a:xfrm>
        </p:grpSpPr>
        <p:sp>
          <p:nvSpPr>
            <p:cNvPr id="52" name="Text Box 22">
              <a:extLst>
                <a:ext uri="{FF2B5EF4-FFF2-40B4-BE49-F238E27FC236}">
                  <a16:creationId xmlns:a16="http://schemas.microsoft.com/office/drawing/2014/main" id="{3B6DA270-F46C-410C-93AC-5DDEA29CF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3939902"/>
              <a:ext cx="31683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在左端点 处右连续，</a:t>
              </a:r>
            </a:p>
          </p:txBody>
        </p:sp>
        <p:graphicFrame>
          <p:nvGraphicFramePr>
            <p:cNvPr id="53" name="Object 24">
              <a:extLst>
                <a:ext uri="{FF2B5EF4-FFF2-40B4-BE49-F238E27FC236}">
                  <a16:creationId xmlns:a16="http://schemas.microsoft.com/office/drawing/2014/main" id="{90B9C26A-3B6B-4B1A-AEF6-F148A558C2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108856"/>
                </p:ext>
              </p:extLst>
            </p:nvPr>
          </p:nvGraphicFramePr>
          <p:xfrm>
            <a:off x="2267744" y="4099158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8" name="Equation" r:id="rId12" imgW="203040" imgH="203040" progId="">
                    <p:embed/>
                  </p:oleObj>
                </mc:Choice>
                <mc:Fallback>
                  <p:oleObj name="Equation" r:id="rId12" imgW="203040" imgH="203040" progId="">
                    <p:embed/>
                    <p:pic>
                      <p:nvPicPr>
                        <p:cNvPr id="0" name="Picture 15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4099158"/>
                          <a:ext cx="2032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" name="Text Box 22">
            <a:extLst>
              <a:ext uri="{FF2B5EF4-FFF2-40B4-BE49-F238E27FC236}">
                <a16:creationId xmlns:a16="http://schemas.microsoft.com/office/drawing/2014/main" id="{4FB3542E-671B-4E57-9669-DE6910843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354" y="4126309"/>
            <a:ext cx="8230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连续函数的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几何图形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是一条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连续而不间断的曲线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一笔画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endParaRPr kumimoji="1"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78610C7-3839-4BFB-A519-E6A677840306}"/>
              </a:ext>
            </a:extLst>
          </p:cNvPr>
          <p:cNvGrpSpPr/>
          <p:nvPr/>
        </p:nvGrpSpPr>
        <p:grpSpPr>
          <a:xfrm>
            <a:off x="3173081" y="2795394"/>
            <a:ext cx="2952328" cy="461665"/>
            <a:chOff x="971600" y="3939902"/>
            <a:chExt cx="2952328" cy="461665"/>
          </a:xfrm>
        </p:grpSpPr>
        <p:sp>
          <p:nvSpPr>
            <p:cNvPr id="30" name="Text Box 22">
              <a:extLst>
                <a:ext uri="{FF2B5EF4-FFF2-40B4-BE49-F238E27FC236}">
                  <a16:creationId xmlns:a16="http://schemas.microsoft.com/office/drawing/2014/main" id="{DBAA7EEA-0115-4446-AB90-325A7FDFC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3939902"/>
              <a:ext cx="29523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在右端点 处左连续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6B3E70D0-276A-4134-904D-81493CB1ED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7601316"/>
                </p:ext>
              </p:extLst>
            </p:nvPr>
          </p:nvGraphicFramePr>
          <p:xfrm>
            <a:off x="2275364" y="4050010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9" name="Equation" r:id="rId14" imgW="190440" imgH="279360" progId="">
                    <p:embed/>
                  </p:oleObj>
                </mc:Choice>
                <mc:Fallback>
                  <p:oleObj name="Equation" r:id="rId14" imgW="190440" imgH="279360" progId="">
                    <p:embed/>
                    <p:pic>
                      <p:nvPicPr>
                        <p:cNvPr id="0" name="Picture 15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364" y="4050010"/>
                          <a:ext cx="1905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99544A3-72FA-41CC-8A6E-ED62219E8ABB}"/>
              </a:ext>
            </a:extLst>
          </p:cNvPr>
          <p:cNvGrpSpPr/>
          <p:nvPr/>
        </p:nvGrpSpPr>
        <p:grpSpPr>
          <a:xfrm>
            <a:off x="823855" y="3450836"/>
            <a:ext cx="7929338" cy="461665"/>
            <a:chOff x="819126" y="3738868"/>
            <a:chExt cx="7929338" cy="461665"/>
          </a:xfrm>
        </p:grpSpPr>
        <p:sp>
          <p:nvSpPr>
            <p:cNvPr id="38" name="Text Box 7">
              <a:extLst>
                <a:ext uri="{FF2B5EF4-FFF2-40B4-BE49-F238E27FC236}">
                  <a16:creationId xmlns:a16="http://schemas.microsoft.com/office/drawing/2014/main" id="{A3031B4C-6491-4163-A9FD-38A51C4A5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126" y="3738868"/>
              <a:ext cx="79293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一般地，    在闭区间     上</a:t>
              </a: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连续</a:t>
              </a:r>
              <a:r>
                <a:rPr kumimoji="1" lang="zh-CN" altLang="en-US" sz="2400" b="1" dirty="0">
                  <a:latin typeface="+mn-ea"/>
                  <a:ea typeface="+mn-ea"/>
                </a:rPr>
                <a:t>，记作            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6" name="Object 24">
              <a:extLst>
                <a:ext uri="{FF2B5EF4-FFF2-40B4-BE49-F238E27FC236}">
                  <a16:creationId xmlns:a16="http://schemas.microsoft.com/office/drawing/2014/main" id="{84790AF4-E593-470B-8D6E-4D9517D194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5258979"/>
                </p:ext>
              </p:extLst>
            </p:nvPr>
          </p:nvGraphicFramePr>
          <p:xfrm>
            <a:off x="6550025" y="3811588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30" name="Equation" r:id="rId16" imgW="1815840" imgH="342720" progId="Equation.DSMT4">
                    <p:embed/>
                  </p:oleObj>
                </mc:Choice>
                <mc:Fallback>
                  <p:oleObj name="Equation" r:id="rId16" imgW="1815840" imgH="342720" progId="Equation.DSMT4">
                    <p:embed/>
                    <p:pic>
                      <p:nvPicPr>
                        <p:cNvPr id="0" name="Picture 15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0025" y="3811588"/>
                          <a:ext cx="1816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24">
              <a:extLst>
                <a:ext uri="{FF2B5EF4-FFF2-40B4-BE49-F238E27FC236}">
                  <a16:creationId xmlns:a16="http://schemas.microsoft.com/office/drawing/2014/main" id="{45A0B55B-8B73-479F-BE4E-5A5C0CDFE2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3655563"/>
                </p:ext>
              </p:extLst>
            </p:nvPr>
          </p:nvGraphicFramePr>
          <p:xfrm>
            <a:off x="4045459" y="3825866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31" name="Equation" r:id="rId18" imgW="723600" imgH="342720" progId="">
                    <p:embed/>
                  </p:oleObj>
                </mc:Choice>
                <mc:Fallback>
                  <p:oleObj name="Equation" r:id="rId18" imgW="723600" imgH="342720" progId="">
                    <p:embed/>
                    <p:pic>
                      <p:nvPicPr>
                        <p:cNvPr id="0" name="Picture 15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5459" y="3825866"/>
                          <a:ext cx="723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4">
              <a:extLst>
                <a:ext uri="{FF2B5EF4-FFF2-40B4-BE49-F238E27FC236}">
                  <a16:creationId xmlns:a16="http://schemas.microsoft.com/office/drawing/2014/main" id="{D5FD790A-990A-45C9-983D-4057905921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467529"/>
                </p:ext>
              </p:extLst>
            </p:nvPr>
          </p:nvGraphicFramePr>
          <p:xfrm>
            <a:off x="2108738" y="383041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32" name="Equation" r:id="rId20" imgW="622080" imgH="342720" progId="">
                    <p:embed/>
                  </p:oleObj>
                </mc:Choice>
                <mc:Fallback>
                  <p:oleObj name="Equation" r:id="rId20" imgW="622080" imgH="342720" progId="">
                    <p:embed/>
                    <p:pic>
                      <p:nvPicPr>
                        <p:cNvPr id="0" name="Picture 15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8738" y="3830419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03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28" grpId="0" autoUpdateAnimBg="0"/>
      <p:bldP spid="36" grpId="0" autoUpdateAnimBg="0"/>
      <p:bldP spid="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ct 24">
            <a:extLst>
              <a:ext uri="{FF2B5EF4-FFF2-40B4-BE49-F238E27FC236}">
                <a16:creationId xmlns:a16="http://schemas.microsoft.com/office/drawing/2014/main" id="{50874199-82DA-423F-BE02-1462344A9D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577134"/>
              </p:ext>
            </p:extLst>
          </p:nvPr>
        </p:nvGraphicFramePr>
        <p:xfrm>
          <a:off x="2921720" y="1120160"/>
          <a:ext cx="419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659" name="Equation" r:id="rId4" imgW="4190760" imgH="520560" progId="">
                  <p:embed/>
                </p:oleObj>
              </mc:Choice>
              <mc:Fallback>
                <p:oleObj name="Equation" r:id="rId4" imgW="4190760" imgH="520560" progId="">
                  <p:embed/>
                  <p:pic>
                    <p:nvPicPr>
                      <p:cNvPr id="0" name="Picture 16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720" y="1120160"/>
                        <a:ext cx="419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3BEE8E0-2BFD-4294-A72F-A0F17F066BD5}"/>
              </a:ext>
            </a:extLst>
          </p:cNvPr>
          <p:cNvSpPr/>
          <p:nvPr/>
        </p:nvSpPr>
        <p:spPr>
          <a:xfrm>
            <a:off x="2849712" y="976144"/>
            <a:ext cx="4464496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4241CC1-3B05-44C7-97CB-DD0EEBBF28BB}"/>
              </a:ext>
            </a:extLst>
          </p:cNvPr>
          <p:cNvSpPr txBox="1"/>
          <p:nvPr/>
        </p:nvSpPr>
        <p:spPr>
          <a:xfrm>
            <a:off x="696967" y="321233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7B056E4-A17B-4A9D-ABE3-6AC8B5910910}"/>
              </a:ext>
            </a:extLst>
          </p:cNvPr>
          <p:cNvGrpSpPr/>
          <p:nvPr/>
        </p:nvGrpSpPr>
        <p:grpSpPr>
          <a:xfrm>
            <a:off x="1691680" y="339502"/>
            <a:ext cx="6609492" cy="461665"/>
            <a:chOff x="1613768" y="710972"/>
            <a:chExt cx="6609492" cy="461665"/>
          </a:xfrm>
        </p:grpSpPr>
        <p:sp>
          <p:nvSpPr>
            <p:cNvPr id="24" name="Text Box 4">
              <a:extLst>
                <a:ext uri="{FF2B5EF4-FFF2-40B4-BE49-F238E27FC236}">
                  <a16:creationId xmlns:a16="http://schemas.microsoft.com/office/drawing/2014/main" id="{72EAB7EB-35E0-4CA3-9B74-768A957BD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768" y="710972"/>
              <a:ext cx="22322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latin typeface="+mn-ea"/>
                  <a:ea typeface="+mn-ea"/>
                </a:rPr>
                <a:t>1</a:t>
              </a:r>
              <a:r>
                <a:rPr kumimoji="1" lang="zh-CN" altLang="en-US" sz="2400" b="1" dirty="0">
                  <a:latin typeface="+mn-ea"/>
                  <a:ea typeface="+mn-ea"/>
                </a:rPr>
                <a:t>）有理整函数</a:t>
              </a:r>
            </a:p>
          </p:txBody>
        </p:sp>
        <p:graphicFrame>
          <p:nvGraphicFramePr>
            <p:cNvPr id="34" name="Object 24">
              <a:extLst>
                <a:ext uri="{FF2B5EF4-FFF2-40B4-BE49-F238E27FC236}">
                  <a16:creationId xmlns:a16="http://schemas.microsoft.com/office/drawing/2014/main" id="{CA4BF5E2-9693-423D-9BCC-96FFE2BC6F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6447092"/>
                </p:ext>
              </p:extLst>
            </p:nvPr>
          </p:nvGraphicFramePr>
          <p:xfrm>
            <a:off x="3752860" y="752882"/>
            <a:ext cx="4470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660" name="Equation" r:id="rId6" imgW="4470120" imgH="419040" progId="">
                    <p:embed/>
                  </p:oleObj>
                </mc:Choice>
                <mc:Fallback>
                  <p:oleObj name="Equation" r:id="rId6" imgW="4470120" imgH="419040" progId="">
                    <p:embed/>
                    <p:pic>
                      <p:nvPicPr>
                        <p:cNvPr id="0" name="Picture 16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2860" y="752882"/>
                          <a:ext cx="44704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C478303-8F01-403A-B902-7E23584A8196}"/>
              </a:ext>
            </a:extLst>
          </p:cNvPr>
          <p:cNvGrpSpPr/>
          <p:nvPr/>
        </p:nvGrpSpPr>
        <p:grpSpPr>
          <a:xfrm>
            <a:off x="401440" y="1120160"/>
            <a:ext cx="5544616" cy="461665"/>
            <a:chOff x="372248" y="1343556"/>
            <a:chExt cx="5544616" cy="461665"/>
          </a:xfrm>
        </p:grpSpPr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22C5B5A8-098F-4546-84C1-92284798DA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414439"/>
                </p:ext>
              </p:extLst>
            </p:nvPr>
          </p:nvGraphicFramePr>
          <p:xfrm>
            <a:off x="2066256" y="1432656"/>
            <a:ext cx="128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661" name="Equation" r:id="rId8" imgW="1282680" imgH="342720" progId="">
                    <p:embed/>
                  </p:oleObj>
                </mc:Choice>
                <mc:Fallback>
                  <p:oleObj name="Equation" r:id="rId8" imgW="1282680" imgH="342720" progId="">
                    <p:embed/>
                    <p:pic>
                      <p:nvPicPr>
                        <p:cNvPr id="0" name="Picture 16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6256" y="1432656"/>
                          <a:ext cx="1282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7">
              <a:extLst>
                <a:ext uri="{FF2B5EF4-FFF2-40B4-BE49-F238E27FC236}">
                  <a16:creationId xmlns:a16="http://schemas.microsoft.com/office/drawing/2014/main" id="{203A718A-0CB5-406D-8258-CED19C411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248" y="1343556"/>
              <a:ext cx="55446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在其定义域         内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连续；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72467F4-5827-4512-8D74-8708D0C046CA}"/>
              </a:ext>
            </a:extLst>
          </p:cNvPr>
          <p:cNvGrpSpPr/>
          <p:nvPr/>
        </p:nvGrpSpPr>
        <p:grpSpPr>
          <a:xfrm>
            <a:off x="1686232" y="2015217"/>
            <a:ext cx="5757573" cy="477030"/>
            <a:chOff x="872679" y="4159817"/>
            <a:chExt cx="5757573" cy="477030"/>
          </a:xfrm>
        </p:grpSpPr>
        <p:sp>
          <p:nvSpPr>
            <p:cNvPr id="63" name="Text Box 4">
              <a:extLst>
                <a:ext uri="{FF2B5EF4-FFF2-40B4-BE49-F238E27FC236}">
                  <a16:creationId xmlns:a16="http://schemas.microsoft.com/office/drawing/2014/main" id="{54AF4B9E-2CDC-4DC5-8415-3470D3D30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679" y="4175182"/>
              <a:ext cx="6480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latin typeface="+mn-ea"/>
                  <a:ea typeface="+mn-ea"/>
                </a:rPr>
                <a:t>2</a:t>
              </a:r>
              <a:r>
                <a:rPr kumimoji="1" lang="zh-CN" altLang="en-US" sz="2400" b="1" dirty="0">
                  <a:latin typeface="+mn-ea"/>
                  <a:ea typeface="+mn-ea"/>
                </a:rPr>
                <a:t>）</a:t>
              </a:r>
            </a:p>
          </p:txBody>
        </p:sp>
        <p:graphicFrame>
          <p:nvGraphicFramePr>
            <p:cNvPr id="64" name="Object 24">
              <a:extLst>
                <a:ext uri="{FF2B5EF4-FFF2-40B4-BE49-F238E27FC236}">
                  <a16:creationId xmlns:a16="http://schemas.microsoft.com/office/drawing/2014/main" id="{7BF36094-D188-40C0-98D5-FC9D73E5F1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8481523"/>
                </p:ext>
              </p:extLst>
            </p:nvPr>
          </p:nvGraphicFramePr>
          <p:xfrm>
            <a:off x="1411143" y="4190822"/>
            <a:ext cx="1320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662" name="Equation" r:id="rId10" imgW="1320480" imgH="431640" progId="">
                    <p:embed/>
                  </p:oleObj>
                </mc:Choice>
                <mc:Fallback>
                  <p:oleObj name="Equation" r:id="rId10" imgW="1320480" imgH="431640" progId="">
                    <p:embed/>
                    <p:pic>
                      <p:nvPicPr>
                        <p:cNvPr id="0" name="Picture 16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1143" y="4190822"/>
                          <a:ext cx="1320800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4B5FE609-F760-461D-81B2-1E8F1792DA65}"/>
                </a:ext>
              </a:extLst>
            </p:cNvPr>
            <p:cNvGrpSpPr/>
            <p:nvPr/>
          </p:nvGrpSpPr>
          <p:grpSpPr>
            <a:xfrm>
              <a:off x="2655195" y="4159817"/>
              <a:ext cx="3975057" cy="461665"/>
              <a:chOff x="797604" y="1419622"/>
              <a:chExt cx="3975057" cy="461665"/>
            </a:xfrm>
          </p:grpSpPr>
          <p:sp>
            <p:nvSpPr>
              <p:cNvPr id="66" name="Text Box 7">
                <a:extLst>
                  <a:ext uri="{FF2B5EF4-FFF2-40B4-BE49-F238E27FC236}">
                    <a16:creationId xmlns:a16="http://schemas.microsoft.com/office/drawing/2014/main" id="{091D74EE-EB4D-4557-B523-48C2764F9B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7604" y="1419622"/>
                <a:ext cx="39750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       内</a:t>
                </a:r>
                <a:r>
                  <a:rPr kumimoji="1" lang="zh-CN" altLang="en-US" sz="24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连续</a:t>
                </a:r>
                <a:r>
                  <a:rPr kumimoji="1" lang="en-US" altLang="zh-CN" sz="2400" b="1" dirty="0">
                    <a:solidFill>
                      <a:srgbClr val="0064FF"/>
                    </a:solidFill>
                    <a:latin typeface="+mn-ea"/>
                    <a:ea typeface="+mn-ea"/>
                  </a:rPr>
                  <a:t>.</a:t>
                </a:r>
                <a:endParaRPr kumimoji="1" lang="zh-CN" altLang="en-US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67" name="Object 24">
                <a:extLst>
                  <a:ext uri="{FF2B5EF4-FFF2-40B4-BE49-F238E27FC236}">
                    <a16:creationId xmlns:a16="http://schemas.microsoft.com/office/drawing/2014/main" id="{4A5EC8EE-1BFC-4000-8BA4-A39CB578BC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8231131"/>
                  </p:ext>
                </p:extLst>
              </p:nvPr>
            </p:nvGraphicFramePr>
            <p:xfrm>
              <a:off x="1285659" y="1509242"/>
              <a:ext cx="10160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1663" name="Equation" r:id="rId12" imgW="1015920" imgH="342720" progId="Equation.DSMT4">
                      <p:embed/>
                    </p:oleObj>
                  </mc:Choice>
                  <mc:Fallback>
                    <p:oleObj name="Equation" r:id="rId12" imgW="1015920" imgH="342720" progId="Equation.DSMT4">
                      <p:embed/>
                      <p:pic>
                        <p:nvPicPr>
                          <p:cNvPr id="0" name="Picture 16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85659" y="1509242"/>
                            <a:ext cx="10160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7600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Text Box 4">
            <a:extLst>
              <a:ext uri="{FF2B5EF4-FFF2-40B4-BE49-F238E27FC236}">
                <a16:creationId xmlns:a16="http://schemas.microsoft.com/office/drawing/2014/main" id="{21E9C3AE-835A-49C7-990A-1A378E07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78" y="258164"/>
            <a:ext cx="2042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3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证明函数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46EF6A-EF1A-4356-9CCD-F1B609739437}"/>
              </a:ext>
            </a:extLst>
          </p:cNvPr>
          <p:cNvSpPr/>
          <p:nvPr/>
        </p:nvSpPr>
        <p:spPr>
          <a:xfrm>
            <a:off x="565341" y="1138641"/>
            <a:ext cx="861670" cy="461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 Box 12">
            <a:extLst>
              <a:ext uri="{FF2B5EF4-FFF2-40B4-BE49-F238E27FC236}">
                <a16:creationId xmlns:a16="http://schemas.microsoft.com/office/drawing/2014/main" id="{699FCED6-9DE7-406D-91A0-12D02B1A8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635" y="944222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D26B6399-62F2-4E83-88F8-8F9C38615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457986"/>
              </p:ext>
            </p:extLst>
          </p:nvPr>
        </p:nvGraphicFramePr>
        <p:xfrm>
          <a:off x="2597351" y="369740"/>
          <a:ext cx="15875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76" name="Equation" r:id="rId4" imgW="1536480" imgH="342720" progId="">
                  <p:embed/>
                </p:oleObj>
              </mc:Choice>
              <mc:Fallback>
                <p:oleObj name="Equation" r:id="rId4" imgW="1536480" imgH="342720" progId="">
                  <p:embed/>
                  <p:pic>
                    <p:nvPicPr>
                      <p:cNvPr id="0" name="Picture 3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351" y="369740"/>
                        <a:ext cx="158750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">
            <a:extLst>
              <a:ext uri="{FF2B5EF4-FFF2-40B4-BE49-F238E27FC236}">
                <a16:creationId xmlns:a16="http://schemas.microsoft.com/office/drawing/2014/main" id="{7E3D817B-E043-4407-9DA1-D7B6A3CC0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67494"/>
            <a:ext cx="41171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在区间         内连续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5" name="Text Box 4">
            <a:extLst>
              <a:ext uri="{FF2B5EF4-FFF2-40B4-BE49-F238E27FC236}">
                <a16:creationId xmlns:a16="http://schemas.microsoft.com/office/drawing/2014/main" id="{03271220-88D8-4E0A-B40B-ECC105B66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71" y="3309912"/>
            <a:ext cx="28083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根据夹逼准则可得</a:t>
            </a:r>
          </a:p>
        </p:txBody>
      </p:sp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D835D3C4-1263-440B-A06A-42920F6977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551955"/>
              </p:ext>
            </p:extLst>
          </p:nvPr>
        </p:nvGraphicFramePr>
        <p:xfrm>
          <a:off x="1380238" y="1069038"/>
          <a:ext cx="206057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77" name="Equation" r:id="rId6" imgW="1993680" imgH="342720" progId="">
                  <p:embed/>
                </p:oleObj>
              </mc:Choice>
              <mc:Fallback>
                <p:oleObj name="Equation" r:id="rId6" imgW="1993680" imgH="342720" progId="">
                  <p:embed/>
                  <p:pic>
                    <p:nvPicPr>
                      <p:cNvPr id="0" name="Picture 3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238" y="1069038"/>
                        <a:ext cx="2060575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4">
            <a:extLst>
              <a:ext uri="{FF2B5EF4-FFF2-40B4-BE49-F238E27FC236}">
                <a16:creationId xmlns:a16="http://schemas.microsoft.com/office/drawing/2014/main" id="{3C1B26F4-B2DA-44E7-9110-F0E72652B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67" y="2454291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由于</a:t>
            </a:r>
          </a:p>
        </p:txBody>
      </p:sp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4C958D83-75CA-4295-B6C6-869C5F5820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65881"/>
              </p:ext>
            </p:extLst>
          </p:nvPr>
        </p:nvGraphicFramePr>
        <p:xfrm>
          <a:off x="5160764" y="367977"/>
          <a:ext cx="1282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78" name="Equation" r:id="rId8" imgW="1282680" imgH="342720" progId="">
                  <p:embed/>
                </p:oleObj>
              </mc:Choice>
              <mc:Fallback>
                <p:oleObj name="Equation" r:id="rId8" imgW="1282680" imgH="342720" progId="">
                  <p:embed/>
                  <p:pic>
                    <p:nvPicPr>
                      <p:cNvPr id="0" name="Picture 3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764" y="367977"/>
                        <a:ext cx="1282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6D4FC21D-EDF4-427A-A25B-5A91B2CA81FF}"/>
              </a:ext>
            </a:extLst>
          </p:cNvPr>
          <p:cNvGrpSpPr/>
          <p:nvPr/>
        </p:nvGrpSpPr>
        <p:grpSpPr>
          <a:xfrm>
            <a:off x="3533455" y="937250"/>
            <a:ext cx="4107460" cy="473270"/>
            <a:chOff x="3453380" y="1292698"/>
            <a:chExt cx="4107460" cy="47327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A6E380D3-CC2D-4C47-B347-83FEBCF8E5A4}"/>
                </a:ext>
              </a:extLst>
            </p:cNvPr>
            <p:cNvGrpSpPr/>
            <p:nvPr/>
          </p:nvGrpSpPr>
          <p:grpSpPr>
            <a:xfrm>
              <a:off x="3453380" y="1304303"/>
              <a:ext cx="2846812" cy="461665"/>
              <a:chOff x="3453380" y="1424255"/>
              <a:chExt cx="2846812" cy="461665"/>
            </a:xfrm>
          </p:grpSpPr>
          <p:sp>
            <p:nvSpPr>
              <p:cNvPr id="31" name="Text Box 4">
                <a:extLst>
                  <a:ext uri="{FF2B5EF4-FFF2-40B4-BE49-F238E27FC236}">
                    <a16:creationId xmlns:a16="http://schemas.microsoft.com/office/drawing/2014/main" id="{A1D3E26F-9261-45E0-A610-2EC109BCF6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3380" y="1424255"/>
                <a:ext cx="284681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当  取增量   时，</a:t>
                </a:r>
              </a:p>
            </p:txBody>
          </p:sp>
          <p:graphicFrame>
            <p:nvGraphicFramePr>
              <p:cNvPr id="37" name="Object 24">
                <a:extLst>
                  <a:ext uri="{FF2B5EF4-FFF2-40B4-BE49-F238E27FC236}">
                    <a16:creationId xmlns:a16="http://schemas.microsoft.com/office/drawing/2014/main" id="{6A6F1204-6042-44E1-8313-9BD08D2F80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0615907"/>
                  </p:ext>
                </p:extLst>
              </p:nvPr>
            </p:nvGraphicFramePr>
            <p:xfrm>
              <a:off x="3875803" y="1610470"/>
              <a:ext cx="211138" cy="2508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6979" name="Equation" r:id="rId10" imgW="203040" imgH="266400" progId="">
                      <p:embed/>
                    </p:oleObj>
                  </mc:Choice>
                  <mc:Fallback>
                    <p:oleObj name="Equation" r:id="rId10" imgW="203040" imgH="266400" progId="">
                      <p:embed/>
                      <p:pic>
                        <p:nvPicPr>
                          <p:cNvPr id="0" name="Picture 30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5803" y="1610470"/>
                            <a:ext cx="211138" cy="2508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24">
                <a:extLst>
                  <a:ext uri="{FF2B5EF4-FFF2-40B4-BE49-F238E27FC236}">
                    <a16:creationId xmlns:a16="http://schemas.microsoft.com/office/drawing/2014/main" id="{8D8E7D5D-8E1D-41A3-BF7A-C33F5AFB988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0621815"/>
                  </p:ext>
                </p:extLst>
              </p:nvPr>
            </p:nvGraphicFramePr>
            <p:xfrm>
              <a:off x="5109564" y="1540375"/>
              <a:ext cx="393700" cy="3206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6980" name="Equation" r:id="rId12" imgW="380880" imgH="342720" progId="">
                      <p:embed/>
                    </p:oleObj>
                  </mc:Choice>
                  <mc:Fallback>
                    <p:oleObj name="Equation" r:id="rId12" imgW="380880" imgH="342720" progId="">
                      <p:embed/>
                      <p:pic>
                        <p:nvPicPr>
                          <p:cNvPr id="0" name="Picture 30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9564" y="1540375"/>
                            <a:ext cx="393700" cy="3206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3" name="Text Box 4">
              <a:extLst>
                <a:ext uri="{FF2B5EF4-FFF2-40B4-BE49-F238E27FC236}">
                  <a16:creationId xmlns:a16="http://schemas.microsoft.com/office/drawing/2014/main" id="{D3A2FE27-4EFF-44D6-8E4C-B7FE37D81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160" y="1292698"/>
              <a:ext cx="15486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函数增量</a:t>
              </a:r>
            </a:p>
          </p:txBody>
        </p:sp>
      </p:grpSp>
      <p:graphicFrame>
        <p:nvGraphicFramePr>
          <p:cNvPr id="46" name="Object 24">
            <a:extLst>
              <a:ext uri="{FF2B5EF4-FFF2-40B4-BE49-F238E27FC236}">
                <a16:creationId xmlns:a16="http://schemas.microsoft.com/office/drawing/2014/main" id="{918BD28E-DB2C-4280-BC95-AB61BA033A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629891"/>
              </p:ext>
            </p:extLst>
          </p:nvPr>
        </p:nvGraphicFramePr>
        <p:xfrm>
          <a:off x="1555731" y="1731014"/>
          <a:ext cx="306863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81" name="Equation" r:id="rId14" imgW="2958840" imgH="342720" progId="">
                  <p:embed/>
                </p:oleObj>
              </mc:Choice>
              <mc:Fallback>
                <p:oleObj name="Equation" r:id="rId14" imgW="2958840" imgH="342720" progId="">
                  <p:embed/>
                  <p:pic>
                    <p:nvPicPr>
                      <p:cNvPr id="0" name="Picture 3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31" y="1731014"/>
                        <a:ext cx="3068638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4">
            <a:extLst>
              <a:ext uri="{FF2B5EF4-FFF2-40B4-BE49-F238E27FC236}">
                <a16:creationId xmlns:a16="http://schemas.microsoft.com/office/drawing/2014/main" id="{D667B3E2-E210-41DC-B622-AA6504E8C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673070"/>
              </p:ext>
            </p:extLst>
          </p:nvPr>
        </p:nvGraphicFramePr>
        <p:xfrm>
          <a:off x="4598100" y="1540027"/>
          <a:ext cx="315912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82" name="Equation" r:id="rId16" imgW="3047760" imgH="723600" progId="Equation.DSMT4">
                  <p:embed/>
                </p:oleObj>
              </mc:Choice>
              <mc:Fallback>
                <p:oleObj name="Equation" r:id="rId16" imgW="3047760" imgH="723600" progId="Equation.DSMT4">
                  <p:embed/>
                  <p:pic>
                    <p:nvPicPr>
                      <p:cNvPr id="0" name="Picture 3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100" y="1540027"/>
                        <a:ext cx="3159125" cy="68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4">
            <a:extLst>
              <a:ext uri="{FF2B5EF4-FFF2-40B4-BE49-F238E27FC236}">
                <a16:creationId xmlns:a16="http://schemas.microsoft.com/office/drawing/2014/main" id="{8D8EEE67-530F-4370-9E48-9D461F507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433459"/>
              </p:ext>
            </p:extLst>
          </p:nvPr>
        </p:nvGraphicFramePr>
        <p:xfrm>
          <a:off x="2124775" y="2327427"/>
          <a:ext cx="374173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83" name="Equation" r:id="rId18" imgW="3606480" imgH="812520" progId="">
                  <p:embed/>
                </p:oleObj>
              </mc:Choice>
              <mc:Fallback>
                <p:oleObj name="Equation" r:id="rId18" imgW="3606480" imgH="812520" progId="">
                  <p:embed/>
                  <p:pic>
                    <p:nvPicPr>
                      <p:cNvPr id="0" name="Picture 30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775" y="2327427"/>
                        <a:ext cx="3741738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4">
            <a:extLst>
              <a:ext uri="{FF2B5EF4-FFF2-40B4-BE49-F238E27FC236}">
                <a16:creationId xmlns:a16="http://schemas.microsoft.com/office/drawing/2014/main" id="{FCF03CD1-C15D-429D-8904-421ADECD7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017320"/>
              </p:ext>
            </p:extLst>
          </p:nvPr>
        </p:nvGraphicFramePr>
        <p:xfrm>
          <a:off x="1639587" y="2594416"/>
          <a:ext cx="433388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84" name="Equation" r:id="rId20" imgW="419040" imgH="279360" progId="Equation.DSMT4">
                  <p:embed/>
                </p:oleObj>
              </mc:Choice>
              <mc:Fallback>
                <p:oleObj name="Equation" r:id="rId20" imgW="419040" imgH="279360" progId="Equation.DSMT4">
                  <p:embed/>
                  <p:pic>
                    <p:nvPicPr>
                      <p:cNvPr id="0" name="Picture 3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587" y="2594416"/>
                        <a:ext cx="433388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4">
            <a:extLst>
              <a:ext uri="{FF2B5EF4-FFF2-40B4-BE49-F238E27FC236}">
                <a16:creationId xmlns:a16="http://schemas.microsoft.com/office/drawing/2014/main" id="{E0343A80-28DC-48BF-9BD1-84CD8FD424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48929"/>
              </p:ext>
            </p:extLst>
          </p:nvPr>
        </p:nvGraphicFramePr>
        <p:xfrm>
          <a:off x="5882388" y="2340127"/>
          <a:ext cx="1042987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85" name="Equation" r:id="rId22" imgW="1002960" imgH="812520" progId="">
                  <p:embed/>
                </p:oleObj>
              </mc:Choice>
              <mc:Fallback>
                <p:oleObj name="Equation" r:id="rId22" imgW="1002960" imgH="812520" progId="">
                  <p:embed/>
                  <p:pic>
                    <p:nvPicPr>
                      <p:cNvPr id="0" name="Picture 3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388" y="2340127"/>
                        <a:ext cx="1042987" cy="76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4">
            <a:extLst>
              <a:ext uri="{FF2B5EF4-FFF2-40B4-BE49-F238E27FC236}">
                <a16:creationId xmlns:a16="http://schemas.microsoft.com/office/drawing/2014/main" id="{AE5A9804-283D-4096-ACBF-B52382F394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687176"/>
              </p:ext>
            </p:extLst>
          </p:nvPr>
        </p:nvGraphicFramePr>
        <p:xfrm>
          <a:off x="6961888" y="2519515"/>
          <a:ext cx="8985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86" name="Equation" r:id="rId24" imgW="863280" imgH="431640" progId="Equation.DSMT4">
                  <p:embed/>
                </p:oleObj>
              </mc:Choice>
              <mc:Fallback>
                <p:oleObj name="Equation" r:id="rId24" imgW="863280" imgH="431640" progId="Equation.DSMT4">
                  <p:embed/>
                  <p:pic>
                    <p:nvPicPr>
                      <p:cNvPr id="0" name="Picture 3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888" y="2519515"/>
                        <a:ext cx="89852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2F2CDE1E-7DAE-4404-A43D-7F550BE743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211781"/>
              </p:ext>
            </p:extLst>
          </p:nvPr>
        </p:nvGraphicFramePr>
        <p:xfrm>
          <a:off x="3186429" y="3369242"/>
          <a:ext cx="15160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87" name="Equation" r:id="rId26" imgW="1460160" imgH="482400" progId="">
                  <p:embed/>
                </p:oleObj>
              </mc:Choice>
              <mc:Fallback>
                <p:oleObj name="Equation" r:id="rId26" imgW="1460160" imgH="482400" progId="">
                  <p:embed/>
                  <p:pic>
                    <p:nvPicPr>
                      <p:cNvPr id="0" name="Picture 3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429" y="3369242"/>
                        <a:ext cx="1516063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9A31C09-F601-40C4-8588-E6F6B7EF919B}"/>
              </a:ext>
            </a:extLst>
          </p:cNvPr>
          <p:cNvGrpSpPr/>
          <p:nvPr/>
        </p:nvGrpSpPr>
        <p:grpSpPr>
          <a:xfrm>
            <a:off x="4771843" y="3296422"/>
            <a:ext cx="4128704" cy="461849"/>
            <a:chOff x="4691768" y="3664624"/>
            <a:chExt cx="4128704" cy="461849"/>
          </a:xfrm>
        </p:grpSpPr>
        <p:sp>
          <p:nvSpPr>
            <p:cNvPr id="23" name="Text Box 4">
              <a:extLst>
                <a:ext uri="{FF2B5EF4-FFF2-40B4-BE49-F238E27FC236}">
                  <a16:creationId xmlns:a16="http://schemas.microsoft.com/office/drawing/2014/main" id="{F019B96C-1441-45ED-A319-F28DCE99E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768" y="3664808"/>
              <a:ext cx="6480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</a:t>
              </a:r>
            </a:p>
          </p:txBody>
        </p:sp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73119994-F5E9-4B4F-B587-98EE12D8D1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7108422"/>
                </p:ext>
              </p:extLst>
            </p:nvPr>
          </p:nvGraphicFramePr>
          <p:xfrm>
            <a:off x="5091541" y="3817402"/>
            <a:ext cx="726111" cy="282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988" name="Equation" r:id="rId28" imgW="647640" imgH="279360" progId="">
                    <p:embed/>
                  </p:oleObj>
                </mc:Choice>
                <mc:Fallback>
                  <p:oleObj name="Equation" r:id="rId28" imgW="647640" imgH="279360" progId="">
                    <p:embed/>
                    <p:pic>
                      <p:nvPicPr>
                        <p:cNvPr id="0" name="Picture 30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1541" y="3817402"/>
                          <a:ext cx="726111" cy="2828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2F1D66B8-841B-4F58-B8D4-D242BA8A2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912" y="3664624"/>
              <a:ext cx="31085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在         内连续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8" name="Object 24">
              <a:extLst>
                <a:ext uri="{FF2B5EF4-FFF2-40B4-BE49-F238E27FC236}">
                  <a16:creationId xmlns:a16="http://schemas.microsoft.com/office/drawing/2014/main" id="{FFEE1733-BFE1-4CB9-B833-4A1ACE93B8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8966637"/>
                </p:ext>
              </p:extLst>
            </p:nvPr>
          </p:nvGraphicFramePr>
          <p:xfrm>
            <a:off x="6120080" y="3760880"/>
            <a:ext cx="128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989" name="Equation" r:id="rId30" imgW="1282680" imgH="342720" progId="">
                    <p:embed/>
                  </p:oleObj>
                </mc:Choice>
                <mc:Fallback>
                  <p:oleObj name="Equation" r:id="rId30" imgW="1282680" imgH="342720" progId="">
                    <p:embed/>
                    <p:pic>
                      <p:nvPicPr>
                        <p:cNvPr id="0" name="Picture 30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0080" y="3760880"/>
                          <a:ext cx="1282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Text Box 4">
            <a:extLst>
              <a:ext uri="{FF2B5EF4-FFF2-40B4-BE49-F238E27FC236}">
                <a16:creationId xmlns:a16="http://schemas.microsoft.com/office/drawing/2014/main" id="{7E596E66-2A22-4168-8F7D-9DA60E6E3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87" y="3955252"/>
            <a:ext cx="28083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类似地可以证明，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C86615-307B-4DEC-B2B7-BF70ABF45D71}"/>
              </a:ext>
            </a:extLst>
          </p:cNvPr>
          <p:cNvGrpSpPr/>
          <p:nvPr/>
        </p:nvGrpSpPr>
        <p:grpSpPr>
          <a:xfrm>
            <a:off x="3061400" y="3953040"/>
            <a:ext cx="5171501" cy="461665"/>
            <a:chOff x="2981325" y="4299942"/>
            <a:chExt cx="5171501" cy="461665"/>
          </a:xfrm>
        </p:grpSpPr>
        <p:graphicFrame>
          <p:nvGraphicFramePr>
            <p:cNvPr id="30" name="Object 24">
              <a:extLst>
                <a:ext uri="{FF2B5EF4-FFF2-40B4-BE49-F238E27FC236}">
                  <a16:creationId xmlns:a16="http://schemas.microsoft.com/office/drawing/2014/main" id="{0669E1C7-971D-460A-A7F9-C682D9D7B0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3371492"/>
                </p:ext>
              </p:extLst>
            </p:nvPr>
          </p:nvGraphicFramePr>
          <p:xfrm>
            <a:off x="2981325" y="4399941"/>
            <a:ext cx="10792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990" name="Equation" r:id="rId31" imgW="1079280" imgH="342720" progId="">
                    <p:embed/>
                  </p:oleObj>
                </mc:Choice>
                <mc:Fallback>
                  <p:oleObj name="Equation" r:id="rId31" imgW="1079280" imgH="342720" progId="">
                    <p:embed/>
                    <p:pic>
                      <p:nvPicPr>
                        <p:cNvPr id="0" name="Picture 30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1325" y="4399941"/>
                          <a:ext cx="107928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9C308CE9-69AE-4C28-9794-E929D1351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670" y="4299942"/>
              <a:ext cx="41171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在定义域         内连续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42" name="Object 24">
              <a:extLst>
                <a:ext uri="{FF2B5EF4-FFF2-40B4-BE49-F238E27FC236}">
                  <a16:creationId xmlns:a16="http://schemas.microsoft.com/office/drawing/2014/main" id="{9EAFFD72-25FF-4DAB-8155-F0121904DA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2053925"/>
                </p:ext>
              </p:extLst>
            </p:nvPr>
          </p:nvGraphicFramePr>
          <p:xfrm>
            <a:off x="5385604" y="4393466"/>
            <a:ext cx="128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991" name="Equation" r:id="rId33" imgW="1282680" imgH="342720" progId="">
                    <p:embed/>
                  </p:oleObj>
                </mc:Choice>
                <mc:Fallback>
                  <p:oleObj name="Equation" r:id="rId33" imgW="1282680" imgH="342720" progId="">
                    <p:embed/>
                    <p:pic>
                      <p:nvPicPr>
                        <p:cNvPr id="0" name="Picture 30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5604" y="4393466"/>
                          <a:ext cx="1282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532103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75" grpId="0"/>
      <p:bldP spid="41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Text Box 4">
            <a:extLst>
              <a:ext uri="{FF2B5EF4-FFF2-40B4-BE49-F238E27FC236}">
                <a16:creationId xmlns:a16="http://schemas.microsoft.com/office/drawing/2014/main" id="{21E9C3AE-835A-49C7-990A-1A378E07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11" y="592255"/>
            <a:ext cx="21980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4 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讨论函数</a:t>
            </a:r>
          </a:p>
        </p:txBody>
      </p:sp>
      <p:sp>
        <p:nvSpPr>
          <p:cNvPr id="36" name="Text Box 12">
            <a:extLst>
              <a:ext uri="{FF2B5EF4-FFF2-40B4-BE49-F238E27FC236}">
                <a16:creationId xmlns:a16="http://schemas.microsoft.com/office/drawing/2014/main" id="{699FCED6-9DE7-406D-91A0-12D02B1A8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355" y="1496864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75" name="Text Box 4">
            <a:extLst>
              <a:ext uri="{FF2B5EF4-FFF2-40B4-BE49-F238E27FC236}">
                <a16:creationId xmlns:a16="http://schemas.microsoft.com/office/drawing/2014/main" id="{03271220-88D8-4E0A-B40B-ECC105B66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5523" y="1513845"/>
            <a:ext cx="28083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函数的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定义域</a:t>
            </a:r>
          </a:p>
        </p:txBody>
      </p:sp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D835D3C4-1263-440B-A06A-42920F6977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926015"/>
              </p:ext>
            </p:extLst>
          </p:nvPr>
        </p:nvGraphicFramePr>
        <p:xfrm>
          <a:off x="3483756" y="1610073"/>
          <a:ext cx="139223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86" name="Equation" r:id="rId4" imgW="1346040" imgH="342720" progId="Equation.DSMT4">
                  <p:embed/>
                </p:oleObj>
              </mc:Choice>
              <mc:Fallback>
                <p:oleObj name="Equation" r:id="rId4" imgW="1346040" imgH="342720" progId="Equation.DSMT4">
                  <p:embed/>
                  <p:pic>
                    <p:nvPicPr>
                      <p:cNvPr id="0" name="Picture 20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756" y="1610073"/>
                        <a:ext cx="1392237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9A31C09-F601-40C4-8588-E6F6B7EF919B}"/>
              </a:ext>
            </a:extLst>
          </p:cNvPr>
          <p:cNvGrpSpPr/>
          <p:nvPr/>
        </p:nvGrpSpPr>
        <p:grpSpPr>
          <a:xfrm>
            <a:off x="417971" y="3873128"/>
            <a:ext cx="4240907" cy="468007"/>
            <a:chOff x="5347405" y="3658282"/>
            <a:chExt cx="4240907" cy="468007"/>
          </a:xfrm>
        </p:grpSpPr>
        <p:sp>
          <p:nvSpPr>
            <p:cNvPr id="23" name="Text Box 4">
              <a:extLst>
                <a:ext uri="{FF2B5EF4-FFF2-40B4-BE49-F238E27FC236}">
                  <a16:creationId xmlns:a16="http://schemas.microsoft.com/office/drawing/2014/main" id="{F019B96C-1441-45ED-A319-F28DCE99E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7405" y="3658282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</a:t>
              </a:r>
            </a:p>
          </p:txBody>
        </p:sp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73119994-F5E9-4B4F-B587-98EE12D8D1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3942549"/>
                </p:ext>
              </p:extLst>
            </p:nvPr>
          </p:nvGraphicFramePr>
          <p:xfrm>
            <a:off x="5738324" y="3754850"/>
            <a:ext cx="712788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87" name="Equation" r:id="rId6" imgW="634680" imgH="342720" progId="">
                    <p:embed/>
                  </p:oleObj>
                </mc:Choice>
                <mc:Fallback>
                  <p:oleObj name="Equation" r:id="rId6" imgW="634680" imgH="342720" progId="">
                    <p:embed/>
                    <p:pic>
                      <p:nvPicPr>
                        <p:cNvPr id="0" name="Picture 20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8324" y="3754850"/>
                          <a:ext cx="712788" cy="346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2F1D66B8-841B-4F58-B8D4-D242BA8A2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7952" y="3664624"/>
              <a:ext cx="32403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在点    处连续，</a:t>
              </a:r>
            </a:p>
          </p:txBody>
        </p:sp>
        <p:graphicFrame>
          <p:nvGraphicFramePr>
            <p:cNvPr id="28" name="Object 24">
              <a:extLst>
                <a:ext uri="{FF2B5EF4-FFF2-40B4-BE49-F238E27FC236}">
                  <a16:creationId xmlns:a16="http://schemas.microsoft.com/office/drawing/2014/main" id="{FFEE1733-BFE1-4CB9-B833-4A1ACE93B8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1134196"/>
                </p:ext>
              </p:extLst>
            </p:nvPr>
          </p:nvGraphicFramePr>
          <p:xfrm>
            <a:off x="7045617" y="376865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88" name="Equation" r:id="rId8" imgW="647640" imgH="279360" progId="">
                    <p:embed/>
                  </p:oleObj>
                </mc:Choice>
                <mc:Fallback>
                  <p:oleObj name="Equation" r:id="rId8" imgW="647640" imgH="279360" progId="">
                    <p:embed/>
                    <p:pic>
                      <p:nvPicPr>
                        <p:cNvPr id="0" name="Picture 20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5617" y="3768655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E517142E-9431-4C55-9CCE-D44EB1F31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883919"/>
              </p:ext>
            </p:extLst>
          </p:nvPr>
        </p:nvGraphicFramePr>
        <p:xfrm>
          <a:off x="2843808" y="411510"/>
          <a:ext cx="27971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89" name="Equation" r:id="rId10" imgW="2705040" imgH="914400" progId="Equation.DSMT4">
                  <p:embed/>
                </p:oleObj>
              </mc:Choice>
              <mc:Fallback>
                <p:oleObj name="Equation" r:id="rId10" imgW="2705040" imgH="914400" progId="Equation.DSMT4">
                  <p:embed/>
                  <p:pic>
                    <p:nvPicPr>
                      <p:cNvPr id="0" name="Picture 20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11510"/>
                        <a:ext cx="2797175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4">
            <a:extLst>
              <a:ext uri="{FF2B5EF4-FFF2-40B4-BE49-F238E27FC236}">
                <a16:creationId xmlns:a16="http://schemas.microsoft.com/office/drawing/2014/main" id="{82E9EDA1-A351-4047-9121-9F64ED306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295" y="574816"/>
            <a:ext cx="1656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的连续性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A8BC8B5-773E-48E8-8F9C-20C74BCA3502}"/>
              </a:ext>
            </a:extLst>
          </p:cNvPr>
          <p:cNvGrpSpPr/>
          <p:nvPr/>
        </p:nvGrpSpPr>
        <p:grpSpPr>
          <a:xfrm>
            <a:off x="1427573" y="2227702"/>
            <a:ext cx="3096344" cy="461665"/>
            <a:chOff x="3453380" y="1424255"/>
            <a:chExt cx="3096344" cy="461665"/>
          </a:xfrm>
        </p:grpSpPr>
        <p:sp>
          <p:nvSpPr>
            <p:cNvPr id="47" name="Text Box 4">
              <a:extLst>
                <a:ext uri="{FF2B5EF4-FFF2-40B4-BE49-F238E27FC236}">
                  <a16:creationId xmlns:a16="http://schemas.microsoft.com/office/drawing/2014/main" id="{395A0706-A6D2-4261-8A4E-3FF7721FE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380" y="1424255"/>
              <a:ext cx="30963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当     或     时，</a:t>
              </a:r>
            </a:p>
          </p:txBody>
        </p: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AF0B8462-FE00-4F21-9078-F724E1C07C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6811941"/>
                </p:ext>
              </p:extLst>
            </p:nvPr>
          </p:nvGraphicFramePr>
          <p:xfrm>
            <a:off x="3872514" y="1541777"/>
            <a:ext cx="685800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90" name="Equation" r:id="rId12" imgW="660240" imgH="342720" progId="">
                    <p:embed/>
                  </p:oleObj>
                </mc:Choice>
                <mc:Fallback>
                  <p:oleObj name="Equation" r:id="rId12" imgW="660240" imgH="342720" progId="">
                    <p:embed/>
                    <p:pic>
                      <p:nvPicPr>
                        <p:cNvPr id="0" name="Picture 20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2514" y="1541777"/>
                          <a:ext cx="685800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24">
              <a:extLst>
                <a:ext uri="{FF2B5EF4-FFF2-40B4-BE49-F238E27FC236}">
                  <a16:creationId xmlns:a16="http://schemas.microsoft.com/office/drawing/2014/main" id="{25544963-5DF5-47F1-BE14-02009928BC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6848562"/>
                </p:ext>
              </p:extLst>
            </p:nvPr>
          </p:nvGraphicFramePr>
          <p:xfrm>
            <a:off x="4932583" y="1550238"/>
            <a:ext cx="681037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91" name="Equation" r:id="rId14" imgW="660240" imgH="342720" progId="">
                    <p:embed/>
                  </p:oleObj>
                </mc:Choice>
                <mc:Fallback>
                  <p:oleObj name="Equation" r:id="rId14" imgW="660240" imgH="342720" progId="">
                    <p:embed/>
                    <p:pic>
                      <p:nvPicPr>
                        <p:cNvPr id="0" name="Picture 20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583" y="1550238"/>
                          <a:ext cx="681037" cy="320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Text Box 4">
            <a:extLst>
              <a:ext uri="{FF2B5EF4-FFF2-40B4-BE49-F238E27FC236}">
                <a16:creationId xmlns:a16="http://schemas.microsoft.com/office/drawing/2014/main" id="{F0D7EC03-D086-40A9-BB06-686FD6538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877" y="2216944"/>
            <a:ext cx="20867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函数都连续；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EDFBA12-CFC0-4861-8424-4832BD45D74B}"/>
              </a:ext>
            </a:extLst>
          </p:cNvPr>
          <p:cNvGrpSpPr/>
          <p:nvPr/>
        </p:nvGrpSpPr>
        <p:grpSpPr>
          <a:xfrm>
            <a:off x="1427573" y="3091798"/>
            <a:ext cx="2016224" cy="461665"/>
            <a:chOff x="3453380" y="1424255"/>
            <a:chExt cx="2016224" cy="461665"/>
          </a:xfrm>
        </p:grpSpPr>
        <p:sp>
          <p:nvSpPr>
            <p:cNvPr id="58" name="Text Box 4">
              <a:extLst>
                <a:ext uri="{FF2B5EF4-FFF2-40B4-BE49-F238E27FC236}">
                  <a16:creationId xmlns:a16="http://schemas.microsoft.com/office/drawing/2014/main" id="{F779F556-6CE9-443C-A025-C5B4542A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380" y="1424255"/>
              <a:ext cx="20162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当     时，</a:t>
              </a:r>
            </a:p>
          </p:txBody>
        </p:sp>
        <p:graphicFrame>
          <p:nvGraphicFramePr>
            <p:cNvPr id="59" name="Object 24">
              <a:extLst>
                <a:ext uri="{FF2B5EF4-FFF2-40B4-BE49-F238E27FC236}">
                  <a16:creationId xmlns:a16="http://schemas.microsoft.com/office/drawing/2014/main" id="{B87CFDA6-75BF-4372-9EA3-6CF5FB8D5F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8070548"/>
                </p:ext>
              </p:extLst>
            </p:nvPr>
          </p:nvGraphicFramePr>
          <p:xfrm>
            <a:off x="3872514" y="1541777"/>
            <a:ext cx="685800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92" name="Equation" r:id="rId16" imgW="660240" imgH="342720" progId="">
                    <p:embed/>
                  </p:oleObj>
                </mc:Choice>
                <mc:Fallback>
                  <p:oleObj name="Equation" r:id="rId16" imgW="660240" imgH="342720" progId="">
                    <p:embed/>
                    <p:pic>
                      <p:nvPicPr>
                        <p:cNvPr id="0" name="Picture 20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2514" y="1541777"/>
                          <a:ext cx="685800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" name="Object 24">
            <a:extLst>
              <a:ext uri="{FF2B5EF4-FFF2-40B4-BE49-F238E27FC236}">
                <a16:creationId xmlns:a16="http://schemas.microsoft.com/office/drawing/2014/main" id="{06911327-263F-4629-90E1-2457F8F03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297743"/>
              </p:ext>
            </p:extLst>
          </p:nvPr>
        </p:nvGraphicFramePr>
        <p:xfrm>
          <a:off x="3082267" y="3153048"/>
          <a:ext cx="18113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93" name="Equation" r:id="rId18" imgW="1752480" imgH="533160" progId="">
                  <p:embed/>
                </p:oleObj>
              </mc:Choice>
              <mc:Fallback>
                <p:oleObj name="Equation" r:id="rId18" imgW="1752480" imgH="533160" progId="">
                  <p:embed/>
                  <p:pic>
                    <p:nvPicPr>
                      <p:cNvPr id="0" name="Picture 20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267" y="3153048"/>
                        <a:ext cx="1811338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4">
            <a:extLst>
              <a:ext uri="{FF2B5EF4-FFF2-40B4-BE49-F238E27FC236}">
                <a16:creationId xmlns:a16="http://schemas.microsoft.com/office/drawing/2014/main" id="{C1964C88-B822-47F6-B9CB-2F5011EA1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288071"/>
              </p:ext>
            </p:extLst>
          </p:nvPr>
        </p:nvGraphicFramePr>
        <p:xfrm>
          <a:off x="4948451" y="3168844"/>
          <a:ext cx="15494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94" name="Equation" r:id="rId20" imgW="1498320" imgH="495000" progId="">
                  <p:embed/>
                </p:oleObj>
              </mc:Choice>
              <mc:Fallback>
                <p:oleObj name="Equation" r:id="rId20" imgW="1498320" imgH="495000" progId="">
                  <p:embed/>
                  <p:pic>
                    <p:nvPicPr>
                      <p:cNvPr id="0" name="Picture 20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451" y="3168844"/>
                        <a:ext cx="154940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D02C6A6-A6D5-40B7-B661-B99461FE672F}"/>
              </a:ext>
            </a:extLst>
          </p:cNvPr>
          <p:cNvGrpSpPr/>
          <p:nvPr/>
        </p:nvGrpSpPr>
        <p:grpSpPr>
          <a:xfrm>
            <a:off x="6527955" y="3081040"/>
            <a:ext cx="1810896" cy="461665"/>
            <a:chOff x="5796136" y="3316644"/>
            <a:chExt cx="1810896" cy="461665"/>
          </a:xfrm>
        </p:grpSpPr>
        <p:sp>
          <p:nvSpPr>
            <p:cNvPr id="64" name="Text Box 4">
              <a:extLst>
                <a:ext uri="{FF2B5EF4-FFF2-40B4-BE49-F238E27FC236}">
                  <a16:creationId xmlns:a16="http://schemas.microsoft.com/office/drawing/2014/main" id="{70B2F1EE-FBE2-49DB-A146-251594F7A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6136" y="3316644"/>
              <a:ext cx="9361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并且</a:t>
              </a:r>
            </a:p>
          </p:txBody>
        </p:sp>
        <p:graphicFrame>
          <p:nvGraphicFramePr>
            <p:cNvPr id="65" name="Object 24">
              <a:extLst>
                <a:ext uri="{FF2B5EF4-FFF2-40B4-BE49-F238E27FC236}">
                  <a16:creationId xmlns:a16="http://schemas.microsoft.com/office/drawing/2014/main" id="{AA1C695F-0BBC-47FB-BE9C-CFDBA9EB60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8894227"/>
                </p:ext>
              </p:extLst>
            </p:nvPr>
          </p:nvGraphicFramePr>
          <p:xfrm>
            <a:off x="6543407" y="3431684"/>
            <a:ext cx="1063625" cy="322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95" name="Equation" r:id="rId22" imgW="1028520" imgH="342720" progId="">
                    <p:embed/>
                  </p:oleObj>
                </mc:Choice>
                <mc:Fallback>
                  <p:oleObj name="Equation" r:id="rId22" imgW="1028520" imgH="342720" progId="">
                    <p:embed/>
                    <p:pic>
                      <p:nvPicPr>
                        <p:cNvPr id="0" name="Picture 20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43407" y="3431684"/>
                          <a:ext cx="1063625" cy="322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2D78A28-0828-44CD-8368-0F85D8CCC2F3}"/>
              </a:ext>
            </a:extLst>
          </p:cNvPr>
          <p:cNvGrpSpPr/>
          <p:nvPr/>
        </p:nvGrpSpPr>
        <p:grpSpPr>
          <a:xfrm>
            <a:off x="3938798" y="3879654"/>
            <a:ext cx="4680520" cy="461665"/>
            <a:chOff x="6347952" y="3664624"/>
            <a:chExt cx="4680520" cy="461665"/>
          </a:xfrm>
        </p:grpSpPr>
        <p:sp>
          <p:nvSpPr>
            <p:cNvPr id="69" name="Text Box 4">
              <a:extLst>
                <a:ext uri="{FF2B5EF4-FFF2-40B4-BE49-F238E27FC236}">
                  <a16:creationId xmlns:a16="http://schemas.microsoft.com/office/drawing/2014/main" id="{1CB199EB-A472-4D47-BFF5-BC6F7AE9A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7952" y="3664624"/>
              <a:ext cx="46805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从而在定义域        内连续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70" name="Object 24">
              <a:extLst>
                <a:ext uri="{FF2B5EF4-FFF2-40B4-BE49-F238E27FC236}">
                  <a16:creationId xmlns:a16="http://schemas.microsoft.com/office/drawing/2014/main" id="{C0B9108D-EBD0-4C83-97D0-B03DE1190A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4809573"/>
                </p:ext>
              </p:extLst>
            </p:nvPr>
          </p:nvGraphicFramePr>
          <p:xfrm>
            <a:off x="8269683" y="3766612"/>
            <a:ext cx="1282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96" name="Equation" r:id="rId24" imgW="1282680" imgH="342720" progId="">
                    <p:embed/>
                  </p:oleObj>
                </mc:Choice>
                <mc:Fallback>
                  <p:oleObj name="Equation" r:id="rId24" imgW="1282680" imgH="342720" progId="">
                    <p:embed/>
                    <p:pic>
                      <p:nvPicPr>
                        <p:cNvPr id="0" name="Picture 20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9683" y="3766612"/>
                          <a:ext cx="1282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968178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75" grpId="0"/>
      <p:bldP spid="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D20BCEFF-3A2E-4516-82FD-F8FE7D0A2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56" y="166330"/>
            <a:ext cx="17331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5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设函数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4D48346D-E6D5-467A-854E-318E75CA4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777761"/>
              </p:ext>
            </p:extLst>
          </p:nvPr>
        </p:nvGraphicFramePr>
        <p:xfrm>
          <a:off x="2267363" y="256130"/>
          <a:ext cx="6334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1" name="Equation" r:id="rId4" imgW="609480" imgH="342720" progId="">
                  <p:embed/>
                </p:oleObj>
              </mc:Choice>
              <mc:Fallback>
                <p:oleObj name="Equation" r:id="rId4" imgW="609480" imgH="342720" progId="">
                  <p:embed/>
                  <p:pic>
                    <p:nvPicPr>
                      <p:cNvPr id="0" name="Picture 5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363" y="256130"/>
                        <a:ext cx="633413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E3ABE151-7E45-4A11-B46A-389495698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3069" y="151010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5A5A64EC-30BA-49BC-A3D3-D708C405F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219990"/>
              </p:ext>
            </p:extLst>
          </p:nvPr>
        </p:nvGraphicFramePr>
        <p:xfrm>
          <a:off x="3210636" y="259605"/>
          <a:ext cx="11874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2" name="Equation" r:id="rId6" imgW="1143000" imgH="342720" progId="">
                  <p:embed/>
                </p:oleObj>
              </mc:Choice>
              <mc:Fallback>
                <p:oleObj name="Equation" r:id="rId6" imgW="1143000" imgH="342720" progId="">
                  <p:embed/>
                  <p:pic>
                    <p:nvPicPr>
                      <p:cNvPr id="0" name="Picture 5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0636" y="259605"/>
                        <a:ext cx="118745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18436FC1-A085-48A2-9A5B-CEDE11092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5831" y="136523"/>
            <a:ext cx="20409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内有定义，且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A1943E18-EB25-4EEF-8970-1BF07E280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109069"/>
              </p:ext>
            </p:extLst>
          </p:nvPr>
        </p:nvGraphicFramePr>
        <p:xfrm>
          <a:off x="6184143" y="236795"/>
          <a:ext cx="30210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3" name="Equation" r:id="rId8" imgW="2908080" imgH="342720" progId="Equation.DSMT4">
                  <p:embed/>
                </p:oleObj>
              </mc:Choice>
              <mc:Fallback>
                <p:oleObj name="Equation" r:id="rId8" imgW="2908080" imgH="342720" progId="Equation.DSMT4">
                  <p:embed/>
                  <p:pic>
                    <p:nvPicPr>
                      <p:cNvPr id="0" name="Picture 5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143" y="236795"/>
                        <a:ext cx="3021013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274D922B-FC57-4921-A979-0CF54E7A2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766" y="645847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824F2F2D-9BA1-4F5D-88A1-06D96901D1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31259"/>
              </p:ext>
            </p:extLst>
          </p:nvPr>
        </p:nvGraphicFramePr>
        <p:xfrm>
          <a:off x="2702447" y="741963"/>
          <a:ext cx="6334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4" name="Equation" r:id="rId10" imgW="609480" imgH="342720" progId="">
                  <p:embed/>
                </p:oleObj>
              </mc:Choice>
              <mc:Fallback>
                <p:oleObj name="Equation" r:id="rId10" imgW="609480" imgH="342720" progId="">
                  <p:embed/>
                  <p:pic>
                    <p:nvPicPr>
                      <p:cNvPr id="0" name="Picture 5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447" y="741963"/>
                        <a:ext cx="633413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A8DFF5A3-1F2C-4445-AC7A-C72F50558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090" y="613982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38CFEAD3-1695-439A-A469-AEA7A72CF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88143"/>
              </p:ext>
            </p:extLst>
          </p:nvPr>
        </p:nvGraphicFramePr>
        <p:xfrm>
          <a:off x="3787541" y="723349"/>
          <a:ext cx="6731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5" name="Equation" r:id="rId12" imgW="647640" imgH="279360" progId="">
                  <p:embed/>
                </p:oleObj>
              </mc:Choice>
              <mc:Fallback>
                <p:oleObj name="Equation" r:id="rId12" imgW="647640" imgH="279360" progId="">
                  <p:embed/>
                  <p:pic>
                    <p:nvPicPr>
                      <p:cNvPr id="0" name="Picture 5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541" y="723349"/>
                        <a:ext cx="673100" cy="265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">
            <a:extLst>
              <a:ext uri="{FF2B5EF4-FFF2-40B4-BE49-F238E27FC236}">
                <a16:creationId xmlns:a16="http://schemas.microsoft.com/office/drawing/2014/main" id="{746A2BFB-97C7-4B83-A73A-B2365AF33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3486" y="587698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处连续，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FFCB6D5-A2E9-4590-8065-197E7B4D1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374" y="605201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且</a:t>
            </a:r>
          </a:p>
        </p:txBody>
      </p: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D5F4CA1B-9734-45E0-977B-ABF93EF95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201382"/>
              </p:ext>
            </p:extLst>
          </p:nvPr>
        </p:nvGraphicFramePr>
        <p:xfrm>
          <a:off x="6123399" y="714754"/>
          <a:ext cx="11604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6" name="Equation" r:id="rId14" imgW="1117440" imgH="342720" progId="">
                  <p:embed/>
                </p:oleObj>
              </mc:Choice>
              <mc:Fallback>
                <p:oleObj name="Equation" r:id="rId14" imgW="1117440" imgH="342720" progId="">
                  <p:embed/>
                  <p:pic>
                    <p:nvPicPr>
                      <p:cNvPr id="0" name="Picture 5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3399" y="714754"/>
                        <a:ext cx="1160463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>
            <a:extLst>
              <a:ext uri="{FF2B5EF4-FFF2-40B4-BE49-F238E27FC236}">
                <a16:creationId xmlns:a16="http://schemas.microsoft.com/office/drawing/2014/main" id="{F6434417-BD5D-48D4-AEB7-6E8FC4BBE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916" y="570789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证明</a:t>
            </a: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A349F0C1-712F-413A-84A2-DC0B07E43F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794472"/>
              </p:ext>
            </p:extLst>
          </p:nvPr>
        </p:nvGraphicFramePr>
        <p:xfrm>
          <a:off x="8108341" y="661230"/>
          <a:ext cx="6334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7" name="Equation" r:id="rId16" imgW="609480" imgH="342720" progId="">
                  <p:embed/>
                </p:oleObj>
              </mc:Choice>
              <mc:Fallback>
                <p:oleObj name="Equation" r:id="rId16" imgW="609480" imgH="342720" progId="">
                  <p:embed/>
                  <p:pic>
                    <p:nvPicPr>
                      <p:cNvPr id="0" name="Picture 5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341" y="661230"/>
                        <a:ext cx="633413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4">
            <a:extLst>
              <a:ext uri="{FF2B5EF4-FFF2-40B4-BE49-F238E27FC236}">
                <a16:creationId xmlns:a16="http://schemas.microsoft.com/office/drawing/2014/main" id="{FDA09CD6-A1B7-4E7F-AF0A-C61974480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55" y="1173162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D50B3586-34BD-4EC1-9572-CDCB86D8D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319423"/>
              </p:ext>
            </p:extLst>
          </p:nvPr>
        </p:nvGraphicFramePr>
        <p:xfrm>
          <a:off x="710201" y="1266819"/>
          <a:ext cx="11874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8" name="Equation" r:id="rId18" imgW="1143000" imgH="342720" progId="">
                  <p:embed/>
                </p:oleObj>
              </mc:Choice>
              <mc:Fallback>
                <p:oleObj name="Equation" r:id="rId18" imgW="1143000" imgH="342720" progId="">
                  <p:embed/>
                  <p:pic>
                    <p:nvPicPr>
                      <p:cNvPr id="0" name="Picture 5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201" y="1266819"/>
                        <a:ext cx="118745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4">
            <a:extLst>
              <a:ext uri="{FF2B5EF4-FFF2-40B4-BE49-F238E27FC236}">
                <a16:creationId xmlns:a16="http://schemas.microsoft.com/office/drawing/2014/main" id="{5C235527-A57C-4A33-A776-EB4204EE1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98" y="1155759"/>
            <a:ext cx="126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内连续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73136BA0-2653-41D9-AF65-A1BED5F15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26" y="1713789"/>
            <a:ext cx="11144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由</a:t>
            </a:r>
          </a:p>
        </p:txBody>
      </p: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A548AA1B-00AC-483F-A24F-B2B1ABB30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459437"/>
              </p:ext>
            </p:extLst>
          </p:nvPr>
        </p:nvGraphicFramePr>
        <p:xfrm>
          <a:off x="1918337" y="1849310"/>
          <a:ext cx="2376487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9" name="Equation" r:id="rId20" imgW="2286000" imgH="342720" progId="">
                  <p:embed/>
                </p:oleObj>
              </mc:Choice>
              <mc:Fallback>
                <p:oleObj name="Equation" r:id="rId20" imgW="2286000" imgH="342720" progId="">
                  <p:embed/>
                  <p:pic>
                    <p:nvPicPr>
                      <p:cNvPr id="0" name="Picture 5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337" y="1849310"/>
                        <a:ext cx="2376487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38F05B19-EAB0-4F49-B8EE-748DAAAD5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40282"/>
              </p:ext>
            </p:extLst>
          </p:nvPr>
        </p:nvGraphicFramePr>
        <p:xfrm>
          <a:off x="4572000" y="1832925"/>
          <a:ext cx="11731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0" name="Equation" r:id="rId22" imgW="1130040" imgH="342720" progId="">
                  <p:embed/>
                </p:oleObj>
              </mc:Choice>
              <mc:Fallback>
                <p:oleObj name="Equation" r:id="rId22" imgW="1130040" imgH="342720" progId="">
                  <p:embed/>
                  <p:pic>
                    <p:nvPicPr>
                      <p:cNvPr id="0" name="Picture 5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832925"/>
                        <a:ext cx="1173163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4">
            <a:extLst>
              <a:ext uri="{FF2B5EF4-FFF2-40B4-BE49-F238E27FC236}">
                <a16:creationId xmlns:a16="http://schemas.microsoft.com/office/drawing/2014/main" id="{A2C273E4-B3B7-4889-9A1B-8B6734F8E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083" y="1733164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482FEC39-67BC-406C-A8C6-F0E5D4195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234176"/>
              </p:ext>
            </p:extLst>
          </p:nvPr>
        </p:nvGraphicFramePr>
        <p:xfrm>
          <a:off x="6259513" y="1845625"/>
          <a:ext cx="113506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1" name="Equation" r:id="rId24" imgW="1091880" imgH="342720" progId="Equation.DSMT4">
                  <p:embed/>
                </p:oleObj>
              </mc:Choice>
              <mc:Fallback>
                <p:oleObj name="Equation" r:id="rId24" imgW="1091880" imgH="342720" progId="Equation.DSMT4">
                  <p:embed/>
                  <p:pic>
                    <p:nvPicPr>
                      <p:cNvPr id="0" name="Picture 5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9513" y="1845625"/>
                        <a:ext cx="113506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4">
            <a:extLst>
              <a:ext uri="{FF2B5EF4-FFF2-40B4-BE49-F238E27FC236}">
                <a16:creationId xmlns:a16="http://schemas.microsoft.com/office/drawing/2014/main" id="{25EC6652-27C1-45E9-9E28-F3C26CEF4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95" y="2276980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对</a:t>
            </a:r>
          </a:p>
        </p:txBody>
      </p: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148B58F7-E6A3-441A-9D91-6B303B410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69150"/>
              </p:ext>
            </p:extLst>
          </p:nvPr>
        </p:nvGraphicFramePr>
        <p:xfrm>
          <a:off x="895932" y="2386917"/>
          <a:ext cx="20320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2" name="Equation" r:id="rId26" imgW="1955520" imgH="380880" progId="">
                  <p:embed/>
                </p:oleObj>
              </mc:Choice>
              <mc:Fallback>
                <p:oleObj name="Equation" r:id="rId26" imgW="1955520" imgH="380880" progId="">
                  <p:embed/>
                  <p:pic>
                    <p:nvPicPr>
                      <p:cNvPr id="0" name="Picture 5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932" y="2386917"/>
                        <a:ext cx="2032000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48206790-0AAE-450B-A449-F6185EF7C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045063"/>
              </p:ext>
            </p:extLst>
          </p:nvPr>
        </p:nvGraphicFramePr>
        <p:xfrm>
          <a:off x="3199449" y="2384297"/>
          <a:ext cx="42354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3" name="Equation" r:id="rId28" imgW="4076640" imgH="482400" progId="Equation.DSMT4">
                  <p:embed/>
                </p:oleObj>
              </mc:Choice>
              <mc:Fallback>
                <p:oleObj name="Equation" r:id="rId28" imgW="4076640" imgH="482400" progId="Equation.DSMT4">
                  <p:embed/>
                  <p:pic>
                    <p:nvPicPr>
                      <p:cNvPr id="0" name="Picture 5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9449" y="2384297"/>
                        <a:ext cx="4235450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66E215A9-7464-4582-A4BC-A65CCB87D1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536455"/>
              </p:ext>
            </p:extLst>
          </p:nvPr>
        </p:nvGraphicFramePr>
        <p:xfrm>
          <a:off x="1351599" y="3484435"/>
          <a:ext cx="61563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4" name="Equation" r:id="rId30" imgW="5930640" imgH="634680" progId="Equation.DSMT4">
                  <p:embed/>
                </p:oleObj>
              </mc:Choice>
              <mc:Fallback>
                <p:oleObj name="Equation" r:id="rId30" imgW="5930640" imgH="634680" progId="Equation.DSMT4">
                  <p:embed/>
                  <p:pic>
                    <p:nvPicPr>
                      <p:cNvPr id="0" name="Picture 5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1599" y="3484435"/>
                        <a:ext cx="615632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12913EB0-4B36-43E1-915A-73D566C46792}"/>
              </a:ext>
            </a:extLst>
          </p:cNvPr>
          <p:cNvGrpSpPr/>
          <p:nvPr/>
        </p:nvGrpSpPr>
        <p:grpSpPr>
          <a:xfrm>
            <a:off x="506795" y="4019635"/>
            <a:ext cx="2400588" cy="461665"/>
            <a:chOff x="453771" y="4394413"/>
            <a:chExt cx="2400588" cy="461665"/>
          </a:xfrm>
        </p:grpSpPr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id="{7BDA5306-DD21-42C0-A90A-DE6D263EB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1" y="4394413"/>
              <a:ext cx="24005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由  的任意性，</a:t>
              </a:r>
            </a:p>
          </p:txBody>
        </p:sp>
        <p:graphicFrame>
          <p:nvGraphicFramePr>
            <p:cNvPr id="30" name="Object 24">
              <a:extLst>
                <a:ext uri="{FF2B5EF4-FFF2-40B4-BE49-F238E27FC236}">
                  <a16:creationId xmlns:a16="http://schemas.microsoft.com/office/drawing/2014/main" id="{EE2BED33-31EE-4B7F-A4A5-4B94EC6E97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1823343"/>
                </p:ext>
              </p:extLst>
            </p:nvPr>
          </p:nvGraphicFramePr>
          <p:xfrm>
            <a:off x="849483" y="4470419"/>
            <a:ext cx="288925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25" name="Equation" r:id="rId32" imgW="279360" imgH="380880" progId="">
                    <p:embed/>
                  </p:oleObj>
                </mc:Choice>
                <mc:Fallback>
                  <p:oleObj name="Equation" r:id="rId32" imgW="279360" imgH="380880" progId="">
                    <p:embed/>
                    <p:pic>
                      <p:nvPicPr>
                        <p:cNvPr id="0" name="Picture 5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9483" y="4470419"/>
                          <a:ext cx="288925" cy="360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D98C31B2-E891-4623-9D25-7D05B95F7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671858"/>
              </p:ext>
            </p:extLst>
          </p:nvPr>
        </p:nvGraphicFramePr>
        <p:xfrm>
          <a:off x="2769072" y="4144918"/>
          <a:ext cx="6334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6" name="Equation" r:id="rId34" imgW="609480" imgH="342720" progId="">
                  <p:embed/>
                </p:oleObj>
              </mc:Choice>
              <mc:Fallback>
                <p:oleObj name="Equation" r:id="rId34" imgW="609480" imgH="342720" progId="">
                  <p:embed/>
                  <p:pic>
                    <p:nvPicPr>
                      <p:cNvPr id="0" name="Picture 5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9072" y="4144918"/>
                        <a:ext cx="633413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4">
            <a:extLst>
              <a:ext uri="{FF2B5EF4-FFF2-40B4-BE49-F238E27FC236}">
                <a16:creationId xmlns:a16="http://schemas.microsoft.com/office/drawing/2014/main" id="{39CB297B-A0D3-4C4C-92BF-FAC75AF49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005" y="4021457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</a:p>
        </p:txBody>
      </p:sp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154058DA-7489-4921-87CE-B4BB40C57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092378"/>
              </p:ext>
            </p:extLst>
          </p:nvPr>
        </p:nvGraphicFramePr>
        <p:xfrm>
          <a:off x="3763422" y="4132153"/>
          <a:ext cx="11874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7" name="Equation" r:id="rId35" imgW="1143000" imgH="342720" progId="">
                  <p:embed/>
                </p:oleObj>
              </mc:Choice>
              <mc:Fallback>
                <p:oleObj name="Equation" r:id="rId35" imgW="1143000" imgH="342720" progId="">
                  <p:embed/>
                  <p:pic>
                    <p:nvPicPr>
                      <p:cNvPr id="0" name="Picture 5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422" y="4132153"/>
                        <a:ext cx="118745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4">
            <a:extLst>
              <a:ext uri="{FF2B5EF4-FFF2-40B4-BE49-F238E27FC236}">
                <a16:creationId xmlns:a16="http://schemas.microsoft.com/office/drawing/2014/main" id="{194E9A84-F43F-4F66-94A8-991357EA5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283" y="4018555"/>
            <a:ext cx="126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内连续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873FC8A4-5432-4F65-BF87-769410998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557194"/>
              </p:ext>
            </p:extLst>
          </p:nvPr>
        </p:nvGraphicFramePr>
        <p:xfrm>
          <a:off x="1472249" y="2987547"/>
          <a:ext cx="6400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8" name="Equation" r:id="rId37" imgW="6400800" imgH="482400" progId="Equation.DSMT4">
                  <p:embed/>
                </p:oleObj>
              </mc:Choice>
              <mc:Fallback>
                <p:oleObj name="Equation" r:id="rId37" imgW="6400800" imgH="482400" progId="Equation.DSMT4">
                  <p:embed/>
                  <p:pic>
                    <p:nvPicPr>
                      <p:cNvPr id="0" name="Picture 5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2249" y="2987547"/>
                        <a:ext cx="6400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4">
            <a:extLst>
              <a:ext uri="{FF2B5EF4-FFF2-40B4-BE49-F238E27FC236}">
                <a16:creationId xmlns:a16="http://schemas.microsoft.com/office/drawing/2014/main" id="{13373DDE-CB4B-448E-A4A2-237BA5786D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030544"/>
              </p:ext>
            </p:extLst>
          </p:nvPr>
        </p:nvGraphicFramePr>
        <p:xfrm>
          <a:off x="215823" y="786363"/>
          <a:ext cx="20589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9" name="Equation" r:id="rId39" imgW="1981080" imgH="342720" progId="Equation.DSMT4">
                  <p:embed/>
                </p:oleObj>
              </mc:Choice>
              <mc:Fallback>
                <p:oleObj name="Equation" r:id="rId39" imgW="1981080" imgH="34272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A1943E18-EB25-4EEF-8970-1BF07E2809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23" y="786363"/>
                        <a:ext cx="2058988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099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5" grpId="0"/>
      <p:bldP spid="32" grpId="0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FF8333F-74B8-4E67-8D90-A584EA3367C5}"/>
              </a:ext>
            </a:extLst>
          </p:cNvPr>
          <p:cNvCxnSpPr>
            <a:cxnSpLocks/>
          </p:cNvCxnSpPr>
          <p:nvPr/>
        </p:nvCxnSpPr>
        <p:spPr>
          <a:xfrm flipV="1">
            <a:off x="5727048" y="1890632"/>
            <a:ext cx="849106" cy="936104"/>
          </a:xfrm>
          <a:prstGeom prst="lin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11560" y="267494"/>
            <a:ext cx="4186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函数的间断点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EB2CB7-C31B-47C4-A9A2-2519798C9C4F}"/>
              </a:ext>
            </a:extLst>
          </p:cNvPr>
          <p:cNvSpPr txBox="1"/>
          <p:nvPr/>
        </p:nvSpPr>
        <p:spPr>
          <a:xfrm>
            <a:off x="694094" y="1035050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间断点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E491E175-3E43-4679-9525-34F6AC408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150" y="1755130"/>
            <a:ext cx="14401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已知函数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0194C6DF-4A0B-4BB7-9651-1F180B348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307632"/>
              </p:ext>
            </p:extLst>
          </p:nvPr>
        </p:nvGraphicFramePr>
        <p:xfrm>
          <a:off x="2609958" y="1611486"/>
          <a:ext cx="226060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95" name="Equation" r:id="rId4" imgW="2184120" imgH="774360" progId="">
                  <p:embed/>
                </p:oleObj>
              </mc:Choice>
              <mc:Fallback>
                <p:oleObj name="Equation" r:id="rId4" imgW="2184120" imgH="774360" progId="">
                  <p:embed/>
                  <p:pic>
                    <p:nvPicPr>
                      <p:cNvPr id="0" name="Picture 2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958" y="1611486"/>
                        <a:ext cx="2260600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202FF3D4-B06A-4D75-9FCB-7D1E3D271516}"/>
              </a:ext>
            </a:extLst>
          </p:cNvPr>
          <p:cNvGrpSpPr/>
          <p:nvPr/>
        </p:nvGrpSpPr>
        <p:grpSpPr>
          <a:xfrm>
            <a:off x="1126142" y="2523978"/>
            <a:ext cx="3456384" cy="461665"/>
            <a:chOff x="1115616" y="2836542"/>
            <a:chExt cx="3456384" cy="461665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C8784FFC-98E2-4E21-80DA-6111157ED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616" y="2836542"/>
              <a:ext cx="34563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当     时，       ，</a:t>
              </a:r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880F7351-7294-43E3-99D8-51A01B1D32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2949503"/>
                </p:ext>
              </p:extLst>
            </p:nvPr>
          </p:nvGraphicFramePr>
          <p:xfrm>
            <a:off x="1595288" y="2949057"/>
            <a:ext cx="617537" cy="263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096" name="Equation" r:id="rId6" imgW="596880" imgH="279360" progId="">
                    <p:embed/>
                  </p:oleObj>
                </mc:Choice>
                <mc:Fallback>
                  <p:oleObj name="Equation" r:id="rId6" imgW="596880" imgH="279360" progId="">
                    <p:embed/>
                    <p:pic>
                      <p:nvPicPr>
                        <p:cNvPr id="0" name="Picture 2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5288" y="2949057"/>
                          <a:ext cx="617537" cy="263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7526FEC5-54DD-415E-A09D-560D46A489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6468247"/>
                </p:ext>
              </p:extLst>
            </p:nvPr>
          </p:nvGraphicFramePr>
          <p:xfrm>
            <a:off x="2903624" y="2931790"/>
            <a:ext cx="1076325" cy="322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097" name="Equation" r:id="rId8" imgW="1041120" imgH="342720" progId="">
                    <p:embed/>
                  </p:oleObj>
                </mc:Choice>
                <mc:Fallback>
                  <p:oleObj name="Equation" r:id="rId8" imgW="1041120" imgH="342720" progId="">
                    <p:embed/>
                    <p:pic>
                      <p:nvPicPr>
                        <p:cNvPr id="0" name="Picture 2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3624" y="2931790"/>
                          <a:ext cx="1076325" cy="322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0CADDA6-3B42-4F75-8FAC-BF77209B7A33}"/>
              </a:ext>
            </a:extLst>
          </p:cNvPr>
          <p:cNvGrpSpPr/>
          <p:nvPr/>
        </p:nvGrpSpPr>
        <p:grpSpPr>
          <a:xfrm>
            <a:off x="5480806" y="823932"/>
            <a:ext cx="2566653" cy="2217994"/>
            <a:chOff x="5461483" y="1237630"/>
            <a:chExt cx="2566653" cy="2217994"/>
          </a:xfrm>
        </p:grpSpPr>
        <p:grpSp>
          <p:nvGrpSpPr>
            <p:cNvPr id="19" name="Group 35">
              <a:extLst>
                <a:ext uri="{FF2B5EF4-FFF2-40B4-BE49-F238E27FC236}">
                  <a16:creationId xmlns:a16="http://schemas.microsoft.com/office/drawing/2014/main" id="{3EB91DD8-5D42-49F5-94BD-6B552DE468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1483" y="1347620"/>
              <a:ext cx="2519832" cy="2108004"/>
              <a:chOff x="580" y="1606"/>
              <a:chExt cx="1777" cy="2085"/>
            </a:xfrm>
          </p:grpSpPr>
          <p:sp>
            <p:nvSpPr>
              <p:cNvPr id="23" name="Line 36">
                <a:extLst>
                  <a:ext uri="{FF2B5EF4-FFF2-40B4-BE49-F238E27FC236}">
                    <a16:creationId xmlns:a16="http://schemas.microsoft.com/office/drawing/2014/main" id="{861CCA98-70C1-4370-9913-3AF3B13126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" y="3334"/>
                <a:ext cx="17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4" name="Line 37">
                <a:extLst>
                  <a:ext uri="{FF2B5EF4-FFF2-40B4-BE49-F238E27FC236}">
                    <a16:creationId xmlns:a16="http://schemas.microsoft.com/office/drawing/2014/main" id="{B63BB7A3-301A-4D7D-8EB1-3666420ECA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0" y="1606"/>
                <a:ext cx="0" cy="20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" name="Text Box 40">
                <a:extLst>
                  <a:ext uri="{FF2B5EF4-FFF2-40B4-BE49-F238E27FC236}">
                    <a16:creationId xmlns:a16="http://schemas.microsoft.com/office/drawing/2014/main" id="{46CF3197-FF9E-4273-82CA-223FD8006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5" y="3326"/>
                <a:ext cx="24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1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</p:grp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D4555466-16F9-45D3-8A63-C43FBE3BCA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463988"/>
                </p:ext>
              </p:extLst>
            </p:nvPr>
          </p:nvGraphicFramePr>
          <p:xfrm>
            <a:off x="7837636" y="319085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098" name="Equation" r:id="rId10" imgW="190440" imgH="203040" progId="">
                    <p:embed/>
                  </p:oleObj>
                </mc:Choice>
                <mc:Fallback>
                  <p:oleObj name="Equation" r:id="rId10" imgW="190440" imgH="203040" progId="">
                    <p:embed/>
                    <p:pic>
                      <p:nvPicPr>
                        <p:cNvPr id="0" name="Picture 2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7636" y="3190855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7931CE59-151B-402A-9808-9EC9C57057A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10560" y="1237630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099" name="Equation" r:id="rId12" imgW="215640" imgH="266400" progId="">
                    <p:embed/>
                  </p:oleObj>
                </mc:Choice>
                <mc:Fallback>
                  <p:oleObj name="Equation" r:id="rId12" imgW="215640" imgH="266400" progId="">
                    <p:embed/>
                    <p:pic>
                      <p:nvPicPr>
                        <p:cNvPr id="0" name="Picture 2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0560" y="1237630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724E87E-EA47-41C7-B435-8A31042109D7}"/>
              </a:ext>
            </a:extLst>
          </p:cNvPr>
          <p:cNvCxnSpPr>
            <a:cxnSpLocks/>
          </p:cNvCxnSpPr>
          <p:nvPr/>
        </p:nvCxnSpPr>
        <p:spPr>
          <a:xfrm flipV="1">
            <a:off x="6624770" y="897510"/>
            <a:ext cx="849106" cy="936104"/>
          </a:xfrm>
          <a:prstGeom prst="lin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4">
            <a:extLst>
              <a:ext uri="{FF2B5EF4-FFF2-40B4-BE49-F238E27FC236}">
                <a16:creationId xmlns:a16="http://schemas.microsoft.com/office/drawing/2014/main" id="{209239C0-1582-4FA7-87A2-B7AD4322D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187" y="3267298"/>
            <a:ext cx="18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显然，函数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0568914-965E-4884-9CB5-C449AD3FD5C8}"/>
              </a:ext>
            </a:extLst>
          </p:cNvPr>
          <p:cNvGrpSpPr/>
          <p:nvPr/>
        </p:nvGrpSpPr>
        <p:grpSpPr>
          <a:xfrm>
            <a:off x="2156350" y="3267298"/>
            <a:ext cx="5952280" cy="461665"/>
            <a:chOff x="2145824" y="3579862"/>
            <a:chExt cx="5952280" cy="461665"/>
          </a:xfrm>
        </p:grpSpPr>
        <p:sp>
          <p:nvSpPr>
            <p:cNvPr id="55" name="Text Box 4">
              <a:extLst>
                <a:ext uri="{FF2B5EF4-FFF2-40B4-BE49-F238E27FC236}">
                  <a16:creationId xmlns:a16="http://schemas.microsoft.com/office/drawing/2014/main" id="{ED25D1D5-621C-4F8A-B6CB-2D558A731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824" y="3579862"/>
              <a:ext cx="59522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的图形是一条在点    处断开的直线，</a:t>
              </a:r>
            </a:p>
          </p:txBody>
        </p:sp>
        <p:graphicFrame>
          <p:nvGraphicFramePr>
            <p:cNvPr id="56" name="Object 24">
              <a:extLst>
                <a:ext uri="{FF2B5EF4-FFF2-40B4-BE49-F238E27FC236}">
                  <a16:creationId xmlns:a16="http://schemas.microsoft.com/office/drawing/2014/main" id="{D04BD77F-CB87-45AC-A2F7-316E108F33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0530908"/>
                </p:ext>
              </p:extLst>
            </p:nvPr>
          </p:nvGraphicFramePr>
          <p:xfrm>
            <a:off x="4699022" y="3700638"/>
            <a:ext cx="617537" cy="263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00" name="Equation" r:id="rId14" imgW="596880" imgH="279360" progId="">
                    <p:embed/>
                  </p:oleObj>
                </mc:Choice>
                <mc:Fallback>
                  <p:oleObj name="Equation" r:id="rId14" imgW="596880" imgH="279360" progId="">
                    <p:embed/>
                    <p:pic>
                      <p:nvPicPr>
                        <p:cNvPr id="0" name="Picture 2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9022" y="3700638"/>
                          <a:ext cx="617537" cy="263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Text Box 4">
            <a:extLst>
              <a:ext uri="{FF2B5EF4-FFF2-40B4-BE49-F238E27FC236}">
                <a16:creationId xmlns:a16="http://schemas.microsoft.com/office/drawing/2014/main" id="{C6B878E8-A350-4C0F-8E9D-FF7DED7F7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840" y="3275844"/>
            <a:ext cx="1296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这一点</a:t>
            </a:r>
          </a:p>
        </p:txBody>
      </p:sp>
      <p:sp>
        <p:nvSpPr>
          <p:cNvPr id="60" name="Text Box 4">
            <a:extLst>
              <a:ext uri="{FF2B5EF4-FFF2-40B4-BE49-F238E27FC236}">
                <a16:creationId xmlns:a16="http://schemas.microsoft.com/office/drawing/2014/main" id="{2AF8D058-9DE2-45ED-889D-2050CAE6B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54" y="3915370"/>
            <a:ext cx="2952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就是函数的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间断点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3A66EFF2-AF1D-4B8A-931F-48A3D677BB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917710"/>
              </p:ext>
            </p:extLst>
          </p:nvPr>
        </p:nvGraphicFramePr>
        <p:xfrm>
          <a:off x="7174814" y="1035050"/>
          <a:ext cx="109696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01" name="Equation" r:id="rId16" imgW="1218960" imgH="774360" progId="Equation.DSMT4">
                  <p:embed/>
                </p:oleObj>
              </mc:Choice>
              <mc:Fallback>
                <p:oleObj name="Equation" r:id="rId16" imgW="1218960" imgH="774360" progId="Equation.DSMT4">
                  <p:embed/>
                  <p:pic>
                    <p:nvPicPr>
                      <p:cNvPr id="0" name="Picture 2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4814" y="1035050"/>
                        <a:ext cx="1096962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24682372-4BC8-4C1A-8DC6-20E64F486530}"/>
              </a:ext>
            </a:extLst>
          </p:cNvPr>
          <p:cNvGrpSpPr/>
          <p:nvPr/>
        </p:nvGrpSpPr>
        <p:grpSpPr>
          <a:xfrm>
            <a:off x="5975662" y="1701200"/>
            <a:ext cx="705470" cy="1277047"/>
            <a:chOff x="5965136" y="2013764"/>
            <a:chExt cx="705470" cy="1277047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6A0DB8C-D869-4E63-91C1-BF9A7CC5C93A}"/>
                </a:ext>
              </a:extLst>
            </p:cNvPr>
            <p:cNvGrpSpPr/>
            <p:nvPr/>
          </p:nvGrpSpPr>
          <p:grpSpPr>
            <a:xfrm>
              <a:off x="6531095" y="2199694"/>
              <a:ext cx="123299" cy="1091117"/>
              <a:chOff x="6647284" y="3621694"/>
              <a:chExt cx="123299" cy="1091117"/>
            </a:xfrm>
          </p:grpSpPr>
          <p:sp>
            <p:nvSpPr>
              <p:cNvPr id="28" name="Line 33">
                <a:extLst>
                  <a:ext uri="{FF2B5EF4-FFF2-40B4-BE49-F238E27FC236}">
                    <a16:creationId xmlns:a16="http://schemas.microsoft.com/office/drawing/2014/main" id="{CA431D80-2017-4A0A-A66F-2F3EF0962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11797" y="3621694"/>
                <a:ext cx="0" cy="7920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30" name="Object 24">
                <a:extLst>
                  <a:ext uri="{FF2B5EF4-FFF2-40B4-BE49-F238E27FC236}">
                    <a16:creationId xmlns:a16="http://schemas.microsoft.com/office/drawing/2014/main" id="{3738B39B-A9DF-491D-9102-3E685E14138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06683170"/>
                  </p:ext>
                </p:extLst>
              </p:nvPr>
            </p:nvGraphicFramePr>
            <p:xfrm>
              <a:off x="6647284" y="4453882"/>
              <a:ext cx="123299" cy="2589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4102" name="Equation" r:id="rId18" imgW="126720" imgH="266400" progId="">
                      <p:embed/>
                    </p:oleObj>
                  </mc:Choice>
                  <mc:Fallback>
                    <p:oleObj name="Equation" r:id="rId18" imgW="126720" imgH="266400" progId="">
                      <p:embed/>
                      <p:pic>
                        <p:nvPicPr>
                          <p:cNvPr id="0" name="Picture 20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47284" y="4453882"/>
                            <a:ext cx="123299" cy="25892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5" name="Line 33">
              <a:extLst>
                <a:ext uri="{FF2B5EF4-FFF2-40B4-BE49-F238E27FC236}">
                  <a16:creationId xmlns:a16="http://schemas.microsoft.com/office/drawing/2014/main" id="{7F0321C9-F30C-4136-BBB3-BD64290A6D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73717" y="2173216"/>
              <a:ext cx="360000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6EAFE4A7-54A7-4D5F-89A5-07381643A4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0731581"/>
                </p:ext>
              </p:extLst>
            </p:nvPr>
          </p:nvGraphicFramePr>
          <p:xfrm>
            <a:off x="5965136" y="2013764"/>
            <a:ext cx="170682" cy="238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03" name="Equation" r:id="rId20" imgW="190440" imgH="266400" progId="">
                    <p:embed/>
                  </p:oleObj>
                </mc:Choice>
                <mc:Fallback>
                  <p:oleObj name="Equation" r:id="rId20" imgW="190440" imgH="266400" progId="">
                    <p:embed/>
                    <p:pic>
                      <p:nvPicPr>
                        <p:cNvPr id="0" name="Picture 2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5136" y="2013764"/>
                          <a:ext cx="170682" cy="2389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24">
              <a:extLst>
                <a:ext uri="{FF2B5EF4-FFF2-40B4-BE49-F238E27FC236}">
                  <a16:creationId xmlns:a16="http://schemas.microsoft.com/office/drawing/2014/main" id="{C1CB082F-DFAB-4FC7-A86F-7D54D80A38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9951082"/>
                </p:ext>
              </p:extLst>
            </p:nvPr>
          </p:nvGraphicFramePr>
          <p:xfrm>
            <a:off x="5969319" y="2425664"/>
            <a:ext cx="123299" cy="2589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04" name="Equation" r:id="rId22" imgW="126720" imgH="266400" progId="">
                    <p:embed/>
                  </p:oleObj>
                </mc:Choice>
                <mc:Fallback>
                  <p:oleObj name="Equation" r:id="rId22" imgW="126720" imgH="266400" progId="">
                    <p:embed/>
                    <p:pic>
                      <p:nvPicPr>
                        <p:cNvPr id="0" name="Picture 2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9319" y="2425664"/>
                          <a:ext cx="123299" cy="2589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24">
              <a:extLst>
                <a:ext uri="{FF2B5EF4-FFF2-40B4-BE49-F238E27FC236}">
                  <a16:creationId xmlns:a16="http://schemas.microsoft.com/office/drawing/2014/main" id="{16BF0C53-5C5E-4EDB-9917-4B47BD6A35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0959407"/>
                </p:ext>
              </p:extLst>
            </p:nvPr>
          </p:nvGraphicFramePr>
          <p:xfrm>
            <a:off x="6527136" y="2105518"/>
            <a:ext cx="143470" cy="167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105" name="Equation" r:id="rId24" imgW="152280" imgH="177480" progId="">
                    <p:embed/>
                  </p:oleObj>
                </mc:Choice>
                <mc:Fallback>
                  <p:oleObj name="Equation" r:id="rId24" imgW="152280" imgH="177480" progId="">
                    <p:embed/>
                    <p:pic>
                      <p:nvPicPr>
                        <p:cNvPr id="0" name="Picture 2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7136" y="2105518"/>
                          <a:ext cx="143470" cy="1673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8332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7" grpId="0"/>
      <p:bldP spid="54" grpId="0"/>
      <p:bldP spid="57" grpId="0"/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21928B67-9E0B-4230-8894-FDC5FF1CA989}"/>
              </a:ext>
            </a:extLst>
          </p:cNvPr>
          <p:cNvSpPr txBox="1"/>
          <p:nvPr/>
        </p:nvSpPr>
        <p:spPr>
          <a:xfrm>
            <a:off x="457804" y="363251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B72FEE4-5A2E-4A3C-A435-4CC0112926AD}"/>
              </a:ext>
            </a:extLst>
          </p:cNvPr>
          <p:cNvGrpSpPr/>
          <p:nvPr/>
        </p:nvGrpSpPr>
        <p:grpSpPr>
          <a:xfrm>
            <a:off x="1338559" y="339502"/>
            <a:ext cx="6922990" cy="485415"/>
            <a:chOff x="1321418" y="581934"/>
            <a:chExt cx="6922990" cy="485415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46F07FF-92E8-4F9C-AEE7-521E705BBFA4}"/>
                </a:ext>
              </a:extLst>
            </p:cNvPr>
            <p:cNvSpPr txBox="1"/>
            <p:nvPr/>
          </p:nvSpPr>
          <p:spPr>
            <a:xfrm>
              <a:off x="1321418" y="605684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设函数</a:t>
              </a:r>
            </a:p>
          </p:txBody>
        </p:sp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03772A92-51A0-4136-8F2B-68BE9E38F0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5226268"/>
                </p:ext>
              </p:extLst>
            </p:nvPr>
          </p:nvGraphicFramePr>
          <p:xfrm>
            <a:off x="2389762" y="678047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88" name="Equation" r:id="rId4" imgW="1104840" imgH="342720" progId="">
                    <p:embed/>
                  </p:oleObj>
                </mc:Choice>
                <mc:Fallback>
                  <p:oleObj name="Equation" r:id="rId4" imgW="1104840" imgH="342720" progId="">
                    <p:embed/>
                    <p:pic>
                      <p:nvPicPr>
                        <p:cNvPr id="0" name="Picture 23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9762" y="678047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B11DD33-0067-4741-80D6-45DB70B517F4}"/>
                </a:ext>
              </a:extLst>
            </p:cNvPr>
            <p:cNvSpPr txBox="1"/>
            <p:nvPr/>
          </p:nvSpPr>
          <p:spPr>
            <a:xfrm>
              <a:off x="3469783" y="581934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4EFA72C3-9630-4576-ABCC-EC1F013564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5679850"/>
                </p:ext>
              </p:extLst>
            </p:nvPr>
          </p:nvGraphicFramePr>
          <p:xfrm>
            <a:off x="4228087" y="660267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89" name="Equation" r:id="rId6" imgW="279360" imgH="380880" progId="">
                    <p:embed/>
                  </p:oleObj>
                </mc:Choice>
                <mc:Fallback>
                  <p:oleObj name="Equation" r:id="rId6" imgW="279360" imgH="380880" progId="">
                    <p:embed/>
                    <p:pic>
                      <p:nvPicPr>
                        <p:cNvPr id="0" name="Picture 23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8087" y="660267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0DD6774-8F1C-48F4-AC43-6181CA5A4C66}"/>
                </a:ext>
              </a:extLst>
            </p:cNvPr>
            <p:cNvSpPr txBox="1"/>
            <p:nvPr/>
          </p:nvSpPr>
          <p:spPr>
            <a:xfrm>
              <a:off x="4435479" y="605684"/>
              <a:ext cx="38089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的某一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去心邻域</a:t>
              </a:r>
              <a:r>
                <a:rPr lang="zh-CN" altLang="en-US" sz="2400" b="1" dirty="0">
                  <a:latin typeface="+mn-ea"/>
                </a:rPr>
                <a:t>内有定义，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881C732-2AE5-44A9-9177-19FA7BF84923}"/>
              </a:ext>
            </a:extLst>
          </p:cNvPr>
          <p:cNvGrpSpPr/>
          <p:nvPr/>
        </p:nvGrpSpPr>
        <p:grpSpPr>
          <a:xfrm>
            <a:off x="978814" y="1687918"/>
            <a:ext cx="3003046" cy="490240"/>
            <a:chOff x="961673" y="1930350"/>
            <a:chExt cx="3003046" cy="490240"/>
          </a:xfrm>
        </p:grpSpPr>
        <p:grpSp>
          <p:nvGrpSpPr>
            <p:cNvPr id="25" name="组合 36">
              <a:extLst>
                <a:ext uri="{FF2B5EF4-FFF2-40B4-BE49-F238E27FC236}">
                  <a16:creationId xmlns:a16="http://schemas.microsoft.com/office/drawing/2014/main" id="{1539018D-B977-43BD-9B05-57275F5E04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1673" y="1930350"/>
              <a:ext cx="3003046" cy="490240"/>
              <a:chOff x="1090613" y="2405063"/>
              <a:chExt cx="3003046" cy="490240"/>
            </a:xfrm>
          </p:grpSpPr>
          <p:sp>
            <p:nvSpPr>
              <p:cNvPr id="26" name="Text Box 15">
                <a:extLst>
                  <a:ext uri="{FF2B5EF4-FFF2-40B4-BE49-F238E27FC236}">
                    <a16:creationId xmlns:a16="http://schemas.microsoft.com/office/drawing/2014/main" id="{437BA03F-7D86-4DE0-B9C7-DAB176D8A4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13" y="2405063"/>
                <a:ext cx="9144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+mn-ea"/>
                    <a:ea typeface="+mn-ea"/>
                  </a:rPr>
                  <a:t>(1) </a:t>
                </a:r>
              </a:p>
            </p:txBody>
          </p:sp>
          <p:sp>
            <p:nvSpPr>
              <p:cNvPr id="27" name="Text Box 17">
                <a:extLst>
                  <a:ext uri="{FF2B5EF4-FFF2-40B4-BE49-F238E27FC236}">
                    <a16:creationId xmlns:a16="http://schemas.microsoft.com/office/drawing/2014/main" id="{744E931B-9DF1-4998-BA76-B83A557EE1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1163" y="2433638"/>
                <a:ext cx="1143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在点</a:t>
                </a:r>
              </a:p>
            </p:txBody>
          </p:sp>
          <p:sp>
            <p:nvSpPr>
              <p:cNvPr id="29" name="Text Box 29">
                <a:extLst>
                  <a:ext uri="{FF2B5EF4-FFF2-40B4-BE49-F238E27FC236}">
                    <a16:creationId xmlns:a16="http://schemas.microsoft.com/office/drawing/2014/main" id="{88E22E3A-129E-4B2C-9D77-203F4FF20C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7887" y="2428875"/>
                <a:ext cx="141577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无定义；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663FF144-97B0-43C4-B992-8C949D8FF8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8037901"/>
                </p:ext>
              </p:extLst>
            </p:nvPr>
          </p:nvGraphicFramePr>
          <p:xfrm>
            <a:off x="2304088" y="2026202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0" name="Equation" r:id="rId8" imgW="279360" imgH="380880" progId="">
                    <p:embed/>
                  </p:oleObj>
                </mc:Choice>
                <mc:Fallback>
                  <p:oleObj name="Equation" r:id="rId8" imgW="279360" imgH="380880" progId="">
                    <p:embed/>
                    <p:pic>
                      <p:nvPicPr>
                        <p:cNvPr id="0" name="Picture 23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088" y="2026202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F4283DB-A356-430B-80AD-FFCDD03502D2}"/>
              </a:ext>
            </a:extLst>
          </p:cNvPr>
          <p:cNvGrpSpPr/>
          <p:nvPr/>
        </p:nvGrpSpPr>
        <p:grpSpPr>
          <a:xfrm>
            <a:off x="997864" y="2375380"/>
            <a:ext cx="6652630" cy="602010"/>
            <a:chOff x="980723" y="2617812"/>
            <a:chExt cx="6652630" cy="602010"/>
          </a:xfrm>
        </p:grpSpPr>
        <p:grpSp>
          <p:nvGrpSpPr>
            <p:cNvPr id="35" name="组合 28">
              <a:extLst>
                <a:ext uri="{FF2B5EF4-FFF2-40B4-BE49-F238E27FC236}">
                  <a16:creationId xmlns:a16="http://schemas.microsoft.com/office/drawing/2014/main" id="{FD2A72C2-6112-43F1-AED9-118B978DFE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0723" y="2617812"/>
              <a:ext cx="6652630" cy="495034"/>
              <a:chOff x="1109663" y="3138488"/>
              <a:chExt cx="6652653" cy="494571"/>
            </a:xfrm>
          </p:grpSpPr>
          <p:sp>
            <p:nvSpPr>
              <p:cNvPr id="37" name="Text Box 21">
                <a:extLst>
                  <a:ext uri="{FF2B5EF4-FFF2-40B4-BE49-F238E27FC236}">
                    <a16:creationId xmlns:a16="http://schemas.microsoft.com/office/drawing/2014/main" id="{F69B4285-7870-4AF1-8F1D-6EC8BE788F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663" y="3138488"/>
                <a:ext cx="666750" cy="461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dirty="0">
                    <a:latin typeface="+mn-ea"/>
                    <a:ea typeface="+mn-ea"/>
                  </a:rPr>
                  <a:t>(2)   </a:t>
                </a:r>
                <a:endParaRPr kumimoji="1" lang="zh-CN" altLang="en-US" sz="2400" b="1" dirty="0">
                  <a:latin typeface="+mn-ea"/>
                  <a:ea typeface="+mn-ea"/>
                </a:endParaRPr>
              </a:p>
            </p:txBody>
          </p:sp>
          <p:sp>
            <p:nvSpPr>
              <p:cNvPr id="38" name="Text Box 27">
                <a:extLst>
                  <a:ext uri="{FF2B5EF4-FFF2-40B4-BE49-F238E27FC236}">
                    <a16:creationId xmlns:a16="http://schemas.microsoft.com/office/drawing/2014/main" id="{4D4164A7-8D49-41F3-A8EA-94754C447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4516" y="3165540"/>
                <a:ext cx="1447800" cy="461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不存在；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sp>
            <p:nvSpPr>
              <p:cNvPr id="39" name="Text Box 17">
                <a:extLst>
                  <a:ext uri="{FF2B5EF4-FFF2-40B4-BE49-F238E27FC236}">
                    <a16:creationId xmlns:a16="http://schemas.microsoft.com/office/drawing/2014/main" id="{4138FD3C-1EB4-4B6A-AEF7-D2BB2ED58B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1163" y="3154749"/>
                <a:ext cx="2143125" cy="461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虽在点</a:t>
                </a:r>
              </a:p>
            </p:txBody>
          </p:sp>
          <p:sp>
            <p:nvSpPr>
              <p:cNvPr id="41" name="Text Box 29">
                <a:extLst>
                  <a:ext uri="{FF2B5EF4-FFF2-40B4-BE49-F238E27FC236}">
                    <a16:creationId xmlns:a16="http://schemas.microsoft.com/office/drawing/2014/main" id="{D0B2EF0C-7363-4B2E-974F-75AE19AAF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5062" y="3171825"/>
                <a:ext cx="2350331" cy="461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有定义，但极限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49" name="Object 24">
              <a:extLst>
                <a:ext uri="{FF2B5EF4-FFF2-40B4-BE49-F238E27FC236}">
                  <a16:creationId xmlns:a16="http://schemas.microsoft.com/office/drawing/2014/main" id="{4ACF76E5-F9FB-42D3-B574-8B3A634DFF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6336956"/>
                </p:ext>
              </p:extLst>
            </p:nvPr>
          </p:nvGraphicFramePr>
          <p:xfrm>
            <a:off x="2618516" y="2693146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1" name="Equation" r:id="rId10" imgW="279360" imgH="380880" progId="">
                    <p:embed/>
                  </p:oleObj>
                </mc:Choice>
                <mc:Fallback>
                  <p:oleObj name="Equation" r:id="rId10" imgW="279360" imgH="380880" progId="">
                    <p:embed/>
                    <p:pic>
                      <p:nvPicPr>
                        <p:cNvPr id="0" name="Picture 23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8516" y="2693146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24">
              <a:extLst>
                <a:ext uri="{FF2B5EF4-FFF2-40B4-BE49-F238E27FC236}">
                  <a16:creationId xmlns:a16="http://schemas.microsoft.com/office/drawing/2014/main" id="{9F8C66F2-AAE7-4F44-9581-603F4EF61B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079531"/>
                </p:ext>
              </p:extLst>
            </p:nvPr>
          </p:nvGraphicFramePr>
          <p:xfrm>
            <a:off x="5132775" y="2699122"/>
            <a:ext cx="1092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2" name="Equation" r:id="rId12" imgW="1091880" imgH="520560" progId="">
                    <p:embed/>
                  </p:oleObj>
                </mc:Choice>
                <mc:Fallback>
                  <p:oleObj name="Equation" r:id="rId12" imgW="1091880" imgH="520560" progId="">
                    <p:embed/>
                    <p:pic>
                      <p:nvPicPr>
                        <p:cNvPr id="0" name="Picture 23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2775" y="2699122"/>
                          <a:ext cx="1092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09CE3FF-7DE5-43A9-AB78-5DB148001551}"/>
              </a:ext>
            </a:extLst>
          </p:cNvPr>
          <p:cNvGrpSpPr/>
          <p:nvPr/>
        </p:nvGrpSpPr>
        <p:grpSpPr>
          <a:xfrm>
            <a:off x="1003223" y="3095273"/>
            <a:ext cx="5736132" cy="610743"/>
            <a:chOff x="986082" y="3337705"/>
            <a:chExt cx="5736132" cy="610743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1AD3A2D-645D-4DE8-96EF-E84C66712DE6}"/>
                </a:ext>
              </a:extLst>
            </p:cNvPr>
            <p:cNvGrpSpPr/>
            <p:nvPr/>
          </p:nvGrpSpPr>
          <p:grpSpPr>
            <a:xfrm>
              <a:off x="1537638" y="3354689"/>
              <a:ext cx="2587736" cy="461665"/>
              <a:chOff x="1403648" y="3363838"/>
              <a:chExt cx="2587736" cy="461665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152C65C-FDCA-4A8F-9655-CA3DB4F0F02D}"/>
                  </a:ext>
                </a:extLst>
              </p:cNvPr>
              <p:cNvSpPr txBox="1"/>
              <p:nvPr/>
            </p:nvSpPr>
            <p:spPr>
              <a:xfrm>
                <a:off x="1403648" y="3363838"/>
                <a:ext cx="2587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虽在点  有定义，</a:t>
                </a:r>
              </a:p>
            </p:txBody>
          </p:sp>
          <p:graphicFrame>
            <p:nvGraphicFramePr>
              <p:cNvPr id="52" name="Object 24">
                <a:extLst>
                  <a:ext uri="{FF2B5EF4-FFF2-40B4-BE49-F238E27FC236}">
                    <a16:creationId xmlns:a16="http://schemas.microsoft.com/office/drawing/2014/main" id="{79A90053-29F3-4F01-A931-36120DEFF7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7858758"/>
                  </p:ext>
                </p:extLst>
              </p:nvPr>
            </p:nvGraphicFramePr>
            <p:xfrm>
              <a:off x="2407207" y="3428351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893" name="Equation" r:id="rId14" imgW="279360" imgH="380880" progId="">
                      <p:embed/>
                    </p:oleObj>
                  </mc:Choice>
                  <mc:Fallback>
                    <p:oleObj name="Equation" r:id="rId14" imgW="279360" imgH="380880" progId="">
                      <p:embed/>
                      <p:pic>
                        <p:nvPicPr>
                          <p:cNvPr id="0" name="Picture 23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7207" y="3428351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5F2012D-48AC-4E9F-84AF-9ACC57A6D7F3}"/>
                </a:ext>
              </a:extLst>
            </p:cNvPr>
            <p:cNvSpPr txBox="1"/>
            <p:nvPr/>
          </p:nvSpPr>
          <p:spPr>
            <a:xfrm>
              <a:off x="3841894" y="3349580"/>
              <a:ext cx="288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且       存在，</a:t>
              </a:r>
            </a:p>
          </p:txBody>
        </p:sp>
        <p:graphicFrame>
          <p:nvGraphicFramePr>
            <p:cNvPr id="54" name="Object 24">
              <a:extLst>
                <a:ext uri="{FF2B5EF4-FFF2-40B4-BE49-F238E27FC236}">
                  <a16:creationId xmlns:a16="http://schemas.microsoft.com/office/drawing/2014/main" id="{F641E804-08C9-4E7E-A1EA-24F80E6FBC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2298851"/>
                </p:ext>
              </p:extLst>
            </p:nvPr>
          </p:nvGraphicFramePr>
          <p:xfrm>
            <a:off x="4373068" y="3427748"/>
            <a:ext cx="10922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4" name="Equation" r:id="rId16" imgW="1091880" imgH="520560" progId="">
                    <p:embed/>
                  </p:oleObj>
                </mc:Choice>
                <mc:Fallback>
                  <p:oleObj name="Equation" r:id="rId16" imgW="1091880" imgH="520560" progId="">
                    <p:embed/>
                    <p:pic>
                      <p:nvPicPr>
                        <p:cNvPr id="0" name="Picture 23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068" y="3427748"/>
                          <a:ext cx="10922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 Box 21">
              <a:extLst>
                <a:ext uri="{FF2B5EF4-FFF2-40B4-BE49-F238E27FC236}">
                  <a16:creationId xmlns:a16="http://schemas.microsoft.com/office/drawing/2014/main" id="{674656C0-6958-449B-B3E0-C9E95D66E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6082" y="3337705"/>
              <a:ext cx="6667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latin typeface="+mn-ea"/>
                  <a:ea typeface="+mn-ea"/>
                </a:rPr>
                <a:t>(3)   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97AECC8-EA1B-4413-82F9-10F6034A1CBF}"/>
              </a:ext>
            </a:extLst>
          </p:cNvPr>
          <p:cNvGrpSpPr/>
          <p:nvPr/>
        </p:nvGrpSpPr>
        <p:grpSpPr>
          <a:xfrm>
            <a:off x="6245325" y="3104762"/>
            <a:ext cx="2880320" cy="576431"/>
            <a:chOff x="6228184" y="3347194"/>
            <a:chExt cx="2880320" cy="576431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ED8A299-5B7B-4658-B8E9-2A3A940B04ED}"/>
                </a:ext>
              </a:extLst>
            </p:cNvPr>
            <p:cNvSpPr txBox="1"/>
            <p:nvPr/>
          </p:nvSpPr>
          <p:spPr>
            <a:xfrm>
              <a:off x="6228184" y="3347194"/>
              <a:ext cx="288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但</a:t>
              </a:r>
            </a:p>
          </p:txBody>
        </p:sp>
        <p:graphicFrame>
          <p:nvGraphicFramePr>
            <p:cNvPr id="57" name="Object 24">
              <a:extLst>
                <a:ext uri="{FF2B5EF4-FFF2-40B4-BE49-F238E27FC236}">
                  <a16:creationId xmlns:a16="http://schemas.microsoft.com/office/drawing/2014/main" id="{AFC58E1B-FCCE-452A-88BE-482D993A7D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8062964"/>
                </p:ext>
              </p:extLst>
            </p:nvPr>
          </p:nvGraphicFramePr>
          <p:xfrm>
            <a:off x="6680363" y="3402925"/>
            <a:ext cx="2171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5" name="Equation" r:id="rId18" imgW="2171520" imgH="520560" progId="">
                    <p:embed/>
                  </p:oleObj>
                </mc:Choice>
                <mc:Fallback>
                  <p:oleObj name="Equation" r:id="rId18" imgW="2171520" imgH="520560" progId="">
                    <p:embed/>
                    <p:pic>
                      <p:nvPicPr>
                        <p:cNvPr id="0" name="Picture 23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0363" y="3402925"/>
                          <a:ext cx="2171700" cy="520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7291874-5FB6-415F-BC72-DEDBD8310F1E}"/>
              </a:ext>
            </a:extLst>
          </p:cNvPr>
          <p:cNvGrpSpPr/>
          <p:nvPr/>
        </p:nvGrpSpPr>
        <p:grpSpPr>
          <a:xfrm>
            <a:off x="288204" y="1003557"/>
            <a:ext cx="4499992" cy="461665"/>
            <a:chOff x="271063" y="1245989"/>
            <a:chExt cx="4499992" cy="46166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9DFFB0B-4206-4C74-BED6-6C1BA9D5EEC3}"/>
                </a:ext>
              </a:extLst>
            </p:cNvPr>
            <p:cNvSpPr txBox="1"/>
            <p:nvPr/>
          </p:nvSpPr>
          <p:spPr>
            <a:xfrm>
              <a:off x="271063" y="1245989"/>
              <a:ext cx="44999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函数    有下列三种情况之一： </a:t>
              </a:r>
            </a:p>
          </p:txBody>
        </p:sp>
        <p:graphicFrame>
          <p:nvGraphicFramePr>
            <p:cNvPr id="58" name="Object 24">
              <a:extLst>
                <a:ext uri="{FF2B5EF4-FFF2-40B4-BE49-F238E27FC236}">
                  <a16:creationId xmlns:a16="http://schemas.microsoft.com/office/drawing/2014/main" id="{210FF381-9917-481D-B7C0-196AA02576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9246993"/>
                </p:ext>
              </p:extLst>
            </p:nvPr>
          </p:nvGraphicFramePr>
          <p:xfrm>
            <a:off x="971600" y="134578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6" name="Equation" r:id="rId20" imgW="622080" imgH="342720" progId="">
                    <p:embed/>
                  </p:oleObj>
                </mc:Choice>
                <mc:Fallback>
                  <p:oleObj name="Equation" r:id="rId20" imgW="622080" imgH="342720" progId="">
                    <p:embed/>
                    <p:pic>
                      <p:nvPicPr>
                        <p:cNvPr id="0" name="Picture 23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1345781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A2ABFF3-AC80-4A07-9123-2E3D0F459699}"/>
              </a:ext>
            </a:extLst>
          </p:cNvPr>
          <p:cNvGrpSpPr/>
          <p:nvPr/>
        </p:nvGrpSpPr>
        <p:grpSpPr>
          <a:xfrm>
            <a:off x="318605" y="3876381"/>
            <a:ext cx="4119446" cy="461665"/>
            <a:chOff x="395536" y="3838277"/>
            <a:chExt cx="4119446" cy="461665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46D55A7-1992-4BC4-BC0B-D0467B1F7D79}"/>
                </a:ext>
              </a:extLst>
            </p:cNvPr>
            <p:cNvSpPr txBox="1"/>
            <p:nvPr/>
          </p:nvSpPr>
          <p:spPr>
            <a:xfrm>
              <a:off x="395536" y="3838277"/>
              <a:ext cx="4119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那么函数    在点  不连续， </a:t>
              </a:r>
            </a:p>
          </p:txBody>
        </p:sp>
        <p:graphicFrame>
          <p:nvGraphicFramePr>
            <p:cNvPr id="60" name="Object 24">
              <a:extLst>
                <a:ext uri="{FF2B5EF4-FFF2-40B4-BE49-F238E27FC236}">
                  <a16:creationId xmlns:a16="http://schemas.microsoft.com/office/drawing/2014/main" id="{89C11B14-0733-45E7-BCC2-8E81475994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1086521"/>
                </p:ext>
              </p:extLst>
            </p:nvPr>
          </p:nvGraphicFramePr>
          <p:xfrm>
            <a:off x="1700786" y="393732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7" name="Equation" r:id="rId22" imgW="622080" imgH="342720" progId="">
                    <p:embed/>
                  </p:oleObj>
                </mc:Choice>
                <mc:Fallback>
                  <p:oleObj name="Equation" r:id="rId22" imgW="622080" imgH="342720" progId="">
                    <p:embed/>
                    <p:pic>
                      <p:nvPicPr>
                        <p:cNvPr id="0" name="Picture 23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0786" y="3937323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24">
              <a:extLst>
                <a:ext uri="{FF2B5EF4-FFF2-40B4-BE49-F238E27FC236}">
                  <a16:creationId xmlns:a16="http://schemas.microsoft.com/office/drawing/2014/main" id="{3FB9E91E-63C6-494D-A4EE-F2329249BA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1308108"/>
                </p:ext>
              </p:extLst>
            </p:nvPr>
          </p:nvGraphicFramePr>
          <p:xfrm>
            <a:off x="2957844" y="390279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8" name="Equation" r:id="rId24" imgW="279360" imgH="380880" progId="">
                    <p:embed/>
                  </p:oleObj>
                </mc:Choice>
                <mc:Fallback>
                  <p:oleObj name="Equation" r:id="rId24" imgW="279360" imgH="380880" progId="">
                    <p:embed/>
                    <p:pic>
                      <p:nvPicPr>
                        <p:cNvPr id="0" name="Picture 23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7844" y="390279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97498CFD-F32C-4774-BD64-8512958779A3}"/>
              </a:ext>
            </a:extLst>
          </p:cNvPr>
          <p:cNvGrpSpPr/>
          <p:nvPr/>
        </p:nvGrpSpPr>
        <p:grpSpPr>
          <a:xfrm>
            <a:off x="4188703" y="3876382"/>
            <a:ext cx="4824536" cy="461665"/>
            <a:chOff x="253150" y="3860762"/>
            <a:chExt cx="4824536" cy="461665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F9FA53F-20BA-4FBD-BBD9-90CAD869BC95}"/>
                </a:ext>
              </a:extLst>
            </p:cNvPr>
            <p:cNvSpPr txBox="1"/>
            <p:nvPr/>
          </p:nvSpPr>
          <p:spPr>
            <a:xfrm>
              <a:off x="253150" y="3860762"/>
              <a:ext cx="4824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而  称为    的不连续点或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间断点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 </a:t>
              </a:r>
            </a:p>
          </p:txBody>
        </p:sp>
        <p:graphicFrame>
          <p:nvGraphicFramePr>
            <p:cNvPr id="65" name="Object 24">
              <a:extLst>
                <a:ext uri="{FF2B5EF4-FFF2-40B4-BE49-F238E27FC236}">
                  <a16:creationId xmlns:a16="http://schemas.microsoft.com/office/drawing/2014/main" id="{9CD8BF39-AED1-4D09-A62E-ABF9869D7C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0569686"/>
                </p:ext>
              </p:extLst>
            </p:nvPr>
          </p:nvGraphicFramePr>
          <p:xfrm>
            <a:off x="1558400" y="394432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99" name="Equation" r:id="rId25" imgW="622080" imgH="342720" progId="">
                    <p:embed/>
                  </p:oleObj>
                </mc:Choice>
                <mc:Fallback>
                  <p:oleObj name="Equation" r:id="rId25" imgW="622080" imgH="342720" progId="">
                    <p:embed/>
                    <p:pic>
                      <p:nvPicPr>
                        <p:cNvPr id="0" name="Picture 23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8400" y="394432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24">
              <a:extLst>
                <a:ext uri="{FF2B5EF4-FFF2-40B4-BE49-F238E27FC236}">
                  <a16:creationId xmlns:a16="http://schemas.microsoft.com/office/drawing/2014/main" id="{F53385EC-C9C0-4403-BC4D-BC433122CE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7493486"/>
                </p:ext>
              </p:extLst>
            </p:nvPr>
          </p:nvGraphicFramePr>
          <p:xfrm>
            <a:off x="658683" y="390109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900" name="Equation" r:id="rId26" imgW="279360" imgH="380880" progId="">
                    <p:embed/>
                  </p:oleObj>
                </mc:Choice>
                <mc:Fallback>
                  <p:oleObj name="Equation" r:id="rId26" imgW="279360" imgH="380880" progId="">
                    <p:embed/>
                    <p:pic>
                      <p:nvPicPr>
                        <p:cNvPr id="0" name="Picture 23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683" y="3901093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C2767805-2BDF-473A-8D08-FC69931CE677}"/>
              </a:ext>
            </a:extLst>
          </p:cNvPr>
          <p:cNvSpPr txBox="1"/>
          <p:nvPr/>
        </p:nvSpPr>
        <p:spPr>
          <a:xfrm>
            <a:off x="8045525" y="376556"/>
            <a:ext cx="82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如果</a:t>
            </a:r>
          </a:p>
        </p:txBody>
      </p:sp>
    </p:spTree>
    <p:extLst>
      <p:ext uri="{BB962C8B-B14F-4D97-AF65-F5344CB8AC3E}">
        <p14:creationId xmlns:p14="http://schemas.microsoft.com/office/powerpoint/2010/main" val="66094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Text Box 4">
            <a:extLst>
              <a:ext uri="{FF2B5EF4-FFF2-40B4-BE49-F238E27FC236}">
                <a16:creationId xmlns:a16="http://schemas.microsoft.com/office/drawing/2014/main" id="{21E9C3AE-835A-49C7-990A-1A378E07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225" y="365142"/>
            <a:ext cx="42098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6 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求出下列函数的间断点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52C8CA5F-7120-45DD-A4A4-31330EFA9C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97873"/>
              </p:ext>
            </p:extLst>
          </p:nvPr>
        </p:nvGraphicFramePr>
        <p:xfrm>
          <a:off x="971600" y="941206"/>
          <a:ext cx="30130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04" name="Equation" r:id="rId4" imgW="2908080" imgH="1244520" progId="">
                  <p:embed/>
                </p:oleObj>
              </mc:Choice>
              <mc:Fallback>
                <p:oleObj name="Equation" r:id="rId4" imgW="2908080" imgH="1244520" progId="">
                  <p:embed/>
                  <p:pic>
                    <p:nvPicPr>
                      <p:cNvPr id="0" name="Picture 8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941206"/>
                        <a:ext cx="3013075" cy="1190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4">
            <a:extLst>
              <a:ext uri="{FF2B5EF4-FFF2-40B4-BE49-F238E27FC236}">
                <a16:creationId xmlns:a16="http://schemas.microsoft.com/office/drawing/2014/main" id="{2ED9873A-3E52-4CE5-9ACE-C447E3605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262513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4" name="Object 24">
            <a:extLst>
              <a:ext uri="{FF2B5EF4-FFF2-40B4-BE49-F238E27FC236}">
                <a16:creationId xmlns:a16="http://schemas.microsoft.com/office/drawing/2014/main" id="{D8D26163-E7C6-4309-9FC9-7EFDA94E6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170202"/>
              </p:ext>
            </p:extLst>
          </p:nvPr>
        </p:nvGraphicFramePr>
        <p:xfrm>
          <a:off x="1856942" y="2165342"/>
          <a:ext cx="28416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05" name="Equation" r:id="rId6" imgW="2743200" imgH="736560" progId="">
                  <p:embed/>
                </p:oleObj>
              </mc:Choice>
              <mc:Fallback>
                <p:oleObj name="Equation" r:id="rId6" imgW="2743200" imgH="736560" progId="">
                  <p:embed/>
                  <p:pic>
                    <p:nvPicPr>
                      <p:cNvPr id="0" name="Picture 8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942" y="2165342"/>
                        <a:ext cx="2841625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4">
            <a:extLst>
              <a:ext uri="{FF2B5EF4-FFF2-40B4-BE49-F238E27FC236}">
                <a16:creationId xmlns:a16="http://schemas.microsoft.com/office/drawing/2014/main" id="{2BE5E41F-2F1A-456B-817A-844E3B792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095" y="2265480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因为</a:t>
            </a:r>
          </a:p>
        </p:txBody>
      </p:sp>
      <p:graphicFrame>
        <p:nvGraphicFramePr>
          <p:cNvPr id="47" name="Object 24">
            <a:extLst>
              <a:ext uri="{FF2B5EF4-FFF2-40B4-BE49-F238E27FC236}">
                <a16:creationId xmlns:a16="http://schemas.microsoft.com/office/drawing/2014/main" id="{97E806F8-64E3-407D-AF26-8D10887EB3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492812"/>
              </p:ext>
            </p:extLst>
          </p:nvPr>
        </p:nvGraphicFramePr>
        <p:xfrm>
          <a:off x="4724793" y="2366775"/>
          <a:ext cx="14732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06" name="Equation" r:id="rId8" imgW="1422360" imgH="342720" progId="Equation.DSMT4">
                  <p:embed/>
                </p:oleObj>
              </mc:Choice>
              <mc:Fallback>
                <p:oleObj name="Equation" r:id="rId8" imgW="1422360" imgH="342720" progId="Equation.DSMT4">
                  <p:embed/>
                  <p:pic>
                    <p:nvPicPr>
                      <p:cNvPr id="0" name="Picture 8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793" y="2366775"/>
                        <a:ext cx="1473200" cy="328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F371FC07-826C-44B4-AB33-E7283D2BEB79}"/>
              </a:ext>
            </a:extLst>
          </p:cNvPr>
          <p:cNvGrpSpPr/>
          <p:nvPr/>
        </p:nvGrpSpPr>
        <p:grpSpPr>
          <a:xfrm>
            <a:off x="6215202" y="2244354"/>
            <a:ext cx="2841626" cy="461665"/>
            <a:chOff x="6097440" y="2506746"/>
            <a:chExt cx="2841626" cy="461665"/>
          </a:xfrm>
        </p:grpSpPr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id="{7E596E66-2A22-4168-8F7D-9DA60E6E3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7440" y="2506746"/>
              <a:ext cx="28416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所以    是间断点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585BA482-6C73-4F70-95C0-624B199A70A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13813" y="260474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07" name="Equation" r:id="rId10" imgW="647640" imgH="279360" progId="">
                    <p:embed/>
                  </p:oleObj>
                </mc:Choice>
                <mc:Fallback>
                  <p:oleObj name="Equation" r:id="rId10" imgW="647640" imgH="279360" progId="">
                    <p:embed/>
                    <p:pic>
                      <p:nvPicPr>
                        <p:cNvPr id="0" name="Picture 8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3813" y="2604742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36B5344-C117-42DE-8841-8668A8FCA0F2}"/>
              </a:ext>
            </a:extLst>
          </p:cNvPr>
          <p:cNvGrpSpPr/>
          <p:nvPr/>
        </p:nvGrpSpPr>
        <p:grpSpPr>
          <a:xfrm>
            <a:off x="301289" y="3101809"/>
            <a:ext cx="2830551" cy="461665"/>
            <a:chOff x="373297" y="3500722"/>
            <a:chExt cx="2830551" cy="461665"/>
          </a:xfrm>
        </p:grpSpPr>
        <p:sp>
          <p:nvSpPr>
            <p:cNvPr id="50" name="Text Box 2">
              <a:extLst>
                <a:ext uri="{FF2B5EF4-FFF2-40B4-BE49-F238E27FC236}">
                  <a16:creationId xmlns:a16="http://schemas.microsoft.com/office/drawing/2014/main" id="{4E794094-E269-47C9-A272-55462CDF5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297" y="3500722"/>
              <a:ext cx="21085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若改变定义</a:t>
              </a:r>
            </a:p>
          </p:txBody>
        </p:sp>
        <p:graphicFrame>
          <p:nvGraphicFramePr>
            <p:cNvPr id="55" name="Object 24">
              <a:extLst>
                <a:ext uri="{FF2B5EF4-FFF2-40B4-BE49-F238E27FC236}">
                  <a16:creationId xmlns:a16="http://schemas.microsoft.com/office/drawing/2014/main" id="{E761A8BF-73EF-4180-808B-15E28EA493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112357"/>
                </p:ext>
              </p:extLst>
            </p:nvPr>
          </p:nvGraphicFramePr>
          <p:xfrm>
            <a:off x="2033861" y="3608355"/>
            <a:ext cx="1169987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08" name="Equation" r:id="rId12" imgW="1130040" imgH="342720" progId="Equation.DSMT4">
                    <p:embed/>
                  </p:oleObj>
                </mc:Choice>
                <mc:Fallback>
                  <p:oleObj name="Equation" r:id="rId12" imgW="1130040" imgH="342720" progId="Equation.DSMT4">
                    <p:embed/>
                    <p:pic>
                      <p:nvPicPr>
                        <p:cNvPr id="0" name="Picture 8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3861" y="3608355"/>
                          <a:ext cx="1169987" cy="328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Text Box 4">
            <a:extLst>
              <a:ext uri="{FF2B5EF4-FFF2-40B4-BE49-F238E27FC236}">
                <a16:creationId xmlns:a16="http://schemas.microsoft.com/office/drawing/2014/main" id="{70356331-00C9-47B9-BCFB-82161CB2A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3101446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则函数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E621F3-7692-4F2F-B4DA-806994A8371D}"/>
              </a:ext>
            </a:extLst>
          </p:cNvPr>
          <p:cNvGrpSpPr/>
          <p:nvPr/>
        </p:nvGrpSpPr>
        <p:grpSpPr>
          <a:xfrm>
            <a:off x="4139952" y="3108941"/>
            <a:ext cx="2736304" cy="461665"/>
            <a:chOff x="6360152" y="3485369"/>
            <a:chExt cx="2736304" cy="461665"/>
          </a:xfrm>
        </p:grpSpPr>
        <p:graphicFrame>
          <p:nvGraphicFramePr>
            <p:cNvPr id="59" name="Object 24">
              <a:extLst>
                <a:ext uri="{FF2B5EF4-FFF2-40B4-BE49-F238E27FC236}">
                  <a16:creationId xmlns:a16="http://schemas.microsoft.com/office/drawing/2014/main" id="{D1E3B8DF-8646-4D74-8839-B3A1638BB1D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066256" y="359097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09" name="Equation" r:id="rId14" imgW="647640" imgH="279360" progId="">
                    <p:embed/>
                  </p:oleObj>
                </mc:Choice>
                <mc:Fallback>
                  <p:oleObj name="Equation" r:id="rId14" imgW="647640" imgH="279360" progId="">
                    <p:embed/>
                    <p:pic>
                      <p:nvPicPr>
                        <p:cNvPr id="0" name="Picture 8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6256" y="3590979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Text Box 4">
              <a:extLst>
                <a:ext uri="{FF2B5EF4-FFF2-40B4-BE49-F238E27FC236}">
                  <a16:creationId xmlns:a16="http://schemas.microsoft.com/office/drawing/2014/main" id="{F088F822-7380-445E-B2A8-CE7D07D3B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0152" y="3485369"/>
              <a:ext cx="27363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在点    处连续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   </a:t>
              </a:r>
            </a:p>
          </p:txBody>
        </p:sp>
      </p:grpSp>
      <p:sp>
        <p:nvSpPr>
          <p:cNvPr id="63" name="Text Box 7">
            <a:extLst>
              <a:ext uri="{FF2B5EF4-FFF2-40B4-BE49-F238E27FC236}">
                <a16:creationId xmlns:a16="http://schemas.microsoft.com/office/drawing/2014/main" id="{71289B5F-7EF8-449F-9F3E-C7773741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300" y="3911710"/>
            <a:ext cx="4090834" cy="468000"/>
          </a:xfrm>
          <a:prstGeom prst="rect">
            <a:avLst/>
          </a:prstGeom>
          <a:solidFill>
            <a:srgbClr val="FFFF00"/>
          </a:solidFill>
          <a:ln w="19050">
            <a:solidFill>
              <a:srgbClr val="FFFF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21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1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kumimoji="1"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：左、右极限存在且相等</a:t>
            </a:r>
            <a:endParaRPr kumimoji="1" lang="en-US" altLang="zh-CN" sz="21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kumimoji="1"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B17D6B1-F092-46C1-8736-143C51F456BA}"/>
              </a:ext>
            </a:extLst>
          </p:cNvPr>
          <p:cNvGrpSpPr/>
          <p:nvPr/>
        </p:nvGrpSpPr>
        <p:grpSpPr>
          <a:xfrm>
            <a:off x="323528" y="3893534"/>
            <a:ext cx="4464496" cy="461665"/>
            <a:chOff x="323528" y="4388500"/>
            <a:chExt cx="4464496" cy="461665"/>
          </a:xfrm>
        </p:grpSpPr>
        <p:sp>
          <p:nvSpPr>
            <p:cNvPr id="61" name="Text Box 4">
              <a:extLst>
                <a:ext uri="{FF2B5EF4-FFF2-40B4-BE49-F238E27FC236}">
                  <a16:creationId xmlns:a16="http://schemas.microsoft.com/office/drawing/2014/main" id="{DD748B12-655A-4B60-893D-4BE4CF77B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4388500"/>
              <a:ext cx="44644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故称    为函数的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可去间断点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   </a:t>
              </a:r>
            </a:p>
          </p:txBody>
        </p:sp>
        <p:graphicFrame>
          <p:nvGraphicFramePr>
            <p:cNvPr id="64" name="Object 24">
              <a:extLst>
                <a:ext uri="{FF2B5EF4-FFF2-40B4-BE49-F238E27FC236}">
                  <a16:creationId xmlns:a16="http://schemas.microsoft.com/office/drawing/2014/main" id="{9C7885AC-1F7D-4CE9-9CA2-D9928764823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36113" y="4500976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10" name="Equation" r:id="rId16" imgW="647640" imgH="279360" progId="">
                    <p:embed/>
                  </p:oleObj>
                </mc:Choice>
                <mc:Fallback>
                  <p:oleObj name="Equation" r:id="rId16" imgW="647640" imgH="279360" progId="">
                    <p:embed/>
                    <p:pic>
                      <p:nvPicPr>
                        <p:cNvPr id="0" name="Picture 8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6113" y="4500976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407AC79-3309-416D-A91A-4FF1A12177DD}"/>
              </a:ext>
            </a:extLst>
          </p:cNvPr>
          <p:cNvGrpSpPr/>
          <p:nvPr/>
        </p:nvGrpSpPr>
        <p:grpSpPr>
          <a:xfrm>
            <a:off x="5017670" y="725378"/>
            <a:ext cx="3322446" cy="950397"/>
            <a:chOff x="1399521" y="1904410"/>
            <a:chExt cx="5983690" cy="1048856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B4D9253-5B64-4A1E-8A51-B9B8CBA253A4}"/>
                </a:ext>
              </a:extLst>
            </p:cNvPr>
            <p:cNvGrpSpPr/>
            <p:nvPr/>
          </p:nvGrpSpPr>
          <p:grpSpPr>
            <a:xfrm>
              <a:off x="1399521" y="1904410"/>
              <a:ext cx="5983690" cy="1048856"/>
              <a:chOff x="823031" y="1176835"/>
              <a:chExt cx="5983690" cy="1048856"/>
            </a:xfrm>
          </p:grpSpPr>
          <p:sp>
            <p:nvSpPr>
              <p:cNvPr id="42" name="Text Box 40">
                <a:extLst>
                  <a:ext uri="{FF2B5EF4-FFF2-40B4-BE49-F238E27FC236}">
                    <a16:creationId xmlns:a16="http://schemas.microsoft.com/office/drawing/2014/main" id="{B5674F9A-DCB8-42AA-B330-A47257D19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2209" y="1176835"/>
                <a:ext cx="300625" cy="369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1B995AB2-DEAA-4FF0-9E12-487A98604FC6}"/>
                  </a:ext>
                </a:extLst>
              </p:cNvPr>
              <p:cNvSpPr/>
              <p:nvPr/>
            </p:nvSpPr>
            <p:spPr>
              <a:xfrm>
                <a:off x="2774273" y="1541706"/>
                <a:ext cx="4032448" cy="683985"/>
              </a:xfrm>
              <a:custGeom>
                <a:avLst/>
                <a:gdLst>
                  <a:gd name="connsiteX0" fmla="*/ 0 w 4744387"/>
                  <a:gd name="connsiteY0" fmla="*/ 404739 h 524980"/>
                  <a:gd name="connsiteX1" fmla="*/ 1221699 w 4744387"/>
                  <a:gd name="connsiteY1" fmla="*/ 5 h 524980"/>
                  <a:gd name="connsiteX2" fmla="*/ 2480872 w 4744387"/>
                  <a:gd name="connsiteY2" fmla="*/ 412234 h 524980"/>
                  <a:gd name="connsiteX3" fmla="*/ 3028013 w 4744387"/>
                  <a:gd name="connsiteY3" fmla="*/ 524661 h 524980"/>
                  <a:gd name="connsiteX4" fmla="*/ 3762531 w 4744387"/>
                  <a:gd name="connsiteY4" fmla="*/ 389749 h 524980"/>
                  <a:gd name="connsiteX5" fmla="*/ 4287187 w 4744387"/>
                  <a:gd name="connsiteY5" fmla="*/ 322293 h 524980"/>
                  <a:gd name="connsiteX6" fmla="*/ 4744387 w 4744387"/>
                  <a:gd name="connsiteY6" fmla="*/ 389749 h 524980"/>
                  <a:gd name="connsiteX7" fmla="*/ 4744387 w 4744387"/>
                  <a:gd name="connsiteY7" fmla="*/ 389749 h 524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44387" h="524980">
                    <a:moveTo>
                      <a:pt x="0" y="404739"/>
                    </a:moveTo>
                    <a:cubicBezTo>
                      <a:pt x="404110" y="201747"/>
                      <a:pt x="808220" y="-1244"/>
                      <a:pt x="1221699" y="5"/>
                    </a:cubicBezTo>
                    <a:cubicBezTo>
                      <a:pt x="1635178" y="1254"/>
                      <a:pt x="2179820" y="324791"/>
                      <a:pt x="2480872" y="412234"/>
                    </a:cubicBezTo>
                    <a:cubicBezTo>
                      <a:pt x="2781924" y="499677"/>
                      <a:pt x="2814403" y="528408"/>
                      <a:pt x="3028013" y="524661"/>
                    </a:cubicBezTo>
                    <a:cubicBezTo>
                      <a:pt x="3241623" y="520914"/>
                      <a:pt x="3552669" y="423477"/>
                      <a:pt x="3762531" y="389749"/>
                    </a:cubicBezTo>
                    <a:cubicBezTo>
                      <a:pt x="3972393" y="356021"/>
                      <a:pt x="4123544" y="322293"/>
                      <a:pt x="4287187" y="322293"/>
                    </a:cubicBezTo>
                    <a:cubicBezTo>
                      <a:pt x="4450830" y="322293"/>
                      <a:pt x="4744387" y="389749"/>
                      <a:pt x="4744387" y="389749"/>
                    </a:cubicBezTo>
                    <a:lnTo>
                      <a:pt x="4744387" y="389749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F66CE0E-D01E-409D-B680-5F6D1D45BF2B}"/>
                  </a:ext>
                </a:extLst>
              </p:cNvPr>
              <p:cNvSpPr/>
              <p:nvPr/>
            </p:nvSpPr>
            <p:spPr>
              <a:xfrm>
                <a:off x="2491263" y="1469145"/>
                <a:ext cx="1368152" cy="576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30EFB27-91F5-4BA4-A914-C450E769A370}"/>
                  </a:ext>
                </a:extLst>
              </p:cNvPr>
              <p:cNvSpPr/>
              <p:nvPr/>
            </p:nvSpPr>
            <p:spPr>
              <a:xfrm>
                <a:off x="3916006" y="1400079"/>
                <a:ext cx="943599" cy="6480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5906D046-B09F-4C2B-9913-A31DEF0BF245}"/>
                  </a:ext>
                </a:extLst>
              </p:cNvPr>
              <p:cNvSpPr/>
              <p:nvPr/>
            </p:nvSpPr>
            <p:spPr>
              <a:xfrm flipH="1">
                <a:off x="823031" y="1541153"/>
                <a:ext cx="4032448" cy="683986"/>
              </a:xfrm>
              <a:custGeom>
                <a:avLst/>
                <a:gdLst>
                  <a:gd name="connsiteX0" fmla="*/ 0 w 4744387"/>
                  <a:gd name="connsiteY0" fmla="*/ 404739 h 524980"/>
                  <a:gd name="connsiteX1" fmla="*/ 1221699 w 4744387"/>
                  <a:gd name="connsiteY1" fmla="*/ 5 h 524980"/>
                  <a:gd name="connsiteX2" fmla="*/ 2480872 w 4744387"/>
                  <a:gd name="connsiteY2" fmla="*/ 412234 h 524980"/>
                  <a:gd name="connsiteX3" fmla="*/ 3028013 w 4744387"/>
                  <a:gd name="connsiteY3" fmla="*/ 524661 h 524980"/>
                  <a:gd name="connsiteX4" fmla="*/ 3762531 w 4744387"/>
                  <a:gd name="connsiteY4" fmla="*/ 389749 h 524980"/>
                  <a:gd name="connsiteX5" fmla="*/ 4287187 w 4744387"/>
                  <a:gd name="connsiteY5" fmla="*/ 322293 h 524980"/>
                  <a:gd name="connsiteX6" fmla="*/ 4744387 w 4744387"/>
                  <a:gd name="connsiteY6" fmla="*/ 389749 h 524980"/>
                  <a:gd name="connsiteX7" fmla="*/ 4744387 w 4744387"/>
                  <a:gd name="connsiteY7" fmla="*/ 389749 h 524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44387" h="524980">
                    <a:moveTo>
                      <a:pt x="0" y="404739"/>
                    </a:moveTo>
                    <a:cubicBezTo>
                      <a:pt x="404110" y="201747"/>
                      <a:pt x="808220" y="-1244"/>
                      <a:pt x="1221699" y="5"/>
                    </a:cubicBezTo>
                    <a:cubicBezTo>
                      <a:pt x="1635178" y="1254"/>
                      <a:pt x="2179820" y="324791"/>
                      <a:pt x="2480872" y="412234"/>
                    </a:cubicBezTo>
                    <a:cubicBezTo>
                      <a:pt x="2781924" y="499677"/>
                      <a:pt x="2814403" y="528408"/>
                      <a:pt x="3028013" y="524661"/>
                    </a:cubicBezTo>
                    <a:cubicBezTo>
                      <a:pt x="3241623" y="520914"/>
                      <a:pt x="3552669" y="423477"/>
                      <a:pt x="3762531" y="389749"/>
                    </a:cubicBezTo>
                    <a:cubicBezTo>
                      <a:pt x="3972393" y="356021"/>
                      <a:pt x="4123544" y="322293"/>
                      <a:pt x="4287187" y="322293"/>
                    </a:cubicBezTo>
                    <a:cubicBezTo>
                      <a:pt x="4450830" y="322293"/>
                      <a:pt x="4744387" y="389749"/>
                      <a:pt x="4744387" y="389749"/>
                    </a:cubicBezTo>
                    <a:lnTo>
                      <a:pt x="4744387" y="389749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8BFFF05-EAF8-45E7-8F02-D484AF7778B7}"/>
                </a:ext>
              </a:extLst>
            </p:cNvPr>
            <p:cNvSpPr/>
            <p:nvPr/>
          </p:nvSpPr>
          <p:spPr>
            <a:xfrm>
              <a:off x="4373150" y="2222066"/>
              <a:ext cx="129686" cy="7797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椭圆 42">
            <a:extLst>
              <a:ext uri="{FF2B5EF4-FFF2-40B4-BE49-F238E27FC236}">
                <a16:creationId xmlns:a16="http://schemas.microsoft.com/office/drawing/2014/main" id="{EB669A55-65EA-43C7-9A5E-EEF400905B49}"/>
              </a:ext>
            </a:extLst>
          </p:cNvPr>
          <p:cNvSpPr/>
          <p:nvPr/>
        </p:nvSpPr>
        <p:spPr>
          <a:xfrm>
            <a:off x="6667056" y="1505325"/>
            <a:ext cx="90945" cy="8395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9" name="Object 24">
            <a:extLst>
              <a:ext uri="{FF2B5EF4-FFF2-40B4-BE49-F238E27FC236}">
                <a16:creationId xmlns:a16="http://schemas.microsoft.com/office/drawing/2014/main" id="{BAB49B0D-9808-48BE-96F6-E83EFAC8A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687777"/>
              </p:ext>
            </p:extLst>
          </p:nvPr>
        </p:nvGraphicFramePr>
        <p:xfrm>
          <a:off x="6979103" y="612339"/>
          <a:ext cx="689241" cy="522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11" name="Equation" r:id="rId17" imgW="1130040" imgH="736560" progId="Equation.DSMT4">
                  <p:embed/>
                </p:oleObj>
              </mc:Choice>
              <mc:Fallback>
                <p:oleObj name="Equation" r:id="rId17" imgW="1130040" imgH="736560" progId="Equation.DSMT4">
                  <p:embed/>
                  <p:pic>
                    <p:nvPicPr>
                      <p:cNvPr id="0" name="Picture 8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9103" y="612339"/>
                        <a:ext cx="689241" cy="5224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12AC636F-355A-4A06-87EF-EEBC837B49FF}"/>
              </a:ext>
            </a:extLst>
          </p:cNvPr>
          <p:cNvGrpSpPr/>
          <p:nvPr/>
        </p:nvGrpSpPr>
        <p:grpSpPr>
          <a:xfrm>
            <a:off x="4860032" y="339502"/>
            <a:ext cx="3744416" cy="1897482"/>
            <a:chOff x="4860032" y="529886"/>
            <a:chExt cx="3744416" cy="1897482"/>
          </a:xfrm>
        </p:grpSpPr>
        <p:sp>
          <p:nvSpPr>
            <p:cNvPr id="51" name="Line 36">
              <a:extLst>
                <a:ext uri="{FF2B5EF4-FFF2-40B4-BE49-F238E27FC236}">
                  <a16:creationId xmlns:a16="http://schemas.microsoft.com/office/drawing/2014/main" id="{4B82C9F5-6444-4F46-9D3B-8CAA3132F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0032" y="1722868"/>
              <a:ext cx="37179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sp>
          <p:nvSpPr>
            <p:cNvPr id="52" name="Line 37">
              <a:extLst>
                <a:ext uri="{FF2B5EF4-FFF2-40B4-BE49-F238E27FC236}">
                  <a16:creationId xmlns:a16="http://schemas.microsoft.com/office/drawing/2014/main" id="{8D267355-549D-474E-BD48-2D2BFACB61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11912" y="627183"/>
              <a:ext cx="0" cy="18001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/>
            </a:p>
          </p:txBody>
        </p:sp>
        <p:sp>
          <p:nvSpPr>
            <p:cNvPr id="53" name="Text Box 40">
              <a:extLst>
                <a:ext uri="{FF2B5EF4-FFF2-40B4-BE49-F238E27FC236}">
                  <a16:creationId xmlns:a16="http://schemas.microsoft.com/office/drawing/2014/main" id="{1C22BAAB-127E-44B2-ABF8-D2B5AC04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3030" y="1707294"/>
              <a:ext cx="195266" cy="334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graphicFrame>
          <p:nvGraphicFramePr>
            <p:cNvPr id="54" name="Object 24">
              <a:extLst>
                <a:ext uri="{FF2B5EF4-FFF2-40B4-BE49-F238E27FC236}">
                  <a16:creationId xmlns:a16="http://schemas.microsoft.com/office/drawing/2014/main" id="{AF11E801-7EEB-4BB4-8719-72D2C926EA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6730034"/>
                </p:ext>
              </p:extLst>
            </p:nvPr>
          </p:nvGraphicFramePr>
          <p:xfrm>
            <a:off x="8388424" y="1788241"/>
            <a:ext cx="216024" cy="184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12" name="Equation" r:id="rId19" imgW="190440" imgH="203040" progId="">
                    <p:embed/>
                  </p:oleObj>
                </mc:Choice>
                <mc:Fallback>
                  <p:oleObj name="Equation" r:id="rId19" imgW="190440" imgH="203040" progId="">
                    <p:embed/>
                    <p:pic>
                      <p:nvPicPr>
                        <p:cNvPr id="0" name="Picture 8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8424" y="1788241"/>
                          <a:ext cx="216024" cy="184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24">
              <a:extLst>
                <a:ext uri="{FF2B5EF4-FFF2-40B4-BE49-F238E27FC236}">
                  <a16:creationId xmlns:a16="http://schemas.microsoft.com/office/drawing/2014/main" id="{A45635A2-8597-4330-AF65-86494AFCF9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0581"/>
                </p:ext>
              </p:extLst>
            </p:nvPr>
          </p:nvGraphicFramePr>
          <p:xfrm>
            <a:off x="6466693" y="529886"/>
            <a:ext cx="216024" cy="241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13" name="Equation" r:id="rId21" imgW="215640" imgH="266400" progId="">
                    <p:embed/>
                  </p:oleObj>
                </mc:Choice>
                <mc:Fallback>
                  <p:oleObj name="Equation" r:id="rId21" imgW="215640" imgH="266400" progId="">
                    <p:embed/>
                    <p:pic>
                      <p:nvPicPr>
                        <p:cNvPr id="0" name="Picture 8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6693" y="529886"/>
                          <a:ext cx="216024" cy="2416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923512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5" grpId="0"/>
      <p:bldP spid="56" grpId="0"/>
      <p:bldP spid="63" grpId="0" animBg="1"/>
      <p:bldP spid="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52C8CA5F-7120-45DD-A4A4-31330EFA9C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699389"/>
              </p:ext>
            </p:extLst>
          </p:nvPr>
        </p:nvGraphicFramePr>
        <p:xfrm>
          <a:off x="1006475" y="295768"/>
          <a:ext cx="3025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94" name="Equation" r:id="rId4" imgW="2920680" imgH="863280" progId="Equation.DSMT4">
                  <p:embed/>
                </p:oleObj>
              </mc:Choice>
              <mc:Fallback>
                <p:oleObj name="Equation" r:id="rId4" imgW="2920680" imgH="863280" progId="Equation.DSMT4">
                  <p:embed/>
                  <p:pic>
                    <p:nvPicPr>
                      <p:cNvPr id="0" name="Picture 1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295768"/>
                        <a:ext cx="3025775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4">
            <a:extLst>
              <a:ext uri="{FF2B5EF4-FFF2-40B4-BE49-F238E27FC236}">
                <a16:creationId xmlns:a16="http://schemas.microsoft.com/office/drawing/2014/main" id="{2ED9873A-3E52-4CE5-9ACE-C447E3605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39" y="1416599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4" name="Object 24">
            <a:extLst>
              <a:ext uri="{FF2B5EF4-FFF2-40B4-BE49-F238E27FC236}">
                <a16:creationId xmlns:a16="http://schemas.microsoft.com/office/drawing/2014/main" id="{D8D26163-E7C6-4309-9FC9-7EFDA94E6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380913"/>
              </p:ext>
            </p:extLst>
          </p:nvPr>
        </p:nvGraphicFramePr>
        <p:xfrm>
          <a:off x="1839516" y="1508702"/>
          <a:ext cx="29464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95" name="Equation" r:id="rId6" imgW="2844720" imgH="495000" progId="">
                  <p:embed/>
                </p:oleObj>
              </mc:Choice>
              <mc:Fallback>
                <p:oleObj name="Equation" r:id="rId6" imgW="2844720" imgH="495000" progId="">
                  <p:embed/>
                  <p:pic>
                    <p:nvPicPr>
                      <p:cNvPr id="0" name="Picture 11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516" y="1508702"/>
                        <a:ext cx="294640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4">
            <a:extLst>
              <a:ext uri="{FF2B5EF4-FFF2-40B4-BE49-F238E27FC236}">
                <a16:creationId xmlns:a16="http://schemas.microsoft.com/office/drawing/2014/main" id="{2BE5E41F-2F1A-456B-817A-844E3B792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043" y="1408680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因为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70B207-5B9C-44D2-AF4D-5E7497310094}"/>
              </a:ext>
            </a:extLst>
          </p:cNvPr>
          <p:cNvGrpSpPr/>
          <p:nvPr/>
        </p:nvGrpSpPr>
        <p:grpSpPr>
          <a:xfrm>
            <a:off x="395536" y="2920848"/>
            <a:ext cx="4032448" cy="461665"/>
            <a:chOff x="395536" y="3360871"/>
            <a:chExt cx="4032448" cy="461665"/>
          </a:xfrm>
        </p:grpSpPr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id="{7E596E66-2A22-4168-8F7D-9DA60E6E3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3360871"/>
              <a:ext cx="40324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所以    是函数的间断点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585BA482-6C73-4F70-95C0-624B199A70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4180383"/>
                </p:ext>
              </p:extLst>
            </p:nvPr>
          </p:nvGraphicFramePr>
          <p:xfrm>
            <a:off x="1115988" y="346729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696" name="Equation" r:id="rId8" imgW="647640" imgH="279360" progId="">
                    <p:embed/>
                  </p:oleObj>
                </mc:Choice>
                <mc:Fallback>
                  <p:oleObj name="Equation" r:id="rId8" imgW="647640" imgH="279360" progId="">
                    <p:embed/>
                    <p:pic>
                      <p:nvPicPr>
                        <p:cNvPr id="0" name="Picture 11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988" y="3467292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Text Box 7">
            <a:extLst>
              <a:ext uri="{FF2B5EF4-FFF2-40B4-BE49-F238E27FC236}">
                <a16:creationId xmlns:a16="http://schemas.microsoft.com/office/drawing/2014/main" id="{71289B5F-7EF8-449F-9F3E-C7773741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556" y="3583502"/>
            <a:ext cx="4405820" cy="468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21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1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kumimoji="1"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：左、右极限存在但不相等</a:t>
            </a:r>
            <a:r>
              <a:rPr kumimoji="1"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kumimoji="1"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kumimoji="1" lang="en-US" altLang="zh-CN" sz="21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kumimoji="1"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</a:t>
            </a: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D62E3EE6-E872-4B24-97C1-A95637A09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372581"/>
              </p:ext>
            </p:extLst>
          </p:nvPr>
        </p:nvGraphicFramePr>
        <p:xfrm>
          <a:off x="1666091" y="2270256"/>
          <a:ext cx="30765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97" name="Equation" r:id="rId10" imgW="2971800" imgH="495000" progId="">
                  <p:embed/>
                </p:oleObj>
              </mc:Choice>
              <mc:Fallback>
                <p:oleObj name="Equation" r:id="rId10" imgW="2971800" imgH="495000" progId="">
                  <p:embed/>
                  <p:pic>
                    <p:nvPicPr>
                      <p:cNvPr id="0" name="Picture 1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091" y="2270256"/>
                        <a:ext cx="3076575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9">
            <a:extLst>
              <a:ext uri="{FF2B5EF4-FFF2-40B4-BE49-F238E27FC236}">
                <a16:creationId xmlns:a16="http://schemas.microsoft.com/office/drawing/2014/main" id="{61B2861F-8A6B-4C96-96A8-781A3F20F427}"/>
              </a:ext>
            </a:extLst>
          </p:cNvPr>
          <p:cNvGrpSpPr>
            <a:grpSpLocks/>
          </p:cNvGrpSpPr>
          <p:nvPr/>
        </p:nvGrpSpPr>
        <p:grpSpPr bwMode="auto">
          <a:xfrm>
            <a:off x="6372200" y="400568"/>
            <a:ext cx="2640209" cy="2304532"/>
            <a:chOff x="2757" y="378"/>
            <a:chExt cx="3305" cy="2642"/>
          </a:xfrm>
        </p:grpSpPr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FC8E6082-1D4A-429F-9558-BA411C0FD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5" y="378"/>
              <a:ext cx="541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100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y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0F513FDC-5F57-484B-9443-7087947F8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" y="2172"/>
              <a:ext cx="640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100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x</a:t>
              </a:r>
            </a:p>
          </p:txBody>
        </p:sp>
        <p:sp>
          <p:nvSpPr>
            <p:cNvPr id="24" name="Text Box 16">
              <a:extLst>
                <a:ext uri="{FF2B5EF4-FFF2-40B4-BE49-F238E27FC236}">
                  <a16:creationId xmlns:a16="http://schemas.microsoft.com/office/drawing/2014/main" id="{5F4683FE-F673-4863-ABDA-F92918C2C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2241"/>
              <a:ext cx="477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500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O</a:t>
              </a: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CC9D9CC0-E091-407C-A797-D2C0849E6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" y="2275"/>
              <a:ext cx="28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191C0C95-8C17-49D7-AD37-116B90348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632"/>
              <a:ext cx="0" cy="2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1A2CAE8B-FE7B-4103-8A76-16C501396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067"/>
              <a:ext cx="865" cy="70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3D80277-CF45-4005-BDF0-9DEB987A4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2158"/>
              <a:ext cx="1021" cy="495"/>
            </a:xfrm>
            <a:custGeom>
              <a:avLst/>
              <a:gdLst>
                <a:gd name="T0" fmla="*/ 73 w 1397"/>
                <a:gd name="T1" fmla="*/ 12 h 768"/>
                <a:gd name="T2" fmla="*/ 40 w 1397"/>
                <a:gd name="T3" fmla="*/ 38 h 768"/>
                <a:gd name="T4" fmla="*/ 0 w 1397"/>
                <a:gd name="T5" fmla="*/ 0 h 768"/>
                <a:gd name="T6" fmla="*/ 0 60000 65536"/>
                <a:gd name="T7" fmla="*/ 0 60000 65536"/>
                <a:gd name="T8" fmla="*/ 0 60000 65536"/>
                <a:gd name="T9" fmla="*/ 0 w 1397"/>
                <a:gd name="T10" fmla="*/ 0 h 768"/>
                <a:gd name="T11" fmla="*/ 1397 w 1397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" h="768">
                  <a:moveTo>
                    <a:pt x="1397" y="217"/>
                  </a:moveTo>
                  <a:cubicBezTo>
                    <a:pt x="1292" y="303"/>
                    <a:pt x="1001" y="768"/>
                    <a:pt x="768" y="732"/>
                  </a:cubicBezTo>
                  <a:cubicBezTo>
                    <a:pt x="535" y="696"/>
                    <a:pt x="160" y="153"/>
                    <a:pt x="0" y="0"/>
                  </a:cubicBez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Oval 21">
              <a:extLst>
                <a:ext uri="{FF2B5EF4-FFF2-40B4-BE49-F238E27FC236}">
                  <a16:creationId xmlns:a16="http://schemas.microsoft.com/office/drawing/2014/main" id="{18506BA4-90EB-4D90-8FC6-7A1A262FF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" y="2233"/>
              <a:ext cx="68" cy="62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100"/>
            </a:p>
          </p:txBody>
        </p:sp>
        <p:sp>
          <p:nvSpPr>
            <p:cNvPr id="33" name="Oval 23">
              <a:extLst>
                <a:ext uri="{FF2B5EF4-FFF2-40B4-BE49-F238E27FC236}">
                  <a16:creationId xmlns:a16="http://schemas.microsoft.com/office/drawing/2014/main" id="{21F59D30-2FF3-48DB-AA59-9CD5C081D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1770"/>
              <a:ext cx="73" cy="7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100"/>
            </a:p>
          </p:txBody>
        </p:sp>
        <p:sp>
          <p:nvSpPr>
            <p:cNvPr id="34" name="Text Box 24">
              <a:extLst>
                <a:ext uri="{FF2B5EF4-FFF2-40B4-BE49-F238E27FC236}">
                  <a16:creationId xmlns:a16="http://schemas.microsoft.com/office/drawing/2014/main" id="{7BEBF4F6-77FC-4ACA-A21C-D2D911187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1" y="1580"/>
              <a:ext cx="451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</a:p>
          </p:txBody>
        </p:sp>
        <p:sp>
          <p:nvSpPr>
            <p:cNvPr id="37" name="Text Box 27">
              <a:extLst>
                <a:ext uri="{FF2B5EF4-FFF2-40B4-BE49-F238E27FC236}">
                  <a16:creationId xmlns:a16="http://schemas.microsoft.com/office/drawing/2014/main" id="{05F244EA-3387-4058-A89C-C935F4A4B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8" y="2597"/>
              <a:ext cx="1792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y </a:t>
              </a:r>
              <a:r>
                <a:rPr kumimoji="1" lang="en-US" altLang="zh-CN" sz="1800" dirty="0">
                  <a:latin typeface="Symbol Tiger" panose="05050102010706020507" pitchFamily="18" charset="2"/>
                  <a:ea typeface="隶书" panose="02010509060101010101" pitchFamily="49" charset="-122"/>
                </a:rPr>
                <a:t>=</a:t>
              </a:r>
              <a:r>
                <a:rPr kumimoji="1" lang="en-US" altLang="zh-CN" sz="1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kumimoji="1" lang="en-US" altLang="zh-CN" sz="1800" dirty="0" err="1">
                  <a:latin typeface="Times New Roman" panose="02020603050405020304" pitchFamily="18" charset="0"/>
                  <a:ea typeface="隶书" panose="02010509060101010101" pitchFamily="49" charset="-122"/>
                </a:rPr>
                <a:t>sin</a:t>
              </a:r>
              <a:r>
                <a:rPr kumimoji="1" lang="en-US" altLang="zh-CN" sz="1800" i="1" dirty="0" err="1">
                  <a:latin typeface="Times New Roman" panose="02020603050405020304" pitchFamily="18" charset="0"/>
                  <a:ea typeface="隶书" panose="02010509060101010101" pitchFamily="49" charset="-122"/>
                </a:rPr>
                <a:t>x</a:t>
              </a:r>
              <a:endParaRPr kumimoji="1" lang="en-US" altLang="zh-CN" sz="18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39" name="Text Box 28">
              <a:extLst>
                <a:ext uri="{FF2B5EF4-FFF2-40B4-BE49-F238E27FC236}">
                  <a16:creationId xmlns:a16="http://schemas.microsoft.com/office/drawing/2014/main" id="{A2444998-707C-49C6-B06B-243A63597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3" y="1250"/>
              <a:ext cx="1549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kumimoji="1" lang="en-US" altLang="zh-CN" sz="1800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y</a:t>
              </a:r>
              <a:r>
                <a:rPr kumimoji="1" lang="zh-CN" altLang="en-US" sz="1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＝</a:t>
              </a:r>
              <a:r>
                <a:rPr kumimoji="1" lang="en-US" altLang="zh-CN" sz="1800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x+</a:t>
              </a:r>
              <a:r>
                <a:rPr kumimoji="1" lang="en-US" altLang="zh-CN" sz="18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  <a:endParaRPr kumimoji="1" lang="en-US" altLang="zh-CN" sz="1800" i="1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F0ED93A-7477-40AA-8B27-9ED47AFEC71F}"/>
              </a:ext>
            </a:extLst>
          </p:cNvPr>
          <p:cNvGrpSpPr/>
          <p:nvPr/>
        </p:nvGrpSpPr>
        <p:grpSpPr>
          <a:xfrm>
            <a:off x="395536" y="3568920"/>
            <a:ext cx="4752528" cy="461665"/>
            <a:chOff x="395536" y="4083918"/>
            <a:chExt cx="4752528" cy="461665"/>
          </a:xfrm>
        </p:grpSpPr>
        <p:sp>
          <p:nvSpPr>
            <p:cNvPr id="61" name="Text Box 4">
              <a:extLst>
                <a:ext uri="{FF2B5EF4-FFF2-40B4-BE49-F238E27FC236}">
                  <a16:creationId xmlns:a16="http://schemas.microsoft.com/office/drawing/2014/main" id="{DD748B12-655A-4B60-893D-4BE4CF77B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4083918"/>
              <a:ext cx="47525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称    为函数的跳跃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   </a:t>
              </a:r>
            </a:p>
          </p:txBody>
        </p:sp>
        <p:graphicFrame>
          <p:nvGraphicFramePr>
            <p:cNvPr id="40" name="Object 24">
              <a:extLst>
                <a:ext uri="{FF2B5EF4-FFF2-40B4-BE49-F238E27FC236}">
                  <a16:creationId xmlns:a16="http://schemas.microsoft.com/office/drawing/2014/main" id="{773C4B34-91FE-4B5D-B993-426D644272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1431538"/>
                </p:ext>
              </p:extLst>
            </p:nvPr>
          </p:nvGraphicFramePr>
          <p:xfrm>
            <a:off x="827584" y="4193401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698" name="Equation" r:id="rId12" imgW="647640" imgH="279360" progId="">
                    <p:embed/>
                  </p:oleObj>
                </mc:Choice>
                <mc:Fallback>
                  <p:oleObj name="Equation" r:id="rId12" imgW="647640" imgH="279360" progId="">
                    <p:embed/>
                    <p:pic>
                      <p:nvPicPr>
                        <p:cNvPr id="0" name="Picture 11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584" y="4193401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Object 24">
            <a:extLst>
              <a:ext uri="{FF2B5EF4-FFF2-40B4-BE49-F238E27FC236}">
                <a16:creationId xmlns:a16="http://schemas.microsoft.com/office/drawing/2014/main" id="{98BECD1A-F8D9-40E1-8027-0A5920ED05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839677"/>
              </p:ext>
            </p:extLst>
          </p:nvPr>
        </p:nvGraphicFramePr>
        <p:xfrm>
          <a:off x="5078607" y="1646603"/>
          <a:ext cx="10795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99" name="Equation" r:id="rId14" imgW="1041120" imgH="482400" progId="Equation.DSMT4">
                  <p:embed/>
                </p:oleObj>
              </mc:Choice>
              <mc:Fallback>
                <p:oleObj name="Equation" r:id="rId14" imgW="1041120" imgH="48240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D8D26163-E7C6-4309-9FC9-7EFDA94E62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607" y="1646603"/>
                        <a:ext cx="10795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4">
            <a:extLst>
              <a:ext uri="{FF2B5EF4-FFF2-40B4-BE49-F238E27FC236}">
                <a16:creationId xmlns:a16="http://schemas.microsoft.com/office/drawing/2014/main" id="{D57F8D56-29DA-44CB-A555-4D78DFD40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4096" y="2072706"/>
            <a:ext cx="12243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不存在</a:t>
            </a:r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610D61B6-BFD0-4D2F-82F6-D44743C759A6}"/>
              </a:ext>
            </a:extLst>
          </p:cNvPr>
          <p:cNvSpPr/>
          <p:nvPr/>
        </p:nvSpPr>
        <p:spPr>
          <a:xfrm>
            <a:off x="4781810" y="1678441"/>
            <a:ext cx="192286" cy="787658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1253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5" grpId="0"/>
      <p:bldP spid="63" grpId="0" animBg="1"/>
      <p:bldP spid="36" grpId="0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4">
            <a:extLst>
              <a:ext uri="{FF2B5EF4-FFF2-40B4-BE49-F238E27FC236}">
                <a16:creationId xmlns:a16="http://schemas.microsoft.com/office/drawing/2014/main" id="{7E596E66-2A22-4168-8F7D-9DA60E6E3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573" y="2902074"/>
            <a:ext cx="1584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</a:p>
        </p:txBody>
      </p:sp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52C8CA5F-7120-45DD-A4A4-31330EFA9C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352535"/>
              </p:ext>
            </p:extLst>
          </p:nvPr>
        </p:nvGraphicFramePr>
        <p:xfrm>
          <a:off x="971600" y="267494"/>
          <a:ext cx="24082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74" name="Equation" r:id="rId4" imgW="2323800" imgH="787320" progId="">
                  <p:embed/>
                </p:oleObj>
              </mc:Choice>
              <mc:Fallback>
                <p:oleObj name="Equation" r:id="rId4" imgW="2323800" imgH="787320" progId="">
                  <p:embed/>
                  <p:pic>
                    <p:nvPicPr>
                      <p:cNvPr id="0" name="Picture 13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67494"/>
                        <a:ext cx="2408237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7">
            <a:extLst>
              <a:ext uri="{FF2B5EF4-FFF2-40B4-BE49-F238E27FC236}">
                <a16:creationId xmlns:a16="http://schemas.microsoft.com/office/drawing/2014/main" id="{71289B5F-7EF8-449F-9F3E-C7773741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676" y="3654807"/>
            <a:ext cx="3024336" cy="415498"/>
          </a:xfrm>
          <a:prstGeom prst="rect">
            <a:avLst/>
          </a:prstGeom>
          <a:solidFill>
            <a:srgbClr val="FFFF00"/>
          </a:solidFill>
          <a:ln w="19050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1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kumimoji="1"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：极限趋于无穷大</a:t>
            </a:r>
            <a:endParaRPr kumimoji="1" lang="en-US" altLang="zh-CN" sz="21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90A8B25-D8C8-4522-BDD9-8B9A5F732CA0}"/>
              </a:ext>
            </a:extLst>
          </p:cNvPr>
          <p:cNvGrpSpPr/>
          <p:nvPr/>
        </p:nvGrpSpPr>
        <p:grpSpPr>
          <a:xfrm>
            <a:off x="427509" y="3622154"/>
            <a:ext cx="4464496" cy="461665"/>
            <a:chOff x="395536" y="3910285"/>
            <a:chExt cx="4464496" cy="461665"/>
          </a:xfrm>
        </p:grpSpPr>
        <p:sp>
          <p:nvSpPr>
            <p:cNvPr id="61" name="Text Box 4">
              <a:extLst>
                <a:ext uri="{FF2B5EF4-FFF2-40B4-BE49-F238E27FC236}">
                  <a16:creationId xmlns:a16="http://schemas.microsoft.com/office/drawing/2014/main" id="{DD748B12-655A-4B60-893D-4BE4CF77B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3910285"/>
              <a:ext cx="44644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故称    为函数的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无穷间断点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   </a:t>
              </a:r>
            </a:p>
          </p:txBody>
        </p:sp>
        <p:graphicFrame>
          <p:nvGraphicFramePr>
            <p:cNvPr id="40" name="Object 24">
              <a:extLst>
                <a:ext uri="{FF2B5EF4-FFF2-40B4-BE49-F238E27FC236}">
                  <a16:creationId xmlns:a16="http://schemas.microsoft.com/office/drawing/2014/main" id="{773C4B34-91FE-4B5D-B993-426D644272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9205192"/>
                </p:ext>
              </p:extLst>
            </p:nvPr>
          </p:nvGraphicFramePr>
          <p:xfrm>
            <a:off x="1118357" y="4016405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75" name="Equation" r:id="rId6" imgW="596880" imgH="279360" progId="">
                    <p:embed/>
                  </p:oleObj>
                </mc:Choice>
                <mc:Fallback>
                  <p:oleObj name="Equation" r:id="rId6" imgW="596880" imgH="279360" progId="">
                    <p:embed/>
                    <p:pic>
                      <p:nvPicPr>
                        <p:cNvPr id="0" name="Picture 13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8357" y="4016405"/>
                          <a:ext cx="5969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4">
            <a:extLst>
              <a:ext uri="{FF2B5EF4-FFF2-40B4-BE49-F238E27FC236}">
                <a16:creationId xmlns:a16="http://schemas.microsoft.com/office/drawing/2014/main" id="{55530A94-FAD8-45B8-A9BB-C5933B938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012" y="1283426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C230DBE-1050-4CE4-B50A-F32BDC8FD11E}"/>
              </a:ext>
            </a:extLst>
          </p:cNvPr>
          <p:cNvGrpSpPr/>
          <p:nvPr/>
        </p:nvGrpSpPr>
        <p:grpSpPr>
          <a:xfrm>
            <a:off x="283493" y="2012063"/>
            <a:ext cx="3922965" cy="461665"/>
            <a:chOff x="775119" y="2037351"/>
            <a:chExt cx="3922965" cy="461665"/>
          </a:xfrm>
        </p:grpSpPr>
        <p:graphicFrame>
          <p:nvGraphicFramePr>
            <p:cNvPr id="36" name="Object 24">
              <a:extLst>
                <a:ext uri="{FF2B5EF4-FFF2-40B4-BE49-F238E27FC236}">
                  <a16:creationId xmlns:a16="http://schemas.microsoft.com/office/drawing/2014/main" id="{7CF735CF-88A0-4A58-87C5-5CEDAC4515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1699681"/>
                </p:ext>
              </p:extLst>
            </p:nvPr>
          </p:nvGraphicFramePr>
          <p:xfrm>
            <a:off x="1648881" y="2140426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76" name="Equation" r:id="rId8" imgW="596880" imgH="279360" progId="">
                    <p:embed/>
                  </p:oleObj>
                </mc:Choice>
                <mc:Fallback>
                  <p:oleObj name="Equation" r:id="rId8" imgW="596880" imgH="279360" progId="">
                    <p:embed/>
                    <p:pic>
                      <p:nvPicPr>
                        <p:cNvPr id="0" name="Picture 13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8881" y="2140426"/>
                          <a:ext cx="5969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4">
              <a:extLst>
                <a:ext uri="{FF2B5EF4-FFF2-40B4-BE49-F238E27FC236}">
                  <a16:creationId xmlns:a16="http://schemas.microsoft.com/office/drawing/2014/main" id="{91F36883-40D3-407A-9D5F-2B6AEA478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119" y="2037351"/>
              <a:ext cx="39229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所以    是函数的间断点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BFF770B-DEEB-4A0D-8002-646C1BB58956}"/>
              </a:ext>
            </a:extLst>
          </p:cNvPr>
          <p:cNvGrpSpPr/>
          <p:nvPr/>
        </p:nvGrpSpPr>
        <p:grpSpPr>
          <a:xfrm>
            <a:off x="1315515" y="1275507"/>
            <a:ext cx="4944642" cy="461665"/>
            <a:chOff x="784039" y="1635646"/>
            <a:chExt cx="4944642" cy="461665"/>
          </a:xfrm>
        </p:grpSpPr>
        <p:sp>
          <p:nvSpPr>
            <p:cNvPr id="43" name="Text Box 4">
              <a:extLst>
                <a:ext uri="{FF2B5EF4-FFF2-40B4-BE49-F238E27FC236}">
                  <a16:creationId xmlns:a16="http://schemas.microsoft.com/office/drawing/2014/main" id="{9D3ECAD6-4DF7-49AC-B29C-951716E2A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039" y="1635646"/>
              <a:ext cx="49446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函数    在点     处</a:t>
              </a:r>
              <a:r>
                <a:rPr lang="zh-CN" altLang="en-US" sz="2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没有定义，</a:t>
              </a:r>
            </a:p>
          </p:txBody>
        </p:sp>
        <p:graphicFrame>
          <p:nvGraphicFramePr>
            <p:cNvPr id="46" name="Object 24">
              <a:extLst>
                <a:ext uri="{FF2B5EF4-FFF2-40B4-BE49-F238E27FC236}">
                  <a16:creationId xmlns:a16="http://schemas.microsoft.com/office/drawing/2014/main" id="{0BEFF52F-B1D4-4C2C-8C58-546A28F160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7720871"/>
                </p:ext>
              </p:extLst>
            </p:nvPr>
          </p:nvGraphicFramePr>
          <p:xfrm>
            <a:off x="1622197" y="1748618"/>
            <a:ext cx="646112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77" name="Equation" r:id="rId10" imgW="622080" imgH="342720" progId="">
                    <p:embed/>
                  </p:oleObj>
                </mc:Choice>
                <mc:Fallback>
                  <p:oleObj name="Equation" r:id="rId10" imgW="622080" imgH="342720" progId="">
                    <p:embed/>
                    <p:pic>
                      <p:nvPicPr>
                        <p:cNvPr id="0" name="Picture 13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2197" y="1748618"/>
                          <a:ext cx="646112" cy="327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24">
              <a:extLst>
                <a:ext uri="{FF2B5EF4-FFF2-40B4-BE49-F238E27FC236}">
                  <a16:creationId xmlns:a16="http://schemas.microsoft.com/office/drawing/2014/main" id="{25D2C00B-8E88-4D73-8072-2E786D90FC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9964412"/>
                </p:ext>
              </p:extLst>
            </p:nvPr>
          </p:nvGraphicFramePr>
          <p:xfrm>
            <a:off x="2950857" y="1745808"/>
            <a:ext cx="61912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78" name="Equation" r:id="rId12" imgW="596880" imgH="279360" progId="">
                    <p:embed/>
                  </p:oleObj>
                </mc:Choice>
                <mc:Fallback>
                  <p:oleObj name="Equation" r:id="rId12" imgW="596880" imgH="279360" progId="">
                    <p:embed/>
                    <p:pic>
                      <p:nvPicPr>
                        <p:cNvPr id="0" name="Picture 13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857" y="1745808"/>
                          <a:ext cx="619125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" name="Object 24">
            <a:extLst>
              <a:ext uri="{FF2B5EF4-FFF2-40B4-BE49-F238E27FC236}">
                <a16:creationId xmlns:a16="http://schemas.microsoft.com/office/drawing/2014/main" id="{573A6F84-B36D-41F5-9267-F3810BCDE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580800"/>
              </p:ext>
            </p:extLst>
          </p:nvPr>
        </p:nvGraphicFramePr>
        <p:xfrm>
          <a:off x="1684413" y="2755280"/>
          <a:ext cx="35766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79" name="Equation" r:id="rId14" imgW="3454200" imgH="787320" progId="">
                  <p:embed/>
                </p:oleObj>
              </mc:Choice>
              <mc:Fallback>
                <p:oleObj name="Equation" r:id="rId14" imgW="3454200" imgH="787320" progId="">
                  <p:embed/>
                  <p:pic>
                    <p:nvPicPr>
                      <p:cNvPr id="0" name="Picture 13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413" y="2755280"/>
                        <a:ext cx="3576637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>
            <a:extLst>
              <a:ext uri="{FF2B5EF4-FFF2-40B4-BE49-F238E27FC236}">
                <a16:creationId xmlns:a16="http://schemas.microsoft.com/office/drawing/2014/main" id="{B1B02235-9770-4402-8A7F-7C6898A17C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939914"/>
              </p:ext>
            </p:extLst>
          </p:nvPr>
        </p:nvGraphicFramePr>
        <p:xfrm>
          <a:off x="7494240" y="1253332"/>
          <a:ext cx="9810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80" name="Equation" r:id="rId16" imgW="774360" imgH="431640" progId="">
                  <p:embed/>
                </p:oleObj>
              </mc:Choice>
              <mc:Fallback>
                <p:oleObj name="Equation" r:id="rId16" imgW="774360" imgH="431640" progId="">
                  <p:embed/>
                  <p:pic>
                    <p:nvPicPr>
                      <p:cNvPr id="0" name="Picture 13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4240" y="1253332"/>
                        <a:ext cx="981075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31">
            <a:extLst>
              <a:ext uri="{FF2B5EF4-FFF2-40B4-BE49-F238E27FC236}">
                <a16:creationId xmlns:a16="http://schemas.microsoft.com/office/drawing/2014/main" id="{243CAF4C-C8C8-4840-831A-D08772807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2066" y="1093790"/>
            <a:ext cx="2750" cy="1889521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9" name="Object 41">
            <a:extLst>
              <a:ext uri="{FF2B5EF4-FFF2-40B4-BE49-F238E27FC236}">
                <a16:creationId xmlns:a16="http://schemas.microsoft.com/office/drawing/2014/main" id="{069D7AA3-B2FB-44E1-A186-D4BC9AD0F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381010"/>
              </p:ext>
            </p:extLst>
          </p:nvPr>
        </p:nvGraphicFramePr>
        <p:xfrm>
          <a:off x="7387878" y="2167732"/>
          <a:ext cx="123825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81" name="Equation" r:id="rId18" imgW="88560" imgH="164880" progId="">
                  <p:embed/>
                </p:oleObj>
              </mc:Choice>
              <mc:Fallback>
                <p:oleObj name="Equation" r:id="rId18" imgW="88560" imgH="164880" progId="">
                  <p:embed/>
                  <p:pic>
                    <p:nvPicPr>
                      <p:cNvPr id="0" name="Picture 13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878" y="2167732"/>
                        <a:ext cx="123825" cy="223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94">
            <a:extLst>
              <a:ext uri="{FF2B5EF4-FFF2-40B4-BE49-F238E27FC236}">
                <a16:creationId xmlns:a16="http://schemas.microsoft.com/office/drawing/2014/main" id="{8F20BE85-2573-4119-9D07-08AA8D8C7A76}"/>
              </a:ext>
            </a:extLst>
          </p:cNvPr>
          <p:cNvGrpSpPr>
            <a:grpSpLocks/>
          </p:cNvGrpSpPr>
          <p:nvPr/>
        </p:nvGrpSpPr>
        <p:grpSpPr bwMode="auto">
          <a:xfrm>
            <a:off x="7509652" y="1191669"/>
            <a:ext cx="965664" cy="820393"/>
            <a:chOff x="3116" y="1381"/>
            <a:chExt cx="532" cy="680"/>
          </a:xfrm>
        </p:grpSpPr>
        <p:sp>
          <p:nvSpPr>
            <p:cNvPr id="25" name="Freeform 86">
              <a:extLst>
                <a:ext uri="{FF2B5EF4-FFF2-40B4-BE49-F238E27FC236}">
                  <a16:creationId xmlns:a16="http://schemas.microsoft.com/office/drawing/2014/main" id="{803CE785-A60A-4E79-9D3A-3845C53E4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6" y="1381"/>
              <a:ext cx="352" cy="650"/>
            </a:xfrm>
            <a:custGeom>
              <a:avLst/>
              <a:gdLst>
                <a:gd name="T0" fmla="*/ 6 w 360"/>
                <a:gd name="T1" fmla="*/ 60 h 606"/>
                <a:gd name="T2" fmla="*/ 12 w 360"/>
                <a:gd name="T3" fmla="*/ 120 h 606"/>
                <a:gd name="T4" fmla="*/ 24 w 360"/>
                <a:gd name="T5" fmla="*/ 168 h 606"/>
                <a:gd name="T6" fmla="*/ 30 w 360"/>
                <a:gd name="T7" fmla="*/ 210 h 606"/>
                <a:gd name="T8" fmla="*/ 36 w 360"/>
                <a:gd name="T9" fmla="*/ 246 h 606"/>
                <a:gd name="T10" fmla="*/ 42 w 360"/>
                <a:gd name="T11" fmla="*/ 276 h 606"/>
                <a:gd name="T12" fmla="*/ 48 w 360"/>
                <a:gd name="T13" fmla="*/ 300 h 606"/>
                <a:gd name="T14" fmla="*/ 54 w 360"/>
                <a:gd name="T15" fmla="*/ 324 h 606"/>
                <a:gd name="T16" fmla="*/ 66 w 360"/>
                <a:gd name="T17" fmla="*/ 348 h 606"/>
                <a:gd name="T18" fmla="*/ 72 w 360"/>
                <a:gd name="T19" fmla="*/ 366 h 606"/>
                <a:gd name="T20" fmla="*/ 78 w 360"/>
                <a:gd name="T21" fmla="*/ 384 h 606"/>
                <a:gd name="T22" fmla="*/ 84 w 360"/>
                <a:gd name="T23" fmla="*/ 402 h 606"/>
                <a:gd name="T24" fmla="*/ 90 w 360"/>
                <a:gd name="T25" fmla="*/ 414 h 606"/>
                <a:gd name="T26" fmla="*/ 96 w 360"/>
                <a:gd name="T27" fmla="*/ 426 h 606"/>
                <a:gd name="T28" fmla="*/ 108 w 360"/>
                <a:gd name="T29" fmla="*/ 438 h 606"/>
                <a:gd name="T30" fmla="*/ 114 w 360"/>
                <a:gd name="T31" fmla="*/ 450 h 606"/>
                <a:gd name="T32" fmla="*/ 120 w 360"/>
                <a:gd name="T33" fmla="*/ 462 h 606"/>
                <a:gd name="T34" fmla="*/ 126 w 360"/>
                <a:gd name="T35" fmla="*/ 468 h 606"/>
                <a:gd name="T36" fmla="*/ 132 w 360"/>
                <a:gd name="T37" fmla="*/ 480 h 606"/>
                <a:gd name="T38" fmla="*/ 138 w 360"/>
                <a:gd name="T39" fmla="*/ 486 h 606"/>
                <a:gd name="T40" fmla="*/ 150 w 360"/>
                <a:gd name="T41" fmla="*/ 492 h 606"/>
                <a:gd name="T42" fmla="*/ 156 w 360"/>
                <a:gd name="T43" fmla="*/ 498 h 606"/>
                <a:gd name="T44" fmla="*/ 162 w 360"/>
                <a:gd name="T45" fmla="*/ 510 h 606"/>
                <a:gd name="T46" fmla="*/ 168 w 360"/>
                <a:gd name="T47" fmla="*/ 516 h 606"/>
                <a:gd name="T48" fmla="*/ 174 w 360"/>
                <a:gd name="T49" fmla="*/ 522 h 606"/>
                <a:gd name="T50" fmla="*/ 186 w 360"/>
                <a:gd name="T51" fmla="*/ 528 h 606"/>
                <a:gd name="T52" fmla="*/ 192 w 360"/>
                <a:gd name="T53" fmla="*/ 528 h 606"/>
                <a:gd name="T54" fmla="*/ 198 w 360"/>
                <a:gd name="T55" fmla="*/ 534 h 606"/>
                <a:gd name="T56" fmla="*/ 204 w 360"/>
                <a:gd name="T57" fmla="*/ 540 h 606"/>
                <a:gd name="T58" fmla="*/ 210 w 360"/>
                <a:gd name="T59" fmla="*/ 546 h 606"/>
                <a:gd name="T60" fmla="*/ 216 w 360"/>
                <a:gd name="T61" fmla="*/ 546 h 606"/>
                <a:gd name="T62" fmla="*/ 228 w 360"/>
                <a:gd name="T63" fmla="*/ 552 h 606"/>
                <a:gd name="T64" fmla="*/ 234 w 360"/>
                <a:gd name="T65" fmla="*/ 558 h 606"/>
                <a:gd name="T66" fmla="*/ 240 w 360"/>
                <a:gd name="T67" fmla="*/ 558 h 606"/>
                <a:gd name="T68" fmla="*/ 246 w 360"/>
                <a:gd name="T69" fmla="*/ 564 h 606"/>
                <a:gd name="T70" fmla="*/ 252 w 360"/>
                <a:gd name="T71" fmla="*/ 570 h 606"/>
                <a:gd name="T72" fmla="*/ 258 w 360"/>
                <a:gd name="T73" fmla="*/ 570 h 606"/>
                <a:gd name="T74" fmla="*/ 270 w 360"/>
                <a:gd name="T75" fmla="*/ 576 h 606"/>
                <a:gd name="T76" fmla="*/ 276 w 360"/>
                <a:gd name="T77" fmla="*/ 576 h 606"/>
                <a:gd name="T78" fmla="*/ 282 w 360"/>
                <a:gd name="T79" fmla="*/ 582 h 606"/>
                <a:gd name="T80" fmla="*/ 288 w 360"/>
                <a:gd name="T81" fmla="*/ 582 h 606"/>
                <a:gd name="T82" fmla="*/ 294 w 360"/>
                <a:gd name="T83" fmla="*/ 582 h 606"/>
                <a:gd name="T84" fmla="*/ 306 w 360"/>
                <a:gd name="T85" fmla="*/ 588 h 606"/>
                <a:gd name="T86" fmla="*/ 312 w 360"/>
                <a:gd name="T87" fmla="*/ 588 h 606"/>
                <a:gd name="T88" fmla="*/ 318 w 360"/>
                <a:gd name="T89" fmla="*/ 594 h 606"/>
                <a:gd name="T90" fmla="*/ 324 w 360"/>
                <a:gd name="T91" fmla="*/ 594 h 606"/>
                <a:gd name="T92" fmla="*/ 330 w 360"/>
                <a:gd name="T93" fmla="*/ 594 h 606"/>
                <a:gd name="T94" fmla="*/ 336 w 360"/>
                <a:gd name="T95" fmla="*/ 600 h 606"/>
                <a:gd name="T96" fmla="*/ 348 w 360"/>
                <a:gd name="T97" fmla="*/ 600 h 606"/>
                <a:gd name="T98" fmla="*/ 354 w 360"/>
                <a:gd name="T99" fmla="*/ 600 h 606"/>
                <a:gd name="T100" fmla="*/ 360 w 360"/>
                <a:gd name="T101" fmla="*/ 606 h 60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0"/>
                <a:gd name="T154" fmla="*/ 0 h 606"/>
                <a:gd name="T155" fmla="*/ 360 w 360"/>
                <a:gd name="T156" fmla="*/ 606 h 60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0" h="606">
                  <a:moveTo>
                    <a:pt x="0" y="0"/>
                  </a:moveTo>
                  <a:lnTo>
                    <a:pt x="0" y="18"/>
                  </a:lnTo>
                  <a:lnTo>
                    <a:pt x="6" y="30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6" y="72"/>
                  </a:lnTo>
                  <a:lnTo>
                    <a:pt x="12" y="84"/>
                  </a:lnTo>
                  <a:lnTo>
                    <a:pt x="12" y="96"/>
                  </a:lnTo>
                  <a:lnTo>
                    <a:pt x="12" y="108"/>
                  </a:lnTo>
                  <a:lnTo>
                    <a:pt x="12" y="120"/>
                  </a:lnTo>
                  <a:lnTo>
                    <a:pt x="18" y="126"/>
                  </a:lnTo>
                  <a:lnTo>
                    <a:pt x="18" y="138"/>
                  </a:lnTo>
                  <a:lnTo>
                    <a:pt x="18" y="150"/>
                  </a:lnTo>
                  <a:lnTo>
                    <a:pt x="18" y="156"/>
                  </a:lnTo>
                  <a:lnTo>
                    <a:pt x="24" y="168"/>
                  </a:lnTo>
                  <a:lnTo>
                    <a:pt x="24" y="174"/>
                  </a:lnTo>
                  <a:lnTo>
                    <a:pt x="24" y="186"/>
                  </a:lnTo>
                  <a:lnTo>
                    <a:pt x="24" y="192"/>
                  </a:lnTo>
                  <a:lnTo>
                    <a:pt x="24" y="198"/>
                  </a:lnTo>
                  <a:lnTo>
                    <a:pt x="30" y="210"/>
                  </a:lnTo>
                  <a:lnTo>
                    <a:pt x="30" y="216"/>
                  </a:lnTo>
                  <a:lnTo>
                    <a:pt x="30" y="222"/>
                  </a:lnTo>
                  <a:lnTo>
                    <a:pt x="30" y="228"/>
                  </a:lnTo>
                  <a:lnTo>
                    <a:pt x="36" y="240"/>
                  </a:lnTo>
                  <a:lnTo>
                    <a:pt x="36" y="246"/>
                  </a:lnTo>
                  <a:lnTo>
                    <a:pt x="36" y="252"/>
                  </a:lnTo>
                  <a:lnTo>
                    <a:pt x="36" y="258"/>
                  </a:lnTo>
                  <a:lnTo>
                    <a:pt x="42" y="264"/>
                  </a:lnTo>
                  <a:lnTo>
                    <a:pt x="42" y="270"/>
                  </a:lnTo>
                  <a:lnTo>
                    <a:pt x="42" y="276"/>
                  </a:lnTo>
                  <a:lnTo>
                    <a:pt x="42" y="282"/>
                  </a:lnTo>
                  <a:lnTo>
                    <a:pt x="48" y="288"/>
                  </a:lnTo>
                  <a:lnTo>
                    <a:pt x="48" y="294"/>
                  </a:lnTo>
                  <a:lnTo>
                    <a:pt x="48" y="300"/>
                  </a:lnTo>
                  <a:lnTo>
                    <a:pt x="48" y="306"/>
                  </a:lnTo>
                  <a:lnTo>
                    <a:pt x="54" y="312"/>
                  </a:lnTo>
                  <a:lnTo>
                    <a:pt x="54" y="318"/>
                  </a:lnTo>
                  <a:lnTo>
                    <a:pt x="54" y="324"/>
                  </a:lnTo>
                  <a:lnTo>
                    <a:pt x="60" y="330"/>
                  </a:lnTo>
                  <a:lnTo>
                    <a:pt x="60" y="336"/>
                  </a:lnTo>
                  <a:lnTo>
                    <a:pt x="60" y="342"/>
                  </a:lnTo>
                  <a:lnTo>
                    <a:pt x="66" y="348"/>
                  </a:lnTo>
                  <a:lnTo>
                    <a:pt x="66" y="354"/>
                  </a:lnTo>
                  <a:lnTo>
                    <a:pt x="66" y="360"/>
                  </a:lnTo>
                  <a:lnTo>
                    <a:pt x="72" y="366"/>
                  </a:lnTo>
                  <a:lnTo>
                    <a:pt x="72" y="372"/>
                  </a:lnTo>
                  <a:lnTo>
                    <a:pt x="72" y="378"/>
                  </a:lnTo>
                  <a:lnTo>
                    <a:pt x="78" y="384"/>
                  </a:lnTo>
                  <a:lnTo>
                    <a:pt x="78" y="390"/>
                  </a:lnTo>
                  <a:lnTo>
                    <a:pt x="84" y="396"/>
                  </a:lnTo>
                  <a:lnTo>
                    <a:pt x="84" y="402"/>
                  </a:lnTo>
                  <a:lnTo>
                    <a:pt x="90" y="408"/>
                  </a:lnTo>
                  <a:lnTo>
                    <a:pt x="90" y="414"/>
                  </a:lnTo>
                  <a:lnTo>
                    <a:pt x="96" y="414"/>
                  </a:lnTo>
                  <a:lnTo>
                    <a:pt x="96" y="420"/>
                  </a:lnTo>
                  <a:lnTo>
                    <a:pt x="96" y="426"/>
                  </a:lnTo>
                  <a:lnTo>
                    <a:pt x="102" y="432"/>
                  </a:lnTo>
                  <a:lnTo>
                    <a:pt x="102" y="438"/>
                  </a:lnTo>
                  <a:lnTo>
                    <a:pt x="108" y="438"/>
                  </a:lnTo>
                  <a:lnTo>
                    <a:pt x="108" y="444"/>
                  </a:lnTo>
                  <a:lnTo>
                    <a:pt x="114" y="450"/>
                  </a:lnTo>
                  <a:lnTo>
                    <a:pt x="114" y="456"/>
                  </a:lnTo>
                  <a:lnTo>
                    <a:pt x="120" y="456"/>
                  </a:lnTo>
                  <a:lnTo>
                    <a:pt x="120" y="462"/>
                  </a:lnTo>
                  <a:lnTo>
                    <a:pt x="126" y="468"/>
                  </a:lnTo>
                  <a:lnTo>
                    <a:pt x="126" y="474"/>
                  </a:lnTo>
                  <a:lnTo>
                    <a:pt x="132" y="474"/>
                  </a:lnTo>
                  <a:lnTo>
                    <a:pt x="132" y="480"/>
                  </a:lnTo>
                  <a:lnTo>
                    <a:pt x="138" y="480"/>
                  </a:lnTo>
                  <a:lnTo>
                    <a:pt x="138" y="486"/>
                  </a:lnTo>
                  <a:lnTo>
                    <a:pt x="144" y="486"/>
                  </a:lnTo>
                  <a:lnTo>
                    <a:pt x="144" y="492"/>
                  </a:lnTo>
                  <a:lnTo>
                    <a:pt x="150" y="492"/>
                  </a:lnTo>
                  <a:lnTo>
                    <a:pt x="150" y="498"/>
                  </a:lnTo>
                  <a:lnTo>
                    <a:pt x="156" y="498"/>
                  </a:lnTo>
                  <a:lnTo>
                    <a:pt x="156" y="504"/>
                  </a:lnTo>
                  <a:lnTo>
                    <a:pt x="162" y="504"/>
                  </a:lnTo>
                  <a:lnTo>
                    <a:pt x="162" y="510"/>
                  </a:lnTo>
                  <a:lnTo>
                    <a:pt x="168" y="510"/>
                  </a:lnTo>
                  <a:lnTo>
                    <a:pt x="168" y="516"/>
                  </a:lnTo>
                  <a:lnTo>
                    <a:pt x="174" y="516"/>
                  </a:lnTo>
                  <a:lnTo>
                    <a:pt x="174" y="522"/>
                  </a:lnTo>
                  <a:lnTo>
                    <a:pt x="180" y="522"/>
                  </a:lnTo>
                  <a:lnTo>
                    <a:pt x="186" y="528"/>
                  </a:lnTo>
                  <a:lnTo>
                    <a:pt x="192" y="528"/>
                  </a:lnTo>
                  <a:lnTo>
                    <a:pt x="192" y="534"/>
                  </a:lnTo>
                  <a:lnTo>
                    <a:pt x="198" y="534"/>
                  </a:lnTo>
                  <a:lnTo>
                    <a:pt x="198" y="540"/>
                  </a:lnTo>
                  <a:lnTo>
                    <a:pt x="204" y="540"/>
                  </a:lnTo>
                  <a:lnTo>
                    <a:pt x="210" y="540"/>
                  </a:lnTo>
                  <a:lnTo>
                    <a:pt x="210" y="546"/>
                  </a:lnTo>
                  <a:lnTo>
                    <a:pt x="216" y="546"/>
                  </a:lnTo>
                  <a:lnTo>
                    <a:pt x="222" y="552"/>
                  </a:lnTo>
                  <a:lnTo>
                    <a:pt x="228" y="552"/>
                  </a:lnTo>
                  <a:lnTo>
                    <a:pt x="228" y="558"/>
                  </a:lnTo>
                  <a:lnTo>
                    <a:pt x="234" y="558"/>
                  </a:lnTo>
                  <a:lnTo>
                    <a:pt x="240" y="558"/>
                  </a:lnTo>
                  <a:lnTo>
                    <a:pt x="240" y="564"/>
                  </a:lnTo>
                  <a:lnTo>
                    <a:pt x="246" y="564"/>
                  </a:lnTo>
                  <a:lnTo>
                    <a:pt x="252" y="564"/>
                  </a:lnTo>
                  <a:lnTo>
                    <a:pt x="252" y="570"/>
                  </a:lnTo>
                  <a:lnTo>
                    <a:pt x="258" y="570"/>
                  </a:lnTo>
                  <a:lnTo>
                    <a:pt x="264" y="570"/>
                  </a:lnTo>
                  <a:lnTo>
                    <a:pt x="270" y="576"/>
                  </a:lnTo>
                  <a:lnTo>
                    <a:pt x="276" y="576"/>
                  </a:lnTo>
                  <a:lnTo>
                    <a:pt x="282" y="576"/>
                  </a:lnTo>
                  <a:lnTo>
                    <a:pt x="282" y="582"/>
                  </a:lnTo>
                  <a:lnTo>
                    <a:pt x="288" y="582"/>
                  </a:lnTo>
                  <a:lnTo>
                    <a:pt x="294" y="582"/>
                  </a:lnTo>
                  <a:lnTo>
                    <a:pt x="300" y="582"/>
                  </a:lnTo>
                  <a:lnTo>
                    <a:pt x="300" y="588"/>
                  </a:lnTo>
                  <a:lnTo>
                    <a:pt x="306" y="588"/>
                  </a:lnTo>
                  <a:lnTo>
                    <a:pt x="312" y="588"/>
                  </a:lnTo>
                  <a:lnTo>
                    <a:pt x="318" y="594"/>
                  </a:lnTo>
                  <a:lnTo>
                    <a:pt x="324" y="594"/>
                  </a:lnTo>
                  <a:lnTo>
                    <a:pt x="330" y="594"/>
                  </a:lnTo>
                  <a:lnTo>
                    <a:pt x="336" y="594"/>
                  </a:lnTo>
                  <a:lnTo>
                    <a:pt x="336" y="600"/>
                  </a:lnTo>
                  <a:lnTo>
                    <a:pt x="342" y="600"/>
                  </a:lnTo>
                  <a:lnTo>
                    <a:pt x="348" y="600"/>
                  </a:lnTo>
                  <a:lnTo>
                    <a:pt x="354" y="600"/>
                  </a:lnTo>
                  <a:lnTo>
                    <a:pt x="360" y="606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6" name="Freeform 87">
              <a:extLst>
                <a:ext uri="{FF2B5EF4-FFF2-40B4-BE49-F238E27FC236}">
                  <a16:creationId xmlns:a16="http://schemas.microsoft.com/office/drawing/2014/main" id="{09F9E0F7-9B75-486C-90E3-A2EED60DA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2031"/>
              <a:ext cx="180" cy="30"/>
            </a:xfrm>
            <a:custGeom>
              <a:avLst/>
              <a:gdLst>
                <a:gd name="T0" fmla="*/ 6 w 180"/>
                <a:gd name="T1" fmla="*/ 0 h 30"/>
                <a:gd name="T2" fmla="*/ 6 w 180"/>
                <a:gd name="T3" fmla="*/ 0 h 30"/>
                <a:gd name="T4" fmla="*/ 12 w 180"/>
                <a:gd name="T5" fmla="*/ 0 h 30"/>
                <a:gd name="T6" fmla="*/ 18 w 180"/>
                <a:gd name="T7" fmla="*/ 0 h 30"/>
                <a:gd name="T8" fmla="*/ 18 w 180"/>
                <a:gd name="T9" fmla="*/ 0 h 30"/>
                <a:gd name="T10" fmla="*/ 24 w 180"/>
                <a:gd name="T11" fmla="*/ 6 h 30"/>
                <a:gd name="T12" fmla="*/ 30 w 180"/>
                <a:gd name="T13" fmla="*/ 6 h 30"/>
                <a:gd name="T14" fmla="*/ 36 w 180"/>
                <a:gd name="T15" fmla="*/ 6 h 30"/>
                <a:gd name="T16" fmla="*/ 36 w 180"/>
                <a:gd name="T17" fmla="*/ 6 h 30"/>
                <a:gd name="T18" fmla="*/ 42 w 180"/>
                <a:gd name="T19" fmla="*/ 6 h 30"/>
                <a:gd name="T20" fmla="*/ 48 w 180"/>
                <a:gd name="T21" fmla="*/ 6 h 30"/>
                <a:gd name="T22" fmla="*/ 48 w 180"/>
                <a:gd name="T23" fmla="*/ 12 h 30"/>
                <a:gd name="T24" fmla="*/ 54 w 180"/>
                <a:gd name="T25" fmla="*/ 12 h 30"/>
                <a:gd name="T26" fmla="*/ 60 w 180"/>
                <a:gd name="T27" fmla="*/ 12 h 30"/>
                <a:gd name="T28" fmla="*/ 60 w 180"/>
                <a:gd name="T29" fmla="*/ 12 h 30"/>
                <a:gd name="T30" fmla="*/ 66 w 180"/>
                <a:gd name="T31" fmla="*/ 12 h 30"/>
                <a:gd name="T32" fmla="*/ 72 w 180"/>
                <a:gd name="T33" fmla="*/ 12 h 30"/>
                <a:gd name="T34" fmla="*/ 78 w 180"/>
                <a:gd name="T35" fmla="*/ 12 h 30"/>
                <a:gd name="T36" fmla="*/ 78 w 180"/>
                <a:gd name="T37" fmla="*/ 18 h 30"/>
                <a:gd name="T38" fmla="*/ 84 w 180"/>
                <a:gd name="T39" fmla="*/ 18 h 30"/>
                <a:gd name="T40" fmla="*/ 90 w 180"/>
                <a:gd name="T41" fmla="*/ 18 h 30"/>
                <a:gd name="T42" fmla="*/ 90 w 180"/>
                <a:gd name="T43" fmla="*/ 18 h 30"/>
                <a:gd name="T44" fmla="*/ 96 w 180"/>
                <a:gd name="T45" fmla="*/ 18 h 30"/>
                <a:gd name="T46" fmla="*/ 102 w 180"/>
                <a:gd name="T47" fmla="*/ 18 h 30"/>
                <a:gd name="T48" fmla="*/ 108 w 180"/>
                <a:gd name="T49" fmla="*/ 18 h 30"/>
                <a:gd name="T50" fmla="*/ 108 w 180"/>
                <a:gd name="T51" fmla="*/ 18 h 30"/>
                <a:gd name="T52" fmla="*/ 114 w 180"/>
                <a:gd name="T53" fmla="*/ 24 h 30"/>
                <a:gd name="T54" fmla="*/ 120 w 180"/>
                <a:gd name="T55" fmla="*/ 24 h 30"/>
                <a:gd name="T56" fmla="*/ 120 w 180"/>
                <a:gd name="T57" fmla="*/ 24 h 30"/>
                <a:gd name="T58" fmla="*/ 126 w 180"/>
                <a:gd name="T59" fmla="*/ 24 h 30"/>
                <a:gd name="T60" fmla="*/ 132 w 180"/>
                <a:gd name="T61" fmla="*/ 24 h 30"/>
                <a:gd name="T62" fmla="*/ 132 w 180"/>
                <a:gd name="T63" fmla="*/ 24 h 30"/>
                <a:gd name="T64" fmla="*/ 138 w 180"/>
                <a:gd name="T65" fmla="*/ 24 h 30"/>
                <a:gd name="T66" fmla="*/ 144 w 180"/>
                <a:gd name="T67" fmla="*/ 24 h 30"/>
                <a:gd name="T68" fmla="*/ 150 w 180"/>
                <a:gd name="T69" fmla="*/ 24 h 30"/>
                <a:gd name="T70" fmla="*/ 150 w 180"/>
                <a:gd name="T71" fmla="*/ 24 h 30"/>
                <a:gd name="T72" fmla="*/ 156 w 180"/>
                <a:gd name="T73" fmla="*/ 30 h 30"/>
                <a:gd name="T74" fmla="*/ 162 w 180"/>
                <a:gd name="T75" fmla="*/ 30 h 30"/>
                <a:gd name="T76" fmla="*/ 162 w 180"/>
                <a:gd name="T77" fmla="*/ 30 h 30"/>
                <a:gd name="T78" fmla="*/ 168 w 180"/>
                <a:gd name="T79" fmla="*/ 30 h 30"/>
                <a:gd name="T80" fmla="*/ 174 w 180"/>
                <a:gd name="T81" fmla="*/ 30 h 30"/>
                <a:gd name="T82" fmla="*/ 180 w 18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0"/>
                <a:gd name="T127" fmla="*/ 0 h 30"/>
                <a:gd name="T128" fmla="*/ 180 w 180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0" h="3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48" y="12"/>
                  </a:lnTo>
                  <a:lnTo>
                    <a:pt x="54" y="12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8"/>
                  </a:lnTo>
                  <a:lnTo>
                    <a:pt x="84" y="18"/>
                  </a:lnTo>
                  <a:lnTo>
                    <a:pt x="90" y="18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08" y="18"/>
                  </a:lnTo>
                  <a:lnTo>
                    <a:pt x="114" y="18"/>
                  </a:lnTo>
                  <a:lnTo>
                    <a:pt x="114" y="24"/>
                  </a:lnTo>
                  <a:lnTo>
                    <a:pt x="120" y="24"/>
                  </a:lnTo>
                  <a:lnTo>
                    <a:pt x="126" y="24"/>
                  </a:lnTo>
                  <a:lnTo>
                    <a:pt x="132" y="24"/>
                  </a:lnTo>
                  <a:lnTo>
                    <a:pt x="138" y="24"/>
                  </a:lnTo>
                  <a:lnTo>
                    <a:pt x="144" y="24"/>
                  </a:lnTo>
                  <a:lnTo>
                    <a:pt x="150" y="24"/>
                  </a:lnTo>
                  <a:lnTo>
                    <a:pt x="156" y="30"/>
                  </a:lnTo>
                  <a:lnTo>
                    <a:pt x="162" y="30"/>
                  </a:lnTo>
                  <a:lnTo>
                    <a:pt x="168" y="30"/>
                  </a:lnTo>
                  <a:lnTo>
                    <a:pt x="174" y="30"/>
                  </a:lnTo>
                  <a:lnTo>
                    <a:pt x="180" y="3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grpSp>
        <p:nvGrpSpPr>
          <p:cNvPr id="27" name="Group 96">
            <a:extLst>
              <a:ext uri="{FF2B5EF4-FFF2-40B4-BE49-F238E27FC236}">
                <a16:creationId xmlns:a16="http://schemas.microsoft.com/office/drawing/2014/main" id="{B08C4A5C-6E3D-4D12-BFCB-7F2B18775BEE}"/>
              </a:ext>
            </a:extLst>
          </p:cNvPr>
          <p:cNvGrpSpPr>
            <a:grpSpLocks/>
          </p:cNvGrpSpPr>
          <p:nvPr/>
        </p:nvGrpSpPr>
        <p:grpSpPr bwMode="auto">
          <a:xfrm>
            <a:off x="6404173" y="1170377"/>
            <a:ext cx="2071142" cy="1889522"/>
            <a:chOff x="3822" y="1968"/>
            <a:chExt cx="1446" cy="1587"/>
          </a:xfrm>
        </p:grpSpPr>
        <p:graphicFrame>
          <p:nvGraphicFramePr>
            <p:cNvPr id="28" name="Object 37">
              <a:extLst>
                <a:ext uri="{FF2B5EF4-FFF2-40B4-BE49-F238E27FC236}">
                  <a16:creationId xmlns:a16="http://schemas.microsoft.com/office/drawing/2014/main" id="{A067C5BC-2DEF-4960-B765-3A0417F89D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2784"/>
            <a:ext cx="18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82" name="Equation" r:id="rId20" imgW="114266" imgH="133380" progId="Equation.3">
                    <p:embed/>
                  </p:oleObj>
                </mc:Choice>
                <mc:Fallback>
                  <p:oleObj name="Equation" r:id="rId20" imgW="114266" imgH="133380" progId="Equation.3">
                    <p:embed/>
                    <p:pic>
                      <p:nvPicPr>
                        <p:cNvPr id="0" name="Picture 13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2784"/>
                          <a:ext cx="180" cy="1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8">
              <a:extLst>
                <a:ext uri="{FF2B5EF4-FFF2-40B4-BE49-F238E27FC236}">
                  <a16:creationId xmlns:a16="http://schemas.microsoft.com/office/drawing/2014/main" id="{24C5494D-B595-4158-939A-E72037B9C8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1968"/>
            <a:ext cx="19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83" name="Equation" r:id="rId22" imgW="133446" imgH="152280" progId="Equation.3">
                    <p:embed/>
                  </p:oleObj>
                </mc:Choice>
                <mc:Fallback>
                  <p:oleObj name="Equation" r:id="rId22" imgW="133446" imgH="152280" progId="Equation.3">
                    <p:embed/>
                    <p:pic>
                      <p:nvPicPr>
                        <p:cNvPr id="0" name="Picture 13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968"/>
                          <a:ext cx="198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9">
              <a:extLst>
                <a:ext uri="{FF2B5EF4-FFF2-40B4-BE49-F238E27FC236}">
                  <a16:creationId xmlns:a16="http://schemas.microsoft.com/office/drawing/2014/main" id="{0152EAF9-8DE9-436E-8392-883CD0162F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2765"/>
            <a:ext cx="179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84" name="Equation" r:id="rId24" imgW="114266" imgH="133380" progId="Equation.3">
                    <p:embed/>
                  </p:oleObj>
                </mc:Choice>
                <mc:Fallback>
                  <p:oleObj name="Equation" r:id="rId24" imgW="114266" imgH="133380" progId="Equation.3">
                    <p:embed/>
                    <p:pic>
                      <p:nvPicPr>
                        <p:cNvPr id="0" name="Picture 13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765"/>
                          <a:ext cx="179" cy="1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Line 89">
              <a:extLst>
                <a:ext uri="{FF2B5EF4-FFF2-40B4-BE49-F238E27FC236}">
                  <a16:creationId xmlns:a16="http://schemas.microsoft.com/office/drawing/2014/main" id="{709F9DAE-FEF5-46E5-A5AB-8E7E22BD6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2778"/>
              <a:ext cx="141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Line 91">
              <a:extLst>
                <a:ext uri="{FF2B5EF4-FFF2-40B4-BE49-F238E27FC236}">
                  <a16:creationId xmlns:a16="http://schemas.microsoft.com/office/drawing/2014/main" id="{652332E6-FB64-406F-AB4B-A12C2DC51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8" y="1968"/>
              <a:ext cx="1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45" name="Group 94">
            <a:extLst>
              <a:ext uri="{FF2B5EF4-FFF2-40B4-BE49-F238E27FC236}">
                <a16:creationId xmlns:a16="http://schemas.microsoft.com/office/drawing/2014/main" id="{8F20BE85-2573-4119-9D07-08AA8D8C7A76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6445651" y="1148361"/>
            <a:ext cx="839730" cy="927553"/>
            <a:chOff x="3108" y="1425"/>
            <a:chExt cx="540" cy="636"/>
          </a:xfrm>
        </p:grpSpPr>
        <p:sp>
          <p:nvSpPr>
            <p:cNvPr id="47" name="Freeform 86">
              <a:extLst>
                <a:ext uri="{FF2B5EF4-FFF2-40B4-BE49-F238E27FC236}">
                  <a16:creationId xmlns:a16="http://schemas.microsoft.com/office/drawing/2014/main" id="{803CE785-A60A-4E79-9D3A-3845C53E4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425"/>
              <a:ext cx="360" cy="606"/>
            </a:xfrm>
            <a:custGeom>
              <a:avLst/>
              <a:gdLst>
                <a:gd name="T0" fmla="*/ 6 w 360"/>
                <a:gd name="T1" fmla="*/ 60 h 606"/>
                <a:gd name="T2" fmla="*/ 12 w 360"/>
                <a:gd name="T3" fmla="*/ 120 h 606"/>
                <a:gd name="T4" fmla="*/ 24 w 360"/>
                <a:gd name="T5" fmla="*/ 168 h 606"/>
                <a:gd name="T6" fmla="*/ 30 w 360"/>
                <a:gd name="T7" fmla="*/ 210 h 606"/>
                <a:gd name="T8" fmla="*/ 36 w 360"/>
                <a:gd name="T9" fmla="*/ 246 h 606"/>
                <a:gd name="T10" fmla="*/ 42 w 360"/>
                <a:gd name="T11" fmla="*/ 276 h 606"/>
                <a:gd name="T12" fmla="*/ 48 w 360"/>
                <a:gd name="T13" fmla="*/ 300 h 606"/>
                <a:gd name="T14" fmla="*/ 54 w 360"/>
                <a:gd name="T15" fmla="*/ 324 h 606"/>
                <a:gd name="T16" fmla="*/ 66 w 360"/>
                <a:gd name="T17" fmla="*/ 348 h 606"/>
                <a:gd name="T18" fmla="*/ 72 w 360"/>
                <a:gd name="T19" fmla="*/ 366 h 606"/>
                <a:gd name="T20" fmla="*/ 78 w 360"/>
                <a:gd name="T21" fmla="*/ 384 h 606"/>
                <a:gd name="T22" fmla="*/ 84 w 360"/>
                <a:gd name="T23" fmla="*/ 402 h 606"/>
                <a:gd name="T24" fmla="*/ 90 w 360"/>
                <a:gd name="T25" fmla="*/ 414 h 606"/>
                <a:gd name="T26" fmla="*/ 96 w 360"/>
                <a:gd name="T27" fmla="*/ 426 h 606"/>
                <a:gd name="T28" fmla="*/ 108 w 360"/>
                <a:gd name="T29" fmla="*/ 438 h 606"/>
                <a:gd name="T30" fmla="*/ 114 w 360"/>
                <a:gd name="T31" fmla="*/ 450 h 606"/>
                <a:gd name="T32" fmla="*/ 120 w 360"/>
                <a:gd name="T33" fmla="*/ 462 h 606"/>
                <a:gd name="T34" fmla="*/ 126 w 360"/>
                <a:gd name="T35" fmla="*/ 468 h 606"/>
                <a:gd name="T36" fmla="*/ 132 w 360"/>
                <a:gd name="T37" fmla="*/ 480 h 606"/>
                <a:gd name="T38" fmla="*/ 138 w 360"/>
                <a:gd name="T39" fmla="*/ 486 h 606"/>
                <a:gd name="T40" fmla="*/ 150 w 360"/>
                <a:gd name="T41" fmla="*/ 492 h 606"/>
                <a:gd name="T42" fmla="*/ 156 w 360"/>
                <a:gd name="T43" fmla="*/ 498 h 606"/>
                <a:gd name="T44" fmla="*/ 162 w 360"/>
                <a:gd name="T45" fmla="*/ 510 h 606"/>
                <a:gd name="T46" fmla="*/ 168 w 360"/>
                <a:gd name="T47" fmla="*/ 516 h 606"/>
                <a:gd name="T48" fmla="*/ 174 w 360"/>
                <a:gd name="T49" fmla="*/ 522 h 606"/>
                <a:gd name="T50" fmla="*/ 186 w 360"/>
                <a:gd name="T51" fmla="*/ 528 h 606"/>
                <a:gd name="T52" fmla="*/ 192 w 360"/>
                <a:gd name="T53" fmla="*/ 528 h 606"/>
                <a:gd name="T54" fmla="*/ 198 w 360"/>
                <a:gd name="T55" fmla="*/ 534 h 606"/>
                <a:gd name="T56" fmla="*/ 204 w 360"/>
                <a:gd name="T57" fmla="*/ 540 h 606"/>
                <a:gd name="T58" fmla="*/ 210 w 360"/>
                <a:gd name="T59" fmla="*/ 546 h 606"/>
                <a:gd name="T60" fmla="*/ 216 w 360"/>
                <a:gd name="T61" fmla="*/ 546 h 606"/>
                <a:gd name="T62" fmla="*/ 228 w 360"/>
                <a:gd name="T63" fmla="*/ 552 h 606"/>
                <a:gd name="T64" fmla="*/ 234 w 360"/>
                <a:gd name="T65" fmla="*/ 558 h 606"/>
                <a:gd name="T66" fmla="*/ 240 w 360"/>
                <a:gd name="T67" fmla="*/ 558 h 606"/>
                <a:gd name="T68" fmla="*/ 246 w 360"/>
                <a:gd name="T69" fmla="*/ 564 h 606"/>
                <a:gd name="T70" fmla="*/ 252 w 360"/>
                <a:gd name="T71" fmla="*/ 570 h 606"/>
                <a:gd name="T72" fmla="*/ 258 w 360"/>
                <a:gd name="T73" fmla="*/ 570 h 606"/>
                <a:gd name="T74" fmla="*/ 270 w 360"/>
                <a:gd name="T75" fmla="*/ 576 h 606"/>
                <a:gd name="T76" fmla="*/ 276 w 360"/>
                <a:gd name="T77" fmla="*/ 576 h 606"/>
                <a:gd name="T78" fmla="*/ 282 w 360"/>
                <a:gd name="T79" fmla="*/ 582 h 606"/>
                <a:gd name="T80" fmla="*/ 288 w 360"/>
                <a:gd name="T81" fmla="*/ 582 h 606"/>
                <a:gd name="T82" fmla="*/ 294 w 360"/>
                <a:gd name="T83" fmla="*/ 582 h 606"/>
                <a:gd name="T84" fmla="*/ 306 w 360"/>
                <a:gd name="T85" fmla="*/ 588 h 606"/>
                <a:gd name="T86" fmla="*/ 312 w 360"/>
                <a:gd name="T87" fmla="*/ 588 h 606"/>
                <a:gd name="T88" fmla="*/ 318 w 360"/>
                <a:gd name="T89" fmla="*/ 594 h 606"/>
                <a:gd name="T90" fmla="*/ 324 w 360"/>
                <a:gd name="T91" fmla="*/ 594 h 606"/>
                <a:gd name="T92" fmla="*/ 330 w 360"/>
                <a:gd name="T93" fmla="*/ 594 h 606"/>
                <a:gd name="T94" fmla="*/ 336 w 360"/>
                <a:gd name="T95" fmla="*/ 600 h 606"/>
                <a:gd name="T96" fmla="*/ 348 w 360"/>
                <a:gd name="T97" fmla="*/ 600 h 606"/>
                <a:gd name="T98" fmla="*/ 354 w 360"/>
                <a:gd name="T99" fmla="*/ 600 h 606"/>
                <a:gd name="T100" fmla="*/ 360 w 360"/>
                <a:gd name="T101" fmla="*/ 606 h 60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0"/>
                <a:gd name="T154" fmla="*/ 0 h 606"/>
                <a:gd name="T155" fmla="*/ 360 w 360"/>
                <a:gd name="T156" fmla="*/ 606 h 60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0" h="606">
                  <a:moveTo>
                    <a:pt x="0" y="0"/>
                  </a:moveTo>
                  <a:lnTo>
                    <a:pt x="0" y="18"/>
                  </a:lnTo>
                  <a:lnTo>
                    <a:pt x="6" y="30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6" y="72"/>
                  </a:lnTo>
                  <a:lnTo>
                    <a:pt x="12" y="84"/>
                  </a:lnTo>
                  <a:lnTo>
                    <a:pt x="12" y="96"/>
                  </a:lnTo>
                  <a:lnTo>
                    <a:pt x="12" y="108"/>
                  </a:lnTo>
                  <a:lnTo>
                    <a:pt x="12" y="120"/>
                  </a:lnTo>
                  <a:lnTo>
                    <a:pt x="18" y="126"/>
                  </a:lnTo>
                  <a:lnTo>
                    <a:pt x="18" y="138"/>
                  </a:lnTo>
                  <a:lnTo>
                    <a:pt x="18" y="150"/>
                  </a:lnTo>
                  <a:lnTo>
                    <a:pt x="18" y="156"/>
                  </a:lnTo>
                  <a:lnTo>
                    <a:pt x="24" y="168"/>
                  </a:lnTo>
                  <a:lnTo>
                    <a:pt x="24" y="174"/>
                  </a:lnTo>
                  <a:lnTo>
                    <a:pt x="24" y="186"/>
                  </a:lnTo>
                  <a:lnTo>
                    <a:pt x="24" y="192"/>
                  </a:lnTo>
                  <a:lnTo>
                    <a:pt x="24" y="198"/>
                  </a:lnTo>
                  <a:lnTo>
                    <a:pt x="30" y="210"/>
                  </a:lnTo>
                  <a:lnTo>
                    <a:pt x="30" y="216"/>
                  </a:lnTo>
                  <a:lnTo>
                    <a:pt x="30" y="222"/>
                  </a:lnTo>
                  <a:lnTo>
                    <a:pt x="30" y="228"/>
                  </a:lnTo>
                  <a:lnTo>
                    <a:pt x="36" y="240"/>
                  </a:lnTo>
                  <a:lnTo>
                    <a:pt x="36" y="246"/>
                  </a:lnTo>
                  <a:lnTo>
                    <a:pt x="36" y="252"/>
                  </a:lnTo>
                  <a:lnTo>
                    <a:pt x="36" y="258"/>
                  </a:lnTo>
                  <a:lnTo>
                    <a:pt x="42" y="264"/>
                  </a:lnTo>
                  <a:lnTo>
                    <a:pt x="42" y="270"/>
                  </a:lnTo>
                  <a:lnTo>
                    <a:pt x="42" y="276"/>
                  </a:lnTo>
                  <a:lnTo>
                    <a:pt x="42" y="282"/>
                  </a:lnTo>
                  <a:lnTo>
                    <a:pt x="48" y="288"/>
                  </a:lnTo>
                  <a:lnTo>
                    <a:pt x="48" y="294"/>
                  </a:lnTo>
                  <a:lnTo>
                    <a:pt x="48" y="300"/>
                  </a:lnTo>
                  <a:lnTo>
                    <a:pt x="48" y="306"/>
                  </a:lnTo>
                  <a:lnTo>
                    <a:pt x="54" y="312"/>
                  </a:lnTo>
                  <a:lnTo>
                    <a:pt x="54" y="318"/>
                  </a:lnTo>
                  <a:lnTo>
                    <a:pt x="54" y="324"/>
                  </a:lnTo>
                  <a:lnTo>
                    <a:pt x="60" y="330"/>
                  </a:lnTo>
                  <a:lnTo>
                    <a:pt x="60" y="336"/>
                  </a:lnTo>
                  <a:lnTo>
                    <a:pt x="60" y="342"/>
                  </a:lnTo>
                  <a:lnTo>
                    <a:pt x="66" y="348"/>
                  </a:lnTo>
                  <a:lnTo>
                    <a:pt x="66" y="354"/>
                  </a:lnTo>
                  <a:lnTo>
                    <a:pt x="66" y="360"/>
                  </a:lnTo>
                  <a:lnTo>
                    <a:pt x="72" y="366"/>
                  </a:lnTo>
                  <a:lnTo>
                    <a:pt x="72" y="372"/>
                  </a:lnTo>
                  <a:lnTo>
                    <a:pt x="72" y="378"/>
                  </a:lnTo>
                  <a:lnTo>
                    <a:pt x="78" y="384"/>
                  </a:lnTo>
                  <a:lnTo>
                    <a:pt x="78" y="390"/>
                  </a:lnTo>
                  <a:lnTo>
                    <a:pt x="84" y="396"/>
                  </a:lnTo>
                  <a:lnTo>
                    <a:pt x="84" y="402"/>
                  </a:lnTo>
                  <a:lnTo>
                    <a:pt x="90" y="408"/>
                  </a:lnTo>
                  <a:lnTo>
                    <a:pt x="90" y="414"/>
                  </a:lnTo>
                  <a:lnTo>
                    <a:pt x="96" y="414"/>
                  </a:lnTo>
                  <a:lnTo>
                    <a:pt x="96" y="420"/>
                  </a:lnTo>
                  <a:lnTo>
                    <a:pt x="96" y="426"/>
                  </a:lnTo>
                  <a:lnTo>
                    <a:pt x="102" y="432"/>
                  </a:lnTo>
                  <a:lnTo>
                    <a:pt x="102" y="438"/>
                  </a:lnTo>
                  <a:lnTo>
                    <a:pt x="108" y="438"/>
                  </a:lnTo>
                  <a:lnTo>
                    <a:pt x="108" y="444"/>
                  </a:lnTo>
                  <a:lnTo>
                    <a:pt x="114" y="450"/>
                  </a:lnTo>
                  <a:lnTo>
                    <a:pt x="114" y="456"/>
                  </a:lnTo>
                  <a:lnTo>
                    <a:pt x="120" y="456"/>
                  </a:lnTo>
                  <a:lnTo>
                    <a:pt x="120" y="462"/>
                  </a:lnTo>
                  <a:lnTo>
                    <a:pt x="126" y="468"/>
                  </a:lnTo>
                  <a:lnTo>
                    <a:pt x="126" y="474"/>
                  </a:lnTo>
                  <a:lnTo>
                    <a:pt x="132" y="474"/>
                  </a:lnTo>
                  <a:lnTo>
                    <a:pt x="132" y="480"/>
                  </a:lnTo>
                  <a:lnTo>
                    <a:pt x="138" y="480"/>
                  </a:lnTo>
                  <a:lnTo>
                    <a:pt x="138" y="486"/>
                  </a:lnTo>
                  <a:lnTo>
                    <a:pt x="144" y="486"/>
                  </a:lnTo>
                  <a:lnTo>
                    <a:pt x="144" y="492"/>
                  </a:lnTo>
                  <a:lnTo>
                    <a:pt x="150" y="492"/>
                  </a:lnTo>
                  <a:lnTo>
                    <a:pt x="150" y="498"/>
                  </a:lnTo>
                  <a:lnTo>
                    <a:pt x="156" y="498"/>
                  </a:lnTo>
                  <a:lnTo>
                    <a:pt x="156" y="504"/>
                  </a:lnTo>
                  <a:lnTo>
                    <a:pt x="162" y="504"/>
                  </a:lnTo>
                  <a:lnTo>
                    <a:pt x="162" y="510"/>
                  </a:lnTo>
                  <a:lnTo>
                    <a:pt x="168" y="510"/>
                  </a:lnTo>
                  <a:lnTo>
                    <a:pt x="168" y="516"/>
                  </a:lnTo>
                  <a:lnTo>
                    <a:pt x="174" y="516"/>
                  </a:lnTo>
                  <a:lnTo>
                    <a:pt x="174" y="522"/>
                  </a:lnTo>
                  <a:lnTo>
                    <a:pt x="180" y="522"/>
                  </a:lnTo>
                  <a:lnTo>
                    <a:pt x="186" y="528"/>
                  </a:lnTo>
                  <a:lnTo>
                    <a:pt x="192" y="528"/>
                  </a:lnTo>
                  <a:lnTo>
                    <a:pt x="192" y="534"/>
                  </a:lnTo>
                  <a:lnTo>
                    <a:pt x="198" y="534"/>
                  </a:lnTo>
                  <a:lnTo>
                    <a:pt x="198" y="540"/>
                  </a:lnTo>
                  <a:lnTo>
                    <a:pt x="204" y="540"/>
                  </a:lnTo>
                  <a:lnTo>
                    <a:pt x="210" y="540"/>
                  </a:lnTo>
                  <a:lnTo>
                    <a:pt x="210" y="546"/>
                  </a:lnTo>
                  <a:lnTo>
                    <a:pt x="216" y="546"/>
                  </a:lnTo>
                  <a:lnTo>
                    <a:pt x="222" y="552"/>
                  </a:lnTo>
                  <a:lnTo>
                    <a:pt x="228" y="552"/>
                  </a:lnTo>
                  <a:lnTo>
                    <a:pt x="228" y="558"/>
                  </a:lnTo>
                  <a:lnTo>
                    <a:pt x="234" y="558"/>
                  </a:lnTo>
                  <a:lnTo>
                    <a:pt x="240" y="558"/>
                  </a:lnTo>
                  <a:lnTo>
                    <a:pt x="240" y="564"/>
                  </a:lnTo>
                  <a:lnTo>
                    <a:pt x="246" y="564"/>
                  </a:lnTo>
                  <a:lnTo>
                    <a:pt x="252" y="564"/>
                  </a:lnTo>
                  <a:lnTo>
                    <a:pt x="252" y="570"/>
                  </a:lnTo>
                  <a:lnTo>
                    <a:pt x="258" y="570"/>
                  </a:lnTo>
                  <a:lnTo>
                    <a:pt x="264" y="570"/>
                  </a:lnTo>
                  <a:lnTo>
                    <a:pt x="270" y="576"/>
                  </a:lnTo>
                  <a:lnTo>
                    <a:pt x="276" y="576"/>
                  </a:lnTo>
                  <a:lnTo>
                    <a:pt x="282" y="576"/>
                  </a:lnTo>
                  <a:lnTo>
                    <a:pt x="282" y="582"/>
                  </a:lnTo>
                  <a:lnTo>
                    <a:pt x="288" y="582"/>
                  </a:lnTo>
                  <a:lnTo>
                    <a:pt x="294" y="582"/>
                  </a:lnTo>
                  <a:lnTo>
                    <a:pt x="300" y="582"/>
                  </a:lnTo>
                  <a:lnTo>
                    <a:pt x="300" y="588"/>
                  </a:lnTo>
                  <a:lnTo>
                    <a:pt x="306" y="588"/>
                  </a:lnTo>
                  <a:lnTo>
                    <a:pt x="312" y="588"/>
                  </a:lnTo>
                  <a:lnTo>
                    <a:pt x="318" y="594"/>
                  </a:lnTo>
                  <a:lnTo>
                    <a:pt x="324" y="594"/>
                  </a:lnTo>
                  <a:lnTo>
                    <a:pt x="330" y="594"/>
                  </a:lnTo>
                  <a:lnTo>
                    <a:pt x="336" y="594"/>
                  </a:lnTo>
                  <a:lnTo>
                    <a:pt x="336" y="600"/>
                  </a:lnTo>
                  <a:lnTo>
                    <a:pt x="342" y="600"/>
                  </a:lnTo>
                  <a:lnTo>
                    <a:pt x="348" y="600"/>
                  </a:lnTo>
                  <a:lnTo>
                    <a:pt x="354" y="600"/>
                  </a:lnTo>
                  <a:lnTo>
                    <a:pt x="360" y="606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48" name="Freeform 87">
              <a:extLst>
                <a:ext uri="{FF2B5EF4-FFF2-40B4-BE49-F238E27FC236}">
                  <a16:creationId xmlns:a16="http://schemas.microsoft.com/office/drawing/2014/main" id="{09F9E0F7-9B75-486C-90E3-A2EED60DA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2031"/>
              <a:ext cx="180" cy="30"/>
            </a:xfrm>
            <a:custGeom>
              <a:avLst/>
              <a:gdLst>
                <a:gd name="T0" fmla="*/ 6 w 180"/>
                <a:gd name="T1" fmla="*/ 0 h 30"/>
                <a:gd name="T2" fmla="*/ 6 w 180"/>
                <a:gd name="T3" fmla="*/ 0 h 30"/>
                <a:gd name="T4" fmla="*/ 12 w 180"/>
                <a:gd name="T5" fmla="*/ 0 h 30"/>
                <a:gd name="T6" fmla="*/ 18 w 180"/>
                <a:gd name="T7" fmla="*/ 0 h 30"/>
                <a:gd name="T8" fmla="*/ 18 w 180"/>
                <a:gd name="T9" fmla="*/ 0 h 30"/>
                <a:gd name="T10" fmla="*/ 24 w 180"/>
                <a:gd name="T11" fmla="*/ 6 h 30"/>
                <a:gd name="T12" fmla="*/ 30 w 180"/>
                <a:gd name="T13" fmla="*/ 6 h 30"/>
                <a:gd name="T14" fmla="*/ 36 w 180"/>
                <a:gd name="T15" fmla="*/ 6 h 30"/>
                <a:gd name="T16" fmla="*/ 36 w 180"/>
                <a:gd name="T17" fmla="*/ 6 h 30"/>
                <a:gd name="T18" fmla="*/ 42 w 180"/>
                <a:gd name="T19" fmla="*/ 6 h 30"/>
                <a:gd name="T20" fmla="*/ 48 w 180"/>
                <a:gd name="T21" fmla="*/ 6 h 30"/>
                <a:gd name="T22" fmla="*/ 48 w 180"/>
                <a:gd name="T23" fmla="*/ 12 h 30"/>
                <a:gd name="T24" fmla="*/ 54 w 180"/>
                <a:gd name="T25" fmla="*/ 12 h 30"/>
                <a:gd name="T26" fmla="*/ 60 w 180"/>
                <a:gd name="T27" fmla="*/ 12 h 30"/>
                <a:gd name="T28" fmla="*/ 60 w 180"/>
                <a:gd name="T29" fmla="*/ 12 h 30"/>
                <a:gd name="T30" fmla="*/ 66 w 180"/>
                <a:gd name="T31" fmla="*/ 12 h 30"/>
                <a:gd name="T32" fmla="*/ 72 w 180"/>
                <a:gd name="T33" fmla="*/ 12 h 30"/>
                <a:gd name="T34" fmla="*/ 78 w 180"/>
                <a:gd name="T35" fmla="*/ 12 h 30"/>
                <a:gd name="T36" fmla="*/ 78 w 180"/>
                <a:gd name="T37" fmla="*/ 18 h 30"/>
                <a:gd name="T38" fmla="*/ 84 w 180"/>
                <a:gd name="T39" fmla="*/ 18 h 30"/>
                <a:gd name="T40" fmla="*/ 90 w 180"/>
                <a:gd name="T41" fmla="*/ 18 h 30"/>
                <a:gd name="T42" fmla="*/ 90 w 180"/>
                <a:gd name="T43" fmla="*/ 18 h 30"/>
                <a:gd name="T44" fmla="*/ 96 w 180"/>
                <a:gd name="T45" fmla="*/ 18 h 30"/>
                <a:gd name="T46" fmla="*/ 102 w 180"/>
                <a:gd name="T47" fmla="*/ 18 h 30"/>
                <a:gd name="T48" fmla="*/ 108 w 180"/>
                <a:gd name="T49" fmla="*/ 18 h 30"/>
                <a:gd name="T50" fmla="*/ 108 w 180"/>
                <a:gd name="T51" fmla="*/ 18 h 30"/>
                <a:gd name="T52" fmla="*/ 114 w 180"/>
                <a:gd name="T53" fmla="*/ 24 h 30"/>
                <a:gd name="T54" fmla="*/ 120 w 180"/>
                <a:gd name="T55" fmla="*/ 24 h 30"/>
                <a:gd name="T56" fmla="*/ 120 w 180"/>
                <a:gd name="T57" fmla="*/ 24 h 30"/>
                <a:gd name="T58" fmla="*/ 126 w 180"/>
                <a:gd name="T59" fmla="*/ 24 h 30"/>
                <a:gd name="T60" fmla="*/ 132 w 180"/>
                <a:gd name="T61" fmla="*/ 24 h 30"/>
                <a:gd name="T62" fmla="*/ 132 w 180"/>
                <a:gd name="T63" fmla="*/ 24 h 30"/>
                <a:gd name="T64" fmla="*/ 138 w 180"/>
                <a:gd name="T65" fmla="*/ 24 h 30"/>
                <a:gd name="T66" fmla="*/ 144 w 180"/>
                <a:gd name="T67" fmla="*/ 24 h 30"/>
                <a:gd name="T68" fmla="*/ 150 w 180"/>
                <a:gd name="T69" fmla="*/ 24 h 30"/>
                <a:gd name="T70" fmla="*/ 150 w 180"/>
                <a:gd name="T71" fmla="*/ 24 h 30"/>
                <a:gd name="T72" fmla="*/ 156 w 180"/>
                <a:gd name="T73" fmla="*/ 30 h 30"/>
                <a:gd name="T74" fmla="*/ 162 w 180"/>
                <a:gd name="T75" fmla="*/ 30 h 30"/>
                <a:gd name="T76" fmla="*/ 162 w 180"/>
                <a:gd name="T77" fmla="*/ 30 h 30"/>
                <a:gd name="T78" fmla="*/ 168 w 180"/>
                <a:gd name="T79" fmla="*/ 30 h 30"/>
                <a:gd name="T80" fmla="*/ 174 w 180"/>
                <a:gd name="T81" fmla="*/ 30 h 30"/>
                <a:gd name="T82" fmla="*/ 180 w 18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0"/>
                <a:gd name="T127" fmla="*/ 0 h 30"/>
                <a:gd name="T128" fmla="*/ 180 w 180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0" h="3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48" y="12"/>
                  </a:lnTo>
                  <a:lnTo>
                    <a:pt x="54" y="12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8"/>
                  </a:lnTo>
                  <a:lnTo>
                    <a:pt x="84" y="18"/>
                  </a:lnTo>
                  <a:lnTo>
                    <a:pt x="90" y="18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08" y="18"/>
                  </a:lnTo>
                  <a:lnTo>
                    <a:pt x="114" y="18"/>
                  </a:lnTo>
                  <a:lnTo>
                    <a:pt x="114" y="24"/>
                  </a:lnTo>
                  <a:lnTo>
                    <a:pt x="120" y="24"/>
                  </a:lnTo>
                  <a:lnTo>
                    <a:pt x="126" y="24"/>
                  </a:lnTo>
                  <a:lnTo>
                    <a:pt x="132" y="24"/>
                  </a:lnTo>
                  <a:lnTo>
                    <a:pt x="138" y="24"/>
                  </a:lnTo>
                  <a:lnTo>
                    <a:pt x="144" y="24"/>
                  </a:lnTo>
                  <a:lnTo>
                    <a:pt x="150" y="24"/>
                  </a:lnTo>
                  <a:lnTo>
                    <a:pt x="156" y="30"/>
                  </a:lnTo>
                  <a:lnTo>
                    <a:pt x="162" y="30"/>
                  </a:lnTo>
                  <a:lnTo>
                    <a:pt x="168" y="30"/>
                  </a:lnTo>
                  <a:lnTo>
                    <a:pt x="174" y="30"/>
                  </a:lnTo>
                  <a:lnTo>
                    <a:pt x="180" y="3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86786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3" grpId="0" animBg="1"/>
      <p:bldP spid="31" grpId="0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52C8CA5F-7120-45DD-A4A4-31330EFA9C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773760"/>
              </p:ext>
            </p:extLst>
          </p:nvPr>
        </p:nvGraphicFramePr>
        <p:xfrm>
          <a:off x="866720" y="491559"/>
          <a:ext cx="20526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36" name="Equation" r:id="rId4" imgW="1981080" imgH="736560" progId="">
                  <p:embed/>
                </p:oleObj>
              </mc:Choice>
              <mc:Fallback>
                <p:oleObj name="Equation" r:id="rId4" imgW="1981080" imgH="736560" progId="">
                  <p:embed/>
                  <p:pic>
                    <p:nvPicPr>
                      <p:cNvPr id="0" name="Picture 1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20" y="491559"/>
                        <a:ext cx="2052638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4">
            <a:extLst>
              <a:ext uri="{FF2B5EF4-FFF2-40B4-BE49-F238E27FC236}">
                <a16:creationId xmlns:a16="http://schemas.microsoft.com/office/drawing/2014/main" id="{2ED9873A-3E52-4CE5-9ACE-C447E3605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28" y="1481980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3" name="Text Box 7">
            <a:extLst>
              <a:ext uri="{FF2B5EF4-FFF2-40B4-BE49-F238E27FC236}">
                <a16:creationId xmlns:a16="http://schemas.microsoft.com/office/drawing/2014/main" id="{71289B5F-7EF8-449F-9F3E-C7773741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248" y="3692213"/>
            <a:ext cx="2736304" cy="415498"/>
          </a:xfrm>
          <a:prstGeom prst="rect">
            <a:avLst/>
          </a:prstGeom>
          <a:solidFill>
            <a:srgbClr val="FFFF00"/>
          </a:solidFill>
          <a:ln w="19050">
            <a:solidFill>
              <a:srgbClr val="FFFF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1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kumimoji="1"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：极限不存在</a:t>
            </a:r>
            <a:r>
              <a:rPr kumimoji="1"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DDD60-86B4-4C66-A5F4-B62C516FA172}"/>
              </a:ext>
            </a:extLst>
          </p:cNvPr>
          <p:cNvGrpSpPr/>
          <p:nvPr/>
        </p:nvGrpSpPr>
        <p:grpSpPr>
          <a:xfrm>
            <a:off x="1643251" y="2254101"/>
            <a:ext cx="3922965" cy="461665"/>
            <a:chOff x="820089" y="2203852"/>
            <a:chExt cx="3922965" cy="461665"/>
          </a:xfrm>
        </p:grpSpPr>
        <p:graphicFrame>
          <p:nvGraphicFramePr>
            <p:cNvPr id="31" name="Object 24">
              <a:extLst>
                <a:ext uri="{FF2B5EF4-FFF2-40B4-BE49-F238E27FC236}">
                  <a16:creationId xmlns:a16="http://schemas.microsoft.com/office/drawing/2014/main" id="{067EADF7-9253-4A56-82B5-93CF589D0D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7550113"/>
                </p:ext>
              </p:extLst>
            </p:nvPr>
          </p:nvGraphicFramePr>
          <p:xfrm>
            <a:off x="1684185" y="2305477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737" name="Equation" r:id="rId6" imgW="647640" imgH="279360" progId="">
                    <p:embed/>
                  </p:oleObj>
                </mc:Choice>
                <mc:Fallback>
                  <p:oleObj name="Equation" r:id="rId6" imgW="647640" imgH="279360" progId="">
                    <p:embed/>
                    <p:pic>
                      <p:nvPicPr>
                        <p:cNvPr id="0" name="Picture 11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185" y="2305477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Text Box 4">
              <a:extLst>
                <a:ext uri="{FF2B5EF4-FFF2-40B4-BE49-F238E27FC236}">
                  <a16:creationId xmlns:a16="http://schemas.microsoft.com/office/drawing/2014/main" id="{7784A2DF-541E-4410-A0D5-D5CBED0E3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089" y="2203852"/>
              <a:ext cx="39229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所以    是函数的间断点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7C2776B-A4A9-432A-A2BE-DADE77693FFD}"/>
              </a:ext>
            </a:extLst>
          </p:cNvPr>
          <p:cNvGrpSpPr/>
          <p:nvPr/>
        </p:nvGrpSpPr>
        <p:grpSpPr>
          <a:xfrm>
            <a:off x="1134500" y="1379936"/>
            <a:ext cx="3571936" cy="704850"/>
            <a:chOff x="784040" y="1529105"/>
            <a:chExt cx="3571936" cy="704850"/>
          </a:xfrm>
        </p:grpSpPr>
        <p:sp>
          <p:nvSpPr>
            <p:cNvPr id="45" name="Text Box 4">
              <a:extLst>
                <a:ext uri="{FF2B5EF4-FFF2-40B4-BE49-F238E27FC236}">
                  <a16:creationId xmlns:a16="http://schemas.microsoft.com/office/drawing/2014/main" id="{2BE5E41F-2F1A-456B-817A-844E3B792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040" y="1635646"/>
              <a:ext cx="35719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显然     在点    处</a:t>
              </a:r>
            </a:p>
          </p:txBody>
        </p:sp>
        <p:graphicFrame>
          <p:nvGraphicFramePr>
            <p:cNvPr id="36" name="Object 24">
              <a:extLst>
                <a:ext uri="{FF2B5EF4-FFF2-40B4-BE49-F238E27FC236}">
                  <a16:creationId xmlns:a16="http://schemas.microsoft.com/office/drawing/2014/main" id="{BEA5729A-78F6-435A-B785-A4B2B240C4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1339914"/>
                </p:ext>
              </p:extLst>
            </p:nvPr>
          </p:nvGraphicFramePr>
          <p:xfrm>
            <a:off x="1679632" y="1529105"/>
            <a:ext cx="698500" cy="704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738" name="Equation" r:id="rId8" imgW="672840" imgH="736560" progId="">
                    <p:embed/>
                  </p:oleObj>
                </mc:Choice>
                <mc:Fallback>
                  <p:oleObj name="Equation" r:id="rId8" imgW="672840" imgH="736560" progId="">
                    <p:embed/>
                    <p:pic>
                      <p:nvPicPr>
                        <p:cNvPr id="0" name="Picture 11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9632" y="1529105"/>
                          <a:ext cx="698500" cy="704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24">
              <a:extLst>
                <a:ext uri="{FF2B5EF4-FFF2-40B4-BE49-F238E27FC236}">
                  <a16:creationId xmlns:a16="http://schemas.microsoft.com/office/drawing/2014/main" id="{3EA51721-B4E3-49A7-9A68-978ACB9508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0052608"/>
                </p:ext>
              </p:extLst>
            </p:nvPr>
          </p:nvGraphicFramePr>
          <p:xfrm>
            <a:off x="2995556" y="1775109"/>
            <a:ext cx="671513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739" name="Equation" r:id="rId10" imgW="647640" imgH="279360" progId="">
                    <p:embed/>
                  </p:oleObj>
                </mc:Choice>
                <mc:Fallback>
                  <p:oleObj name="Equation" r:id="rId10" imgW="647640" imgH="279360" progId="">
                    <p:embed/>
                    <p:pic>
                      <p:nvPicPr>
                        <p:cNvPr id="0" name="Picture 11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556" y="1775109"/>
                          <a:ext cx="671513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Text Box 9">
            <a:extLst>
              <a:ext uri="{FF2B5EF4-FFF2-40B4-BE49-F238E27FC236}">
                <a16:creationId xmlns:a16="http://schemas.microsoft.com/office/drawing/2014/main" id="{B701E372-D36B-4D49-8274-5993A1F8D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678" y="2972767"/>
            <a:ext cx="4566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函数值在</a:t>
            </a:r>
            <a:r>
              <a:rPr kumimoji="1" lang="en-US" altLang="zh-CN" sz="2400" b="1" dirty="0">
                <a:latin typeface="Symbol Tiger" panose="05050102010706020507" pitchFamily="18" charset="2"/>
                <a:ea typeface="宋体" panose="02010600030101010101" pitchFamily="2" charset="-122"/>
              </a:rPr>
              <a:t>-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en-US" altLang="zh-CN" sz="2400" dirty="0">
                <a:latin typeface="Symbol Tiger" panose="05050102010706020507" pitchFamily="18" charset="2"/>
                <a:ea typeface="宋体" panose="02010600030101010101" pitchFamily="2" charset="-122"/>
              </a:rPr>
              <a:t>+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之间来回变动，</a:t>
            </a:r>
            <a:endParaRPr kumimoji="1"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BDC41B-BD49-409B-AEE8-7138B09DB473}"/>
              </a:ext>
            </a:extLst>
          </p:cNvPr>
          <p:cNvGrpSpPr/>
          <p:nvPr/>
        </p:nvGrpSpPr>
        <p:grpSpPr>
          <a:xfrm>
            <a:off x="951999" y="2929688"/>
            <a:ext cx="1912446" cy="461665"/>
            <a:chOff x="881839" y="3145712"/>
            <a:chExt cx="1912446" cy="461665"/>
          </a:xfrm>
        </p:grpSpPr>
        <p:sp>
          <p:nvSpPr>
            <p:cNvPr id="41" name="Text Box 7">
              <a:extLst>
                <a:ext uri="{FF2B5EF4-FFF2-40B4-BE49-F238E27FC236}">
                  <a16:creationId xmlns:a16="http://schemas.microsoft.com/office/drawing/2014/main" id="{00E2FBB6-FF4F-493F-A745-1A9712C22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839" y="3145712"/>
              <a:ext cx="19124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     时，       </a:t>
              </a:r>
            </a:p>
          </p:txBody>
        </p:sp>
        <p:graphicFrame>
          <p:nvGraphicFramePr>
            <p:cNvPr id="52" name="Object 24">
              <a:extLst>
                <a:ext uri="{FF2B5EF4-FFF2-40B4-BE49-F238E27FC236}">
                  <a16:creationId xmlns:a16="http://schemas.microsoft.com/office/drawing/2014/main" id="{8890A536-89F4-4C67-B935-9450D15F94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4265983"/>
                </p:ext>
              </p:extLst>
            </p:nvPr>
          </p:nvGraphicFramePr>
          <p:xfrm>
            <a:off x="1280798" y="3260517"/>
            <a:ext cx="80327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740" name="Equation" r:id="rId12" imgW="774360" imgH="279360" progId="">
                    <p:embed/>
                  </p:oleObj>
                </mc:Choice>
                <mc:Fallback>
                  <p:oleObj name="Equation" r:id="rId12" imgW="774360" imgH="279360" progId="">
                    <p:embed/>
                    <p:pic>
                      <p:nvPicPr>
                        <p:cNvPr id="0" name="Picture 12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0798" y="3260517"/>
                          <a:ext cx="803275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AB1B243-15B2-4004-9E33-F3A3946AF53C}"/>
              </a:ext>
            </a:extLst>
          </p:cNvPr>
          <p:cNvGrpSpPr/>
          <p:nvPr/>
        </p:nvGrpSpPr>
        <p:grpSpPr>
          <a:xfrm>
            <a:off x="427872" y="3660416"/>
            <a:ext cx="4536504" cy="461665"/>
            <a:chOff x="357712" y="3876440"/>
            <a:chExt cx="4536504" cy="461665"/>
          </a:xfrm>
        </p:grpSpPr>
        <p:sp>
          <p:nvSpPr>
            <p:cNvPr id="61" name="Text Box 4">
              <a:extLst>
                <a:ext uri="{FF2B5EF4-FFF2-40B4-BE49-F238E27FC236}">
                  <a16:creationId xmlns:a16="http://schemas.microsoft.com/office/drawing/2014/main" id="{DD748B12-655A-4B60-893D-4BE4CF77B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712" y="3876440"/>
              <a:ext cx="45365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故称     为函数的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振荡间断点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   </a:t>
              </a:r>
            </a:p>
          </p:txBody>
        </p:sp>
        <p:graphicFrame>
          <p:nvGraphicFramePr>
            <p:cNvPr id="54" name="Object 24">
              <a:extLst>
                <a:ext uri="{FF2B5EF4-FFF2-40B4-BE49-F238E27FC236}">
                  <a16:creationId xmlns:a16="http://schemas.microsoft.com/office/drawing/2014/main" id="{EAF1E356-A404-4579-A832-8B47DC2D83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5835113"/>
                </p:ext>
              </p:extLst>
            </p:nvPr>
          </p:nvGraphicFramePr>
          <p:xfrm>
            <a:off x="1149800" y="3997971"/>
            <a:ext cx="671513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741" name="Equation" r:id="rId14" imgW="647640" imgH="279360" progId="">
                    <p:embed/>
                  </p:oleObj>
                </mc:Choice>
                <mc:Fallback>
                  <p:oleObj name="Equation" r:id="rId14" imgW="647640" imgH="279360" progId="">
                    <p:embed/>
                    <p:pic>
                      <p:nvPicPr>
                        <p:cNvPr id="0" name="Picture 12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9800" y="3997971"/>
                          <a:ext cx="671513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15F3D703-5340-451B-88D7-D3CDDBFFE92E}"/>
              </a:ext>
            </a:extLst>
          </p:cNvPr>
          <p:cNvSpPr/>
          <p:nvPr/>
        </p:nvSpPr>
        <p:spPr>
          <a:xfrm>
            <a:off x="393688" y="2268728"/>
            <a:ext cx="15975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没有定义， </a:t>
            </a:r>
            <a:endParaRPr lang="zh-CN" altLang="en-US" sz="2400" b="1" dirty="0"/>
          </a:p>
        </p:txBody>
      </p:sp>
      <p:graphicFrame>
        <p:nvGraphicFramePr>
          <p:cNvPr id="58" name="Object 67">
            <a:extLst>
              <a:ext uri="{FF2B5EF4-FFF2-40B4-BE49-F238E27FC236}">
                <a16:creationId xmlns:a16="http://schemas.microsoft.com/office/drawing/2014/main" id="{61A0163F-DAB7-43BD-BD19-367035F89E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481398"/>
              </p:ext>
            </p:extLst>
          </p:nvPr>
        </p:nvGraphicFramePr>
        <p:xfrm>
          <a:off x="7522480" y="483518"/>
          <a:ext cx="720253" cy="43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42" name="Equation" r:id="rId16" imgW="1323922" imgH="828630" progId="">
                  <p:embed/>
                </p:oleObj>
              </mc:Choice>
              <mc:Fallback>
                <p:oleObj name="Equation" r:id="rId16" imgW="1323922" imgH="828630" progId="">
                  <p:embed/>
                  <p:pic>
                    <p:nvPicPr>
                      <p:cNvPr id="0" name="Picture 1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2480" y="483518"/>
                        <a:ext cx="720253" cy="43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Freeform 6">
            <a:extLst>
              <a:ext uri="{FF2B5EF4-FFF2-40B4-BE49-F238E27FC236}">
                <a16:creationId xmlns:a16="http://schemas.microsoft.com/office/drawing/2014/main" id="{CBD298C4-5ED6-4AC7-8722-F6A872A40395}"/>
              </a:ext>
            </a:extLst>
          </p:cNvPr>
          <p:cNvSpPr>
            <a:spLocks/>
          </p:cNvSpPr>
          <p:nvPr/>
        </p:nvSpPr>
        <p:spPr bwMode="auto">
          <a:xfrm>
            <a:off x="6785308" y="872836"/>
            <a:ext cx="1840706" cy="1316831"/>
          </a:xfrm>
          <a:custGeom>
            <a:avLst/>
            <a:gdLst>
              <a:gd name="T0" fmla="*/ 2147483646 w 1546"/>
              <a:gd name="T1" fmla="*/ 2147483646 h 1106"/>
              <a:gd name="T2" fmla="*/ 2147483646 w 1546"/>
              <a:gd name="T3" fmla="*/ 2147483646 h 1106"/>
              <a:gd name="T4" fmla="*/ 2147483646 w 1546"/>
              <a:gd name="T5" fmla="*/ 2147483646 h 1106"/>
              <a:gd name="T6" fmla="*/ 2147483646 w 1546"/>
              <a:gd name="T7" fmla="*/ 2147483646 h 1106"/>
              <a:gd name="T8" fmla="*/ 2147483646 w 1546"/>
              <a:gd name="T9" fmla="*/ 2147483646 h 1106"/>
              <a:gd name="T10" fmla="*/ 2147483646 w 1546"/>
              <a:gd name="T11" fmla="*/ 2147483646 h 1106"/>
              <a:gd name="T12" fmla="*/ 2147483646 w 1546"/>
              <a:gd name="T13" fmla="*/ 2147483646 h 1106"/>
              <a:gd name="T14" fmla="*/ 2147483646 w 1546"/>
              <a:gd name="T15" fmla="*/ 2147483646 h 1106"/>
              <a:gd name="T16" fmla="*/ 2147483646 w 1546"/>
              <a:gd name="T17" fmla="*/ 2147483646 h 1106"/>
              <a:gd name="T18" fmla="*/ 2147483646 w 1546"/>
              <a:gd name="T19" fmla="*/ 2147483646 h 1106"/>
              <a:gd name="T20" fmla="*/ 2147483646 w 1546"/>
              <a:gd name="T21" fmla="*/ 2147483646 h 1106"/>
              <a:gd name="T22" fmla="*/ 0 w 1546"/>
              <a:gd name="T23" fmla="*/ 2147483646 h 110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546"/>
              <a:gd name="T37" fmla="*/ 0 h 1106"/>
              <a:gd name="T38" fmla="*/ 1546 w 1546"/>
              <a:gd name="T39" fmla="*/ 1106 h 110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546" h="1106">
                <a:moveTo>
                  <a:pt x="1546" y="558"/>
                </a:moveTo>
                <a:cubicBezTo>
                  <a:pt x="1505" y="478"/>
                  <a:pt x="1439" y="0"/>
                  <a:pt x="1300" y="81"/>
                </a:cubicBezTo>
                <a:cubicBezTo>
                  <a:pt x="1161" y="162"/>
                  <a:pt x="841" y="1046"/>
                  <a:pt x="715" y="1045"/>
                </a:cubicBezTo>
                <a:cubicBezTo>
                  <a:pt x="589" y="1044"/>
                  <a:pt x="595" y="76"/>
                  <a:pt x="544" y="73"/>
                </a:cubicBezTo>
                <a:cubicBezTo>
                  <a:pt x="493" y="70"/>
                  <a:pt x="448" y="1028"/>
                  <a:pt x="409" y="1027"/>
                </a:cubicBezTo>
                <a:cubicBezTo>
                  <a:pt x="370" y="1026"/>
                  <a:pt x="340" y="64"/>
                  <a:pt x="310" y="64"/>
                </a:cubicBezTo>
                <a:cubicBezTo>
                  <a:pt x="280" y="64"/>
                  <a:pt x="254" y="1028"/>
                  <a:pt x="229" y="1027"/>
                </a:cubicBezTo>
                <a:cubicBezTo>
                  <a:pt x="204" y="1026"/>
                  <a:pt x="175" y="55"/>
                  <a:pt x="157" y="55"/>
                </a:cubicBezTo>
                <a:cubicBezTo>
                  <a:pt x="139" y="55"/>
                  <a:pt x="137" y="1026"/>
                  <a:pt x="121" y="1027"/>
                </a:cubicBezTo>
                <a:cubicBezTo>
                  <a:pt x="105" y="1028"/>
                  <a:pt x="70" y="64"/>
                  <a:pt x="58" y="64"/>
                </a:cubicBezTo>
                <a:cubicBezTo>
                  <a:pt x="46" y="64"/>
                  <a:pt x="59" y="948"/>
                  <a:pt x="49" y="1027"/>
                </a:cubicBezTo>
                <a:cubicBezTo>
                  <a:pt x="39" y="1106"/>
                  <a:pt x="10" y="642"/>
                  <a:pt x="0" y="541"/>
                </a:cubicBezTo>
              </a:path>
            </a:pathLst>
          </a:cu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B27A062-215F-44B9-B6F8-8DFCF0513426}"/>
              </a:ext>
            </a:extLst>
          </p:cNvPr>
          <p:cNvGrpSpPr/>
          <p:nvPr/>
        </p:nvGrpSpPr>
        <p:grpSpPr>
          <a:xfrm>
            <a:off x="4570152" y="123478"/>
            <a:ext cx="4573848" cy="2383759"/>
            <a:chOff x="4606184" y="187991"/>
            <a:chExt cx="4573848" cy="2383759"/>
          </a:xfrm>
        </p:grpSpPr>
        <p:sp>
          <p:nvSpPr>
            <p:cNvPr id="59" name="Text Box 2">
              <a:extLst>
                <a:ext uri="{FF2B5EF4-FFF2-40B4-BE49-F238E27FC236}">
                  <a16:creationId xmlns:a16="http://schemas.microsoft.com/office/drawing/2014/main" id="{CDABF7AA-5150-4469-BE6A-1C0319698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6813" y="1509122"/>
              <a:ext cx="47625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500" i="1">
                  <a:latin typeface="Times New Roman" panose="02020603050405020304" pitchFamily="18" charset="0"/>
                  <a:ea typeface="隶书" panose="02010509060101010101" pitchFamily="49" charset="-122"/>
                </a:rPr>
                <a:t>O</a:t>
              </a:r>
            </a:p>
          </p:txBody>
        </p:sp>
        <p:sp>
          <p:nvSpPr>
            <p:cNvPr id="60" name="Line 3">
              <a:extLst>
                <a:ext uri="{FF2B5EF4-FFF2-40B4-BE49-F238E27FC236}">
                  <a16:creationId xmlns:a16="http://schemas.microsoft.com/office/drawing/2014/main" id="{F184C94A-4C61-4462-B521-DF84D16B7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6184" y="1573415"/>
              <a:ext cx="4320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2" name="Line 4">
              <a:extLst>
                <a:ext uri="{FF2B5EF4-FFF2-40B4-BE49-F238E27FC236}">
                  <a16:creationId xmlns:a16="http://schemas.microsoft.com/office/drawing/2014/main" id="{4387CFEB-F2CA-4089-B5A3-B5013DA0E3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70416" y="339750"/>
              <a:ext cx="0" cy="22320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5">
              <a:extLst>
                <a:ext uri="{FF2B5EF4-FFF2-40B4-BE49-F238E27FC236}">
                  <a16:creationId xmlns:a16="http://schemas.microsoft.com/office/drawing/2014/main" id="{35EE2394-4D1F-4225-AE9D-070963DCE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7432" y="995069"/>
              <a:ext cx="3996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7">
              <a:extLst>
                <a:ext uri="{FF2B5EF4-FFF2-40B4-BE49-F238E27FC236}">
                  <a16:creationId xmlns:a16="http://schemas.microsoft.com/office/drawing/2014/main" id="{5EB83522-5F30-4EEE-9C0C-5CB793E38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9003" y="2172651"/>
              <a:ext cx="3996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Text Box 8">
              <a:extLst>
                <a:ext uri="{FF2B5EF4-FFF2-40B4-BE49-F238E27FC236}">
                  <a16:creationId xmlns:a16="http://schemas.microsoft.com/office/drawing/2014/main" id="{4022D4FB-5EF5-4ECD-A7B3-2FD09C1C7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9663" y="2140153"/>
              <a:ext cx="678656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500">
                  <a:latin typeface="Times New Roman" panose="02020603050405020304" pitchFamily="18" charset="0"/>
                  <a:ea typeface="隶书" panose="02010509060101010101" pitchFamily="49" charset="-122"/>
                  <a:sym typeface="Symbol" panose="05050102010706020507" pitchFamily="18" charset="2"/>
                </a:rPr>
                <a:t>1</a:t>
              </a:r>
              <a:endParaRPr kumimoji="1" lang="en-US" altLang="zh-CN" sz="15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68" name="Text Box 9">
              <a:extLst>
                <a:ext uri="{FF2B5EF4-FFF2-40B4-BE49-F238E27FC236}">
                  <a16:creationId xmlns:a16="http://schemas.microsoft.com/office/drawing/2014/main" id="{F501DD73-B2F9-40C4-89E2-67813390F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364" y="675261"/>
              <a:ext cx="60483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500" dirty="0">
                  <a:latin typeface="Times New Roman" panose="02020603050405020304" pitchFamily="18" charset="0"/>
                  <a:ea typeface="隶书" panose="02010509060101010101" pitchFamily="49" charset="-122"/>
                  <a:sym typeface="Symbol" panose="05050102010706020507" pitchFamily="18" charset="2"/>
                </a:rPr>
                <a:t>1</a:t>
              </a:r>
              <a:endParaRPr kumimoji="1" lang="en-US" altLang="zh-CN" sz="15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69" name="Rectangle 10">
              <a:extLst>
                <a:ext uri="{FF2B5EF4-FFF2-40B4-BE49-F238E27FC236}">
                  <a16:creationId xmlns:a16="http://schemas.microsoft.com/office/drawing/2014/main" id="{DF286B0B-0B0A-4736-A715-8E0C2674D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984" y="1787157"/>
              <a:ext cx="4320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 i="1" dirty="0">
                  <a:latin typeface="Times New Roman" panose="02020603050405020304" pitchFamily="18" charset="0"/>
                  <a:ea typeface="隶书" panose="02010509060101010101" pitchFamily="49" charset="-122"/>
                  <a:sym typeface="Symbol" panose="05050102010706020507" pitchFamily="18" charset="2"/>
                </a:rPr>
                <a:t>x</a:t>
              </a:r>
            </a:p>
          </p:txBody>
        </p:sp>
        <p:sp>
          <p:nvSpPr>
            <p:cNvPr id="70" name="Rectangle 11">
              <a:extLst>
                <a:ext uri="{FF2B5EF4-FFF2-40B4-BE49-F238E27FC236}">
                  <a16:creationId xmlns:a16="http://schemas.microsoft.com/office/drawing/2014/main" id="{9C208216-D9EF-466D-92F8-EF7DF137F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9155" y="187991"/>
              <a:ext cx="7429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1800" i="1" dirty="0">
                  <a:latin typeface="Times New Roman" panose="02020603050405020304" pitchFamily="18" charset="0"/>
                  <a:ea typeface="隶书" panose="02010509060101010101" pitchFamily="49" charset="-122"/>
                  <a:sym typeface="Symbol" panose="05050102010706020507" pitchFamily="18" charset="2"/>
                </a:rPr>
                <a:t>y</a:t>
              </a:r>
            </a:p>
          </p:txBody>
        </p:sp>
      </p:grpSp>
      <p:sp>
        <p:nvSpPr>
          <p:cNvPr id="71" name="Freeform 13">
            <a:extLst>
              <a:ext uri="{FF2B5EF4-FFF2-40B4-BE49-F238E27FC236}">
                <a16:creationId xmlns:a16="http://schemas.microsoft.com/office/drawing/2014/main" id="{C6EA0B71-A785-41A1-A3B5-EBEBDD9B8125}"/>
              </a:ext>
            </a:extLst>
          </p:cNvPr>
          <p:cNvSpPr>
            <a:spLocks/>
          </p:cNvSpPr>
          <p:nvPr/>
        </p:nvSpPr>
        <p:spPr bwMode="auto">
          <a:xfrm rot="10800000">
            <a:off x="4858184" y="869196"/>
            <a:ext cx="1840706" cy="1316831"/>
          </a:xfrm>
          <a:custGeom>
            <a:avLst/>
            <a:gdLst>
              <a:gd name="T0" fmla="*/ 2147483646 w 1546"/>
              <a:gd name="T1" fmla="*/ 2147483646 h 1106"/>
              <a:gd name="T2" fmla="*/ 2147483646 w 1546"/>
              <a:gd name="T3" fmla="*/ 2147483646 h 1106"/>
              <a:gd name="T4" fmla="*/ 2147483646 w 1546"/>
              <a:gd name="T5" fmla="*/ 2147483646 h 1106"/>
              <a:gd name="T6" fmla="*/ 2147483646 w 1546"/>
              <a:gd name="T7" fmla="*/ 2147483646 h 1106"/>
              <a:gd name="T8" fmla="*/ 2147483646 w 1546"/>
              <a:gd name="T9" fmla="*/ 2147483646 h 1106"/>
              <a:gd name="T10" fmla="*/ 2147483646 w 1546"/>
              <a:gd name="T11" fmla="*/ 2147483646 h 1106"/>
              <a:gd name="T12" fmla="*/ 2147483646 w 1546"/>
              <a:gd name="T13" fmla="*/ 2147483646 h 1106"/>
              <a:gd name="T14" fmla="*/ 2147483646 w 1546"/>
              <a:gd name="T15" fmla="*/ 2147483646 h 1106"/>
              <a:gd name="T16" fmla="*/ 2147483646 w 1546"/>
              <a:gd name="T17" fmla="*/ 2147483646 h 1106"/>
              <a:gd name="T18" fmla="*/ 2147483646 w 1546"/>
              <a:gd name="T19" fmla="*/ 2147483646 h 1106"/>
              <a:gd name="T20" fmla="*/ 2147483646 w 1546"/>
              <a:gd name="T21" fmla="*/ 2147483646 h 1106"/>
              <a:gd name="T22" fmla="*/ 0 w 1546"/>
              <a:gd name="T23" fmla="*/ 2147483646 h 110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546"/>
              <a:gd name="T37" fmla="*/ 0 h 1106"/>
              <a:gd name="T38" fmla="*/ 1546 w 1546"/>
              <a:gd name="T39" fmla="*/ 1106 h 110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546" h="1106">
                <a:moveTo>
                  <a:pt x="1546" y="558"/>
                </a:moveTo>
                <a:cubicBezTo>
                  <a:pt x="1505" y="478"/>
                  <a:pt x="1439" y="0"/>
                  <a:pt x="1300" y="81"/>
                </a:cubicBezTo>
                <a:cubicBezTo>
                  <a:pt x="1161" y="162"/>
                  <a:pt x="841" y="1046"/>
                  <a:pt x="715" y="1045"/>
                </a:cubicBezTo>
                <a:cubicBezTo>
                  <a:pt x="589" y="1044"/>
                  <a:pt x="595" y="76"/>
                  <a:pt x="544" y="73"/>
                </a:cubicBezTo>
                <a:cubicBezTo>
                  <a:pt x="493" y="70"/>
                  <a:pt x="448" y="1028"/>
                  <a:pt x="409" y="1027"/>
                </a:cubicBezTo>
                <a:cubicBezTo>
                  <a:pt x="370" y="1026"/>
                  <a:pt x="340" y="64"/>
                  <a:pt x="310" y="64"/>
                </a:cubicBezTo>
                <a:cubicBezTo>
                  <a:pt x="280" y="64"/>
                  <a:pt x="254" y="1028"/>
                  <a:pt x="229" y="1027"/>
                </a:cubicBezTo>
                <a:cubicBezTo>
                  <a:pt x="204" y="1026"/>
                  <a:pt x="175" y="55"/>
                  <a:pt x="157" y="55"/>
                </a:cubicBezTo>
                <a:cubicBezTo>
                  <a:pt x="139" y="55"/>
                  <a:pt x="137" y="1026"/>
                  <a:pt x="121" y="1027"/>
                </a:cubicBezTo>
                <a:cubicBezTo>
                  <a:pt x="105" y="1028"/>
                  <a:pt x="70" y="64"/>
                  <a:pt x="58" y="64"/>
                </a:cubicBezTo>
                <a:cubicBezTo>
                  <a:pt x="46" y="64"/>
                  <a:pt x="59" y="948"/>
                  <a:pt x="49" y="1027"/>
                </a:cubicBezTo>
                <a:cubicBezTo>
                  <a:pt x="39" y="1106"/>
                  <a:pt x="10" y="642"/>
                  <a:pt x="0" y="541"/>
                </a:cubicBezTo>
              </a:path>
            </a:pathLst>
          </a:cu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55096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3" grpId="0" animBg="1"/>
      <p:bldP spid="43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8CEB2CB7-C31B-47C4-A9A2-2519798C9C4F}"/>
              </a:ext>
            </a:extLst>
          </p:cNvPr>
          <p:cNvSpPr txBox="1"/>
          <p:nvPr/>
        </p:nvSpPr>
        <p:spPr>
          <a:xfrm>
            <a:off x="899592" y="411510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间断点的分类</a:t>
            </a:r>
          </a:p>
        </p:txBody>
      </p:sp>
      <p:sp>
        <p:nvSpPr>
          <p:cNvPr id="37" name="Text Box 29">
            <a:extLst>
              <a:ext uri="{FF2B5EF4-FFF2-40B4-BE49-F238E27FC236}">
                <a16:creationId xmlns:a16="http://schemas.microsoft.com/office/drawing/2014/main" id="{3444E77B-83F8-49ED-8B4F-B64C5640D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277" y="987574"/>
            <a:ext cx="649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+mn-ea"/>
                <a:ea typeface="+mn-ea"/>
              </a:rPr>
              <a:t>1</a:t>
            </a:r>
            <a:r>
              <a:rPr kumimoji="1" lang="zh-CN" altLang="en-US" sz="2400" b="1" dirty="0">
                <a:latin typeface="+mn-ea"/>
                <a:ea typeface="+mn-ea"/>
              </a:rPr>
              <a:t>）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BE03D66-9556-4E4F-A103-8CC23BE325AD}"/>
              </a:ext>
            </a:extLst>
          </p:cNvPr>
          <p:cNvGrpSpPr/>
          <p:nvPr/>
        </p:nvGrpSpPr>
        <p:grpSpPr>
          <a:xfrm>
            <a:off x="3491880" y="411510"/>
            <a:ext cx="4248472" cy="461665"/>
            <a:chOff x="1043608" y="1275606"/>
            <a:chExt cx="4248472" cy="461665"/>
          </a:xfrm>
        </p:grpSpPr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D337B227-58E0-456C-A3F5-C44926642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608" y="1275606"/>
              <a:ext cx="42484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设  是函数    的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间断点</a:t>
              </a:r>
            </a:p>
          </p:txBody>
        </p:sp>
        <p:graphicFrame>
          <p:nvGraphicFramePr>
            <p:cNvPr id="35" name="Object 24">
              <a:extLst>
                <a:ext uri="{FF2B5EF4-FFF2-40B4-BE49-F238E27FC236}">
                  <a16:creationId xmlns:a16="http://schemas.microsoft.com/office/drawing/2014/main" id="{F7BF5230-86D5-4E43-BC58-6F04CAFC7B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4930818"/>
                </p:ext>
              </p:extLst>
            </p:nvPr>
          </p:nvGraphicFramePr>
          <p:xfrm>
            <a:off x="1482388" y="1354702"/>
            <a:ext cx="288925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74" name="Equation" r:id="rId4" imgW="279360" imgH="380880" progId="">
                    <p:embed/>
                  </p:oleObj>
                </mc:Choice>
                <mc:Fallback>
                  <p:oleObj name="Equation" r:id="rId4" imgW="279360" imgH="380880" progId="">
                    <p:embed/>
                    <p:pic>
                      <p:nvPicPr>
                        <p:cNvPr id="0" name="Picture 14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2388" y="1354702"/>
                          <a:ext cx="288925" cy="358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24">
              <a:extLst>
                <a:ext uri="{FF2B5EF4-FFF2-40B4-BE49-F238E27FC236}">
                  <a16:creationId xmlns:a16="http://schemas.microsoft.com/office/drawing/2014/main" id="{BB2CADE6-BE4A-4163-B18C-CE296121C7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2398372"/>
                </p:ext>
              </p:extLst>
            </p:nvPr>
          </p:nvGraphicFramePr>
          <p:xfrm>
            <a:off x="2660442" y="1380272"/>
            <a:ext cx="646112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75" name="Equation" r:id="rId6" imgW="622080" imgH="342720" progId="">
                    <p:embed/>
                  </p:oleObj>
                </mc:Choice>
                <mc:Fallback>
                  <p:oleObj name="Equation" r:id="rId6" imgW="622080" imgH="342720" progId="">
                    <p:embed/>
                    <p:pic>
                      <p:nvPicPr>
                        <p:cNvPr id="0" name="Picture 14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0442" y="1380272"/>
                          <a:ext cx="646112" cy="327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6D0BA52-B8D2-4F00-A0FA-E60CFEDDD272}"/>
              </a:ext>
            </a:extLst>
          </p:cNvPr>
          <p:cNvGrpSpPr/>
          <p:nvPr/>
        </p:nvGrpSpPr>
        <p:grpSpPr>
          <a:xfrm>
            <a:off x="1347165" y="997307"/>
            <a:ext cx="5544616" cy="461665"/>
            <a:chOff x="2957664" y="2005419"/>
            <a:chExt cx="5544616" cy="461665"/>
          </a:xfrm>
        </p:grpSpPr>
        <p:sp>
          <p:nvSpPr>
            <p:cNvPr id="39" name="Text Box 29">
              <a:extLst>
                <a:ext uri="{FF2B5EF4-FFF2-40B4-BE49-F238E27FC236}">
                  <a16:creationId xmlns:a16="http://schemas.microsoft.com/office/drawing/2014/main" id="{25BAFAA5-606B-4FF9-B568-CA16CC6DD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7664" y="2005419"/>
              <a:ext cx="55446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如果左极限     及右极限     都存在，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0" name="Object 24">
              <a:extLst>
                <a:ext uri="{FF2B5EF4-FFF2-40B4-BE49-F238E27FC236}">
                  <a16:creationId xmlns:a16="http://schemas.microsoft.com/office/drawing/2014/main" id="{43FEDD54-ED00-4587-BD6F-C606EE4011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1941389"/>
                </p:ext>
              </p:extLst>
            </p:nvPr>
          </p:nvGraphicFramePr>
          <p:xfrm>
            <a:off x="4555117" y="2030413"/>
            <a:ext cx="7905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76" name="Equation" r:id="rId8" imgW="761760" imgH="419040" progId="">
                    <p:embed/>
                  </p:oleObj>
                </mc:Choice>
                <mc:Fallback>
                  <p:oleObj name="Equation" r:id="rId8" imgW="761760" imgH="419040" progId="">
                    <p:embed/>
                    <p:pic>
                      <p:nvPicPr>
                        <p:cNvPr id="0" name="Picture 14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5117" y="2030413"/>
                          <a:ext cx="790575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24">
              <a:extLst>
                <a:ext uri="{FF2B5EF4-FFF2-40B4-BE49-F238E27FC236}">
                  <a16:creationId xmlns:a16="http://schemas.microsoft.com/office/drawing/2014/main" id="{B19E2964-50F6-4460-BAF6-2AFBE673FD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516994"/>
                </p:ext>
              </p:extLst>
            </p:nvPr>
          </p:nvGraphicFramePr>
          <p:xfrm>
            <a:off x="6581899" y="2046288"/>
            <a:ext cx="8032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77" name="Equation" r:id="rId10" imgW="774360" imgH="419040" progId="">
                    <p:embed/>
                  </p:oleObj>
                </mc:Choice>
                <mc:Fallback>
                  <p:oleObj name="Equation" r:id="rId10" imgW="774360" imgH="419040" progId="">
                    <p:embed/>
                    <p:pic>
                      <p:nvPicPr>
                        <p:cNvPr id="0" name="Picture 14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1899" y="2046288"/>
                          <a:ext cx="803275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3E37304-C026-48DC-AAAB-A8763363FD8A}"/>
              </a:ext>
            </a:extLst>
          </p:cNvPr>
          <p:cNvGrpSpPr/>
          <p:nvPr/>
        </p:nvGrpSpPr>
        <p:grpSpPr>
          <a:xfrm>
            <a:off x="6849933" y="987574"/>
            <a:ext cx="2042547" cy="461665"/>
            <a:chOff x="6633909" y="1203598"/>
            <a:chExt cx="2042547" cy="461665"/>
          </a:xfrm>
        </p:grpSpPr>
        <p:sp>
          <p:nvSpPr>
            <p:cNvPr id="42" name="Text Box 29">
              <a:extLst>
                <a:ext uri="{FF2B5EF4-FFF2-40B4-BE49-F238E27FC236}">
                  <a16:creationId xmlns:a16="http://schemas.microsoft.com/office/drawing/2014/main" id="{2DE9839A-F287-4D91-8BAE-8D423BC57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3909" y="1203598"/>
              <a:ext cx="204254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称  是函数的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3" name="Object 24">
              <a:extLst>
                <a:ext uri="{FF2B5EF4-FFF2-40B4-BE49-F238E27FC236}">
                  <a16:creationId xmlns:a16="http://schemas.microsoft.com/office/drawing/2014/main" id="{F6D9C85F-1BFD-4702-B752-DD1A3DF73C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196400"/>
                </p:ext>
              </p:extLst>
            </p:nvPr>
          </p:nvGraphicFramePr>
          <p:xfrm>
            <a:off x="7065957" y="1275606"/>
            <a:ext cx="288925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78" name="Equation" r:id="rId12" imgW="279360" imgH="380880" progId="">
                    <p:embed/>
                  </p:oleObj>
                </mc:Choice>
                <mc:Fallback>
                  <p:oleObj name="Equation" r:id="rId12" imgW="279360" imgH="380880" progId="">
                    <p:embed/>
                    <p:pic>
                      <p:nvPicPr>
                        <p:cNvPr id="0" name="Picture 14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5957" y="1275606"/>
                          <a:ext cx="288925" cy="358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29">
            <a:extLst>
              <a:ext uri="{FF2B5EF4-FFF2-40B4-BE49-F238E27FC236}">
                <a16:creationId xmlns:a16="http://schemas.microsoft.com/office/drawing/2014/main" id="{1DFA9893-DB1F-4634-9333-52FA94374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563638"/>
            <a:ext cx="21964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第一类</a:t>
            </a:r>
            <a:r>
              <a:rPr kumimoji="1" lang="zh-CN" altLang="en-US" sz="2400" b="1" dirty="0">
                <a:latin typeface="+mn-ea"/>
                <a:ea typeface="+mn-ea"/>
              </a:rPr>
              <a:t>间断点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AF1FBB-6DA3-44E7-9F99-D904BADF2190}"/>
              </a:ext>
            </a:extLst>
          </p:cNvPr>
          <p:cNvGrpSpPr/>
          <p:nvPr/>
        </p:nvGrpSpPr>
        <p:grpSpPr>
          <a:xfrm>
            <a:off x="1772051" y="2144465"/>
            <a:ext cx="2262773" cy="461665"/>
            <a:chOff x="1226974" y="3189218"/>
            <a:chExt cx="2262773" cy="461665"/>
          </a:xfrm>
        </p:grpSpPr>
        <p:sp>
          <p:nvSpPr>
            <p:cNvPr id="64" name="Text Box 9">
              <a:extLst>
                <a:ext uri="{FF2B5EF4-FFF2-40B4-BE49-F238E27FC236}">
                  <a16:creationId xmlns:a16="http://schemas.microsoft.com/office/drawing/2014/main" id="{B4F4B614-9122-4F64-9032-B3AE5DA2B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974" y="3189218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75" name="Object 24">
              <a:extLst>
                <a:ext uri="{FF2B5EF4-FFF2-40B4-BE49-F238E27FC236}">
                  <a16:creationId xmlns:a16="http://schemas.microsoft.com/office/drawing/2014/main" id="{C25838FD-F5C9-48B7-A8E7-39AEDB7C5A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0749745"/>
                </p:ext>
              </p:extLst>
            </p:nvPr>
          </p:nvGraphicFramePr>
          <p:xfrm>
            <a:off x="1619672" y="3238885"/>
            <a:ext cx="18700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79" name="Equation" r:id="rId14" imgW="1803240" imgH="419040" progId="">
                    <p:embed/>
                  </p:oleObj>
                </mc:Choice>
                <mc:Fallback>
                  <p:oleObj name="Equation" r:id="rId14" imgW="1803240" imgH="419040" progId="">
                    <p:embed/>
                    <p:pic>
                      <p:nvPicPr>
                        <p:cNvPr id="0" name="Picture 14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3238885"/>
                          <a:ext cx="1870075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0C180E2-2877-44A7-AB23-C4F33EC7D560}"/>
              </a:ext>
            </a:extLst>
          </p:cNvPr>
          <p:cNvGrpSpPr/>
          <p:nvPr/>
        </p:nvGrpSpPr>
        <p:grpSpPr>
          <a:xfrm>
            <a:off x="4043649" y="2139702"/>
            <a:ext cx="3336663" cy="467415"/>
            <a:chOff x="3498572" y="3184455"/>
            <a:chExt cx="3336663" cy="467415"/>
          </a:xfrm>
        </p:grpSpPr>
        <p:sp>
          <p:nvSpPr>
            <p:cNvPr id="65" name="Text Box 10">
              <a:extLst>
                <a:ext uri="{FF2B5EF4-FFF2-40B4-BE49-F238E27FC236}">
                  <a16:creationId xmlns:a16="http://schemas.microsoft.com/office/drawing/2014/main" id="{B62A0D6A-DEAA-461A-AA35-369553324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572" y="3190205"/>
              <a:ext cx="10734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，称</a:t>
              </a:r>
            </a:p>
          </p:txBody>
        </p:sp>
        <p:sp>
          <p:nvSpPr>
            <p:cNvPr id="67" name="Text Box 28">
              <a:extLst>
                <a:ext uri="{FF2B5EF4-FFF2-40B4-BE49-F238E27FC236}">
                  <a16:creationId xmlns:a16="http://schemas.microsoft.com/office/drawing/2014/main" id="{115A0C97-7111-4420-A377-0A2263E84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4912" y="3184455"/>
              <a:ext cx="235032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为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可去间断点</a:t>
              </a:r>
              <a:r>
                <a:rPr kumimoji="1" lang="zh-CN" altLang="en-US" sz="2400" b="1" dirty="0">
                  <a:latin typeface="+mn-ea"/>
                  <a:ea typeface="+mn-ea"/>
                </a:rPr>
                <a:t>；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77" name="Object 24">
              <a:extLst>
                <a:ext uri="{FF2B5EF4-FFF2-40B4-BE49-F238E27FC236}">
                  <a16:creationId xmlns:a16="http://schemas.microsoft.com/office/drawing/2014/main" id="{A49274C9-3678-4D73-A44D-48067C80EE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5307594"/>
                </p:ext>
              </p:extLst>
            </p:nvPr>
          </p:nvGraphicFramePr>
          <p:xfrm>
            <a:off x="4255504" y="3256463"/>
            <a:ext cx="288925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80" name="Equation" r:id="rId16" imgW="279360" imgH="380880" progId="">
                    <p:embed/>
                  </p:oleObj>
                </mc:Choice>
                <mc:Fallback>
                  <p:oleObj name="Equation" r:id="rId16" imgW="279360" imgH="380880" progId="">
                    <p:embed/>
                    <p:pic>
                      <p:nvPicPr>
                        <p:cNvPr id="0" name="Picture 14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5504" y="3256463"/>
                          <a:ext cx="288925" cy="358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9E6D994-97A1-4C6A-A6F5-7468D34DDDBC}"/>
              </a:ext>
            </a:extLst>
          </p:cNvPr>
          <p:cNvGrpSpPr/>
          <p:nvPr/>
        </p:nvGrpSpPr>
        <p:grpSpPr>
          <a:xfrm>
            <a:off x="1732701" y="2842060"/>
            <a:ext cx="2230115" cy="461665"/>
            <a:chOff x="1187624" y="3872657"/>
            <a:chExt cx="2230115" cy="461665"/>
          </a:xfrm>
        </p:grpSpPr>
        <p:sp>
          <p:nvSpPr>
            <p:cNvPr id="79" name="Text Box 9">
              <a:extLst>
                <a:ext uri="{FF2B5EF4-FFF2-40B4-BE49-F238E27FC236}">
                  <a16:creationId xmlns:a16="http://schemas.microsoft.com/office/drawing/2014/main" id="{EC3F8ADF-B1CB-4251-94BA-A43AA3279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3872657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82" name="Object 24">
              <a:extLst>
                <a:ext uri="{FF2B5EF4-FFF2-40B4-BE49-F238E27FC236}">
                  <a16:creationId xmlns:a16="http://schemas.microsoft.com/office/drawing/2014/main" id="{5B34B540-8DC2-4DAC-B296-F9E852A3F3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503127"/>
                </p:ext>
              </p:extLst>
            </p:nvPr>
          </p:nvGraphicFramePr>
          <p:xfrm>
            <a:off x="1547664" y="3922324"/>
            <a:ext cx="18700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81" name="Equation" r:id="rId17" imgW="1803240" imgH="419040" progId="">
                    <p:embed/>
                  </p:oleObj>
                </mc:Choice>
                <mc:Fallback>
                  <p:oleObj name="Equation" r:id="rId17" imgW="1803240" imgH="419040" progId="">
                    <p:embed/>
                    <p:pic>
                      <p:nvPicPr>
                        <p:cNvPr id="0" name="Picture 14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3922324"/>
                          <a:ext cx="1870075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125DC53-AFA3-4173-9454-1F32884DBEF4}"/>
              </a:ext>
            </a:extLst>
          </p:cNvPr>
          <p:cNvGrpSpPr/>
          <p:nvPr/>
        </p:nvGrpSpPr>
        <p:grpSpPr>
          <a:xfrm>
            <a:off x="3971641" y="2837297"/>
            <a:ext cx="3182775" cy="467415"/>
            <a:chOff x="3755617" y="3053321"/>
            <a:chExt cx="3182775" cy="467415"/>
          </a:xfrm>
        </p:grpSpPr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C1A91CE8-D950-45BF-82B3-E5053FC5B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5617" y="3059071"/>
              <a:ext cx="10734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，称</a:t>
              </a:r>
            </a:p>
          </p:txBody>
        </p:sp>
        <p:sp>
          <p:nvSpPr>
            <p:cNvPr id="81" name="Text Box 28">
              <a:extLst>
                <a:ext uri="{FF2B5EF4-FFF2-40B4-BE49-F238E27FC236}">
                  <a16:creationId xmlns:a16="http://schemas.microsoft.com/office/drawing/2014/main" id="{A17ECC16-79EE-4E1D-B38F-BC2C5C670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1957" y="3053321"/>
              <a:ext cx="21964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为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跳跃间断点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83" name="Object 24">
              <a:extLst>
                <a:ext uri="{FF2B5EF4-FFF2-40B4-BE49-F238E27FC236}">
                  <a16:creationId xmlns:a16="http://schemas.microsoft.com/office/drawing/2014/main" id="{ECDEE3CB-16D2-4C36-B149-7CDB3779E6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6464473"/>
                </p:ext>
              </p:extLst>
            </p:nvPr>
          </p:nvGraphicFramePr>
          <p:xfrm>
            <a:off x="4512549" y="3125329"/>
            <a:ext cx="288925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82" name="Equation" r:id="rId19" imgW="279360" imgH="380880" progId="">
                    <p:embed/>
                  </p:oleObj>
                </mc:Choice>
                <mc:Fallback>
                  <p:oleObj name="Equation" r:id="rId19" imgW="279360" imgH="380880" progId="">
                    <p:embed/>
                    <p:pic>
                      <p:nvPicPr>
                        <p:cNvPr id="0" name="Picture 14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549" y="3125329"/>
                          <a:ext cx="288925" cy="358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" name="Text Box 29">
            <a:extLst>
              <a:ext uri="{FF2B5EF4-FFF2-40B4-BE49-F238E27FC236}">
                <a16:creationId xmlns:a16="http://schemas.microsoft.com/office/drawing/2014/main" id="{D8A5CB06-3779-4818-825A-87761E6C4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752" y="3485369"/>
            <a:ext cx="649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+mn-ea"/>
                <a:ea typeface="+mn-ea"/>
              </a:rPr>
              <a:t>2</a:t>
            </a:r>
            <a:r>
              <a:rPr kumimoji="1" lang="zh-CN" altLang="en-US" sz="2400" b="1" dirty="0">
                <a:latin typeface="+mn-ea"/>
                <a:ea typeface="+mn-ea"/>
              </a:rPr>
              <a:t>）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86" name="Text Box 29">
            <a:extLst>
              <a:ext uri="{FF2B5EF4-FFF2-40B4-BE49-F238E27FC236}">
                <a16:creationId xmlns:a16="http://schemas.microsoft.com/office/drawing/2014/main" id="{EE2FF16E-CEE3-4BCC-95E3-D67D82A4A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3495102"/>
            <a:ext cx="58326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不是第一类的间断点都称为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第二类</a:t>
            </a:r>
            <a:r>
              <a:rPr kumimoji="1" lang="zh-CN" altLang="en-US" sz="2400" b="1" dirty="0">
                <a:latin typeface="+mn-ea"/>
                <a:ea typeface="+mn-ea"/>
              </a:rPr>
              <a:t>间断点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92" name="Text Box 29">
            <a:extLst>
              <a:ext uri="{FF2B5EF4-FFF2-40B4-BE49-F238E27FC236}">
                <a16:creationId xmlns:a16="http://schemas.microsoft.com/office/drawing/2014/main" id="{8A6195D3-E6E8-4F43-A1D4-ED4C330E4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083918"/>
            <a:ext cx="75608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例如  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无穷</a:t>
            </a:r>
            <a:r>
              <a:rPr kumimoji="1" lang="zh-CN" altLang="en-US" sz="2400" b="1" dirty="0">
                <a:latin typeface="+mn-ea"/>
                <a:ea typeface="+mn-ea"/>
              </a:rPr>
              <a:t>间断点和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振荡</a:t>
            </a:r>
            <a:r>
              <a:rPr kumimoji="1" lang="zh-CN" altLang="en-US" sz="2400" b="1" dirty="0">
                <a:latin typeface="+mn-ea"/>
                <a:ea typeface="+mn-ea"/>
              </a:rPr>
              <a:t>间断点都是第二类间断点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448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4" grpId="0"/>
      <p:bldP spid="84" grpId="0"/>
      <p:bldP spid="86" grpId="0"/>
      <p:bldP spid="9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G:\2015年北邮教材编写\北邮--高等数学(王金金)完整版word\0134.TIF">
            <a:extLst>
              <a:ext uri="{FF2B5EF4-FFF2-40B4-BE49-F238E27FC236}">
                <a16:creationId xmlns:a16="http://schemas.microsoft.com/office/drawing/2014/main" id="{499B99CB-90CD-488A-88F2-F1CA6F086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99542"/>
            <a:ext cx="7181564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853EE7F7-DD1E-440B-B60D-76CAB8FDE1C6}"/>
              </a:ext>
            </a:extLst>
          </p:cNvPr>
          <p:cNvSpPr/>
          <p:nvPr/>
        </p:nvSpPr>
        <p:spPr bwMode="auto">
          <a:xfrm>
            <a:off x="1691680" y="2355726"/>
            <a:ext cx="576064" cy="50006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FFFE02E-4AE4-436F-8F88-B1AA8B19350F}"/>
              </a:ext>
            </a:extLst>
          </p:cNvPr>
          <p:cNvSpPr/>
          <p:nvPr/>
        </p:nvSpPr>
        <p:spPr bwMode="auto">
          <a:xfrm>
            <a:off x="4860032" y="2355726"/>
            <a:ext cx="576064" cy="504056"/>
          </a:xfrm>
          <a:prstGeom prst="ellipse">
            <a:avLst/>
          </a:prstGeom>
          <a:noFill/>
          <a:ln w="19050" cap="flat" cmpd="sng" algn="ctr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AC05C09-59A1-43AD-BD0D-9F71B9F97061}"/>
              </a:ext>
            </a:extLst>
          </p:cNvPr>
          <p:cNvSpPr/>
          <p:nvPr/>
        </p:nvSpPr>
        <p:spPr bwMode="auto">
          <a:xfrm>
            <a:off x="5724129" y="2355726"/>
            <a:ext cx="576064" cy="50405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n>
                <a:solidFill>
                  <a:srgbClr val="C00000"/>
                </a:solidFill>
              </a:ln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F39975F-0F47-40E1-B477-FDDEFAD3994E}"/>
              </a:ext>
            </a:extLst>
          </p:cNvPr>
          <p:cNvGrpSpPr/>
          <p:nvPr/>
        </p:nvGrpSpPr>
        <p:grpSpPr>
          <a:xfrm>
            <a:off x="1199799" y="3406229"/>
            <a:ext cx="3141162" cy="461665"/>
            <a:chOff x="703263" y="3333858"/>
            <a:chExt cx="3141162" cy="461665"/>
          </a:xfrm>
        </p:grpSpPr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D13D3FEF-DC61-42A0-A516-ADE18DC9574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03263" y="3363913"/>
            <a:ext cx="642937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322" name="Equation" r:id="rId6" imgW="622080" imgH="380880" progId="">
                    <p:embed/>
                  </p:oleObj>
                </mc:Choice>
                <mc:Fallback>
                  <p:oleObj name="Equation" r:id="rId6" imgW="622080" imgH="380880" progId="">
                    <p:embed/>
                    <p:pic>
                      <p:nvPicPr>
                        <p:cNvPr id="0" name="Picture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263" y="3363913"/>
                          <a:ext cx="642937" cy="363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2EE46AD-369F-4C02-96A5-C6DCA9E2D7BF}"/>
                </a:ext>
              </a:extLst>
            </p:cNvPr>
            <p:cNvCxnSpPr/>
            <p:nvPr/>
          </p:nvCxnSpPr>
          <p:spPr>
            <a:xfrm>
              <a:off x="1403648" y="3579862"/>
              <a:ext cx="540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A739E32-9360-4EEF-B371-EAF488FE233E}"/>
                </a:ext>
              </a:extLst>
            </p:cNvPr>
            <p:cNvSpPr/>
            <p:nvPr/>
          </p:nvSpPr>
          <p:spPr>
            <a:xfrm>
              <a:off x="1900209" y="3333858"/>
              <a:ext cx="19442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可去间断点；</a:t>
              </a:r>
            </a:p>
          </p:txBody>
        </p:sp>
      </p:grpSp>
      <p:sp>
        <p:nvSpPr>
          <p:cNvPr id="10" name="椭圆 9">
            <a:extLst>
              <a:ext uri="{FF2B5EF4-FFF2-40B4-BE49-F238E27FC236}">
                <a16:creationId xmlns:a16="http://schemas.microsoft.com/office/drawing/2014/main" id="{B7965C13-21D3-4F65-888C-607A8FF0563E}"/>
              </a:ext>
            </a:extLst>
          </p:cNvPr>
          <p:cNvSpPr/>
          <p:nvPr/>
        </p:nvSpPr>
        <p:spPr bwMode="auto">
          <a:xfrm>
            <a:off x="6732240" y="2355726"/>
            <a:ext cx="576064" cy="504056"/>
          </a:xfrm>
          <a:prstGeom prst="ellipse">
            <a:avLst/>
          </a:prstGeom>
          <a:noFill/>
          <a:ln w="19050" cap="flat" cmpd="sng" algn="ctr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n>
                <a:solidFill>
                  <a:srgbClr val="C00000"/>
                </a:solidFill>
              </a:ln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EBFD076-30A0-40CE-A6C6-C69A88AF96AF}"/>
              </a:ext>
            </a:extLst>
          </p:cNvPr>
          <p:cNvGrpSpPr/>
          <p:nvPr/>
        </p:nvGrpSpPr>
        <p:grpSpPr>
          <a:xfrm>
            <a:off x="4514499" y="3401676"/>
            <a:ext cx="3146325" cy="461665"/>
            <a:chOff x="4017963" y="3299325"/>
            <a:chExt cx="3146325" cy="461665"/>
          </a:xfrm>
        </p:grpSpPr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EE4AE45A-0DF3-45EB-9779-91B133E965F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017963" y="3325813"/>
            <a:ext cx="668337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323" name="Equation" r:id="rId8" imgW="647640" imgH="380880" progId="">
                    <p:embed/>
                  </p:oleObj>
                </mc:Choice>
                <mc:Fallback>
                  <p:oleObj name="Equation" r:id="rId8" imgW="647640" imgH="380880" progId="">
                    <p:embed/>
                    <p:pic>
                      <p:nvPicPr>
                        <p:cNvPr id="0" name="Picture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7963" y="3325813"/>
                          <a:ext cx="668337" cy="363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750CB43-C969-457D-8EC6-44916A5E79F1}"/>
                </a:ext>
              </a:extLst>
            </p:cNvPr>
            <p:cNvCxnSpPr/>
            <p:nvPr/>
          </p:nvCxnSpPr>
          <p:spPr>
            <a:xfrm>
              <a:off x="4731006" y="3542387"/>
              <a:ext cx="540000" cy="0"/>
            </a:xfrm>
            <a:prstGeom prst="line">
              <a:avLst/>
            </a:prstGeom>
            <a:ln w="19050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21AE74D-56F0-4ED3-BB07-A99A0A5A2AE2}"/>
                </a:ext>
              </a:extLst>
            </p:cNvPr>
            <p:cNvSpPr/>
            <p:nvPr/>
          </p:nvSpPr>
          <p:spPr>
            <a:xfrm>
              <a:off x="5220072" y="3299325"/>
              <a:ext cx="19442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跳跃间断点；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A74DD49-0E83-4FE2-B116-50E07727A634}"/>
              </a:ext>
            </a:extLst>
          </p:cNvPr>
          <p:cNvGrpSpPr/>
          <p:nvPr/>
        </p:nvGrpSpPr>
        <p:grpSpPr>
          <a:xfrm>
            <a:off x="1121916" y="4155926"/>
            <a:ext cx="4237636" cy="461665"/>
            <a:chOff x="501059" y="3333858"/>
            <a:chExt cx="4237636" cy="461665"/>
          </a:xfrm>
        </p:grpSpPr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80E1BEFA-62B9-460D-AA8D-A7F3192007A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1059" y="3364170"/>
            <a:ext cx="1049338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324" name="Equation" r:id="rId10" imgW="1015920" imgH="380880" progId="">
                    <p:embed/>
                  </p:oleObj>
                </mc:Choice>
                <mc:Fallback>
                  <p:oleObj name="Equation" r:id="rId10" imgW="1015920" imgH="380880" progId="">
                    <p:embed/>
                    <p:pic>
                      <p:nvPicPr>
                        <p:cNvPr id="0" name="Picture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059" y="3364170"/>
                          <a:ext cx="1049338" cy="363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7D6D6D5-F209-4FE7-99C2-B52470775783}"/>
                </a:ext>
              </a:extLst>
            </p:cNvPr>
            <p:cNvCxnSpPr/>
            <p:nvPr/>
          </p:nvCxnSpPr>
          <p:spPr>
            <a:xfrm>
              <a:off x="1609233" y="3579862"/>
              <a:ext cx="540000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E3881CD-EBCF-467B-A7CC-69B1756581A3}"/>
                </a:ext>
              </a:extLst>
            </p:cNvPr>
            <p:cNvSpPr/>
            <p:nvPr/>
          </p:nvSpPr>
          <p:spPr>
            <a:xfrm>
              <a:off x="2150943" y="3333858"/>
              <a:ext cx="25877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无穷间断点</a:t>
              </a:r>
              <a:r>
                <a:rPr lang="en-US" altLang="zh-CN" sz="2400" b="1" dirty="0"/>
                <a:t>.</a:t>
              </a:r>
              <a:endParaRPr lang="zh-CN" altLang="en-US" sz="2400" b="1" dirty="0"/>
            </a:p>
          </p:txBody>
        </p:sp>
      </p:grpSp>
      <p:sp>
        <p:nvSpPr>
          <p:cNvPr id="20" name="椭圆 19">
            <a:extLst>
              <a:ext uri="{FF2B5EF4-FFF2-40B4-BE49-F238E27FC236}">
                <a16:creationId xmlns:a16="http://schemas.microsoft.com/office/drawing/2014/main" id="{02C7E591-8D64-4612-B4FF-FFA9416A3881}"/>
              </a:ext>
            </a:extLst>
          </p:cNvPr>
          <p:cNvSpPr/>
          <p:nvPr/>
        </p:nvSpPr>
        <p:spPr bwMode="auto">
          <a:xfrm>
            <a:off x="2411761" y="2355726"/>
            <a:ext cx="576064" cy="500062"/>
          </a:xfrm>
          <a:prstGeom prst="ellipse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98ED258-82DC-46BC-A456-0AF812279C3B}"/>
              </a:ext>
            </a:extLst>
          </p:cNvPr>
          <p:cNvSpPr/>
          <p:nvPr/>
        </p:nvSpPr>
        <p:spPr bwMode="auto">
          <a:xfrm>
            <a:off x="4209018" y="2355726"/>
            <a:ext cx="579006" cy="504056"/>
          </a:xfrm>
          <a:prstGeom prst="ellipse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7A0D248-3AFD-477F-B602-95C6410A9B39}"/>
              </a:ext>
            </a:extLst>
          </p:cNvPr>
          <p:cNvSpPr/>
          <p:nvPr/>
        </p:nvSpPr>
        <p:spPr bwMode="auto">
          <a:xfrm>
            <a:off x="3131840" y="2347180"/>
            <a:ext cx="579006" cy="504056"/>
          </a:xfrm>
          <a:prstGeom prst="ellipse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n>
                <a:solidFill>
                  <a:srgbClr val="C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323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0" grpId="0" animBg="1"/>
      <p:bldP spid="20" grpId="0" animBg="1"/>
      <p:bldP spid="21" grpId="0" animBg="1"/>
      <p:bldP spid="2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486F067-96B6-4112-B832-67A00861F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4885" y="1203598"/>
            <a:ext cx="5019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没有定义的点是函数的间断点</a:t>
            </a:r>
            <a:r>
              <a:rPr kumimoji="1" lang="en-US" altLang="zh-CN" sz="2400" b="1" dirty="0">
                <a:latin typeface="+mn-ea"/>
                <a:ea typeface="+mn-ea"/>
              </a:rPr>
              <a:t>;</a:t>
            </a:r>
            <a:r>
              <a:rPr kumimoji="1" lang="zh-CN" altLang="en-US" sz="2400" b="1" dirty="0">
                <a:latin typeface="+mn-ea"/>
                <a:ea typeface="+mn-ea"/>
              </a:rPr>
              <a:t> 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4F4C79-67DC-4889-95CB-995E165A3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2038077"/>
            <a:ext cx="56380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分段函数的分界点是可疑的间断点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latin typeface="+mn-ea"/>
                <a:ea typeface="+mn-ea"/>
              </a:rPr>
              <a:t> 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5" name="Text Box 19">
            <a:extLst>
              <a:ext uri="{FF2B5EF4-FFF2-40B4-BE49-F238E27FC236}">
                <a16:creationId xmlns:a16="http://schemas.microsoft.com/office/drawing/2014/main" id="{F1C3E789-5DA2-4164-B7DC-DA78E6A86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055" y="1203598"/>
            <a:ext cx="7200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776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81A3A4-4FE1-4E14-8362-AC58536C6B99}"/>
              </a:ext>
            </a:extLst>
          </p:cNvPr>
          <p:cNvSpPr/>
          <p:nvPr/>
        </p:nvSpPr>
        <p:spPr>
          <a:xfrm>
            <a:off x="418463" y="123478"/>
            <a:ext cx="6912768" cy="583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7147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rgbClr val="0066FF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kern="0" dirty="0">
                <a:solidFill>
                  <a:srgbClr val="0066FF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2400" b="1" kern="0" dirty="0">
                <a:solidFill>
                  <a:srgbClr val="0066FF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kern="0" dirty="0">
                <a:latin typeface="等线" panose="02010600030101010101" pitchFamily="2" charset="-122"/>
                <a:cs typeface="Times New Roman" panose="02020603050405020304" pitchFamily="18" charset="0"/>
              </a:rPr>
              <a:t>确定</a:t>
            </a:r>
            <a:r>
              <a:rPr lang="zh-CN" altLang="zh-CN" sz="2400" b="1" kern="0" dirty="0">
                <a:latin typeface="等线" panose="02010600030101010101" pitchFamily="2" charset="-122"/>
                <a:cs typeface="Times New Roman" panose="02020603050405020304" pitchFamily="18" charset="0"/>
              </a:rPr>
              <a:t>下列函数的间断点，并判别类型</a:t>
            </a:r>
            <a:r>
              <a:rPr lang="en-US" altLang="zh-CN" sz="2400" b="1" kern="0" dirty="0">
                <a:latin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32ACEFB0-751B-47BF-9B1E-CAC0C22EE5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799850"/>
              </p:ext>
            </p:extLst>
          </p:nvPr>
        </p:nvGraphicFramePr>
        <p:xfrm>
          <a:off x="1210551" y="725438"/>
          <a:ext cx="25542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5" name="Equation" r:id="rId4" imgW="2463480" imgH="876240" progId="">
                  <p:embed/>
                </p:oleObj>
              </mc:Choice>
              <mc:Fallback>
                <p:oleObj name="Equation" r:id="rId4" imgW="2463480" imgH="876240" progId="">
                  <p:embed/>
                  <p:pic>
                    <p:nvPicPr>
                      <p:cNvPr id="0" name="Picture 1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551" y="725438"/>
                        <a:ext cx="255428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3">
            <a:extLst>
              <a:ext uri="{FF2B5EF4-FFF2-40B4-BE49-F238E27FC236}">
                <a16:creationId xmlns:a16="http://schemas.microsoft.com/office/drawing/2014/main" id="{884A88AA-E4F2-426D-A053-6522830DC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519" y="1568311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>
              <a:buFontTx/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lang="en-US" altLang="zh-CN" sz="2400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A8A9BA26-A6FA-468A-B8C0-8E3B9D6C7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943" y="2267328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而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3" name="Group 29">
            <a:extLst>
              <a:ext uri="{FF2B5EF4-FFF2-40B4-BE49-F238E27FC236}">
                <a16:creationId xmlns:a16="http://schemas.microsoft.com/office/drawing/2014/main" id="{1ED1CBBB-4A6B-4E79-9C0E-DD0D635E00CE}"/>
              </a:ext>
            </a:extLst>
          </p:cNvPr>
          <p:cNvGrpSpPr>
            <a:grpSpLocks/>
          </p:cNvGrpSpPr>
          <p:nvPr/>
        </p:nvGrpSpPr>
        <p:grpSpPr bwMode="auto">
          <a:xfrm>
            <a:off x="814793" y="3723377"/>
            <a:ext cx="1871662" cy="461963"/>
            <a:chOff x="87" y="2370"/>
            <a:chExt cx="1572" cy="388"/>
          </a:xfrm>
        </p:grpSpPr>
        <p:sp>
          <p:nvSpPr>
            <p:cNvPr id="24" name="Text Box 33">
              <a:extLst>
                <a:ext uri="{FF2B5EF4-FFF2-40B4-BE49-F238E27FC236}">
                  <a16:creationId xmlns:a16="http://schemas.microsoft.com/office/drawing/2014/main" id="{B43B1500-D4FF-4C01-9959-8E15F672F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" y="2370"/>
              <a:ext cx="43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又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5" name="Object 23">
              <a:extLst>
                <a:ext uri="{FF2B5EF4-FFF2-40B4-BE49-F238E27FC236}">
                  <a16:creationId xmlns:a16="http://schemas.microsoft.com/office/drawing/2014/main" id="{471581F7-7030-443A-8983-0E070C80D9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9608618"/>
                </p:ext>
              </p:extLst>
            </p:nvPr>
          </p:nvGraphicFramePr>
          <p:xfrm>
            <a:off x="1499" y="2430"/>
            <a:ext cx="16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06" name="Equation" r:id="rId6" imgW="101520" imgH="152280" progId="">
                    <p:embed/>
                  </p:oleObj>
                </mc:Choice>
                <mc:Fallback>
                  <p:oleObj name="Equation" r:id="rId6" imgW="101520" imgH="152280" progId="">
                    <p:embed/>
                    <p:pic>
                      <p:nvPicPr>
                        <p:cNvPr id="0" name="Picture 12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9" y="2430"/>
                          <a:ext cx="160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63069A3-DEB8-4BFE-BA31-C09C98EDFEEF}"/>
              </a:ext>
            </a:extLst>
          </p:cNvPr>
          <p:cNvGrpSpPr/>
          <p:nvPr/>
        </p:nvGrpSpPr>
        <p:grpSpPr>
          <a:xfrm>
            <a:off x="1490581" y="1563638"/>
            <a:ext cx="4904546" cy="461665"/>
            <a:chOff x="1107614" y="2393444"/>
            <a:chExt cx="4904546" cy="461665"/>
          </a:xfrm>
        </p:grpSpPr>
        <p:graphicFrame>
          <p:nvGraphicFramePr>
            <p:cNvPr id="35" name="Object 24">
              <a:extLst>
                <a:ext uri="{FF2B5EF4-FFF2-40B4-BE49-F238E27FC236}">
                  <a16:creationId xmlns:a16="http://schemas.microsoft.com/office/drawing/2014/main" id="{088F9439-73D5-47BE-BE13-2A37FEBE0E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9517882"/>
                </p:ext>
              </p:extLst>
            </p:nvPr>
          </p:nvGraphicFramePr>
          <p:xfrm>
            <a:off x="1835696" y="2499742"/>
            <a:ext cx="1552575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07" name="Equation" r:id="rId8" imgW="1498320" imgH="342720" progId="">
                    <p:embed/>
                  </p:oleObj>
                </mc:Choice>
                <mc:Fallback>
                  <p:oleObj name="Equation" r:id="rId8" imgW="1498320" imgH="342720" progId="">
                    <p:embed/>
                    <p:pic>
                      <p:nvPicPr>
                        <p:cNvPr id="0" name="Picture 1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2499742"/>
                          <a:ext cx="1552575" cy="327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19">
              <a:extLst>
                <a:ext uri="{FF2B5EF4-FFF2-40B4-BE49-F238E27FC236}">
                  <a16:creationId xmlns:a16="http://schemas.microsoft.com/office/drawing/2014/main" id="{A6B7E909-43D7-4BFB-BAFF-C43F72759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614" y="2393444"/>
              <a:ext cx="49045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显然          是函数的间断点，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37" name="Object 24">
            <a:extLst>
              <a:ext uri="{FF2B5EF4-FFF2-40B4-BE49-F238E27FC236}">
                <a16:creationId xmlns:a16="http://schemas.microsoft.com/office/drawing/2014/main" id="{67D62F21-DE60-4D47-8A85-6AE31CFF38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874539"/>
              </p:ext>
            </p:extLst>
          </p:nvPr>
        </p:nvGraphicFramePr>
        <p:xfrm>
          <a:off x="1258039" y="2160211"/>
          <a:ext cx="28162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8" name="Equation" r:id="rId10" imgW="2717640" imgH="787320" progId="Equation.DSMT4">
                  <p:embed/>
                </p:oleObj>
              </mc:Choice>
              <mc:Fallback>
                <p:oleObj name="Equation" r:id="rId10" imgW="2717640" imgH="787320" progId="Equation.DSMT4">
                  <p:embed/>
                  <p:pic>
                    <p:nvPicPr>
                      <p:cNvPr id="0" name="Picture 1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039" y="2160211"/>
                        <a:ext cx="2816225" cy="754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4">
            <a:extLst>
              <a:ext uri="{FF2B5EF4-FFF2-40B4-BE49-F238E27FC236}">
                <a16:creationId xmlns:a16="http://schemas.microsoft.com/office/drawing/2014/main" id="{57FF42EE-40FF-4E63-93EC-581D62F02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488125"/>
              </p:ext>
            </p:extLst>
          </p:nvPr>
        </p:nvGraphicFramePr>
        <p:xfrm>
          <a:off x="5283456" y="2174751"/>
          <a:ext cx="263207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09" name="Equation" r:id="rId12" imgW="2539800" imgH="787320" progId="Equation.DSMT4">
                  <p:embed/>
                </p:oleObj>
              </mc:Choice>
              <mc:Fallback>
                <p:oleObj name="Equation" r:id="rId12" imgW="2539800" imgH="787320" progId="Equation.DSMT4">
                  <p:embed/>
                  <p:pic>
                    <p:nvPicPr>
                      <p:cNvPr id="0" name="Picture 1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456" y="2174751"/>
                        <a:ext cx="2632075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49989DF1-8EB6-47A0-A221-4B485300E02F}"/>
              </a:ext>
            </a:extLst>
          </p:cNvPr>
          <p:cNvGrpSpPr/>
          <p:nvPr/>
        </p:nvGrpSpPr>
        <p:grpSpPr>
          <a:xfrm>
            <a:off x="418463" y="3030086"/>
            <a:ext cx="6912768" cy="461665"/>
            <a:chOff x="251520" y="3390126"/>
            <a:chExt cx="6912768" cy="461665"/>
          </a:xfrm>
        </p:grpSpPr>
        <p:sp>
          <p:nvSpPr>
            <p:cNvPr id="32" name="Text Box 19">
              <a:extLst>
                <a:ext uri="{FF2B5EF4-FFF2-40B4-BE49-F238E27FC236}">
                  <a16:creationId xmlns:a16="http://schemas.microsoft.com/office/drawing/2014/main" id="{3310EAE2-1787-40D5-9E97-B93C91994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3390126"/>
              <a:ext cx="691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所以    是函数的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第一类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间断点中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跳跃间断点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;</a:t>
              </a:r>
            </a:p>
          </p:txBody>
        </p:sp>
        <p:graphicFrame>
          <p:nvGraphicFramePr>
            <p:cNvPr id="39" name="Object 24">
              <a:extLst>
                <a:ext uri="{FF2B5EF4-FFF2-40B4-BE49-F238E27FC236}">
                  <a16:creationId xmlns:a16="http://schemas.microsoft.com/office/drawing/2014/main" id="{3EEDA037-85A5-4EC5-B732-C78CF3C89A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3915575"/>
                </p:ext>
              </p:extLst>
            </p:nvPr>
          </p:nvGraphicFramePr>
          <p:xfrm>
            <a:off x="1115616" y="3505770"/>
            <a:ext cx="619125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10" name="Equation" r:id="rId14" imgW="596880" imgH="342720" progId="">
                    <p:embed/>
                  </p:oleObj>
                </mc:Choice>
                <mc:Fallback>
                  <p:oleObj name="Equation" r:id="rId14" imgW="596880" imgH="342720" progId="">
                    <p:embed/>
                    <p:pic>
                      <p:nvPicPr>
                        <p:cNvPr id="0" name="Picture 1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3505770"/>
                          <a:ext cx="619125" cy="328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Object 24">
            <a:extLst>
              <a:ext uri="{FF2B5EF4-FFF2-40B4-BE49-F238E27FC236}">
                <a16:creationId xmlns:a16="http://schemas.microsoft.com/office/drawing/2014/main" id="{1C55E2C5-2ED4-4C31-B25F-A29C6C8C98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464123"/>
              </p:ext>
            </p:extLst>
          </p:nvPr>
        </p:nvGraphicFramePr>
        <p:xfrm>
          <a:off x="1498583" y="3604553"/>
          <a:ext cx="2132013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1" name="Equation" r:id="rId16" imgW="2057400" imgH="838080" progId="">
                  <p:embed/>
                </p:oleObj>
              </mc:Choice>
              <mc:Fallback>
                <p:oleObj name="Equation" r:id="rId16" imgW="2057400" imgH="838080" progId="">
                  <p:embed/>
                  <p:pic>
                    <p:nvPicPr>
                      <p:cNvPr id="0" name="Picture 12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583" y="3604553"/>
                        <a:ext cx="2132013" cy="80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CF4FA450-A04F-4A73-BC89-5C8B39D212B5}"/>
              </a:ext>
            </a:extLst>
          </p:cNvPr>
          <p:cNvGrpSpPr/>
          <p:nvPr/>
        </p:nvGrpSpPr>
        <p:grpSpPr>
          <a:xfrm>
            <a:off x="3597183" y="3722380"/>
            <a:ext cx="5534248" cy="461665"/>
            <a:chOff x="3430240" y="4120138"/>
            <a:chExt cx="5534248" cy="461665"/>
          </a:xfrm>
        </p:grpSpPr>
        <p:sp>
          <p:nvSpPr>
            <p:cNvPr id="29" name="Text Box 19">
              <a:extLst>
                <a:ext uri="{FF2B5EF4-FFF2-40B4-BE49-F238E27FC236}">
                  <a16:creationId xmlns:a16="http://schemas.microsoft.com/office/drawing/2014/main" id="{30253E7B-0D3A-4C43-8B47-F23AFF03C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0240" y="4120138"/>
              <a:ext cx="55342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, 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 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    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是函数的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第二类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间断点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41" name="Object 24">
              <a:extLst>
                <a:ext uri="{FF2B5EF4-FFF2-40B4-BE49-F238E27FC236}">
                  <a16:creationId xmlns:a16="http://schemas.microsoft.com/office/drawing/2014/main" id="{325B3679-8305-4318-A738-8AEE0BDC29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7522720"/>
                </p:ext>
              </p:extLst>
            </p:nvPr>
          </p:nvGraphicFramePr>
          <p:xfrm>
            <a:off x="4151250" y="4231057"/>
            <a:ext cx="777875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12" name="Equation" r:id="rId18" imgW="749160" imgH="342720" progId="">
                    <p:embed/>
                  </p:oleObj>
                </mc:Choice>
                <mc:Fallback>
                  <p:oleObj name="Equation" r:id="rId18" imgW="749160" imgH="342720" progId="">
                    <p:embed/>
                    <p:pic>
                      <p:nvPicPr>
                        <p:cNvPr id="0" name="Picture 1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1250" y="4231057"/>
                          <a:ext cx="777875" cy="328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3801227" y="4224644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无穷间断点）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1220861-BDD5-464B-94DC-1739F8C95CEC}"/>
              </a:ext>
            </a:extLst>
          </p:cNvPr>
          <p:cNvCxnSpPr>
            <a:cxnSpLocks/>
          </p:cNvCxnSpPr>
          <p:nvPr/>
        </p:nvCxnSpPr>
        <p:spPr>
          <a:xfrm>
            <a:off x="2994950" y="2267328"/>
            <a:ext cx="144016" cy="16040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8430690-ECC8-4AB6-9480-CA716B33E807}"/>
              </a:ext>
            </a:extLst>
          </p:cNvPr>
          <p:cNvCxnSpPr>
            <a:cxnSpLocks/>
          </p:cNvCxnSpPr>
          <p:nvPr/>
        </p:nvCxnSpPr>
        <p:spPr>
          <a:xfrm>
            <a:off x="3078385" y="2680849"/>
            <a:ext cx="144016" cy="16040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94A507B-D169-45A0-BFD5-B20D4387B311}"/>
              </a:ext>
            </a:extLst>
          </p:cNvPr>
          <p:cNvCxnSpPr>
            <a:cxnSpLocks/>
          </p:cNvCxnSpPr>
          <p:nvPr/>
        </p:nvCxnSpPr>
        <p:spPr>
          <a:xfrm>
            <a:off x="6939306" y="2307272"/>
            <a:ext cx="144016" cy="16040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93D3905-74DC-4FAC-99EF-71B343DD4518}"/>
              </a:ext>
            </a:extLst>
          </p:cNvPr>
          <p:cNvCxnSpPr>
            <a:cxnSpLocks/>
          </p:cNvCxnSpPr>
          <p:nvPr/>
        </p:nvCxnSpPr>
        <p:spPr>
          <a:xfrm>
            <a:off x="6939306" y="2693774"/>
            <a:ext cx="144016" cy="16040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9FE14841-0805-4409-98B5-EF86E27DB4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915481"/>
              </p:ext>
            </p:extLst>
          </p:nvPr>
        </p:nvGraphicFramePr>
        <p:xfrm>
          <a:off x="7915531" y="2387475"/>
          <a:ext cx="6985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3" name="Equation" r:id="rId20" imgW="672840" imgH="342720" progId="Equation.DSMT4">
                  <p:embed/>
                </p:oleObj>
              </mc:Choice>
              <mc:Fallback>
                <p:oleObj name="Equation" r:id="rId20" imgW="672840" imgH="34272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325B3679-8305-4318-A738-8AEE0BDC29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531" y="2387475"/>
                        <a:ext cx="698500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1FC0D848-3E44-4FFE-8580-EFD19B855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162967"/>
              </p:ext>
            </p:extLst>
          </p:nvPr>
        </p:nvGraphicFramePr>
        <p:xfrm>
          <a:off x="4161093" y="2373189"/>
          <a:ext cx="474663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4" name="Equation" r:id="rId22" imgW="457200" imgH="342720" progId="Equation.DSMT4">
                  <p:embed/>
                </p:oleObj>
              </mc:Choice>
              <mc:Fallback>
                <p:oleObj name="Equation" r:id="rId22" imgW="457200" imgH="34272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9FE14841-0805-4409-98B5-EF86E27DB4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1093" y="2373189"/>
                        <a:ext cx="474663" cy="328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535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F124DC12-2AA7-4097-B5DF-C83444650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132466"/>
              </p:ext>
            </p:extLst>
          </p:nvPr>
        </p:nvGraphicFramePr>
        <p:xfrm>
          <a:off x="787705" y="360179"/>
          <a:ext cx="4148138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27" name="Equation" r:id="rId4" imgW="4000320" imgH="965160" progId="Equation.DSMT4">
                  <p:embed/>
                </p:oleObj>
              </mc:Choice>
              <mc:Fallback>
                <p:oleObj name="Equation" r:id="rId4" imgW="4000320" imgH="965160" progId="Equation.DSMT4">
                  <p:embed/>
                  <p:pic>
                    <p:nvPicPr>
                      <p:cNvPr id="0" name="Picture 17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05" y="360179"/>
                        <a:ext cx="4148138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3">
            <a:extLst>
              <a:ext uri="{FF2B5EF4-FFF2-40B4-BE49-F238E27FC236}">
                <a16:creationId xmlns:a16="http://schemas.microsoft.com/office/drawing/2014/main" id="{44CA3DC1-772D-48FA-A660-53921A149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41" y="1281634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>
              <a:buFontTx/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lang="en-US" altLang="zh-CN" sz="2400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29" name="Text Box 19">
            <a:extLst>
              <a:ext uri="{FF2B5EF4-FFF2-40B4-BE49-F238E27FC236}">
                <a16:creationId xmlns:a16="http://schemas.microsoft.com/office/drawing/2014/main" id="{C88DFE62-CE0B-4DDD-A735-CF39A7049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57" y="1899895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由于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E255DFE-67B6-4847-A5CB-E2B3447EA50C}"/>
              </a:ext>
            </a:extLst>
          </p:cNvPr>
          <p:cNvGrpSpPr/>
          <p:nvPr/>
        </p:nvGrpSpPr>
        <p:grpSpPr>
          <a:xfrm>
            <a:off x="1322611" y="1281634"/>
            <a:ext cx="4904546" cy="461665"/>
            <a:chOff x="1009318" y="2476907"/>
            <a:chExt cx="4904546" cy="461665"/>
          </a:xfrm>
        </p:grpSpPr>
        <p:graphicFrame>
          <p:nvGraphicFramePr>
            <p:cNvPr id="37" name="Object 24">
              <a:extLst>
                <a:ext uri="{FF2B5EF4-FFF2-40B4-BE49-F238E27FC236}">
                  <a16:creationId xmlns:a16="http://schemas.microsoft.com/office/drawing/2014/main" id="{E33E82BC-C64C-4551-A057-834BF1ED05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0804092"/>
                </p:ext>
              </p:extLst>
            </p:nvPr>
          </p:nvGraphicFramePr>
          <p:xfrm>
            <a:off x="1755686" y="2601392"/>
            <a:ext cx="61912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128" name="Equation" r:id="rId6" imgW="596880" imgH="279360" progId="">
                    <p:embed/>
                  </p:oleObj>
                </mc:Choice>
                <mc:Fallback>
                  <p:oleObj name="Equation" r:id="rId6" imgW="596880" imgH="279360" progId="">
                    <p:embed/>
                    <p:pic>
                      <p:nvPicPr>
                        <p:cNvPr id="0" name="Picture 17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5686" y="2601392"/>
                          <a:ext cx="619125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19">
              <a:extLst>
                <a:ext uri="{FF2B5EF4-FFF2-40B4-BE49-F238E27FC236}">
                  <a16:creationId xmlns:a16="http://schemas.microsoft.com/office/drawing/2014/main" id="{255AF196-D369-4D7C-B693-DC3FFFA07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18" y="2476907"/>
              <a:ext cx="49045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显然    是函数的间断点，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39" name="Object 24">
            <a:extLst>
              <a:ext uri="{FF2B5EF4-FFF2-40B4-BE49-F238E27FC236}">
                <a16:creationId xmlns:a16="http://schemas.microsoft.com/office/drawing/2014/main" id="{71F5AD36-BF00-4D4B-A6A2-3BEAD5FE42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160708"/>
              </p:ext>
            </p:extLst>
          </p:nvPr>
        </p:nvGraphicFramePr>
        <p:xfrm>
          <a:off x="1292272" y="1883063"/>
          <a:ext cx="24082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29" name="Equation" r:id="rId8" imgW="2323800" imgH="583920" progId="Equation.DSMT4">
                  <p:embed/>
                </p:oleObj>
              </mc:Choice>
              <mc:Fallback>
                <p:oleObj name="Equation" r:id="rId8" imgW="2323800" imgH="583920" progId="Equation.DSMT4">
                  <p:embed/>
                  <p:pic>
                    <p:nvPicPr>
                      <p:cNvPr id="0" name="Picture 17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72" y="1883063"/>
                        <a:ext cx="2408238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4">
            <a:extLst>
              <a:ext uri="{FF2B5EF4-FFF2-40B4-BE49-F238E27FC236}">
                <a16:creationId xmlns:a16="http://schemas.microsoft.com/office/drawing/2014/main" id="{04568C52-B50C-42CF-95C8-762236EA7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584864"/>
              </p:ext>
            </p:extLst>
          </p:nvPr>
        </p:nvGraphicFramePr>
        <p:xfrm>
          <a:off x="1222563" y="3795251"/>
          <a:ext cx="34639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0" name="Equation" r:id="rId10" imgW="3340080" imgH="495000" progId="">
                  <p:embed/>
                </p:oleObj>
              </mc:Choice>
              <mc:Fallback>
                <p:oleObj name="Equation" r:id="rId10" imgW="3340080" imgH="495000" progId="">
                  <p:embed/>
                  <p:pic>
                    <p:nvPicPr>
                      <p:cNvPr id="0" name="Picture 17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563" y="3795251"/>
                        <a:ext cx="3463925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E0E2AB03-1190-40BD-8041-4EFBDC63FDF3}"/>
              </a:ext>
            </a:extLst>
          </p:cNvPr>
          <p:cNvGrpSpPr/>
          <p:nvPr/>
        </p:nvGrpSpPr>
        <p:grpSpPr>
          <a:xfrm>
            <a:off x="179512" y="3117511"/>
            <a:ext cx="6109302" cy="461665"/>
            <a:chOff x="3128413" y="2162562"/>
            <a:chExt cx="6109302" cy="461665"/>
          </a:xfrm>
        </p:grpSpPr>
        <p:sp>
          <p:nvSpPr>
            <p:cNvPr id="44" name="Text Box 19">
              <a:extLst>
                <a:ext uri="{FF2B5EF4-FFF2-40B4-BE49-F238E27FC236}">
                  <a16:creationId xmlns:a16="http://schemas.microsoft.com/office/drawing/2014/main" id="{C2BA3A92-A9BC-4621-8968-85E8EDAF1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413" y="2162562"/>
              <a:ext cx="61093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所以    是函数的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第二类（无穷）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;</a:t>
              </a:r>
            </a:p>
          </p:txBody>
        </p:sp>
        <p:graphicFrame>
          <p:nvGraphicFramePr>
            <p:cNvPr id="45" name="Object 24">
              <a:extLst>
                <a:ext uri="{FF2B5EF4-FFF2-40B4-BE49-F238E27FC236}">
                  <a16:creationId xmlns:a16="http://schemas.microsoft.com/office/drawing/2014/main" id="{F4ED7EB0-959F-4029-AF9B-8CE0FF581E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2362559"/>
                </p:ext>
              </p:extLst>
            </p:nvPr>
          </p:nvGraphicFramePr>
          <p:xfrm>
            <a:off x="4010939" y="2269247"/>
            <a:ext cx="565150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131" name="Equation" r:id="rId12" imgW="545760" imgH="342720" progId="">
                    <p:embed/>
                  </p:oleObj>
                </mc:Choice>
                <mc:Fallback>
                  <p:oleObj name="Equation" r:id="rId12" imgW="545760" imgH="342720" progId="">
                    <p:embed/>
                    <p:pic>
                      <p:nvPicPr>
                        <p:cNvPr id="0" name="Picture 17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0939" y="2269247"/>
                          <a:ext cx="565150" cy="328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 Box 33">
            <a:extLst>
              <a:ext uri="{FF2B5EF4-FFF2-40B4-BE49-F238E27FC236}">
                <a16:creationId xmlns:a16="http://schemas.microsoft.com/office/drawing/2014/main" id="{39B037C5-400A-42E9-A2A3-490913EB8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99" y="3732852"/>
            <a:ext cx="5131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Object 24">
            <a:extLst>
              <a:ext uri="{FF2B5EF4-FFF2-40B4-BE49-F238E27FC236}">
                <a16:creationId xmlns:a16="http://schemas.microsoft.com/office/drawing/2014/main" id="{F9BA0452-5781-42D1-AA24-16FD8762B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359235"/>
              </p:ext>
            </p:extLst>
          </p:nvPr>
        </p:nvGraphicFramePr>
        <p:xfrm>
          <a:off x="4713302" y="3701854"/>
          <a:ext cx="29241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2" name="Equation" r:id="rId14" imgW="2819160" imgH="596880" progId="Equation.DSMT4">
                  <p:embed/>
                </p:oleObj>
              </mc:Choice>
              <mc:Fallback>
                <p:oleObj name="Equation" r:id="rId14" imgW="2819160" imgH="596880" progId="Equation.DSMT4">
                  <p:embed/>
                  <p:pic>
                    <p:nvPicPr>
                      <p:cNvPr id="0" name="Picture 17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302" y="3701854"/>
                        <a:ext cx="292417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5682D34-8F73-4120-A125-928E2D0C5D32}"/>
              </a:ext>
            </a:extLst>
          </p:cNvPr>
          <p:cNvGrpSpPr/>
          <p:nvPr/>
        </p:nvGrpSpPr>
        <p:grpSpPr>
          <a:xfrm>
            <a:off x="358467" y="4387033"/>
            <a:ext cx="5760640" cy="461665"/>
            <a:chOff x="323528" y="4258642"/>
            <a:chExt cx="5760640" cy="461665"/>
          </a:xfrm>
        </p:grpSpPr>
        <p:sp>
          <p:nvSpPr>
            <p:cNvPr id="35" name="Text Box 19">
              <a:extLst>
                <a:ext uri="{FF2B5EF4-FFF2-40B4-BE49-F238E27FC236}">
                  <a16:creationId xmlns:a16="http://schemas.microsoft.com/office/drawing/2014/main" id="{EA12D6BB-AC58-4393-B5D9-C1ABD1BBD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4258642"/>
              <a:ext cx="5760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故 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是函数的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第一类（跳跃）间断点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A47D8853-F630-4EC8-BDEC-15D7E33751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0030531"/>
                </p:ext>
              </p:extLst>
            </p:nvPr>
          </p:nvGraphicFramePr>
          <p:xfrm>
            <a:off x="719882" y="4374005"/>
            <a:ext cx="619125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133" name="Equation" r:id="rId16" imgW="596880" imgH="342720" progId="">
                    <p:embed/>
                  </p:oleObj>
                </mc:Choice>
                <mc:Fallback>
                  <p:oleObj name="Equation" r:id="rId16" imgW="596880" imgH="342720" progId="">
                    <p:embed/>
                    <p:pic>
                      <p:nvPicPr>
                        <p:cNvPr id="0" name="Picture 17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882" y="4374005"/>
                          <a:ext cx="619125" cy="328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CDCE1B43-9B94-4467-85D7-450FCCB23A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112005"/>
              </p:ext>
            </p:extLst>
          </p:nvPr>
        </p:nvGraphicFramePr>
        <p:xfrm>
          <a:off x="6091333" y="2072312"/>
          <a:ext cx="81597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4" name="Equation" r:id="rId18" imgW="787320" imgH="291960" progId="Equation.DSMT4">
                  <p:embed/>
                </p:oleObj>
              </mc:Choice>
              <mc:Fallback>
                <p:oleObj name="Equation" r:id="rId18" imgW="787320" imgH="291960" progId="Equation.DSMT4">
                  <p:embed/>
                  <p:pic>
                    <p:nvPicPr>
                      <p:cNvPr id="0" name="Picture 17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1333" y="2072312"/>
                        <a:ext cx="815975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7A0906FC-3B37-4EC1-9D7F-522F60EC2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719032"/>
              </p:ext>
            </p:extLst>
          </p:nvPr>
        </p:nvGraphicFramePr>
        <p:xfrm>
          <a:off x="1262158" y="2527512"/>
          <a:ext cx="24209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5" name="Equation" r:id="rId20" imgW="2336760" imgH="583920" progId="">
                  <p:embed/>
                </p:oleObj>
              </mc:Choice>
              <mc:Fallback>
                <p:oleObj name="Equation" r:id="rId20" imgW="2336760" imgH="583920" progId="">
                  <p:embed/>
                  <p:pic>
                    <p:nvPicPr>
                      <p:cNvPr id="0" name="Picture 17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158" y="2527512"/>
                        <a:ext cx="2420937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8F488FE2-3417-40F1-B05F-44F464BE9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039087"/>
              </p:ext>
            </p:extLst>
          </p:nvPr>
        </p:nvGraphicFramePr>
        <p:xfrm>
          <a:off x="6107113" y="2609850"/>
          <a:ext cx="55086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6" name="Equation" r:id="rId22" imgW="533160" imgH="342720" progId="Equation.DSMT4">
                  <p:embed/>
                </p:oleObj>
              </mc:Choice>
              <mc:Fallback>
                <p:oleObj name="Equation" r:id="rId22" imgW="533160" imgH="342720" progId="Equation.DSMT4">
                  <p:embed/>
                  <p:pic>
                    <p:nvPicPr>
                      <p:cNvPr id="0" name="Picture 17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7113" y="2609850"/>
                        <a:ext cx="550862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DD3759A7-B611-4805-AB56-0FD0AAEF805A}"/>
              </a:ext>
            </a:extLst>
          </p:cNvPr>
          <p:cNvGrpSpPr/>
          <p:nvPr/>
        </p:nvGrpSpPr>
        <p:grpSpPr>
          <a:xfrm>
            <a:off x="5035928" y="1281634"/>
            <a:ext cx="3237433" cy="461665"/>
            <a:chOff x="1876341" y="2476907"/>
            <a:chExt cx="3237433" cy="461665"/>
          </a:xfrm>
        </p:grpSpPr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5F89FD0B-1221-400F-8BAB-0B3DABB463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2742099"/>
                </p:ext>
              </p:extLst>
            </p:nvPr>
          </p:nvGraphicFramePr>
          <p:xfrm>
            <a:off x="1876341" y="2600782"/>
            <a:ext cx="671513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137" name="Equation" r:id="rId24" imgW="647640" imgH="279360" progId="">
                    <p:embed/>
                  </p:oleObj>
                </mc:Choice>
                <mc:Fallback>
                  <p:oleObj name="Equation" r:id="rId24" imgW="647640" imgH="279360" progId="">
                    <p:embed/>
                    <p:pic>
                      <p:nvPicPr>
                        <p:cNvPr id="0" name="Picture 17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341" y="2600782"/>
                          <a:ext cx="671513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2C816BD0-A3BA-449D-91FB-5E2597F90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478" y="2476907"/>
              <a:ext cx="26642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是函数的分界点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65934ED-AEE6-4AFD-9391-4F518F23E19D}"/>
              </a:ext>
            </a:extLst>
          </p:cNvPr>
          <p:cNvCxnSpPr>
            <a:cxnSpLocks/>
          </p:cNvCxnSpPr>
          <p:nvPr/>
        </p:nvCxnSpPr>
        <p:spPr>
          <a:xfrm>
            <a:off x="3683095" y="2128205"/>
            <a:ext cx="1252748" cy="25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40ADC0E-5929-43A5-9C72-A605735AC68E}"/>
              </a:ext>
            </a:extLst>
          </p:cNvPr>
          <p:cNvCxnSpPr>
            <a:cxnSpLocks/>
          </p:cNvCxnSpPr>
          <p:nvPr/>
        </p:nvCxnSpPr>
        <p:spPr>
          <a:xfrm>
            <a:off x="3683095" y="2221860"/>
            <a:ext cx="12527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1E999C8E-89E3-4EF2-AB0E-8D5924F128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080655"/>
              </p:ext>
            </p:extLst>
          </p:nvPr>
        </p:nvGraphicFramePr>
        <p:xfrm>
          <a:off x="3783013" y="1757363"/>
          <a:ext cx="10080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8" name="Equation" r:id="rId26" imgW="939600" imgH="342720" progId="Equation.DSMT4">
                  <p:embed/>
                </p:oleObj>
              </mc:Choice>
              <mc:Fallback>
                <p:oleObj name="Equation" r:id="rId26" imgW="939600" imgH="3427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CDCE1B43-9B94-4467-85D7-450FCCB23A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013" y="1757363"/>
                        <a:ext cx="1008062" cy="3397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D992F9AF-68EC-46A0-B880-F8FC19244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914498"/>
              </p:ext>
            </p:extLst>
          </p:nvPr>
        </p:nvGraphicFramePr>
        <p:xfrm>
          <a:off x="5140325" y="1935163"/>
          <a:ext cx="9620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9" name="Equation" r:id="rId28" imgW="927000" imgH="520560" progId="Equation.DSMT4">
                  <p:embed/>
                </p:oleObj>
              </mc:Choice>
              <mc:Fallback>
                <p:oleObj name="Equation" r:id="rId28" imgW="927000" imgH="52056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71F5AD36-BF00-4D4B-A6A2-3BEAD5FE4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325" y="1935163"/>
                        <a:ext cx="962025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319EC05-8577-4DB3-9422-66E0BA9BDD21}"/>
              </a:ext>
            </a:extLst>
          </p:cNvPr>
          <p:cNvCxnSpPr>
            <a:cxnSpLocks/>
          </p:cNvCxnSpPr>
          <p:nvPr/>
        </p:nvCxnSpPr>
        <p:spPr>
          <a:xfrm>
            <a:off x="3729726" y="2719310"/>
            <a:ext cx="12527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E50639E-A4CC-495C-B63D-21DE469FBA73}"/>
              </a:ext>
            </a:extLst>
          </p:cNvPr>
          <p:cNvCxnSpPr>
            <a:cxnSpLocks/>
          </p:cNvCxnSpPr>
          <p:nvPr/>
        </p:nvCxnSpPr>
        <p:spPr>
          <a:xfrm>
            <a:off x="3729726" y="2810443"/>
            <a:ext cx="12527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Object 24">
            <a:extLst>
              <a:ext uri="{FF2B5EF4-FFF2-40B4-BE49-F238E27FC236}">
                <a16:creationId xmlns:a16="http://schemas.microsoft.com/office/drawing/2014/main" id="{7D8C8939-9617-4C81-B6F2-F1991B87E5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003881"/>
              </p:ext>
            </p:extLst>
          </p:nvPr>
        </p:nvGraphicFramePr>
        <p:xfrm>
          <a:off x="5122863" y="2568575"/>
          <a:ext cx="9620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40" name="Equation" r:id="rId30" imgW="927000" imgH="520560" progId="Equation.DSMT4">
                  <p:embed/>
                </p:oleObj>
              </mc:Choice>
              <mc:Fallback>
                <p:oleObj name="Equation" r:id="rId30" imgW="927000" imgH="52056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D992F9AF-68EC-46A0-B880-F8FC192440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3" y="2568575"/>
                        <a:ext cx="962025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FAE6F6C0-2BA9-45A0-8876-D71C47EDCD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82522"/>
              </p:ext>
            </p:extLst>
          </p:nvPr>
        </p:nvGraphicFramePr>
        <p:xfrm>
          <a:off x="3784600" y="2373313"/>
          <a:ext cx="10080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41" name="Equation" r:id="rId32" imgW="939600" imgH="342720" progId="Equation.DSMT4">
                  <p:embed/>
                </p:oleObj>
              </mc:Choice>
              <mc:Fallback>
                <p:oleObj name="Equation" r:id="rId32" imgW="939600" imgH="34272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1E999C8E-89E3-4EF2-AB0E-8D5924F128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2373313"/>
                        <a:ext cx="1008063" cy="3397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0575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F124DC12-2AA7-4097-B5DF-C83444650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281241"/>
              </p:ext>
            </p:extLst>
          </p:nvPr>
        </p:nvGraphicFramePr>
        <p:xfrm>
          <a:off x="1001613" y="483518"/>
          <a:ext cx="1554163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76" name="Equation" r:id="rId4" imgW="1498320" imgH="736560" progId="">
                  <p:embed/>
                </p:oleObj>
              </mc:Choice>
              <mc:Fallback>
                <p:oleObj name="Equation" r:id="rId4" imgW="1498320" imgH="736560" progId="">
                  <p:embed/>
                  <p:pic>
                    <p:nvPicPr>
                      <p:cNvPr id="0" name="Picture 1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613" y="483518"/>
                        <a:ext cx="1554163" cy="706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3">
            <a:extLst>
              <a:ext uri="{FF2B5EF4-FFF2-40B4-BE49-F238E27FC236}">
                <a16:creationId xmlns:a16="http://schemas.microsoft.com/office/drawing/2014/main" id="{44CA3DC1-772D-48FA-A660-53921A149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352" y="1424295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>
              <a:buFontTx/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lang="en-US" altLang="zh-CN" sz="2400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39" name="Object 24">
            <a:extLst>
              <a:ext uri="{FF2B5EF4-FFF2-40B4-BE49-F238E27FC236}">
                <a16:creationId xmlns:a16="http://schemas.microsoft.com/office/drawing/2014/main" id="{71F5AD36-BF00-4D4B-A6A2-3BEAD5FE42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351824"/>
              </p:ext>
            </p:extLst>
          </p:nvPr>
        </p:nvGraphicFramePr>
        <p:xfrm>
          <a:off x="2751013" y="2129294"/>
          <a:ext cx="160496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77" name="Equation" r:id="rId6" imgW="1549080" imgH="736560" progId="">
                  <p:embed/>
                </p:oleObj>
              </mc:Choice>
              <mc:Fallback>
                <p:oleObj name="Equation" r:id="rId6" imgW="1549080" imgH="736560" progId="">
                  <p:embed/>
                  <p:pic>
                    <p:nvPicPr>
                      <p:cNvPr id="0" name="Picture 14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013" y="2129294"/>
                        <a:ext cx="1604963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624E9FE-FE7D-4991-8CBC-22917C1836E6}"/>
              </a:ext>
            </a:extLst>
          </p:cNvPr>
          <p:cNvGrpSpPr/>
          <p:nvPr/>
        </p:nvGrpSpPr>
        <p:grpSpPr>
          <a:xfrm>
            <a:off x="704304" y="2211898"/>
            <a:ext cx="2211512" cy="461665"/>
            <a:chOff x="704304" y="2211898"/>
            <a:chExt cx="2211512" cy="461665"/>
          </a:xfrm>
        </p:grpSpPr>
        <p:sp>
          <p:nvSpPr>
            <p:cNvPr id="29" name="Text Box 19">
              <a:extLst>
                <a:ext uri="{FF2B5EF4-FFF2-40B4-BE49-F238E27FC236}">
                  <a16:creationId xmlns:a16="http://schemas.microsoft.com/office/drawing/2014/main" id="{C88DFE62-CE0B-4DDD-A735-CF39A7049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04" y="2211898"/>
              <a:ext cx="22115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在点    处，  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45" name="Object 24">
              <a:extLst>
                <a:ext uri="{FF2B5EF4-FFF2-40B4-BE49-F238E27FC236}">
                  <a16:creationId xmlns:a16="http://schemas.microsoft.com/office/drawing/2014/main" id="{F4ED7EB0-959F-4029-AF9B-8CE0FF581E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6265959"/>
                </p:ext>
              </p:extLst>
            </p:nvPr>
          </p:nvGraphicFramePr>
          <p:xfrm>
            <a:off x="1547664" y="2333241"/>
            <a:ext cx="619125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78" name="Equation" r:id="rId8" imgW="596880" imgH="342720" progId="">
                    <p:embed/>
                  </p:oleObj>
                </mc:Choice>
                <mc:Fallback>
                  <p:oleObj name="Equation" r:id="rId8" imgW="596880" imgH="342720" progId="">
                    <p:embed/>
                    <p:pic>
                      <p:nvPicPr>
                        <p:cNvPr id="0" name="Picture 14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2333241"/>
                          <a:ext cx="619125" cy="328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F8AB33-F94D-4C35-A8B4-86E546C1325C}"/>
              </a:ext>
            </a:extLst>
          </p:cNvPr>
          <p:cNvGrpSpPr/>
          <p:nvPr/>
        </p:nvGrpSpPr>
        <p:grpSpPr>
          <a:xfrm>
            <a:off x="1458416" y="1419622"/>
            <a:ext cx="5400600" cy="461665"/>
            <a:chOff x="1115616" y="1491630"/>
            <a:chExt cx="5400600" cy="461665"/>
          </a:xfrm>
        </p:grpSpPr>
        <p:sp>
          <p:nvSpPr>
            <p:cNvPr id="38" name="Text Box 19">
              <a:extLst>
                <a:ext uri="{FF2B5EF4-FFF2-40B4-BE49-F238E27FC236}">
                  <a16:creationId xmlns:a16="http://schemas.microsoft.com/office/drawing/2014/main" id="{255AF196-D369-4D7C-B693-DC3FFFA07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616" y="1491630"/>
              <a:ext cx="5400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显然             是函数的间断点，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E269489A-31CB-4C45-B502-60533E660B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437212"/>
                </p:ext>
              </p:extLst>
            </p:nvPr>
          </p:nvGraphicFramePr>
          <p:xfrm>
            <a:off x="1901925" y="1613471"/>
            <a:ext cx="1831975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79" name="Equation" r:id="rId10" imgW="1765080" imgH="342720" progId="Equation.DSMT4">
                    <p:embed/>
                  </p:oleObj>
                </mc:Choice>
                <mc:Fallback>
                  <p:oleObj name="Equation" r:id="rId10" imgW="1765080" imgH="342720" progId="Equation.DSMT4">
                    <p:embed/>
                    <p:pic>
                      <p:nvPicPr>
                        <p:cNvPr id="0" name="Picture 14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1925" y="1613471"/>
                          <a:ext cx="1831975" cy="328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52F472-8799-4378-9A45-9EFBACA7BCE0}"/>
              </a:ext>
            </a:extLst>
          </p:cNvPr>
          <p:cNvGrpSpPr/>
          <p:nvPr/>
        </p:nvGrpSpPr>
        <p:grpSpPr>
          <a:xfrm>
            <a:off x="4366344" y="2211710"/>
            <a:ext cx="4526136" cy="461665"/>
            <a:chOff x="4366344" y="2211710"/>
            <a:chExt cx="4526136" cy="461665"/>
          </a:xfrm>
        </p:grpSpPr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0BF8DEF0-264B-4439-B9AD-F57728858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6344" y="2211710"/>
              <a:ext cx="45261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所以 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是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第一类</a:t>
              </a:r>
              <a:r>
                <a:rPr lang="en-US" altLang="zh-CN" sz="24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可去</a:t>
              </a:r>
              <a:r>
                <a:rPr lang="en-US" altLang="zh-CN" sz="24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A2E588D1-FA2C-4837-A488-5510301AE5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58870"/>
                </p:ext>
              </p:extLst>
            </p:nvPr>
          </p:nvGraphicFramePr>
          <p:xfrm>
            <a:off x="5086171" y="2317686"/>
            <a:ext cx="620713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80" name="Equation" r:id="rId12" imgW="596880" imgH="342720" progId="">
                    <p:embed/>
                  </p:oleObj>
                </mc:Choice>
                <mc:Fallback>
                  <p:oleObj name="Equation" r:id="rId12" imgW="596880" imgH="342720" progId="">
                    <p:embed/>
                    <p:pic>
                      <p:nvPicPr>
                        <p:cNvPr id="0" name="Picture 14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6171" y="2317686"/>
                          <a:ext cx="620713" cy="328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8AF6E423-B037-42CC-BA83-D7EC2FE3C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817999"/>
              </p:ext>
            </p:extLst>
          </p:nvPr>
        </p:nvGraphicFramePr>
        <p:xfrm>
          <a:off x="4646613" y="3003550"/>
          <a:ext cx="1776412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81" name="Equation" r:id="rId14" imgW="1714320" imgH="736560" progId="Equation.DSMT4">
                  <p:embed/>
                </p:oleObj>
              </mc:Choice>
              <mc:Fallback>
                <p:oleObj name="Equation" r:id="rId14" imgW="1714320" imgH="736560" progId="Equation.DSMT4">
                  <p:embed/>
                  <p:pic>
                    <p:nvPicPr>
                      <p:cNvPr id="0" name="Picture 14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3003550"/>
                        <a:ext cx="1776412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EC53BDFA-A6A3-4EA2-9591-82AB13DC1FE1}"/>
              </a:ext>
            </a:extLst>
          </p:cNvPr>
          <p:cNvGrpSpPr/>
          <p:nvPr/>
        </p:nvGrpSpPr>
        <p:grpSpPr>
          <a:xfrm>
            <a:off x="683568" y="3075806"/>
            <a:ext cx="4176464" cy="461665"/>
            <a:chOff x="251520" y="3075806"/>
            <a:chExt cx="4176464" cy="461665"/>
          </a:xfrm>
        </p:grpSpPr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D3DF2BC3-3EE6-40A1-A33F-1AF5D8407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3075806"/>
              <a:ext cx="41764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在点                处，  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70708554-A042-40EF-98EC-7ED05E3F2A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2857595"/>
                </p:ext>
              </p:extLst>
            </p:nvPr>
          </p:nvGraphicFramePr>
          <p:xfrm>
            <a:off x="1147515" y="3192463"/>
            <a:ext cx="2436812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82" name="Equation" r:id="rId16" imgW="2349360" imgH="342720" progId="Equation.DSMT4">
                    <p:embed/>
                  </p:oleObj>
                </mc:Choice>
                <mc:Fallback>
                  <p:oleObj name="Equation" r:id="rId16" imgW="2349360" imgH="342720" progId="Equation.DSMT4">
                    <p:embed/>
                    <p:pic>
                      <p:nvPicPr>
                        <p:cNvPr id="0" name="Picture 14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515" y="3192463"/>
                          <a:ext cx="2436812" cy="328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4CFDBA7-9F57-4C63-909E-93AFCEB3CEE8}"/>
              </a:ext>
            </a:extLst>
          </p:cNvPr>
          <p:cNvGrpSpPr/>
          <p:nvPr/>
        </p:nvGrpSpPr>
        <p:grpSpPr>
          <a:xfrm>
            <a:off x="251520" y="3939902"/>
            <a:ext cx="7272808" cy="461665"/>
            <a:chOff x="251520" y="3939902"/>
            <a:chExt cx="7272808" cy="461665"/>
          </a:xfrm>
        </p:grpSpPr>
        <p:sp>
          <p:nvSpPr>
            <p:cNvPr id="44" name="Text Box 19">
              <a:extLst>
                <a:ext uri="{FF2B5EF4-FFF2-40B4-BE49-F238E27FC236}">
                  <a16:creationId xmlns:a16="http://schemas.microsoft.com/office/drawing/2014/main" id="{C2BA3A92-A9BC-4621-8968-85E8EDAF1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3939902"/>
              <a:ext cx="72728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所以                 是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第二类</a:t>
              </a:r>
              <a:r>
                <a:rPr lang="en-US" altLang="zh-CN" sz="24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无穷</a:t>
              </a:r>
              <a:r>
                <a:rPr lang="en-US" altLang="zh-CN" sz="24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间断点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7E376E06-1A1A-4896-B869-657D28E8A2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6944858"/>
                </p:ext>
              </p:extLst>
            </p:nvPr>
          </p:nvGraphicFramePr>
          <p:xfrm>
            <a:off x="1190625" y="4060825"/>
            <a:ext cx="2436813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83" name="Equation" r:id="rId18" imgW="2349360" imgH="342720" progId="Equation.DSMT4">
                    <p:embed/>
                  </p:oleObj>
                </mc:Choice>
                <mc:Fallback>
                  <p:oleObj name="Equation" r:id="rId18" imgW="2349360" imgH="342720" progId="Equation.DSMT4">
                    <p:embed/>
                    <p:pic>
                      <p:nvPicPr>
                        <p:cNvPr id="0" name="Picture 14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625" y="4060825"/>
                          <a:ext cx="2436813" cy="328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3">
            <a:extLst>
              <a:ext uri="{FF2B5EF4-FFF2-40B4-BE49-F238E27FC236}">
                <a16:creationId xmlns:a16="http://schemas.microsoft.com/office/drawing/2014/main" id="{576B61D7-4655-4670-B00D-01C895AE6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748" y="361987"/>
            <a:ext cx="871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8</a:t>
            </a:r>
          </a:p>
        </p:txBody>
      </p:sp>
      <p:sp>
        <p:nvSpPr>
          <p:cNvPr id="32771" name="Text Box 10">
            <a:extLst>
              <a:ext uri="{FF2B5EF4-FFF2-40B4-BE49-F238E27FC236}">
                <a16:creationId xmlns:a16="http://schemas.microsoft.com/office/drawing/2014/main" id="{8B7ACC58-14D6-4632-93F3-B2765D22C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504" y="363043"/>
            <a:ext cx="72845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讨论函数                           的连续性，</a:t>
            </a:r>
            <a:endParaRPr kumimoji="1" lang="en-US" altLang="zh-CN" sz="2400" b="1" baseline="-25000" dirty="0">
              <a:latin typeface="+mn-ea"/>
              <a:ea typeface="+mn-ea"/>
            </a:endParaRPr>
          </a:p>
        </p:txBody>
      </p:sp>
      <p:sp>
        <p:nvSpPr>
          <p:cNvPr id="32773" name="矩形 4">
            <a:extLst>
              <a:ext uri="{FF2B5EF4-FFF2-40B4-BE49-F238E27FC236}">
                <a16:creationId xmlns:a16="http://schemas.microsoft.com/office/drawing/2014/main" id="{8F435FA3-2B11-4202-8BBA-FBDCF7726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00" y="987574"/>
            <a:ext cx="3898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若有间断点，判别其类型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latin typeface="+mn-ea"/>
                <a:ea typeface="+mn-ea"/>
              </a:rPr>
              <a:t> 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67F0F53F-D3DC-41BC-9348-371AC0FEA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140" y="1594891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2776" name="Object 5">
            <a:extLst>
              <a:ext uri="{FF2B5EF4-FFF2-40B4-BE49-F238E27FC236}">
                <a16:creationId xmlns:a16="http://schemas.microsoft.com/office/drawing/2014/main" id="{4D20E060-BB66-444F-86D9-0C3E23D99F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353021"/>
              </p:ext>
            </p:extLst>
          </p:nvPr>
        </p:nvGraphicFramePr>
        <p:xfrm>
          <a:off x="2833659" y="3308756"/>
          <a:ext cx="195263" cy="289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57" name="Equation" r:id="rId4" imgW="114102" imgH="177492" progId="">
                  <p:embed/>
                </p:oleObj>
              </mc:Choice>
              <mc:Fallback>
                <p:oleObj name="Equation" r:id="rId4" imgW="114102" imgH="177492" progId="">
                  <p:embed/>
                  <p:pic>
                    <p:nvPicPr>
                      <p:cNvPr id="0" name="Picture 18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59" y="3308756"/>
                        <a:ext cx="195263" cy="289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矩形 9">
            <a:extLst>
              <a:ext uri="{FF2B5EF4-FFF2-40B4-BE49-F238E27FC236}">
                <a16:creationId xmlns:a16="http://schemas.microsoft.com/office/drawing/2014/main" id="{3D21B3AF-73E4-4DAD-9661-AE588380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2892" y="1590676"/>
            <a:ext cx="126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由极限 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7427" name="矩形 12">
            <a:extLst>
              <a:ext uri="{FF2B5EF4-FFF2-40B4-BE49-F238E27FC236}">
                <a16:creationId xmlns:a16="http://schemas.microsoft.com/office/drawing/2014/main" id="{148BA5BD-C164-4119-96D1-3CE6E8329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612" y="3070765"/>
            <a:ext cx="9589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可得 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2A0AE509-9150-49E5-9058-649939416E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138644"/>
              </p:ext>
            </p:extLst>
          </p:nvPr>
        </p:nvGraphicFramePr>
        <p:xfrm>
          <a:off x="2771800" y="339502"/>
          <a:ext cx="40687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58" name="Equation" r:id="rId6" imgW="3924000" imgH="596880" progId="Equation.DSMT4">
                  <p:embed/>
                </p:oleObj>
              </mc:Choice>
              <mc:Fallback>
                <p:oleObj name="Equation" r:id="rId6" imgW="3924000" imgH="596880" progId="Equation.DSMT4">
                  <p:embed/>
                  <p:pic>
                    <p:nvPicPr>
                      <p:cNvPr id="0" name="Picture 18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39502"/>
                        <a:ext cx="4068762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4DAC8655-D2AF-438D-88C8-ECC7BEC58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533832"/>
              </p:ext>
            </p:extLst>
          </p:nvPr>
        </p:nvGraphicFramePr>
        <p:xfrm>
          <a:off x="2450050" y="1563638"/>
          <a:ext cx="28178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59" name="Equation" r:id="rId8" imgW="2717640" imgH="583920" progId="">
                  <p:embed/>
                </p:oleObj>
              </mc:Choice>
              <mc:Fallback>
                <p:oleObj name="Equation" r:id="rId8" imgW="2717640" imgH="583920" progId="">
                  <p:embed/>
                  <p:pic>
                    <p:nvPicPr>
                      <p:cNvPr id="0" name="Picture 18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050" y="1563638"/>
                        <a:ext cx="2817813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F4B36141-162A-45AD-854D-2DF4D8C440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7785408"/>
              </p:ext>
            </p:extLst>
          </p:nvPr>
        </p:nvGraphicFramePr>
        <p:xfrm>
          <a:off x="5194476" y="1625573"/>
          <a:ext cx="359568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0" name="Equation" r:id="rId10" imgW="3466800" imgH="431640" progId="">
                  <p:embed/>
                </p:oleObj>
              </mc:Choice>
              <mc:Fallback>
                <p:oleObj name="Equation" r:id="rId10" imgW="3466800" imgH="431640" progId="">
                  <p:embed/>
                  <p:pic>
                    <p:nvPicPr>
                      <p:cNvPr id="0" name="Picture 18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476" y="1625573"/>
                        <a:ext cx="3595687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4D44C775-4841-4D09-8D28-D77F2699C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646200"/>
              </p:ext>
            </p:extLst>
          </p:nvPr>
        </p:nvGraphicFramePr>
        <p:xfrm>
          <a:off x="1473600" y="2687113"/>
          <a:ext cx="126365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1" name="Equation" r:id="rId12" imgW="1218960" imgH="1346040" progId="Equation.DSMT4">
                  <p:embed/>
                </p:oleObj>
              </mc:Choice>
              <mc:Fallback>
                <p:oleObj name="Equation" r:id="rId12" imgW="1218960" imgH="1346040" progId="Equation.DSMT4">
                  <p:embed/>
                  <p:pic>
                    <p:nvPicPr>
                      <p:cNvPr id="0" name="Picture 18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600" y="2687113"/>
                        <a:ext cx="1263650" cy="128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F45F9381-184C-4973-8297-60D0811C1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448271"/>
              </p:ext>
            </p:extLst>
          </p:nvPr>
        </p:nvGraphicFramePr>
        <p:xfrm>
          <a:off x="2641348" y="2594193"/>
          <a:ext cx="1500188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2" name="Equation" r:id="rId14" imgW="1447560" imgH="342720" progId="Equation.DSMT4">
                  <p:embed/>
                </p:oleObj>
              </mc:Choice>
              <mc:Fallback>
                <p:oleObj name="Equation" r:id="rId14" imgW="1447560" imgH="342720" progId="Equation.DSMT4">
                  <p:embed/>
                  <p:pic>
                    <p:nvPicPr>
                      <p:cNvPr id="0" name="Picture 18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348" y="2594193"/>
                        <a:ext cx="1500188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EEBEF9A7-F85B-4900-BB94-C82BB0D599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479985"/>
              </p:ext>
            </p:extLst>
          </p:nvPr>
        </p:nvGraphicFramePr>
        <p:xfrm>
          <a:off x="2629368" y="3034787"/>
          <a:ext cx="155257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3" name="Equation" r:id="rId16" imgW="1498320" imgH="342720" progId="Equation.DSMT4">
                  <p:embed/>
                </p:oleObj>
              </mc:Choice>
              <mc:Fallback>
                <p:oleObj name="Equation" r:id="rId16" imgW="1498320" imgH="342720" progId="Equation.DSMT4">
                  <p:embed/>
                  <p:pic>
                    <p:nvPicPr>
                      <p:cNvPr id="0" name="Picture 18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9368" y="3034787"/>
                        <a:ext cx="1552575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10046046-BD52-49BE-BB5A-638CC247F5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624935"/>
              </p:ext>
            </p:extLst>
          </p:nvPr>
        </p:nvGraphicFramePr>
        <p:xfrm>
          <a:off x="2595184" y="3415739"/>
          <a:ext cx="19732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4" name="Equation" r:id="rId18" imgW="1904760" imgH="761760" progId="Equation.DSMT4">
                  <p:embed/>
                </p:oleObj>
              </mc:Choice>
              <mc:Fallback>
                <p:oleObj name="Equation" r:id="rId18" imgW="1904760" imgH="761760" progId="Equation.DSMT4">
                  <p:embed/>
                  <p:pic>
                    <p:nvPicPr>
                      <p:cNvPr id="0" name="Picture 18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184" y="3415739"/>
                        <a:ext cx="197326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>
            <a:extLst>
              <a:ext uri="{FF2B5EF4-FFF2-40B4-BE49-F238E27FC236}">
                <a16:creationId xmlns:a16="http://schemas.microsoft.com/office/drawing/2014/main" id="{AC03FE00-C10B-40A9-83AC-5C31D6D471F6}"/>
              </a:ext>
            </a:extLst>
          </p:cNvPr>
          <p:cNvGrpSpPr/>
          <p:nvPr/>
        </p:nvGrpSpPr>
        <p:grpSpPr>
          <a:xfrm>
            <a:off x="5733057" y="2227148"/>
            <a:ext cx="2405561" cy="1871884"/>
            <a:chOff x="5697493" y="2371164"/>
            <a:chExt cx="2405561" cy="1871884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2E526FA8-956B-4964-B0D9-6E3CD427D2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7493" y="3802010"/>
              <a:ext cx="2376264" cy="33685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A5191EF-11FB-4F37-8F5A-9C78BC988747}"/>
                </a:ext>
              </a:extLst>
            </p:cNvPr>
            <p:cNvCxnSpPr>
              <a:cxnSpLocks/>
            </p:cNvCxnSpPr>
            <p:nvPr/>
          </p:nvCxnSpPr>
          <p:spPr>
            <a:xfrm>
              <a:off x="6345565" y="2798125"/>
              <a:ext cx="0" cy="1444923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5647A315-8561-4C4B-AA00-759F662746C8}"/>
                </a:ext>
              </a:extLst>
            </p:cNvPr>
            <p:cNvGrpSpPr/>
            <p:nvPr/>
          </p:nvGrpSpPr>
          <p:grpSpPr>
            <a:xfrm rot="21114237">
              <a:off x="6320062" y="3207032"/>
              <a:ext cx="980613" cy="548921"/>
              <a:chOff x="6393051" y="3015689"/>
              <a:chExt cx="980613" cy="548921"/>
            </a:xfrm>
          </p:grpSpPr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7373F1F7-2BC8-442D-AE50-DD1569979734}"/>
                  </a:ext>
                </a:extLst>
              </p:cNvPr>
              <p:cNvSpPr/>
              <p:nvPr/>
            </p:nvSpPr>
            <p:spPr>
              <a:xfrm>
                <a:off x="6393051" y="3324386"/>
                <a:ext cx="534691" cy="240224"/>
              </a:xfrm>
              <a:custGeom>
                <a:avLst/>
                <a:gdLst>
                  <a:gd name="connsiteX0" fmla="*/ 0 w 534691"/>
                  <a:gd name="connsiteY0" fmla="*/ 240224 h 240224"/>
                  <a:gd name="connsiteX1" fmla="*/ 278969 w 534691"/>
                  <a:gd name="connsiteY1" fmla="*/ 154983 h 240224"/>
                  <a:gd name="connsiteX2" fmla="*/ 534691 w 534691"/>
                  <a:gd name="connsiteY2" fmla="*/ 0 h 240224"/>
                  <a:gd name="connsiteX3" fmla="*/ 534691 w 534691"/>
                  <a:gd name="connsiteY3" fmla="*/ 0 h 240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4691" h="240224">
                    <a:moveTo>
                      <a:pt x="0" y="240224"/>
                    </a:moveTo>
                    <a:cubicBezTo>
                      <a:pt x="94927" y="217622"/>
                      <a:pt x="189854" y="195020"/>
                      <a:pt x="278969" y="154983"/>
                    </a:cubicBezTo>
                    <a:cubicBezTo>
                      <a:pt x="368084" y="114946"/>
                      <a:pt x="534691" y="0"/>
                      <a:pt x="534691" y="0"/>
                    </a:cubicBezTo>
                    <a:lnTo>
                      <a:pt x="534691" y="0"/>
                    </a:lnTo>
                  </a:path>
                </a:pathLst>
              </a:custGeom>
              <a:noFill/>
              <a:ln w="1905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2F52C60-9477-48FC-871A-75C567BB3329}"/>
                  </a:ext>
                </a:extLst>
              </p:cNvPr>
              <p:cNvSpPr/>
              <p:nvPr/>
            </p:nvSpPr>
            <p:spPr>
              <a:xfrm rot="20366911">
                <a:off x="6838973" y="3015689"/>
                <a:ext cx="534691" cy="240224"/>
              </a:xfrm>
              <a:custGeom>
                <a:avLst/>
                <a:gdLst>
                  <a:gd name="connsiteX0" fmla="*/ 0 w 534691"/>
                  <a:gd name="connsiteY0" fmla="*/ 240224 h 240224"/>
                  <a:gd name="connsiteX1" fmla="*/ 278969 w 534691"/>
                  <a:gd name="connsiteY1" fmla="*/ 154983 h 240224"/>
                  <a:gd name="connsiteX2" fmla="*/ 534691 w 534691"/>
                  <a:gd name="connsiteY2" fmla="*/ 0 h 240224"/>
                  <a:gd name="connsiteX3" fmla="*/ 534691 w 534691"/>
                  <a:gd name="connsiteY3" fmla="*/ 0 h 240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4691" h="240224">
                    <a:moveTo>
                      <a:pt x="0" y="240224"/>
                    </a:moveTo>
                    <a:cubicBezTo>
                      <a:pt x="94927" y="217622"/>
                      <a:pt x="189854" y="195020"/>
                      <a:pt x="278969" y="154983"/>
                    </a:cubicBezTo>
                    <a:cubicBezTo>
                      <a:pt x="368084" y="114946"/>
                      <a:pt x="534691" y="0"/>
                      <a:pt x="534691" y="0"/>
                    </a:cubicBezTo>
                    <a:lnTo>
                      <a:pt x="534691" y="0"/>
                    </a:lnTo>
                  </a:path>
                </a:pathLst>
              </a:custGeom>
              <a:noFill/>
              <a:ln w="1905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A9452063-85F3-4C29-915E-EA24EB8D6C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2285" y="2972046"/>
              <a:ext cx="1113400" cy="8701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4FFE631-AF7A-4C01-8C54-9772E452B9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9372" y="3461016"/>
              <a:ext cx="3103" cy="35783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195582F5-59DD-4996-82CF-2A2AD6B1ECBD}"/>
                </a:ext>
              </a:extLst>
            </p:cNvPr>
            <p:cNvCxnSpPr>
              <a:cxnSpLocks/>
            </p:cNvCxnSpPr>
            <p:nvPr/>
          </p:nvCxnSpPr>
          <p:spPr>
            <a:xfrm>
              <a:off x="7137653" y="3238719"/>
              <a:ext cx="0" cy="55561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56348870-F0FE-4A2A-B9B8-BDB86C55A5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6316460"/>
                </p:ext>
              </p:extLst>
            </p:nvPr>
          </p:nvGraphicFramePr>
          <p:xfrm>
            <a:off x="6714175" y="3862559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5" name="Equation" r:id="rId20" imgW="114120" imgH="228600" progId="Equation.DSMT4">
                    <p:embed/>
                  </p:oleObj>
                </mc:Choice>
                <mc:Fallback>
                  <p:oleObj name="Equation" r:id="rId20" imgW="1141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714175" y="3862559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AF7C733D-AFA9-40F0-BB7E-D34D348B17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3715269"/>
                </p:ext>
              </p:extLst>
            </p:nvPr>
          </p:nvGraphicFramePr>
          <p:xfrm>
            <a:off x="7055103" y="3870308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6" name="Equation" r:id="rId22" imgW="164880" imgH="228600" progId="Equation.DSMT4">
                    <p:embed/>
                  </p:oleObj>
                </mc:Choice>
                <mc:Fallback>
                  <p:oleObj name="Equation" r:id="rId22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055103" y="3870308"/>
                          <a:ext cx="165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830BAEC6-11D2-4F28-9E32-0ADE8B0E03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267298"/>
                </p:ext>
              </p:extLst>
            </p:nvPr>
          </p:nvGraphicFramePr>
          <p:xfrm>
            <a:off x="7421174" y="2753724"/>
            <a:ext cx="571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7" name="Equation" r:id="rId24" imgW="571320" imgH="241200" progId="Equation.DSMT4">
                    <p:embed/>
                  </p:oleObj>
                </mc:Choice>
                <mc:Fallback>
                  <p:oleObj name="Equation" r:id="rId24" imgW="5713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7421174" y="2753724"/>
                          <a:ext cx="571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C9D7DCA4-B2DC-4A99-9A23-DD98EE8EE5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4378499"/>
                </p:ext>
              </p:extLst>
            </p:nvPr>
          </p:nvGraphicFramePr>
          <p:xfrm>
            <a:off x="6588224" y="2371164"/>
            <a:ext cx="723900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8" name="Equation" r:id="rId26" imgW="723600" imgH="647640" progId="Equation.DSMT4">
                    <p:embed/>
                  </p:oleObj>
                </mc:Choice>
                <mc:Fallback>
                  <p:oleObj name="Equation" r:id="rId26" imgW="723600" imgH="647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588224" y="2371164"/>
                          <a:ext cx="723900" cy="647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32AE1DB8-A017-4E29-9E58-FD287E7003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4055575"/>
                </p:ext>
              </p:extLst>
            </p:nvPr>
          </p:nvGraphicFramePr>
          <p:xfrm>
            <a:off x="7925254" y="3895451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9" name="Equation" r:id="rId28" imgW="177480" imgH="190440" progId="Equation.DSMT4">
                    <p:embed/>
                  </p:oleObj>
                </mc:Choice>
                <mc:Fallback>
                  <p:oleObj name="Equation" r:id="rId28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7925254" y="3895451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00061176-53C4-45C4-9226-3435C079C6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4390444"/>
                </p:ext>
              </p:extLst>
            </p:nvPr>
          </p:nvGraphicFramePr>
          <p:xfrm>
            <a:off x="6086210" y="2851396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70" name="Equation" r:id="rId30" imgW="190440" imgH="241200" progId="Equation.DSMT4">
                    <p:embed/>
                  </p:oleObj>
                </mc:Choice>
                <mc:Fallback>
                  <p:oleObj name="Equation" r:id="rId30" imgW="190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6086210" y="2851396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77741BB1-BD19-4A67-8AB6-E00403CBDA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3973469"/>
                </p:ext>
              </p:extLst>
            </p:nvPr>
          </p:nvGraphicFramePr>
          <p:xfrm>
            <a:off x="6086210" y="3870308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71" name="Equation" r:id="rId32" imgW="228600" imgH="241200" progId="Equation.DSMT4">
                    <p:embed/>
                  </p:oleObj>
                </mc:Choice>
                <mc:Fallback>
                  <p:oleObj name="Equation" r:id="rId32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6086210" y="3870308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425" grpId="0"/>
      <p:bldP spid="1742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38700B0-D011-40A7-B1B7-84708E738937}"/>
              </a:ext>
            </a:extLst>
          </p:cNvPr>
          <p:cNvGrpSpPr/>
          <p:nvPr/>
        </p:nvGrpSpPr>
        <p:grpSpPr>
          <a:xfrm>
            <a:off x="827584" y="1795676"/>
            <a:ext cx="4270956" cy="545083"/>
            <a:chOff x="4525630" y="2414282"/>
            <a:chExt cx="4270956" cy="545083"/>
          </a:xfrm>
        </p:grpSpPr>
        <p:sp>
          <p:nvSpPr>
            <p:cNvPr id="3" name="矩形 16">
              <a:extLst>
                <a:ext uri="{FF2B5EF4-FFF2-40B4-BE49-F238E27FC236}">
                  <a16:creationId xmlns:a16="http://schemas.microsoft.com/office/drawing/2014/main" id="{09FAC6FD-7445-4523-87E3-8DE35862F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630" y="2414282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latin typeface="+mn-ea"/>
                  <a:ea typeface="+mn-ea"/>
                </a:rPr>
                <a:t>而</a:t>
              </a:r>
            </a:p>
          </p:txBody>
        </p:sp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1E921439-F2B7-4BFD-9D90-3A95613C61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2667332"/>
                </p:ext>
              </p:extLst>
            </p:nvPr>
          </p:nvGraphicFramePr>
          <p:xfrm>
            <a:off x="5004048" y="2486290"/>
            <a:ext cx="3792538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36" name="Equation" r:id="rId3" imgW="3657600" imgH="495000" progId="">
                    <p:embed/>
                  </p:oleObj>
                </mc:Choice>
                <mc:Fallback>
                  <p:oleObj name="Equation" r:id="rId3" imgW="3657600" imgH="495000" progId="">
                    <p:embed/>
                    <p:pic>
                      <p:nvPicPr>
                        <p:cNvPr id="29" name="Object 24">
                          <a:extLst>
                            <a:ext uri="{FF2B5EF4-FFF2-40B4-BE49-F238E27FC236}">
                              <a16:creationId xmlns:a16="http://schemas.microsoft.com/office/drawing/2014/main" id="{C48E4957-C6F1-4798-99EF-6E2DA6AC5F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2486290"/>
                          <a:ext cx="3792538" cy="473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A5ECF56-4C47-4277-9171-95708EB3E888}"/>
              </a:ext>
            </a:extLst>
          </p:cNvPr>
          <p:cNvGrpSpPr/>
          <p:nvPr/>
        </p:nvGrpSpPr>
        <p:grpSpPr>
          <a:xfrm>
            <a:off x="5269302" y="1786922"/>
            <a:ext cx="2568696" cy="461665"/>
            <a:chOff x="4740388" y="3007438"/>
            <a:chExt cx="2568696" cy="461665"/>
          </a:xfrm>
        </p:grpSpPr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D3207EFD-756E-4044-B3AE-17C7B4BDE4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6879471"/>
                </p:ext>
              </p:extLst>
            </p:nvPr>
          </p:nvGraphicFramePr>
          <p:xfrm>
            <a:off x="4740388" y="3134362"/>
            <a:ext cx="989013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37" name="Equation" r:id="rId5" imgW="952200" imgH="279360" progId="">
                    <p:embed/>
                  </p:oleObj>
                </mc:Choice>
                <mc:Fallback>
                  <p:oleObj name="Equation" r:id="rId5" imgW="952200" imgH="279360" progId="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F834BFF2-94EA-458D-A678-BC5DD20D8D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388" y="3134362"/>
                          <a:ext cx="989013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16">
              <a:extLst>
                <a:ext uri="{FF2B5EF4-FFF2-40B4-BE49-F238E27FC236}">
                  <a16:creationId xmlns:a16="http://schemas.microsoft.com/office/drawing/2014/main" id="{47815A95-5DDD-4674-A11A-F11EED438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1408" y="3007438"/>
              <a:ext cx="15776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latin typeface="+mn-ea"/>
                  <a:ea typeface="+mn-ea"/>
                </a:rPr>
                <a:t>为连续点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F0D1BBDE-DA5E-44DE-8961-8331C93C49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592468"/>
              </p:ext>
            </p:extLst>
          </p:nvPr>
        </p:nvGraphicFramePr>
        <p:xfrm>
          <a:off x="1270266" y="2867935"/>
          <a:ext cx="39893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8" name="Equation" r:id="rId7" imgW="3848040" imgH="495000" progId="">
                  <p:embed/>
                </p:oleObj>
              </mc:Choice>
              <mc:Fallback>
                <p:oleObj name="Equation" r:id="rId7" imgW="3848040" imgH="495000" progId="">
                  <p:embed/>
                  <p:pic>
                    <p:nvPicPr>
                      <p:cNvPr id="32" name="Object 24">
                        <a:extLst>
                          <a:ext uri="{FF2B5EF4-FFF2-40B4-BE49-F238E27FC236}">
                            <a16:creationId xmlns:a16="http://schemas.microsoft.com/office/drawing/2014/main" id="{D52435DC-21D8-4F99-920D-258073222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266" y="2867935"/>
                        <a:ext cx="3989387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AA10E664-D24A-4AB7-B11C-E216946B1672}"/>
              </a:ext>
            </a:extLst>
          </p:cNvPr>
          <p:cNvGrpSpPr/>
          <p:nvPr/>
        </p:nvGrpSpPr>
        <p:grpSpPr>
          <a:xfrm>
            <a:off x="5364088" y="2787774"/>
            <a:ext cx="2601216" cy="461665"/>
            <a:chOff x="4700588" y="4083918"/>
            <a:chExt cx="2601216" cy="461665"/>
          </a:xfrm>
        </p:grpSpPr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035F38D3-8220-4FC7-9BA9-3E970C77E6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1666005"/>
                </p:ext>
              </p:extLst>
            </p:nvPr>
          </p:nvGraphicFramePr>
          <p:xfrm>
            <a:off x="4700588" y="4210050"/>
            <a:ext cx="10541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39" name="Equation" r:id="rId9" imgW="1015920" imgH="279360" progId="">
                    <p:embed/>
                  </p:oleObj>
                </mc:Choice>
                <mc:Fallback>
                  <p:oleObj name="Equation" r:id="rId9" imgW="1015920" imgH="279360" progId="">
                    <p:embed/>
                    <p:pic>
                      <p:nvPicPr>
                        <p:cNvPr id="33" name="Object 24">
                          <a:extLst>
                            <a:ext uri="{FF2B5EF4-FFF2-40B4-BE49-F238E27FC236}">
                              <a16:creationId xmlns:a16="http://schemas.microsoft.com/office/drawing/2014/main" id="{0EE19B5E-9D51-4455-BF4F-DFD5F5F526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0588" y="4210050"/>
                          <a:ext cx="10541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6">
              <a:extLst>
                <a:ext uri="{FF2B5EF4-FFF2-40B4-BE49-F238E27FC236}">
                  <a16:creationId xmlns:a16="http://schemas.microsoft.com/office/drawing/2014/main" id="{E9A37601-FE66-45CB-B04B-7E23BF79D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4128" y="4083918"/>
              <a:ext cx="15776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latin typeface="+mn-ea"/>
                  <a:ea typeface="+mn-ea"/>
                </a:rPr>
                <a:t>为连续点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FD5D94D-7BDB-41F3-A934-E689A6DC532B}"/>
              </a:ext>
            </a:extLst>
          </p:cNvPr>
          <p:cNvGrpSpPr/>
          <p:nvPr/>
        </p:nvGrpSpPr>
        <p:grpSpPr>
          <a:xfrm>
            <a:off x="1382682" y="119263"/>
            <a:ext cx="2708343" cy="1375620"/>
            <a:chOff x="1382682" y="119263"/>
            <a:chExt cx="2708343" cy="1375620"/>
          </a:xfrm>
        </p:grpSpPr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C036E01C-10D6-440C-9608-29A21D318A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899614"/>
                </p:ext>
              </p:extLst>
            </p:nvPr>
          </p:nvGraphicFramePr>
          <p:xfrm>
            <a:off x="1382682" y="212183"/>
            <a:ext cx="1263650" cy="1282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40" name="Equation" r:id="rId11" imgW="1218960" imgH="1346040" progId="Equation.DSMT4">
                    <p:embed/>
                  </p:oleObj>
                </mc:Choice>
                <mc:Fallback>
                  <p:oleObj name="Equation" r:id="rId11" imgW="1218960" imgH="1346040" progId="Equation.DSMT4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4D44C775-4841-4D09-8D28-D77F2699C5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2682" y="212183"/>
                          <a:ext cx="1263650" cy="1282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CAA8635A-8E03-43AD-B28A-7853D53F2D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7615183"/>
                </p:ext>
              </p:extLst>
            </p:nvPr>
          </p:nvGraphicFramePr>
          <p:xfrm>
            <a:off x="2550430" y="119263"/>
            <a:ext cx="1500188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41" name="Equation" r:id="rId13" imgW="1447560" imgH="342720" progId="Equation.DSMT4">
                    <p:embed/>
                  </p:oleObj>
                </mc:Choice>
                <mc:Fallback>
                  <p:oleObj name="Equation" r:id="rId13" imgW="1447560" imgH="342720" progId="Equation.DSMT4">
                    <p:embed/>
                    <p:pic>
                      <p:nvPicPr>
                        <p:cNvPr id="23" name="Object 24">
                          <a:extLst>
                            <a:ext uri="{FF2B5EF4-FFF2-40B4-BE49-F238E27FC236}">
                              <a16:creationId xmlns:a16="http://schemas.microsoft.com/office/drawing/2014/main" id="{F45F9381-184C-4973-8297-60D0811C17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0430" y="119263"/>
                          <a:ext cx="1500188" cy="325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A95F83CD-E534-4F96-B4DA-B5E3F879B8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0229030"/>
                </p:ext>
              </p:extLst>
            </p:nvPr>
          </p:nvGraphicFramePr>
          <p:xfrm>
            <a:off x="2538450" y="559857"/>
            <a:ext cx="1552575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42" name="Equation" r:id="rId15" imgW="1498320" imgH="342720" progId="Equation.DSMT4">
                    <p:embed/>
                  </p:oleObj>
                </mc:Choice>
                <mc:Fallback>
                  <p:oleObj name="Equation" r:id="rId15" imgW="1498320" imgH="342720" progId="Equation.DSMT4">
                    <p:embed/>
                    <p:pic>
                      <p:nvPicPr>
                        <p:cNvPr id="24" name="Object 24">
                          <a:extLst>
                            <a:ext uri="{FF2B5EF4-FFF2-40B4-BE49-F238E27FC236}">
                              <a16:creationId xmlns:a16="http://schemas.microsoft.com/office/drawing/2014/main" id="{EEBEF9A7-F85B-4900-BB94-C82BB0D599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8450" y="559857"/>
                          <a:ext cx="1552575" cy="325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91CC21F1-E4BF-443C-829A-AF046C144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953413"/>
              </p:ext>
            </p:extLst>
          </p:nvPr>
        </p:nvGraphicFramePr>
        <p:xfrm>
          <a:off x="2538450" y="978558"/>
          <a:ext cx="19732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43" name="Equation" r:id="rId17" imgW="1904760" imgH="761760" progId="Equation.DSMT4">
                  <p:embed/>
                </p:oleObj>
              </mc:Choice>
              <mc:Fallback>
                <p:oleObj name="Equation" r:id="rId17" imgW="1904760" imgH="76176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10046046-BD52-49BE-BB5A-638CC247F5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50" y="978558"/>
                        <a:ext cx="197326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B0F10737-BEE9-4645-8FAC-C4309352267D}"/>
              </a:ext>
            </a:extLst>
          </p:cNvPr>
          <p:cNvGrpSpPr/>
          <p:nvPr/>
        </p:nvGrpSpPr>
        <p:grpSpPr>
          <a:xfrm>
            <a:off x="926318" y="3720771"/>
            <a:ext cx="3634584" cy="461666"/>
            <a:chOff x="433361" y="4130301"/>
            <a:chExt cx="3634584" cy="461666"/>
          </a:xfrm>
        </p:grpSpPr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0F7BAC35-DA1B-4B35-8721-A240289AD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61" y="4130301"/>
              <a:ext cx="3634584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  <a:ea typeface="+mn-ea"/>
                </a:rPr>
                <a:t>故</a:t>
              </a:r>
              <a:r>
                <a:rPr kumimoji="1" lang="zh-CN" altLang="zh-CN" sz="2400" b="1" dirty="0">
                  <a:latin typeface="+mn-ea"/>
                  <a:ea typeface="+mn-ea"/>
                </a:rPr>
                <a:t>函数</a:t>
              </a:r>
              <a:r>
                <a:rPr kumimoji="1" lang="zh-CN" altLang="en-US" sz="2400" b="1" dirty="0">
                  <a:latin typeface="+mn-ea"/>
                  <a:ea typeface="+mn-ea"/>
                </a:rPr>
                <a:t>在 </a:t>
              </a:r>
              <a:r>
                <a:rPr kumimoji="1" lang="en-US" altLang="zh-CN" sz="2400" b="1" dirty="0">
                  <a:latin typeface="+mn-ea"/>
                  <a:ea typeface="+mn-ea"/>
                </a:rPr>
                <a:t>     </a:t>
              </a:r>
              <a:r>
                <a:rPr kumimoji="1" lang="zh-CN" altLang="en-US" sz="2400" b="1" dirty="0">
                  <a:latin typeface="+mn-ea"/>
                  <a:ea typeface="+mn-ea"/>
                </a:rPr>
                <a:t>上连续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endParaRPr kumimoji="1" lang="en-US" altLang="zh-CN" sz="2400" dirty="0">
                <a:latin typeface="+mn-ea"/>
                <a:ea typeface="+mn-ea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870A9101-84AA-4EC4-B6B5-0269B6F0D0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918061"/>
                </p:ext>
              </p:extLst>
            </p:nvPr>
          </p:nvGraphicFramePr>
          <p:xfrm>
            <a:off x="1772234" y="4227934"/>
            <a:ext cx="974725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44" name="Equation" r:id="rId19" imgW="939600" imgH="342720" progId="Equation.DSMT4">
                    <p:embed/>
                  </p:oleObj>
                </mc:Choice>
                <mc:Fallback>
                  <p:oleObj name="Equation" r:id="rId19" imgW="939600" imgH="342720" progId="Equation.DSMT4">
                    <p:embed/>
                    <p:pic>
                      <p:nvPicPr>
                        <p:cNvPr id="37" name="Object 24">
                          <a:extLst>
                            <a:ext uri="{FF2B5EF4-FFF2-40B4-BE49-F238E27FC236}">
                              <a16:creationId xmlns:a16="http://schemas.microsoft.com/office/drawing/2014/main" id="{D37DF951-1678-49B5-A5CB-1DFF2E5768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2234" y="4227934"/>
                          <a:ext cx="974725" cy="327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6278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3">
            <a:extLst>
              <a:ext uri="{FF2B5EF4-FFF2-40B4-BE49-F238E27FC236}">
                <a16:creationId xmlns:a16="http://schemas.microsoft.com/office/drawing/2014/main" id="{1EE87446-1AEE-4A11-92C5-B67AE73A2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13" y="237368"/>
            <a:ext cx="871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9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89F5DFD0-EB4F-48AE-9680-8D15678E0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7269" y="238424"/>
            <a:ext cx="72845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b="1" dirty="0">
                <a:latin typeface="+mj-ea"/>
                <a:ea typeface="+mj-ea"/>
              </a:rPr>
              <a:t>讨论函数                的连续性，若有间断点，</a:t>
            </a:r>
            <a:endParaRPr kumimoji="1" lang="en-US" altLang="zh-CN" sz="2400" b="1" baseline="-25000" dirty="0">
              <a:latin typeface="+mj-ea"/>
              <a:ea typeface="+mj-ea"/>
            </a:endParaRPr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06F34CD3-E313-46D0-8057-D5E226A4F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3" y="746951"/>
            <a:ext cx="2042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判别其类型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latin typeface="+mn-ea"/>
                <a:ea typeface="+mn-ea"/>
              </a:rPr>
              <a:t> 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E267D5F3-453A-4870-99A4-06BB29D28A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0541"/>
              </p:ext>
            </p:extLst>
          </p:nvPr>
        </p:nvGraphicFramePr>
        <p:xfrm>
          <a:off x="2699792" y="123478"/>
          <a:ext cx="24479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00" name="Equation" r:id="rId4" imgW="2361960" imgH="774360" progId="Equation.DSMT4">
                  <p:embed/>
                </p:oleObj>
              </mc:Choice>
              <mc:Fallback>
                <p:oleObj name="Equation" r:id="rId4" imgW="2361960" imgH="77436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2A0AE509-9150-49E5-9058-649939416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23478"/>
                        <a:ext cx="2447925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1">
            <a:extLst>
              <a:ext uri="{FF2B5EF4-FFF2-40B4-BE49-F238E27FC236}">
                <a16:creationId xmlns:a16="http://schemas.microsoft.com/office/drawing/2014/main" id="{27F7C180-F48F-4489-954F-A7D335CE4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704" y="1413866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FBC934BA-9B3C-40A6-A8DE-690E2C3FE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729213"/>
              </p:ext>
            </p:extLst>
          </p:nvPr>
        </p:nvGraphicFramePr>
        <p:xfrm>
          <a:off x="1203282" y="972939"/>
          <a:ext cx="6991350" cy="138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01" name="Equation" r:id="rId6" imgW="6743520" imgH="1447560" progId="Equation.DSMT4">
                  <p:embed/>
                </p:oleObj>
              </mc:Choice>
              <mc:Fallback>
                <p:oleObj name="Equation" r:id="rId6" imgW="6743520" imgH="144756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E267D5F3-453A-4870-99A4-06BB29D28A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282" y="972939"/>
                        <a:ext cx="6991350" cy="1382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39BAB897-E643-40A1-9FE7-6AD2F73C376D}"/>
              </a:ext>
            </a:extLst>
          </p:cNvPr>
          <p:cNvGrpSpPr/>
          <p:nvPr/>
        </p:nvGrpSpPr>
        <p:grpSpPr>
          <a:xfrm>
            <a:off x="754179" y="2456103"/>
            <a:ext cx="8205444" cy="542245"/>
            <a:chOff x="738850" y="2724738"/>
            <a:chExt cx="8205444" cy="542245"/>
          </a:xfrm>
        </p:grpSpPr>
        <p:sp>
          <p:nvSpPr>
            <p:cNvPr id="8" name="矩形 4">
              <a:extLst>
                <a:ext uri="{FF2B5EF4-FFF2-40B4-BE49-F238E27FC236}">
                  <a16:creationId xmlns:a16="http://schemas.microsoft.com/office/drawing/2014/main" id="{C1148251-2F35-4D59-99C3-BEF004787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850" y="2724738"/>
              <a:ext cx="74271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分段点</a:t>
              </a:r>
              <a:r>
                <a:rPr lang="zh-CN" altLang="en-US" sz="2400" b="1" dirty="0">
                  <a:latin typeface="+mn-ea"/>
                  <a:ea typeface="+mn-ea"/>
                </a:rPr>
                <a:t>      处，</a:t>
              </a: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7794A709-6F02-4927-A463-813CB319EF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154094"/>
                </p:ext>
              </p:extLst>
            </p:nvPr>
          </p:nvGraphicFramePr>
          <p:xfrm>
            <a:off x="2072141" y="2837119"/>
            <a:ext cx="82867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02" name="Equation" r:id="rId8" imgW="799920" imgH="279360" progId="Equation.DSMT4">
                    <p:embed/>
                  </p:oleObj>
                </mc:Choice>
                <mc:Fallback>
                  <p:oleObj name="Equation" r:id="rId8" imgW="799920" imgH="27936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E267D5F3-453A-4870-99A4-06BB29D28A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2141" y="2837119"/>
                          <a:ext cx="828675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673166C8-3B7D-4C2D-86AF-1266F07DB7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5739269"/>
                </p:ext>
              </p:extLst>
            </p:nvPr>
          </p:nvGraphicFramePr>
          <p:xfrm>
            <a:off x="3368232" y="2757395"/>
            <a:ext cx="2868612" cy="509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03" name="Equation" r:id="rId10" imgW="2768400" imgH="533160" progId="Equation.DSMT4">
                    <p:embed/>
                  </p:oleObj>
                </mc:Choice>
                <mc:Fallback>
                  <p:oleObj name="Equation" r:id="rId10" imgW="2768400" imgH="53316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7794A709-6F02-4927-A463-813CB319EF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8232" y="2757395"/>
                          <a:ext cx="2868612" cy="509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94C7EFA7-C3DD-4250-B4E5-9103E01C5A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2958022"/>
                </p:ext>
              </p:extLst>
            </p:nvPr>
          </p:nvGraphicFramePr>
          <p:xfrm>
            <a:off x="6232844" y="2744541"/>
            <a:ext cx="2711450" cy="509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04" name="Equation" r:id="rId12" imgW="2616120" imgH="533160" progId="Equation.DSMT4">
                    <p:embed/>
                  </p:oleObj>
                </mc:Choice>
                <mc:Fallback>
                  <p:oleObj name="Equation" r:id="rId12" imgW="2616120" imgH="53316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673166C8-3B7D-4C2D-86AF-1266F07DB7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2844" y="2744541"/>
                          <a:ext cx="2711450" cy="509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964E1059-602E-4C29-8DE3-647F0ADBEE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66474"/>
              </p:ext>
            </p:extLst>
          </p:nvPr>
        </p:nvGraphicFramePr>
        <p:xfrm>
          <a:off x="760018" y="3174113"/>
          <a:ext cx="22367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05" name="Equation" r:id="rId14" imgW="2158920" imgH="406080" progId="Equation.DSMT4">
                  <p:embed/>
                </p:oleObj>
              </mc:Choice>
              <mc:Fallback>
                <p:oleObj name="Equation" r:id="rId14" imgW="2158920" imgH="40608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673166C8-3B7D-4C2D-86AF-1266F07DB7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18" y="3174113"/>
                        <a:ext cx="2236787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C06F779F-F842-48F0-9E39-DA7E50D41AD8}"/>
              </a:ext>
            </a:extLst>
          </p:cNvPr>
          <p:cNvGrpSpPr/>
          <p:nvPr/>
        </p:nvGrpSpPr>
        <p:grpSpPr>
          <a:xfrm>
            <a:off x="3116508" y="3110456"/>
            <a:ext cx="5590591" cy="461665"/>
            <a:chOff x="3101179" y="3379091"/>
            <a:chExt cx="5590591" cy="461665"/>
          </a:xfrm>
        </p:grpSpPr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A21A638D-DB34-4256-B20E-F144A16552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0072120"/>
                </p:ext>
              </p:extLst>
            </p:nvPr>
          </p:nvGraphicFramePr>
          <p:xfrm>
            <a:off x="3101179" y="3503073"/>
            <a:ext cx="82867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06" name="Equation" r:id="rId16" imgW="799920" imgH="279360" progId="Equation.DSMT4">
                    <p:embed/>
                  </p:oleObj>
                </mc:Choice>
                <mc:Fallback>
                  <p:oleObj name="Equation" r:id="rId16" imgW="799920" imgH="27936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7794A709-6F02-4927-A463-813CB319EF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1179" y="3503073"/>
                          <a:ext cx="828675" cy="2667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2621024F-6144-4FF9-8D0B-C9F97C6B9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557" y="3379091"/>
              <a:ext cx="46422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为第一类间断点中的跳跃间断点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;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C8A4695-96EE-444B-AE11-CF8DC3396EAF}"/>
              </a:ext>
            </a:extLst>
          </p:cNvPr>
          <p:cNvGrpSpPr/>
          <p:nvPr/>
        </p:nvGrpSpPr>
        <p:grpSpPr>
          <a:xfrm>
            <a:off x="554881" y="3701834"/>
            <a:ext cx="8064896" cy="539147"/>
            <a:chOff x="539552" y="3970469"/>
            <a:chExt cx="8064896" cy="539147"/>
          </a:xfrm>
        </p:grpSpPr>
        <p:sp>
          <p:nvSpPr>
            <p:cNvPr id="17" name="矩形 4">
              <a:extLst>
                <a:ext uri="{FF2B5EF4-FFF2-40B4-BE49-F238E27FC236}">
                  <a16:creationId xmlns:a16="http://schemas.microsoft.com/office/drawing/2014/main" id="{E6C2AB5D-C846-4CE3-ABF5-C648218B6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3970469"/>
              <a:ext cx="74271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分段点</a:t>
              </a:r>
              <a:r>
                <a:rPr lang="zh-CN" altLang="en-US" sz="2400" b="1" dirty="0">
                  <a:latin typeface="+mn-ea"/>
                  <a:ea typeface="+mn-ea"/>
                </a:rPr>
                <a:t>      处，</a:t>
              </a: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61ADEFF6-7528-4E05-B1DD-A859A81F07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795483"/>
                </p:ext>
              </p:extLst>
            </p:nvPr>
          </p:nvGraphicFramePr>
          <p:xfrm>
            <a:off x="1978025" y="4083050"/>
            <a:ext cx="61912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07" name="Equation" r:id="rId18" imgW="596880" imgH="279360" progId="Equation.DSMT4">
                    <p:embed/>
                  </p:oleObj>
                </mc:Choice>
                <mc:Fallback>
                  <p:oleObj name="Equation" r:id="rId18" imgW="596880" imgH="27936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7794A709-6F02-4927-A463-813CB319EF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8025" y="4083050"/>
                          <a:ext cx="619125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98924F27-36CC-4BA9-913D-0781D5C2E1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3509362"/>
                </p:ext>
              </p:extLst>
            </p:nvPr>
          </p:nvGraphicFramePr>
          <p:xfrm>
            <a:off x="5853311" y="4000028"/>
            <a:ext cx="2751137" cy="509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08" name="Equation" r:id="rId20" imgW="2654280" imgH="533160" progId="Equation.DSMT4">
                    <p:embed/>
                  </p:oleObj>
                </mc:Choice>
                <mc:Fallback>
                  <p:oleObj name="Equation" r:id="rId20" imgW="2654280" imgH="533160" progId="Equation.DSMT4">
                    <p:embed/>
                    <p:pic>
                      <p:nvPicPr>
                        <p:cNvPr id="11" name="Object 24">
                          <a:extLst>
                            <a:ext uri="{FF2B5EF4-FFF2-40B4-BE49-F238E27FC236}">
                              <a16:creationId xmlns:a16="http://schemas.microsoft.com/office/drawing/2014/main" id="{94C7EFA7-C3DD-4250-B4E5-9103E01C5A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3311" y="4000028"/>
                          <a:ext cx="2751137" cy="509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46C9643A-1178-4487-8BC0-561889B547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0457206"/>
                </p:ext>
              </p:extLst>
            </p:nvPr>
          </p:nvGraphicFramePr>
          <p:xfrm>
            <a:off x="3486150" y="3990272"/>
            <a:ext cx="2171700" cy="509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09" name="Equation" r:id="rId22" imgW="2095200" imgH="533160" progId="Equation.DSMT4">
                    <p:embed/>
                  </p:oleObj>
                </mc:Choice>
                <mc:Fallback>
                  <p:oleObj name="Equation" r:id="rId22" imgW="2095200" imgH="53316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673166C8-3B7D-4C2D-86AF-1266F07DB7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6150" y="3990272"/>
                          <a:ext cx="2171700" cy="509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DC82D77-10A5-4E4A-A6C7-FE0CDB03E50F}"/>
              </a:ext>
            </a:extLst>
          </p:cNvPr>
          <p:cNvGrpSpPr/>
          <p:nvPr/>
        </p:nvGrpSpPr>
        <p:grpSpPr>
          <a:xfrm>
            <a:off x="885280" y="4225068"/>
            <a:ext cx="7420512" cy="461665"/>
            <a:chOff x="869951" y="4493703"/>
            <a:chExt cx="7420512" cy="461665"/>
          </a:xfrm>
        </p:grpSpPr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64FE4926-E5A3-4EA7-ADA2-2E74BD18BE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470918"/>
                </p:ext>
              </p:extLst>
            </p:nvPr>
          </p:nvGraphicFramePr>
          <p:xfrm>
            <a:off x="869951" y="4557712"/>
            <a:ext cx="1814512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10" name="Equation" r:id="rId24" imgW="1752480" imgH="406080" progId="Equation.DSMT4">
                    <p:embed/>
                  </p:oleObj>
                </mc:Choice>
                <mc:Fallback>
                  <p:oleObj name="Equation" r:id="rId24" imgW="1752480" imgH="40608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964E1059-602E-4C29-8DE3-647F0ADBEE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9951" y="4557712"/>
                          <a:ext cx="1814512" cy="387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4341EE3B-C3B2-4FB7-8651-CBDDC03A83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6468991"/>
                </p:ext>
              </p:extLst>
            </p:nvPr>
          </p:nvGraphicFramePr>
          <p:xfrm>
            <a:off x="2840183" y="4613669"/>
            <a:ext cx="617538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911" name="Equation" r:id="rId26" imgW="596880" imgH="279360" progId="Equation.DSMT4">
                    <p:embed/>
                  </p:oleObj>
                </mc:Choice>
                <mc:Fallback>
                  <p:oleObj name="Equation" r:id="rId26" imgW="596880" imgH="27936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A21A638D-DB34-4256-B20E-F144A16552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183" y="4613669"/>
                          <a:ext cx="617538" cy="2667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4">
              <a:extLst>
                <a:ext uri="{FF2B5EF4-FFF2-40B4-BE49-F238E27FC236}">
                  <a16:creationId xmlns:a16="http://schemas.microsoft.com/office/drawing/2014/main" id="{5DD54764-440A-45D0-9596-81FD3DAF7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250" y="4493703"/>
              <a:ext cx="46422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为第一类间断点中的跳跃间断点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;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527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3">
            <a:extLst>
              <a:ext uri="{FF2B5EF4-FFF2-40B4-BE49-F238E27FC236}">
                <a16:creationId xmlns:a16="http://schemas.microsoft.com/office/drawing/2014/main" id="{B443BCAE-9D17-4DDB-9C3A-B90B2CC65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39" y="310732"/>
            <a:ext cx="871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10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CE9EB20C-3383-4A70-879E-226397DD8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395" y="311788"/>
            <a:ext cx="7572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b="1" dirty="0">
                <a:latin typeface="+mj-ea"/>
                <a:ea typeface="+mj-ea"/>
              </a:rPr>
              <a:t>讨论狄利克雷函数                 的连续性，若有</a:t>
            </a:r>
            <a:endParaRPr kumimoji="1" lang="en-US" altLang="zh-CN" sz="2400" b="1" baseline="-25000" dirty="0">
              <a:latin typeface="+mj-ea"/>
              <a:ea typeface="+mj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80D50E78-29E1-4469-A032-B1D3FD8208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737775"/>
              </p:ext>
            </p:extLst>
          </p:nvPr>
        </p:nvGraphicFramePr>
        <p:xfrm>
          <a:off x="3966391" y="144655"/>
          <a:ext cx="27368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78" name="Equation" r:id="rId3" imgW="2641320" imgH="914400" progId="Equation.DSMT4">
                  <p:embed/>
                </p:oleObj>
              </mc:Choice>
              <mc:Fallback>
                <p:oleObj name="Equation" r:id="rId3" imgW="2641320" imgH="91440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E267D5F3-453A-4870-99A4-06BB29D28A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6391" y="144655"/>
                        <a:ext cx="2736850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1">
            <a:extLst>
              <a:ext uri="{FF2B5EF4-FFF2-40B4-BE49-F238E27FC236}">
                <a16:creationId xmlns:a16="http://schemas.microsoft.com/office/drawing/2014/main" id="{31DCF169-F323-4098-89CC-0824760A2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5" y="1628522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id="{8DF6621B-D4BA-4E1D-924B-D189EAF2F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91" y="913649"/>
            <a:ext cx="32800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+mn-ea"/>
                <a:ea typeface="+mn-ea"/>
              </a:rPr>
              <a:t>间断点，判别其类型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latin typeface="+mn-ea"/>
                <a:ea typeface="+mn-ea"/>
              </a:rPr>
              <a:t> </a:t>
            </a:r>
            <a:endParaRPr lang="zh-CN" altLang="en-US" sz="2400" dirty="0">
              <a:latin typeface="+mn-ea"/>
              <a:ea typeface="+mn-ea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92882C8-C680-4DF6-AFE0-88FC903DB5BB}"/>
              </a:ext>
            </a:extLst>
          </p:cNvPr>
          <p:cNvGrpSpPr/>
          <p:nvPr/>
        </p:nvGrpSpPr>
        <p:grpSpPr>
          <a:xfrm>
            <a:off x="1391940" y="1664473"/>
            <a:ext cx="7534532" cy="510402"/>
            <a:chOff x="1391940" y="1664473"/>
            <a:chExt cx="7534532" cy="510402"/>
          </a:xfrm>
        </p:grpSpPr>
        <p:sp>
          <p:nvSpPr>
            <p:cNvPr id="4" name="矩形 4">
              <a:extLst>
                <a:ext uri="{FF2B5EF4-FFF2-40B4-BE49-F238E27FC236}">
                  <a16:creationId xmlns:a16="http://schemas.microsoft.com/office/drawing/2014/main" id="{206872C3-6296-4AFF-B53E-FF12DD3BB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1940" y="1664473"/>
              <a:ext cx="75345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任取      取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有理</a:t>
              </a:r>
              <a:r>
                <a:rPr kumimoji="1" lang="zh-CN" altLang="en-US" sz="2400" b="1" dirty="0">
                  <a:latin typeface="+mn-ea"/>
                  <a:ea typeface="+mn-ea"/>
                </a:rPr>
                <a:t>数列               且       则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276CDF49-7030-4084-80B3-092628AC29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1119498"/>
                </p:ext>
              </p:extLst>
            </p:nvPr>
          </p:nvGraphicFramePr>
          <p:xfrm>
            <a:off x="2195513" y="1751013"/>
            <a:ext cx="800100" cy="315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79" name="Equation" r:id="rId5" imgW="774360" imgH="330120" progId="Equation.DSMT4">
                    <p:embed/>
                  </p:oleObj>
                </mc:Choice>
                <mc:Fallback>
                  <p:oleObj name="Equation" r:id="rId5" imgW="774360" imgH="33012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80D50E78-29E1-4469-A032-B1D3FD8208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513" y="1751013"/>
                          <a:ext cx="800100" cy="315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677E25B6-88B0-46C9-9B68-73AED7B91E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4942275"/>
                </p:ext>
              </p:extLst>
            </p:nvPr>
          </p:nvGraphicFramePr>
          <p:xfrm>
            <a:off x="4765675" y="1714500"/>
            <a:ext cx="1827213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0" name="Equation" r:id="rId7" imgW="1765080" imgH="482400" progId="Equation.DSMT4">
                    <p:embed/>
                  </p:oleObj>
                </mc:Choice>
                <mc:Fallback>
                  <p:oleObj name="Equation" r:id="rId7" imgW="1765080" imgH="48240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276CDF49-7030-4084-80B3-092628AC2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5675" y="1714500"/>
                          <a:ext cx="1827213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4A9532D8-606E-4265-9501-1AA7B71F20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3529218"/>
                </p:ext>
              </p:extLst>
            </p:nvPr>
          </p:nvGraphicFramePr>
          <p:xfrm>
            <a:off x="7351713" y="1727200"/>
            <a:ext cx="801687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1" name="Equation" r:id="rId9" imgW="774360" imgH="380880" progId="Equation.DSMT4">
                    <p:embed/>
                  </p:oleObj>
                </mc:Choice>
                <mc:Fallback>
                  <p:oleObj name="Equation" r:id="rId9" imgW="774360" imgH="38088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677E25B6-88B0-46C9-9B68-73AED7B91E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1713" y="1727200"/>
                          <a:ext cx="801687" cy="363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EEAEA9EB-6B07-4B45-BD4F-565001305F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306087"/>
              </p:ext>
            </p:extLst>
          </p:nvPr>
        </p:nvGraphicFramePr>
        <p:xfrm>
          <a:off x="198438" y="2365375"/>
          <a:ext cx="16684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2" name="Equation" r:id="rId11" imgW="1612800" imgH="482400" progId="Equation.DSMT4">
                  <p:embed/>
                </p:oleObj>
              </mc:Choice>
              <mc:Fallback>
                <p:oleObj name="Equation" r:id="rId11" imgW="1612800" imgH="48240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677E25B6-88B0-46C9-9B68-73AED7B91E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2365375"/>
                        <a:ext cx="1668462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F75EA82B-6565-4F05-B6CA-E2508817CA59}"/>
              </a:ext>
            </a:extLst>
          </p:cNvPr>
          <p:cNvGrpSpPr/>
          <p:nvPr/>
        </p:nvGrpSpPr>
        <p:grpSpPr>
          <a:xfrm>
            <a:off x="1802249" y="2283718"/>
            <a:ext cx="7124223" cy="510282"/>
            <a:chOff x="1802249" y="2283718"/>
            <a:chExt cx="7124223" cy="510282"/>
          </a:xfrm>
        </p:grpSpPr>
        <p:sp>
          <p:nvSpPr>
            <p:cNvPr id="12" name="矩形 4">
              <a:extLst>
                <a:ext uri="{FF2B5EF4-FFF2-40B4-BE49-F238E27FC236}">
                  <a16:creationId xmlns:a16="http://schemas.microsoft.com/office/drawing/2014/main" id="{777DCDF3-F5E5-421E-9A4C-85594263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2249" y="2283718"/>
              <a:ext cx="712422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 取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无理</a:t>
              </a:r>
              <a:r>
                <a:rPr kumimoji="1" lang="zh-CN" altLang="en-US" sz="2400" b="1" dirty="0">
                  <a:latin typeface="+mn-ea"/>
                  <a:ea typeface="+mn-ea"/>
                </a:rPr>
                <a:t>数列                则               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36D27F52-19EF-461B-826F-593BDADCD4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691868"/>
                </p:ext>
              </p:extLst>
            </p:nvPr>
          </p:nvGraphicFramePr>
          <p:xfrm>
            <a:off x="3792538" y="2333625"/>
            <a:ext cx="19050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3" name="Equation" r:id="rId13" imgW="1841400" imgH="482400" progId="Equation.DSMT4">
                    <p:embed/>
                  </p:oleObj>
                </mc:Choice>
                <mc:Fallback>
                  <p:oleObj name="Equation" r:id="rId13" imgW="1841400" imgH="48240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677E25B6-88B0-46C9-9B68-73AED7B91E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538" y="2333625"/>
                          <a:ext cx="1905000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7F178C32-F5E2-4856-9C35-DB4AF4C7AE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1139384"/>
                </p:ext>
              </p:extLst>
            </p:nvPr>
          </p:nvGraphicFramePr>
          <p:xfrm>
            <a:off x="6461125" y="2325688"/>
            <a:ext cx="1760538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4" name="Equation" r:id="rId15" imgW="1701720" imgH="482400" progId="Equation.DSMT4">
                    <p:embed/>
                  </p:oleObj>
                </mc:Choice>
                <mc:Fallback>
                  <p:oleObj name="Equation" r:id="rId15" imgW="1701720" imgH="482400" progId="Equation.DSMT4">
                    <p:embed/>
                    <p:pic>
                      <p:nvPicPr>
                        <p:cNvPr id="11" name="Object 24">
                          <a:extLst>
                            <a:ext uri="{FF2B5EF4-FFF2-40B4-BE49-F238E27FC236}">
                              <a16:creationId xmlns:a16="http://schemas.microsoft.com/office/drawing/2014/main" id="{EEAEA9EB-6B07-4B45-BD4F-565001305F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1125" y="2325688"/>
                          <a:ext cx="1760538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3B215BE-55EF-449C-9DEB-73065A4A22C3}"/>
              </a:ext>
            </a:extLst>
          </p:cNvPr>
          <p:cNvGrpSpPr/>
          <p:nvPr/>
        </p:nvGrpSpPr>
        <p:grpSpPr>
          <a:xfrm>
            <a:off x="162216" y="2885030"/>
            <a:ext cx="8586248" cy="529683"/>
            <a:chOff x="162216" y="2885030"/>
            <a:chExt cx="8586248" cy="529683"/>
          </a:xfrm>
        </p:grpSpPr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6FBAD9DB-35CA-4DE9-B70B-6CA2DE18B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16" y="2885030"/>
              <a:ext cx="85862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由函数极限与数列极限的关系知        不存在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r>
                <a:rPr kumimoji="1" lang="zh-CN" altLang="en-US" sz="2400" b="1" dirty="0">
                  <a:latin typeface="+mn-ea"/>
                  <a:ea typeface="+mn-ea"/>
                </a:rPr>
                <a:t>从而不连续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0DC35935-2B70-4D7C-B73F-916CA0BACB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914689"/>
                </p:ext>
              </p:extLst>
            </p:nvPr>
          </p:nvGraphicFramePr>
          <p:xfrm>
            <a:off x="4560888" y="2954338"/>
            <a:ext cx="1128712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5" name="Equation" r:id="rId17" imgW="1091880" imgH="482400" progId="Equation.DSMT4">
                    <p:embed/>
                  </p:oleObj>
                </mc:Choice>
                <mc:Fallback>
                  <p:oleObj name="Equation" r:id="rId17" imgW="1091880" imgH="48240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7F178C32-F5E2-4856-9C35-DB4AF4C7AE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888" y="2954338"/>
                          <a:ext cx="1128712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4">
            <a:extLst>
              <a:ext uri="{FF2B5EF4-FFF2-40B4-BE49-F238E27FC236}">
                <a16:creationId xmlns:a16="http://schemas.microsoft.com/office/drawing/2014/main" id="{BF095B64-A29B-4BA7-B983-D7F7AEEC1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4" y="3486342"/>
            <a:ext cx="80187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b="1" dirty="0">
                <a:latin typeface="+mj-ea"/>
                <a:ea typeface="+mj-ea"/>
              </a:rPr>
              <a:t>同理可证在任意无理数处，也不连续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r>
              <a:rPr kumimoji="1" lang="zh-CN" altLang="en-US" sz="2400" b="1" dirty="0">
                <a:latin typeface="+mj-ea"/>
                <a:ea typeface="+mj-ea"/>
              </a:rPr>
              <a:t>从而狄利克雷函数 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19" name="矩形 4">
            <a:extLst>
              <a:ext uri="{FF2B5EF4-FFF2-40B4-BE49-F238E27FC236}">
                <a16:creationId xmlns:a16="http://schemas.microsoft.com/office/drawing/2014/main" id="{856CCC12-AD17-4F1A-B4A7-575C38689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16" y="4113766"/>
            <a:ext cx="8442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b="1" dirty="0">
                <a:latin typeface="+mj-ea"/>
                <a:ea typeface="+mj-ea"/>
              </a:rPr>
              <a:t>在每一点处间断，且为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第二类间断点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r>
              <a:rPr kumimoji="1" lang="zh-CN" altLang="en-US" sz="2400" b="1" dirty="0">
                <a:latin typeface="+mj-ea"/>
                <a:ea typeface="+mj-ea"/>
              </a:rPr>
              <a:t>常称为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狄利克雷间断点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881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1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3">
            <a:extLst>
              <a:ext uri="{FF2B5EF4-FFF2-40B4-BE49-F238E27FC236}">
                <a16:creationId xmlns:a16="http://schemas.microsoft.com/office/drawing/2014/main" id="{8D0BD162-10AA-4C6E-A20B-CC7D4B265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636" y="234824"/>
            <a:ext cx="871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11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53AC197F-E420-493E-B308-EA98E15AC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92" y="235880"/>
            <a:ext cx="7572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设函数    在     处连续，</a:t>
            </a:r>
            <a:endParaRPr kumimoji="1" lang="en-US" altLang="zh-CN" sz="2400" b="1" baseline="-25000" dirty="0">
              <a:latin typeface="+mj-ea"/>
              <a:ea typeface="+mj-ea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796CA60D-1220-47B9-BA42-362A0F5E5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883151"/>
              </p:ext>
            </p:extLst>
          </p:nvPr>
        </p:nvGraphicFramePr>
        <p:xfrm>
          <a:off x="2521228" y="346306"/>
          <a:ext cx="6461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3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80D50E78-29E1-4469-A032-B1D3FD820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1228" y="346306"/>
                        <a:ext cx="64611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E3C06634-0EDE-4AB2-9991-E2D6035F1B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931879"/>
              </p:ext>
            </p:extLst>
          </p:nvPr>
        </p:nvGraphicFramePr>
        <p:xfrm>
          <a:off x="3471341" y="376468"/>
          <a:ext cx="671512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4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796CA60D-1220-47B9-BA42-362A0F5E5B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341" y="376468"/>
                        <a:ext cx="671512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87EFC0ED-A125-447E-8C0C-8AB4B2AF2D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20019"/>
              </p:ext>
            </p:extLst>
          </p:nvPr>
        </p:nvGraphicFramePr>
        <p:xfrm>
          <a:off x="5396290" y="120934"/>
          <a:ext cx="3462337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5" name="Equation" r:id="rId7" imgW="3340080" imgH="812520" progId="Equation.DSMT4">
                  <p:embed/>
                </p:oleObj>
              </mc:Choice>
              <mc:Fallback>
                <p:oleObj name="Equation" r:id="rId7" imgW="3340080" imgH="8125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E3C06634-0EDE-4AB2-9991-E2D6035F1B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6290" y="120934"/>
                        <a:ext cx="3462337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>
            <a:extLst>
              <a:ext uri="{FF2B5EF4-FFF2-40B4-BE49-F238E27FC236}">
                <a16:creationId xmlns:a16="http://schemas.microsoft.com/office/drawing/2014/main" id="{C83FD786-74AA-47AA-935C-8532B8841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3" y="897962"/>
            <a:ext cx="15645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求</a:t>
            </a:r>
            <a:endParaRPr kumimoji="1" lang="en-US" altLang="zh-CN" sz="2400" b="1" baseline="-25000" dirty="0">
              <a:latin typeface="+mj-ea"/>
              <a:ea typeface="+mj-ea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E2A5E45A-A984-4009-81BE-04EFF60BF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57487"/>
              </p:ext>
            </p:extLst>
          </p:nvPr>
        </p:nvGraphicFramePr>
        <p:xfrm>
          <a:off x="644902" y="965484"/>
          <a:ext cx="6985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6" name="Equation" r:id="rId9" imgW="672840" imgH="342720" progId="Equation.DSMT4">
                  <p:embed/>
                </p:oleObj>
              </mc:Choice>
              <mc:Fallback>
                <p:oleObj name="Equation" r:id="rId9" imgW="67284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E3C06634-0EDE-4AB2-9991-E2D6035F1B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902" y="965484"/>
                        <a:ext cx="698500" cy="328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3">
            <a:extLst>
              <a:ext uri="{FF2B5EF4-FFF2-40B4-BE49-F238E27FC236}">
                <a16:creationId xmlns:a16="http://schemas.microsoft.com/office/drawing/2014/main" id="{2CD0CB32-1732-4185-A5D1-23A887432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420" y="1470114"/>
            <a:ext cx="871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783F237-188E-425F-8D19-96C7C8249B7E}"/>
              </a:ext>
            </a:extLst>
          </p:cNvPr>
          <p:cNvGrpSpPr/>
          <p:nvPr/>
        </p:nvGrpSpPr>
        <p:grpSpPr>
          <a:xfrm>
            <a:off x="1094755" y="1492680"/>
            <a:ext cx="3048098" cy="538884"/>
            <a:chOff x="1028701" y="1701479"/>
            <a:chExt cx="3048098" cy="538884"/>
          </a:xfrm>
        </p:grpSpPr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C372F99B-CFDA-4C35-A773-B9EC86E1A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701" y="1701479"/>
              <a:ext cx="102897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400" b="1" dirty="0">
                  <a:latin typeface="+mj-ea"/>
                  <a:ea typeface="+mj-ea"/>
                </a:rPr>
                <a:t> </a:t>
              </a:r>
              <a:r>
                <a:rPr kumimoji="1" lang="zh-CN" altLang="en-US" sz="2400" b="1" dirty="0">
                  <a:latin typeface="+mj-ea"/>
                  <a:ea typeface="+mj-ea"/>
                </a:rPr>
                <a:t>已知</a:t>
              </a:r>
              <a:endParaRPr kumimoji="1" lang="en-US" altLang="zh-CN" sz="2400" b="1" baseline="-25000" dirty="0">
                <a:latin typeface="+mj-ea"/>
                <a:ea typeface="+mj-ea"/>
              </a:endParaRPr>
            </a:p>
          </p:txBody>
        </p:sp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067931D5-EEF3-4080-8190-6DCE7BF139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4032656"/>
                </p:ext>
              </p:extLst>
            </p:nvPr>
          </p:nvGraphicFramePr>
          <p:xfrm>
            <a:off x="1979712" y="1779988"/>
            <a:ext cx="2097087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807" name="Equation" r:id="rId11" imgW="2019240" imgH="482400" progId="Equation.DSMT4">
                    <p:embed/>
                  </p:oleObj>
                </mc:Choice>
                <mc:Fallback>
                  <p:oleObj name="Equation" r:id="rId11" imgW="2019240" imgH="48240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796CA60D-1220-47B9-BA42-362A0F5E5B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1779988"/>
                          <a:ext cx="2097087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E325F78-67B0-4CB8-9C40-DB4AA679377A}"/>
              </a:ext>
            </a:extLst>
          </p:cNvPr>
          <p:cNvGrpSpPr/>
          <p:nvPr/>
        </p:nvGrpSpPr>
        <p:grpSpPr>
          <a:xfrm>
            <a:off x="4142853" y="1492680"/>
            <a:ext cx="4289959" cy="538884"/>
            <a:chOff x="4076799" y="1701479"/>
            <a:chExt cx="4289959" cy="538884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2991A6E4-AE40-43DE-9E61-075E26645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799" y="1701479"/>
              <a:ext cx="6498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400" b="1" dirty="0">
                  <a:latin typeface="+mj-ea"/>
                  <a:ea typeface="+mj-ea"/>
                </a:rPr>
                <a:t> </a:t>
              </a:r>
              <a:r>
                <a:rPr kumimoji="1" lang="zh-CN" altLang="en-US" sz="2400" b="1" dirty="0">
                  <a:latin typeface="+mj-ea"/>
                  <a:ea typeface="+mj-ea"/>
                </a:rPr>
                <a:t>故</a:t>
              </a:r>
              <a:endParaRPr kumimoji="1" lang="en-US" altLang="zh-CN" sz="2400" b="1" baseline="-25000" dirty="0">
                <a:latin typeface="+mj-ea"/>
                <a:ea typeface="+mj-ea"/>
              </a:endParaRP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30177EDE-0548-4978-AC7F-4DB0CD70AE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5914656"/>
                </p:ext>
              </p:extLst>
            </p:nvPr>
          </p:nvGraphicFramePr>
          <p:xfrm>
            <a:off x="4726620" y="1779988"/>
            <a:ext cx="3640138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808" name="Equation" r:id="rId13" imgW="3504960" imgH="482400" progId="Equation.DSMT4">
                    <p:embed/>
                  </p:oleObj>
                </mc:Choice>
                <mc:Fallback>
                  <p:oleObj name="Equation" r:id="rId13" imgW="3504960" imgH="482400" progId="Equation.DSMT4">
                    <p:embed/>
                    <p:pic>
                      <p:nvPicPr>
                        <p:cNvPr id="12" name="Object 24">
                          <a:extLst>
                            <a:ext uri="{FF2B5EF4-FFF2-40B4-BE49-F238E27FC236}">
                              <a16:creationId xmlns:a16="http://schemas.microsoft.com/office/drawing/2014/main" id="{067931D5-EEF3-4080-8190-6DCE7BF139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6620" y="1779988"/>
                          <a:ext cx="3640138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2EC7F4F5-7E06-4A11-BCDC-13ADF2017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992139"/>
              </p:ext>
            </p:extLst>
          </p:nvPr>
        </p:nvGraphicFramePr>
        <p:xfrm>
          <a:off x="712326" y="2585286"/>
          <a:ext cx="7954963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9" name="Equation" r:id="rId15" imgW="7670520" imgH="1079280" progId="Equation.DSMT4">
                  <p:embed/>
                </p:oleObj>
              </mc:Choice>
              <mc:Fallback>
                <p:oleObj name="Equation" r:id="rId15" imgW="7670520" imgH="107928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87EFC0ED-A125-447E-8C0C-8AB4B2AF2D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326" y="2585286"/>
                        <a:ext cx="7954963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0">
            <a:extLst>
              <a:ext uri="{FF2B5EF4-FFF2-40B4-BE49-F238E27FC236}">
                <a16:creationId xmlns:a16="http://schemas.microsoft.com/office/drawing/2014/main" id="{166EAC4D-7456-4505-A6D0-2C02CD24F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92" y="2110073"/>
            <a:ext cx="32924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由等价无穷小代换得</a:t>
            </a:r>
            <a:endParaRPr kumimoji="1" lang="en-US" altLang="zh-CN" sz="2400" b="1" baseline="-25000" dirty="0">
              <a:latin typeface="+mj-ea"/>
              <a:ea typeface="+mj-ea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591C8E24-A72E-46E2-81B0-DE155C0D7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66699"/>
              </p:ext>
            </p:extLst>
          </p:nvPr>
        </p:nvGraphicFramePr>
        <p:xfrm>
          <a:off x="837637" y="3795886"/>
          <a:ext cx="147478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10" name="Equation" r:id="rId17" imgW="1422360" imgH="736560" progId="Equation.DSMT4">
                  <p:embed/>
                </p:oleObj>
              </mc:Choice>
              <mc:Fallback>
                <p:oleObj name="Equation" r:id="rId17" imgW="1422360" imgH="73656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E3C06634-0EDE-4AB2-9991-E2D6035F1B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637" y="3795886"/>
                        <a:ext cx="1474788" cy="703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E98AED6A-5A9C-4B73-96B1-9A2F326BB364}"/>
              </a:ext>
            </a:extLst>
          </p:cNvPr>
          <p:cNvGrpSpPr/>
          <p:nvPr/>
        </p:nvGrpSpPr>
        <p:grpSpPr>
          <a:xfrm>
            <a:off x="2430552" y="3881988"/>
            <a:ext cx="3292493" cy="461665"/>
            <a:chOff x="2430552" y="3881988"/>
            <a:chExt cx="3292493" cy="461665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87D9AE66-923C-4C1B-9A34-98EBD23E9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0552" y="3881988"/>
              <a:ext cx="329249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400" b="1" dirty="0">
                  <a:latin typeface="+mj-ea"/>
                  <a:ea typeface="+mj-ea"/>
                </a:rPr>
                <a:t> </a:t>
              </a:r>
              <a:r>
                <a:rPr kumimoji="1" lang="zh-CN" altLang="en-US" sz="2400" b="1" dirty="0">
                  <a:latin typeface="+mj-ea"/>
                  <a:ea typeface="+mj-ea"/>
                </a:rPr>
                <a:t>故</a:t>
              </a:r>
              <a:endParaRPr kumimoji="1" lang="en-US" altLang="zh-CN" sz="2400" b="1" baseline="-25000" dirty="0">
                <a:latin typeface="+mj-ea"/>
                <a:ea typeface="+mj-ea"/>
              </a:endParaRPr>
            </a:p>
          </p:txBody>
        </p:sp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1BABE2BD-8AA8-480F-B6E8-337DB6E287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1844186"/>
                </p:ext>
              </p:extLst>
            </p:nvPr>
          </p:nvGraphicFramePr>
          <p:xfrm>
            <a:off x="3004239" y="4015041"/>
            <a:ext cx="1173162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811" name="Equation" r:id="rId19" imgW="1130040" imgH="342720" progId="Equation.DSMT4">
                    <p:embed/>
                  </p:oleObj>
                </mc:Choice>
                <mc:Fallback>
                  <p:oleObj name="Equation" r:id="rId19" imgW="1130040" imgH="34272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E2A5E45A-A984-4009-81BE-04EFF60BF6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4239" y="4015041"/>
                          <a:ext cx="1173162" cy="328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50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3">
            <a:extLst>
              <a:ext uri="{FF2B5EF4-FFF2-40B4-BE49-F238E27FC236}">
                <a16:creationId xmlns:a16="http://schemas.microsoft.com/office/drawing/2014/main" id="{B70EAC5E-AAA7-48DE-822D-6431A9495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39502"/>
            <a:ext cx="871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12</a:t>
            </a:r>
          </a:p>
        </p:txBody>
      </p:sp>
      <p:sp>
        <p:nvSpPr>
          <p:cNvPr id="3" name="Text Box 33">
            <a:extLst>
              <a:ext uri="{FF2B5EF4-FFF2-40B4-BE49-F238E27FC236}">
                <a16:creationId xmlns:a16="http://schemas.microsoft.com/office/drawing/2014/main" id="{8B302F88-8FFE-488C-B6CD-E9EDFD97E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339501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latin typeface="+mn-ea"/>
                <a:ea typeface="+mn-ea"/>
              </a:rPr>
              <a:t>设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E521560-B30D-4B7C-88FE-128D61F7BF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284954"/>
              </p:ext>
            </p:extLst>
          </p:nvPr>
        </p:nvGraphicFramePr>
        <p:xfrm>
          <a:off x="1907704" y="138533"/>
          <a:ext cx="2794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4" name="Equation" r:id="rId3" imgW="2793960" imgH="863280" progId="Equation.DSMT4">
                  <p:embed/>
                </p:oleObj>
              </mc:Choice>
              <mc:Fallback>
                <p:oleObj name="Equation" r:id="rId3" imgW="279396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138533"/>
                        <a:ext cx="2794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3">
            <a:extLst>
              <a:ext uri="{FF2B5EF4-FFF2-40B4-BE49-F238E27FC236}">
                <a16:creationId xmlns:a16="http://schemas.microsoft.com/office/drawing/2014/main" id="{930040E5-B4CF-4AD8-8415-BFBE1D04C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9716" y="339500"/>
            <a:ext cx="9144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latin typeface="+mn-ea"/>
                <a:ea typeface="+mn-ea"/>
              </a:rPr>
              <a:t>证明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6" name="Text Box 33">
            <a:extLst>
              <a:ext uri="{FF2B5EF4-FFF2-40B4-BE49-F238E27FC236}">
                <a16:creationId xmlns:a16="http://schemas.microsoft.com/office/drawing/2014/main" id="{A69B307A-6231-4644-B0C1-68BC0D53A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03598"/>
            <a:ext cx="3946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400" b="1" dirty="0">
                <a:latin typeface="+mn-ea"/>
                <a:ea typeface="+mn-ea"/>
              </a:rPr>
              <a:t>(1)     </a:t>
            </a:r>
            <a:r>
              <a:rPr lang="zh-CN" altLang="en-US" sz="2400" b="1" dirty="0">
                <a:latin typeface="+mn-ea"/>
                <a:ea typeface="+mn-ea"/>
              </a:rPr>
              <a:t>在      处连续；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CEE71EC-2EAE-4DEE-87A2-CF163A4263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008293"/>
              </p:ext>
            </p:extLst>
          </p:nvPr>
        </p:nvGraphicFramePr>
        <p:xfrm>
          <a:off x="1358838" y="130770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5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58838" y="130770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5EF02C0-FD58-4751-B6E0-D2E7A8515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932613"/>
              </p:ext>
            </p:extLst>
          </p:nvPr>
        </p:nvGraphicFramePr>
        <p:xfrm>
          <a:off x="2483768" y="1331518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6" name="Equation" r:id="rId7" imgW="647640" imgH="279360" progId="Equation.DSMT4">
                  <p:embed/>
                </p:oleObj>
              </mc:Choice>
              <mc:Fallback>
                <p:oleObj name="Equation" r:id="rId7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3768" y="1331518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3">
            <a:extLst>
              <a:ext uri="{FF2B5EF4-FFF2-40B4-BE49-F238E27FC236}">
                <a16:creationId xmlns:a16="http://schemas.microsoft.com/office/drawing/2014/main" id="{2C58EAF8-72B2-4296-A1CC-3A6DA4BF7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793183"/>
            <a:ext cx="4536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400" b="1" dirty="0">
                <a:latin typeface="+mn-ea"/>
                <a:ea typeface="+mn-ea"/>
              </a:rPr>
              <a:t>(2)     </a:t>
            </a:r>
            <a:r>
              <a:rPr lang="zh-CN" altLang="en-US" sz="2400" b="1" dirty="0">
                <a:latin typeface="+mn-ea"/>
                <a:ea typeface="+mn-ea"/>
              </a:rPr>
              <a:t>在      处均不连续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519F9F4-5DC3-4133-816F-FA53CABFF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080712"/>
              </p:ext>
            </p:extLst>
          </p:nvPr>
        </p:nvGraphicFramePr>
        <p:xfrm>
          <a:off x="1358838" y="189728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7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CEE71EC-2EAE-4DEE-87A2-CF163A4263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58838" y="189728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C456B7F-7CA6-4481-BC2A-4A985834A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77436"/>
              </p:ext>
            </p:extLst>
          </p:nvPr>
        </p:nvGraphicFramePr>
        <p:xfrm>
          <a:off x="2483768" y="1921103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8" name="Equation" r:id="rId11" imgW="647640" imgH="279360" progId="Equation.DSMT4">
                  <p:embed/>
                </p:oleObj>
              </mc:Choice>
              <mc:Fallback>
                <p:oleObj name="Equation" r:id="rId11" imgW="64764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5EF02C0-FD58-4751-B6E0-D2E7A8515F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83768" y="1921103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AF6EFA2-224B-4A83-A720-42DAFF33667A}"/>
              </a:ext>
            </a:extLst>
          </p:cNvPr>
          <p:cNvSpPr/>
          <p:nvPr/>
        </p:nvSpPr>
        <p:spPr>
          <a:xfrm>
            <a:off x="824015" y="247426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2604A7-F9AC-4B04-A5B6-786A2A3E3F0E}"/>
              </a:ext>
            </a:extLst>
          </p:cNvPr>
          <p:cNvSpPr/>
          <p:nvPr/>
        </p:nvSpPr>
        <p:spPr>
          <a:xfrm>
            <a:off x="1358838" y="2474267"/>
            <a:ext cx="651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</a:rPr>
              <a:t>(1)</a:t>
            </a:r>
            <a:endParaRPr lang="zh-CN" altLang="en-US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0226737-2F3C-4B22-B642-FC8B6DE7D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337817"/>
              </p:ext>
            </p:extLst>
          </p:nvPr>
        </p:nvGraphicFramePr>
        <p:xfrm>
          <a:off x="2039201" y="2563754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9" name="Equation" r:id="rId13" imgW="1143000" imgH="342720" progId="Equation.DSMT4">
                  <p:embed/>
                </p:oleObj>
              </mc:Choice>
              <mc:Fallback>
                <p:oleObj name="Equation" r:id="rId13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39201" y="2563754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C664534-F4AF-415A-B168-05E934E9A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614103"/>
              </p:ext>
            </p:extLst>
          </p:nvPr>
        </p:nvGraphicFramePr>
        <p:xfrm>
          <a:off x="3563888" y="2593032"/>
          <a:ext cx="2679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0" name="Equation" r:id="rId15" imgW="2679480" imgH="342720" progId="Equation.DSMT4">
                  <p:embed/>
                </p:oleObj>
              </mc:Choice>
              <mc:Fallback>
                <p:oleObj name="Equation" r:id="rId15" imgW="2679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63888" y="2593032"/>
                        <a:ext cx="2679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A58CD8C2-66E8-444E-A810-FDCFCE09518D}"/>
              </a:ext>
            </a:extLst>
          </p:cNvPr>
          <p:cNvSpPr/>
          <p:nvPr/>
        </p:nvSpPr>
        <p:spPr>
          <a:xfrm>
            <a:off x="6243588" y="2504371"/>
            <a:ext cx="24328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夹逼准则</a:t>
            </a:r>
            <a:r>
              <a:rPr lang="zh-CN" altLang="en-US" sz="2400" b="1" dirty="0">
                <a:latin typeface="宋体" panose="02010600030101010101" pitchFamily="2" charset="-122"/>
              </a:rPr>
              <a:t>得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559E9A4-298C-4443-A38F-2BCBDD0A9C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692998"/>
              </p:ext>
            </p:extLst>
          </p:nvPr>
        </p:nvGraphicFramePr>
        <p:xfrm>
          <a:off x="3340100" y="3237903"/>
          <a:ext cx="2463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1" name="Equation" r:id="rId17" imgW="2463480" imgH="482400" progId="Equation.DSMT4">
                  <p:embed/>
                </p:oleObj>
              </mc:Choice>
              <mc:Fallback>
                <p:oleObj name="Equation" r:id="rId17" imgW="2463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40100" y="3237903"/>
                        <a:ext cx="2463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656586-0C72-4594-B39E-A1DBCF7980DC}"/>
              </a:ext>
            </a:extLst>
          </p:cNvPr>
          <p:cNvGrpSpPr/>
          <p:nvPr/>
        </p:nvGrpSpPr>
        <p:grpSpPr>
          <a:xfrm>
            <a:off x="814767" y="3992370"/>
            <a:ext cx="4693337" cy="461665"/>
            <a:chOff x="814767" y="3992370"/>
            <a:chExt cx="4693337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9A90F10-45AA-45B3-B6AB-CA20709D4343}"/>
                </a:ext>
              </a:extLst>
            </p:cNvPr>
            <p:cNvSpPr/>
            <p:nvPr/>
          </p:nvSpPr>
          <p:spPr>
            <a:xfrm>
              <a:off x="814767" y="3992370"/>
              <a:ext cx="46933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从而函数     在     处连续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260FDD29-C02B-48D0-AEF7-6A1244DE94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7923369"/>
                </p:ext>
              </p:extLst>
            </p:nvPr>
          </p:nvGraphicFramePr>
          <p:xfrm>
            <a:off x="2172618" y="40931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2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72618" y="409312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95E7B97-2A90-43FA-89C1-3E3C2A5613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1065358"/>
                </p:ext>
              </p:extLst>
            </p:nvPr>
          </p:nvGraphicFramePr>
          <p:xfrm>
            <a:off x="3240038" y="408350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3" name="Equation" r:id="rId21" imgW="647640" imgH="279360" progId="Equation.DSMT4">
                    <p:embed/>
                  </p:oleObj>
                </mc:Choice>
                <mc:Fallback>
                  <p:oleObj name="Equation" r:id="rId21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240038" y="4083502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3481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7F531B-09D2-454E-AC84-24FFE62D32B4}"/>
              </a:ext>
            </a:extLst>
          </p:cNvPr>
          <p:cNvSpPr/>
          <p:nvPr/>
        </p:nvSpPr>
        <p:spPr>
          <a:xfrm>
            <a:off x="636952" y="448281"/>
            <a:ext cx="651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</a:rPr>
              <a:t>(2)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A3197B5-5079-4FB8-8670-E58196028CFC}"/>
              </a:ext>
            </a:extLst>
          </p:cNvPr>
          <p:cNvGrpSpPr/>
          <p:nvPr/>
        </p:nvGrpSpPr>
        <p:grpSpPr>
          <a:xfrm>
            <a:off x="1187624" y="411510"/>
            <a:ext cx="7534532" cy="535208"/>
            <a:chOff x="887884" y="1634133"/>
            <a:chExt cx="7534532" cy="53520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B6FD9E0-D8BF-4131-AF40-67A802B87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884" y="1634133"/>
              <a:ext cx="75345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任取          取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有理</a:t>
              </a:r>
              <a:r>
                <a:rPr kumimoji="1" lang="zh-CN" altLang="en-US" sz="2400" b="1" dirty="0">
                  <a:latin typeface="+mn-ea"/>
                  <a:ea typeface="+mn-ea"/>
                </a:rPr>
                <a:t>数列             且      则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2DC08DF8-4185-4796-8768-AB72C5F7F0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0409757"/>
                </p:ext>
              </p:extLst>
            </p:nvPr>
          </p:nvGraphicFramePr>
          <p:xfrm>
            <a:off x="1561412" y="1739051"/>
            <a:ext cx="1520825" cy="315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57" name="Equation" r:id="rId3" imgW="1473120" imgH="330120" progId="Equation.DSMT4">
                    <p:embed/>
                  </p:oleObj>
                </mc:Choice>
                <mc:Fallback>
                  <p:oleObj name="Equation" r:id="rId3" imgW="1473120" imgH="33012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276CDF49-7030-4084-80B3-092628AC2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1412" y="1739051"/>
                          <a:ext cx="1520825" cy="315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E095C6B2-6FDF-4367-BED7-FB93306B9A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8502272"/>
                </p:ext>
              </p:extLst>
            </p:nvPr>
          </p:nvGraphicFramePr>
          <p:xfrm>
            <a:off x="4745038" y="1708966"/>
            <a:ext cx="1827213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58" name="Equation" r:id="rId5" imgW="1765080" imgH="482400" progId="Equation.DSMT4">
                    <p:embed/>
                  </p:oleObj>
                </mc:Choice>
                <mc:Fallback>
                  <p:oleObj name="Equation" r:id="rId5" imgW="1765080" imgH="48240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677E25B6-88B0-46C9-9B68-73AED7B91E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5038" y="1708966"/>
                          <a:ext cx="1827213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A88C9295-4D2D-4C98-9AAA-8702BCA461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1564656"/>
                </p:ext>
              </p:extLst>
            </p:nvPr>
          </p:nvGraphicFramePr>
          <p:xfrm>
            <a:off x="7066708" y="1711539"/>
            <a:ext cx="801687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59" name="Equation" r:id="rId7" imgW="774360" imgH="380880" progId="Equation.DSMT4">
                    <p:embed/>
                  </p:oleObj>
                </mc:Choice>
                <mc:Fallback>
                  <p:oleObj name="Equation" r:id="rId7" imgW="774360" imgH="38088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4A9532D8-606E-4265-9501-1AA7B71F20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6708" y="1711539"/>
                          <a:ext cx="801687" cy="363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B9D8DDD7-7176-45E8-80B7-0B601431AE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560695"/>
              </p:ext>
            </p:extLst>
          </p:nvPr>
        </p:nvGraphicFramePr>
        <p:xfrm>
          <a:off x="3059832" y="1169224"/>
          <a:ext cx="26812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0" name="Equation" r:id="rId9" imgW="2590560" imgH="482400" progId="Equation.DSMT4">
                  <p:embed/>
                </p:oleObj>
              </mc:Choice>
              <mc:Fallback>
                <p:oleObj name="Equation" r:id="rId9" imgW="2590560" imgH="48240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EEAEA9EB-6B07-4B45-BD4F-565001305F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169224"/>
                        <a:ext cx="2681288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614C5F78-85B7-4EA7-B5A5-92D47EF0EBEC}"/>
              </a:ext>
            </a:extLst>
          </p:cNvPr>
          <p:cNvGrpSpPr/>
          <p:nvPr/>
        </p:nvGrpSpPr>
        <p:grpSpPr>
          <a:xfrm>
            <a:off x="611308" y="1846825"/>
            <a:ext cx="7155983" cy="529024"/>
            <a:chOff x="721877" y="1931253"/>
            <a:chExt cx="7155983" cy="529024"/>
          </a:xfrm>
        </p:grpSpPr>
        <p:sp>
          <p:nvSpPr>
            <p:cNvPr id="11" name="矩形 4">
              <a:extLst>
                <a:ext uri="{FF2B5EF4-FFF2-40B4-BE49-F238E27FC236}">
                  <a16:creationId xmlns:a16="http://schemas.microsoft.com/office/drawing/2014/main" id="{81D7919C-9EFD-41A2-BB7A-132E47F7B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877" y="1931253"/>
              <a:ext cx="712422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 取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无理</a:t>
              </a:r>
              <a:r>
                <a:rPr kumimoji="1" lang="zh-CN" altLang="en-US" sz="2400" b="1" dirty="0">
                  <a:latin typeface="+mn-ea"/>
                  <a:ea typeface="+mn-ea"/>
                </a:rPr>
                <a:t>数列               则               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E995986E-BBB2-46E8-802C-0ECF2E54CC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3000216"/>
                </p:ext>
              </p:extLst>
            </p:nvPr>
          </p:nvGraphicFramePr>
          <p:xfrm>
            <a:off x="2605813" y="1999902"/>
            <a:ext cx="19050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61" name="Equation" r:id="rId11" imgW="1841400" imgH="482400" progId="Equation.DSMT4">
                    <p:embed/>
                  </p:oleObj>
                </mc:Choice>
                <mc:Fallback>
                  <p:oleObj name="Equation" r:id="rId11" imgW="1841400" imgH="48240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36D27F52-19EF-461B-826F-593BDADCD4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5813" y="1999902"/>
                          <a:ext cx="1905000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49AF1B89-C1F9-4D85-8AA6-0C6382AE11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8013450"/>
                </p:ext>
              </p:extLst>
            </p:nvPr>
          </p:nvGraphicFramePr>
          <p:xfrm>
            <a:off x="5221972" y="1999901"/>
            <a:ext cx="2655888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62" name="Equation" r:id="rId13" imgW="2565360" imgH="482400" progId="Equation.DSMT4">
                    <p:embed/>
                  </p:oleObj>
                </mc:Choice>
                <mc:Fallback>
                  <p:oleObj name="Equation" r:id="rId13" imgW="2565360" imgH="48240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7F178C32-F5E2-4856-9C35-DB4AF4C7AE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1972" y="1999901"/>
                          <a:ext cx="2655888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DA40AF1-A6D4-42C0-8278-CB34D5ECB733}"/>
              </a:ext>
            </a:extLst>
          </p:cNvPr>
          <p:cNvGrpSpPr/>
          <p:nvPr/>
        </p:nvGrpSpPr>
        <p:grpSpPr>
          <a:xfrm>
            <a:off x="751654" y="2569998"/>
            <a:ext cx="8586248" cy="530025"/>
            <a:chOff x="162216" y="2885030"/>
            <a:chExt cx="8586248" cy="530025"/>
          </a:xfrm>
        </p:grpSpPr>
        <p:sp>
          <p:nvSpPr>
            <p:cNvPr id="15" name="矩形 4">
              <a:extLst>
                <a:ext uri="{FF2B5EF4-FFF2-40B4-BE49-F238E27FC236}">
                  <a16:creationId xmlns:a16="http://schemas.microsoft.com/office/drawing/2014/main" id="{5A4160EF-26B1-4282-94D7-DA78A7C0D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16" y="2885030"/>
              <a:ext cx="85862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1" dirty="0">
                  <a:latin typeface="+mn-ea"/>
                  <a:ea typeface="+mn-ea"/>
                </a:rPr>
                <a:t>由函数极限与数列极限的关系知        不存在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r>
                <a:rPr kumimoji="1" lang="zh-CN" altLang="en-US" sz="2400" b="1" dirty="0">
                  <a:latin typeface="+mn-ea"/>
                  <a:ea typeface="+mn-ea"/>
                </a:rPr>
                <a:t>从而不连续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29ECD2E8-26DD-4785-A852-5F194F0179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6912443"/>
                </p:ext>
              </p:extLst>
            </p:nvPr>
          </p:nvGraphicFramePr>
          <p:xfrm>
            <a:off x="4573885" y="2954680"/>
            <a:ext cx="1101725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63" name="Equation" r:id="rId15" imgW="1066680" imgH="482400" progId="Equation.DSMT4">
                    <p:embed/>
                  </p:oleObj>
                </mc:Choice>
                <mc:Fallback>
                  <p:oleObj name="Equation" r:id="rId15" imgW="1066680" imgH="482400" progId="Equation.DSMT4">
                    <p:embed/>
                    <p:pic>
                      <p:nvPicPr>
                        <p:cNvPr id="17" name="Object 24">
                          <a:extLst>
                            <a:ext uri="{FF2B5EF4-FFF2-40B4-BE49-F238E27FC236}">
                              <a16:creationId xmlns:a16="http://schemas.microsoft.com/office/drawing/2014/main" id="{0DC35935-2B70-4D7C-B73F-916CA0BACB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3885" y="2954680"/>
                          <a:ext cx="1101725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4">
            <a:extLst>
              <a:ext uri="{FF2B5EF4-FFF2-40B4-BE49-F238E27FC236}">
                <a16:creationId xmlns:a16="http://schemas.microsoft.com/office/drawing/2014/main" id="{500E6953-7CEA-435C-94B0-F6B404E1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032" y="3428867"/>
            <a:ext cx="55693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400" b="1" dirty="0">
                <a:latin typeface="+mj-ea"/>
                <a:ea typeface="+mj-ea"/>
              </a:rPr>
              <a:t>同理可证在任意无理数处，也不连续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374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9">
            <a:extLst>
              <a:ext uri="{FF2B5EF4-FFF2-40B4-BE49-F238E27FC236}">
                <a16:creationId xmlns:a16="http://schemas.microsoft.com/office/drawing/2014/main" id="{6DC4761F-4FCF-479D-90A9-BE55CA31F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131" y="2191887"/>
            <a:ext cx="4105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函数间断点的类型</a:t>
            </a: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274E440C-455D-41D6-A1B6-DB6D15FDDB90}"/>
              </a:ext>
            </a:extLst>
          </p:cNvPr>
          <p:cNvGrpSpPr>
            <a:grpSpLocks/>
          </p:cNvGrpSpPr>
          <p:nvPr/>
        </p:nvGrpSpPr>
        <p:grpSpPr bwMode="auto">
          <a:xfrm>
            <a:off x="6122563" y="3044638"/>
            <a:ext cx="1184274" cy="533399"/>
            <a:chOff x="2544" y="2169"/>
            <a:chExt cx="746" cy="336"/>
          </a:xfrm>
        </p:grpSpPr>
        <p:sp>
          <p:nvSpPr>
            <p:cNvPr id="5" name="Oval 13">
              <a:extLst>
                <a:ext uri="{FF2B5EF4-FFF2-40B4-BE49-F238E27FC236}">
                  <a16:creationId xmlns:a16="http://schemas.microsoft.com/office/drawing/2014/main" id="{F9169867-27AA-4A2F-8CF8-FD27A0ACD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69"/>
              <a:ext cx="672" cy="33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>
                <a:buFontTx/>
                <a:buNone/>
                <a:defRPr/>
              </a:pPr>
              <a:endParaRPr lang="zh-CN" altLang="en-US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" name="Text Box 14">
              <a:extLst>
                <a:ext uri="{FF2B5EF4-FFF2-40B4-BE49-F238E27FC236}">
                  <a16:creationId xmlns:a16="http://schemas.microsoft.com/office/drawing/2014/main" id="{FA7C4D6C-0C04-4BE9-8DF4-BD681C7C1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8" y="2169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跳跃</a:t>
              </a:r>
            </a:p>
          </p:txBody>
        </p:sp>
      </p:grpSp>
      <p:grpSp>
        <p:nvGrpSpPr>
          <p:cNvPr id="7" name="Group 15">
            <a:extLst>
              <a:ext uri="{FF2B5EF4-FFF2-40B4-BE49-F238E27FC236}">
                <a16:creationId xmlns:a16="http://schemas.microsoft.com/office/drawing/2014/main" id="{A9CCBB81-1E15-4463-BCA0-A63E23EAC8E9}"/>
              </a:ext>
            </a:extLst>
          </p:cNvPr>
          <p:cNvGrpSpPr>
            <a:grpSpLocks/>
          </p:cNvGrpSpPr>
          <p:nvPr/>
        </p:nvGrpSpPr>
        <p:grpSpPr bwMode="auto">
          <a:xfrm>
            <a:off x="4772772" y="3030354"/>
            <a:ext cx="1252538" cy="533400"/>
            <a:chOff x="3600" y="1785"/>
            <a:chExt cx="789" cy="336"/>
          </a:xfrm>
        </p:grpSpPr>
        <p:sp>
          <p:nvSpPr>
            <p:cNvPr id="8" name="Oval 16">
              <a:extLst>
                <a:ext uri="{FF2B5EF4-FFF2-40B4-BE49-F238E27FC236}">
                  <a16:creationId xmlns:a16="http://schemas.microsoft.com/office/drawing/2014/main" id="{4DF156EC-4101-4872-8A05-66F171090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785"/>
              <a:ext cx="672" cy="33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>
                <a:buFontTx/>
                <a:buNone/>
                <a:defRPr/>
              </a:pPr>
              <a:endParaRPr lang="zh-CN" altLang="en-US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" name="Text Box 17">
              <a:extLst>
                <a:ext uri="{FF2B5EF4-FFF2-40B4-BE49-F238E27FC236}">
                  <a16:creationId xmlns:a16="http://schemas.microsoft.com/office/drawing/2014/main" id="{B31D9A95-3BFE-4BCB-ADC8-8C801897A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9" y="1789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可去</a:t>
              </a:r>
            </a:p>
          </p:txBody>
        </p:sp>
      </p:grpSp>
      <p:grpSp>
        <p:nvGrpSpPr>
          <p:cNvPr id="10" name="Group 18">
            <a:extLst>
              <a:ext uri="{FF2B5EF4-FFF2-40B4-BE49-F238E27FC236}">
                <a16:creationId xmlns:a16="http://schemas.microsoft.com/office/drawing/2014/main" id="{3557E770-A12B-4674-AB65-86AD07FCE3F7}"/>
              </a:ext>
            </a:extLst>
          </p:cNvPr>
          <p:cNvGrpSpPr>
            <a:grpSpLocks/>
          </p:cNvGrpSpPr>
          <p:nvPr/>
        </p:nvGrpSpPr>
        <p:grpSpPr bwMode="auto">
          <a:xfrm>
            <a:off x="4844777" y="3927574"/>
            <a:ext cx="1143000" cy="541337"/>
            <a:chOff x="2295" y="3259"/>
            <a:chExt cx="720" cy="341"/>
          </a:xfrm>
        </p:grpSpPr>
        <p:sp>
          <p:nvSpPr>
            <p:cNvPr id="11" name="Oval 19">
              <a:extLst>
                <a:ext uri="{FF2B5EF4-FFF2-40B4-BE49-F238E27FC236}">
                  <a16:creationId xmlns:a16="http://schemas.microsoft.com/office/drawing/2014/main" id="{FFBA353F-8914-4B79-8283-A0A1AFA73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3264"/>
              <a:ext cx="672" cy="336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>
                <a:buFontTx/>
                <a:buNone/>
                <a:defRPr/>
              </a:pPr>
              <a:endParaRPr lang="zh-CN" altLang="en-US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" name="Text Box 20">
              <a:extLst>
                <a:ext uri="{FF2B5EF4-FFF2-40B4-BE49-F238E27FC236}">
                  <a16:creationId xmlns:a16="http://schemas.microsoft.com/office/drawing/2014/main" id="{AA5EF28E-5357-46B1-B2F4-F953D0196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" y="3259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无穷</a:t>
              </a:r>
            </a:p>
          </p:txBody>
        </p:sp>
      </p:grpSp>
      <p:grpSp>
        <p:nvGrpSpPr>
          <p:cNvPr id="13" name="Group 21">
            <a:extLst>
              <a:ext uri="{FF2B5EF4-FFF2-40B4-BE49-F238E27FC236}">
                <a16:creationId xmlns:a16="http://schemas.microsoft.com/office/drawing/2014/main" id="{9B8A133A-3D8A-47C6-AE58-FBDB6132B170}"/>
              </a:ext>
            </a:extLst>
          </p:cNvPr>
          <p:cNvGrpSpPr>
            <a:grpSpLocks/>
          </p:cNvGrpSpPr>
          <p:nvPr/>
        </p:nvGrpSpPr>
        <p:grpSpPr bwMode="auto">
          <a:xfrm>
            <a:off x="6111643" y="3927574"/>
            <a:ext cx="1233487" cy="547687"/>
            <a:chOff x="3075" y="3255"/>
            <a:chExt cx="777" cy="345"/>
          </a:xfrm>
        </p:grpSpPr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389075BD-84C8-47CF-BEBE-36167DA22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5" y="3264"/>
              <a:ext cx="672" cy="336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>
                <a:buFontTx/>
                <a:buNone/>
                <a:defRPr/>
              </a:pPr>
              <a:endParaRPr lang="zh-CN" altLang="en-US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" name="Text Box 23">
              <a:extLst>
                <a:ext uri="{FF2B5EF4-FFF2-40B4-BE49-F238E27FC236}">
                  <a16:creationId xmlns:a16="http://schemas.microsoft.com/office/drawing/2014/main" id="{A6CD38E2-490F-4E3D-AE47-A89F7C787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" y="3255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振荡</a:t>
              </a:r>
            </a:p>
          </p:txBody>
        </p:sp>
      </p:grpSp>
      <p:grpSp>
        <p:nvGrpSpPr>
          <p:cNvPr id="19" name="Group 54">
            <a:extLst>
              <a:ext uri="{FF2B5EF4-FFF2-40B4-BE49-F238E27FC236}">
                <a16:creationId xmlns:a16="http://schemas.microsoft.com/office/drawing/2014/main" id="{E252C248-BA51-44AC-89BF-4F5CCF46D1D8}"/>
              </a:ext>
            </a:extLst>
          </p:cNvPr>
          <p:cNvGrpSpPr>
            <a:grpSpLocks/>
          </p:cNvGrpSpPr>
          <p:nvPr/>
        </p:nvGrpSpPr>
        <p:grpSpPr bwMode="auto">
          <a:xfrm>
            <a:off x="1082725" y="2904917"/>
            <a:ext cx="3400425" cy="725487"/>
            <a:chOff x="556" y="1888"/>
            <a:chExt cx="2142" cy="457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1C4A785A-AA18-4EAB-8190-3FF213BAF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5" y="1888"/>
              <a:ext cx="1543" cy="457"/>
              <a:chOff x="2256" y="1248"/>
              <a:chExt cx="1600" cy="480"/>
            </a:xfrm>
          </p:grpSpPr>
          <p:sp>
            <p:nvSpPr>
              <p:cNvPr id="22" name="Rectangle 7">
                <a:extLst>
                  <a:ext uri="{FF2B5EF4-FFF2-40B4-BE49-F238E27FC236}">
                    <a16:creationId xmlns:a16="http://schemas.microsoft.com/office/drawing/2014/main" id="{A45DC194-2423-4FB7-AC97-CFCABACF4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248"/>
                <a:ext cx="1552" cy="48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l">
                  <a:buFontTx/>
                  <a:buNone/>
                  <a:defRPr/>
                </a:pPr>
                <a:endParaRPr lang="zh-CN" altLang="en-US" sz="1800" b="0">
                  <a:solidFill>
                    <a:schemeClr val="tx1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3" name="Text Box 8">
                <a:extLst>
                  <a:ext uri="{FF2B5EF4-FFF2-40B4-BE49-F238E27FC236}">
                    <a16:creationId xmlns:a16="http://schemas.microsoft.com/office/drawing/2014/main" id="{A61E0369-9500-4A3B-81CE-EAC9CF4E53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1331"/>
                <a:ext cx="1505" cy="3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第一类间断点</a:t>
                </a:r>
              </a:p>
            </p:txBody>
          </p:sp>
        </p:grpSp>
        <p:sp>
          <p:nvSpPr>
            <p:cNvPr id="21" name="AutoShape 52">
              <a:extLst>
                <a:ext uri="{FF2B5EF4-FFF2-40B4-BE49-F238E27FC236}">
                  <a16:creationId xmlns:a16="http://schemas.microsoft.com/office/drawing/2014/main" id="{839C02FB-5DFA-4899-B24A-97DE4D412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" y="2024"/>
              <a:ext cx="590" cy="153"/>
            </a:xfrm>
            <a:prstGeom prst="notchedRightArrow">
              <a:avLst>
                <a:gd name="adj1" fmla="val 50000"/>
                <a:gd name="adj2" fmla="val 81044"/>
              </a:avLst>
            </a:prstGeom>
            <a:solidFill>
              <a:srgbClr val="0066FF"/>
            </a:solidFill>
            <a:ln w="9525" algn="ctr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4" name="Group 55">
            <a:extLst>
              <a:ext uri="{FF2B5EF4-FFF2-40B4-BE49-F238E27FC236}">
                <a16:creationId xmlns:a16="http://schemas.microsoft.com/office/drawing/2014/main" id="{31939D72-8A6A-4828-BFE3-9974CEE02C19}"/>
              </a:ext>
            </a:extLst>
          </p:cNvPr>
          <p:cNvGrpSpPr>
            <a:grpSpLocks/>
          </p:cNvGrpSpPr>
          <p:nvPr/>
        </p:nvGrpSpPr>
        <p:grpSpPr bwMode="auto">
          <a:xfrm>
            <a:off x="1046212" y="3855566"/>
            <a:ext cx="3398838" cy="660400"/>
            <a:chOff x="533" y="3022"/>
            <a:chExt cx="2141" cy="416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D452A230-A939-4DE8-8E68-77415498B4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2" y="3022"/>
              <a:ext cx="1532" cy="416"/>
              <a:chOff x="2309" y="2640"/>
              <a:chExt cx="1593" cy="480"/>
            </a:xfrm>
          </p:grpSpPr>
          <p:sp>
            <p:nvSpPr>
              <p:cNvPr id="27" name="Rectangle 10">
                <a:extLst>
                  <a:ext uri="{FF2B5EF4-FFF2-40B4-BE49-F238E27FC236}">
                    <a16:creationId xmlns:a16="http://schemas.microsoft.com/office/drawing/2014/main" id="{8A7EB919-998C-432B-88FB-25FB5BC20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9" y="2640"/>
                <a:ext cx="1593" cy="480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l">
                  <a:buFontTx/>
                  <a:buNone/>
                  <a:defRPr/>
                </a:pPr>
                <a:endParaRPr lang="zh-CN" altLang="en-US" sz="1800" b="0">
                  <a:solidFill>
                    <a:schemeClr val="tx1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8" name="Text Box 11">
                <a:extLst>
                  <a:ext uri="{FF2B5EF4-FFF2-40B4-BE49-F238E27FC236}">
                    <a16:creationId xmlns:a16="http://schemas.microsoft.com/office/drawing/2014/main" id="{66479859-BB36-4CAA-A8F0-FD2327A2B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3" y="2688"/>
                <a:ext cx="146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第二类间断点</a:t>
                </a:r>
              </a:p>
            </p:txBody>
          </p:sp>
        </p:grpSp>
        <p:sp>
          <p:nvSpPr>
            <p:cNvPr id="26" name="AutoShape 53">
              <a:extLst>
                <a:ext uri="{FF2B5EF4-FFF2-40B4-BE49-F238E27FC236}">
                  <a16:creationId xmlns:a16="http://schemas.microsoft.com/office/drawing/2014/main" id="{95C442DF-D5DA-4B20-8884-EDC20613D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" y="3168"/>
              <a:ext cx="590" cy="144"/>
            </a:xfrm>
            <a:prstGeom prst="notchedRightArrow">
              <a:avLst>
                <a:gd name="adj1" fmla="val 50000"/>
                <a:gd name="adj2" fmla="val 81044"/>
              </a:avLst>
            </a:prstGeom>
            <a:solidFill>
              <a:srgbClr val="FF0000"/>
            </a:solidFill>
            <a:ln w="9525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9" name="Text Box 29">
            <a:extLst>
              <a:ext uri="{FF2B5EF4-FFF2-40B4-BE49-F238E27FC236}">
                <a16:creationId xmlns:a16="http://schemas.microsoft.com/office/drawing/2014/main" id="{4FB44D90-C9D5-44A8-9861-C2109B991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563638"/>
            <a:ext cx="41052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函数的间断点：不连续点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52FF42A-5AE4-4BD4-95CE-EEA812B7783E}"/>
              </a:ext>
            </a:extLst>
          </p:cNvPr>
          <p:cNvSpPr/>
          <p:nvPr/>
        </p:nvSpPr>
        <p:spPr>
          <a:xfrm>
            <a:off x="3563888" y="392346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楷体_GB2312" pitchFamily="49" charset="-122"/>
              </a:rPr>
              <a:t>内容小结</a:t>
            </a: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24B003A2-E92C-4503-95E3-BDBF40EA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072" y="987574"/>
            <a:ext cx="73643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函数的连续性：在一点连续，在区间连续</a:t>
            </a:r>
          </a:p>
        </p:txBody>
      </p:sp>
      <p:grpSp>
        <p:nvGrpSpPr>
          <p:cNvPr id="30" name="Group 21">
            <a:extLst>
              <a:ext uri="{FF2B5EF4-FFF2-40B4-BE49-F238E27FC236}">
                <a16:creationId xmlns:a16="http://schemas.microsoft.com/office/drawing/2014/main" id="{9A7EBFEC-5E2C-4868-973D-F36181C6C91A}"/>
              </a:ext>
            </a:extLst>
          </p:cNvPr>
          <p:cNvGrpSpPr>
            <a:grpSpLocks/>
          </p:cNvGrpSpPr>
          <p:nvPr/>
        </p:nvGrpSpPr>
        <p:grpSpPr bwMode="auto">
          <a:xfrm>
            <a:off x="7435617" y="3962825"/>
            <a:ext cx="1233487" cy="547687"/>
            <a:chOff x="3075" y="3255"/>
            <a:chExt cx="777" cy="345"/>
          </a:xfrm>
        </p:grpSpPr>
        <p:sp>
          <p:nvSpPr>
            <p:cNvPr id="33" name="Oval 22">
              <a:extLst>
                <a:ext uri="{FF2B5EF4-FFF2-40B4-BE49-F238E27FC236}">
                  <a16:creationId xmlns:a16="http://schemas.microsoft.com/office/drawing/2014/main" id="{8FD7ADAD-DC85-4FF3-B5EA-5AD473DB9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5" y="3264"/>
              <a:ext cx="672" cy="336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>
                <a:buFontTx/>
                <a:buNone/>
                <a:defRPr/>
              </a:pPr>
              <a:endParaRPr lang="zh-CN" altLang="en-US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4" name="Text Box 23">
              <a:extLst>
                <a:ext uri="{FF2B5EF4-FFF2-40B4-BE49-F238E27FC236}">
                  <a16:creationId xmlns:a16="http://schemas.microsoft.com/office/drawing/2014/main" id="{49076976-2D85-45C5-AC6B-F75B5C03B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" y="3255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其它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111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  <p:bldP spid="3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9BA0CD-A510-4608-97D9-1C086B95E732}"/>
              </a:ext>
            </a:extLst>
          </p:cNvPr>
          <p:cNvSpPr/>
          <p:nvPr/>
        </p:nvSpPr>
        <p:spPr>
          <a:xfrm>
            <a:off x="899592" y="555526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楷体_GB2312" pitchFamily="49" charset="-122"/>
              </a:rPr>
              <a:t>作业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D8DD15-E97C-477A-B353-0FAC03796CA3}"/>
              </a:ext>
            </a:extLst>
          </p:cNvPr>
          <p:cNvSpPr/>
          <p:nvPr/>
        </p:nvSpPr>
        <p:spPr>
          <a:xfrm>
            <a:off x="827584" y="1563638"/>
            <a:ext cx="4464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练习册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本，第一章 第八节；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0ADDBA-8A2B-4F6B-A42C-0F1E973543CC}"/>
              </a:ext>
            </a:extLst>
          </p:cNvPr>
          <p:cNvSpPr/>
          <p:nvPr/>
        </p:nvSpPr>
        <p:spPr>
          <a:xfrm>
            <a:off x="833528" y="2340917"/>
            <a:ext cx="4464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课本习题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1-7.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4828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08E0EA-A416-41C8-B5E1-100BD1589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5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8233</TotalTime>
  <Words>1517</Words>
  <Application>Microsoft Office PowerPoint</Application>
  <PresentationFormat>全屏显示(16:9)</PresentationFormat>
  <Paragraphs>413</Paragraphs>
  <Slides>49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8" baseType="lpstr">
      <vt:lpstr>等线</vt:lpstr>
      <vt:lpstr>仿宋_GB2312</vt:lpstr>
      <vt:lpstr>华文新魏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Symbol Tiger</vt:lpstr>
      <vt:lpstr>Times New Roman</vt:lpstr>
      <vt:lpstr>Wingdings</vt:lpstr>
      <vt:lpstr>Office 主题</vt:lpstr>
      <vt:lpstr>1_Office 主题</vt:lpstr>
      <vt:lpstr>2_Office 主题</vt:lpstr>
      <vt:lpstr>Equation</vt:lpstr>
      <vt:lpstr>MathType 7.0 Equation</vt:lpstr>
      <vt:lpstr>第一章  函数与极限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652</cp:revision>
  <cp:lastPrinted>2019-07-22T12:17:21Z</cp:lastPrinted>
  <dcterms:created xsi:type="dcterms:W3CDTF">2018-09-27T06:48:00Z</dcterms:created>
  <dcterms:modified xsi:type="dcterms:W3CDTF">2023-09-24T14:43:20Z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