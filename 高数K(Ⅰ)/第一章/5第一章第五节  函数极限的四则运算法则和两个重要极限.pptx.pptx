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326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2" r:id="rId14"/>
    <p:sldId id="312" r:id="rId15"/>
    <p:sldId id="316" r:id="rId16"/>
    <p:sldId id="313" r:id="rId17"/>
    <p:sldId id="315" r:id="rId18"/>
    <p:sldId id="343" r:id="rId19"/>
    <p:sldId id="344" r:id="rId20"/>
    <p:sldId id="345" r:id="rId21"/>
    <p:sldId id="346" r:id="rId22"/>
    <p:sldId id="347" r:id="rId23"/>
    <p:sldId id="349" r:id="rId24"/>
    <p:sldId id="350" r:id="rId25"/>
    <p:sldId id="351" r:id="rId26"/>
    <p:sldId id="356" r:id="rId27"/>
    <p:sldId id="353" r:id="rId28"/>
    <p:sldId id="354" r:id="rId29"/>
    <p:sldId id="355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30" r:id="rId4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田阗" initials="田阗" lastIdx="2" clrIdx="0">
    <p:extLst>
      <p:ext uri="{19B8F6BF-5375-455C-9EA6-DF929625EA0E}">
        <p15:presenceInfo xmlns:p15="http://schemas.microsoft.com/office/powerpoint/2012/main" userId="田阗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FF6464"/>
    <a:srgbClr val="0000FF"/>
    <a:srgbClr val="FFC864"/>
    <a:srgbClr val="FF00FF"/>
    <a:srgbClr val="FFFFC8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5401" autoAdjust="0"/>
  </p:normalViewPr>
  <p:slideViewPr>
    <p:cSldViewPr>
      <p:cViewPr varScale="1">
        <p:scale>
          <a:sx n="128" d="100"/>
          <a:sy n="128" d="100"/>
        </p:scale>
        <p:origin x="120" y="4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9.wmf"/><Relationship Id="rId3" Type="http://schemas.openxmlformats.org/officeDocument/2006/relationships/image" Target="../media/image3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5" Type="http://schemas.openxmlformats.org/officeDocument/2006/relationships/image" Target="../media/image21.wmf"/><Relationship Id="rId10" Type="http://schemas.openxmlformats.org/officeDocument/2006/relationships/image" Target="../media/image16.wmf"/><Relationship Id="rId4" Type="http://schemas.openxmlformats.org/officeDocument/2006/relationships/image" Target="../media/image4.wmf"/><Relationship Id="rId9" Type="http://schemas.openxmlformats.org/officeDocument/2006/relationships/image" Target="../media/image15.wmf"/><Relationship Id="rId1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10.wmf"/><Relationship Id="rId2" Type="http://schemas.openxmlformats.org/officeDocument/2006/relationships/image" Target="../media/image12.wmf"/><Relationship Id="rId1" Type="http://schemas.openxmlformats.org/officeDocument/2006/relationships/image" Target="../media/image22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10" Type="http://schemas.openxmlformats.org/officeDocument/2006/relationships/image" Target="../media/image44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11" Type="http://schemas.openxmlformats.org/officeDocument/2006/relationships/image" Target="../media/image96.wmf"/><Relationship Id="rId5" Type="http://schemas.openxmlformats.org/officeDocument/2006/relationships/image" Target="../media/image90.wmf"/><Relationship Id="rId10" Type="http://schemas.openxmlformats.org/officeDocument/2006/relationships/image" Target="../media/image95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9.wmf"/><Relationship Id="rId18" Type="http://schemas.openxmlformats.org/officeDocument/2006/relationships/image" Target="../media/image114.wmf"/><Relationship Id="rId3" Type="http://schemas.openxmlformats.org/officeDocument/2006/relationships/image" Target="../media/image99.wmf"/><Relationship Id="rId21" Type="http://schemas.openxmlformats.org/officeDocument/2006/relationships/image" Target="../media/image117.wmf"/><Relationship Id="rId7" Type="http://schemas.openxmlformats.org/officeDocument/2006/relationships/image" Target="../media/image103.wmf"/><Relationship Id="rId12" Type="http://schemas.openxmlformats.org/officeDocument/2006/relationships/image" Target="../media/image108.wmf"/><Relationship Id="rId17" Type="http://schemas.openxmlformats.org/officeDocument/2006/relationships/image" Target="../media/image113.wmf"/><Relationship Id="rId2" Type="http://schemas.openxmlformats.org/officeDocument/2006/relationships/image" Target="../media/image98.wmf"/><Relationship Id="rId16" Type="http://schemas.openxmlformats.org/officeDocument/2006/relationships/image" Target="../media/image112.wmf"/><Relationship Id="rId20" Type="http://schemas.openxmlformats.org/officeDocument/2006/relationships/image" Target="../media/image116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11" Type="http://schemas.openxmlformats.org/officeDocument/2006/relationships/image" Target="../media/image107.wmf"/><Relationship Id="rId5" Type="http://schemas.openxmlformats.org/officeDocument/2006/relationships/image" Target="../media/image101.wmf"/><Relationship Id="rId15" Type="http://schemas.openxmlformats.org/officeDocument/2006/relationships/image" Target="../media/image111.wmf"/><Relationship Id="rId10" Type="http://schemas.openxmlformats.org/officeDocument/2006/relationships/image" Target="../media/image106.wmf"/><Relationship Id="rId19" Type="http://schemas.openxmlformats.org/officeDocument/2006/relationships/image" Target="../media/image115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Relationship Id="rId14" Type="http://schemas.openxmlformats.org/officeDocument/2006/relationships/image" Target="../media/image11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image" Target="../media/image130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12" Type="http://schemas.openxmlformats.org/officeDocument/2006/relationships/image" Target="../media/image129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8.wmf"/><Relationship Id="rId5" Type="http://schemas.openxmlformats.org/officeDocument/2006/relationships/image" Target="../media/image122.wmf"/><Relationship Id="rId10" Type="http://schemas.openxmlformats.org/officeDocument/2006/relationships/image" Target="../media/image127.w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Relationship Id="rId14" Type="http://schemas.openxmlformats.org/officeDocument/2006/relationships/image" Target="../media/image131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10" Type="http://schemas.openxmlformats.org/officeDocument/2006/relationships/image" Target="../media/image141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image" Target="../media/image154.wmf"/><Relationship Id="rId3" Type="http://schemas.openxmlformats.org/officeDocument/2006/relationships/image" Target="../media/image144.wmf"/><Relationship Id="rId7" Type="http://schemas.openxmlformats.org/officeDocument/2006/relationships/image" Target="../media/image148.wmf"/><Relationship Id="rId12" Type="http://schemas.openxmlformats.org/officeDocument/2006/relationships/image" Target="../media/image153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47.wmf"/><Relationship Id="rId11" Type="http://schemas.openxmlformats.org/officeDocument/2006/relationships/image" Target="../media/image152.wmf"/><Relationship Id="rId5" Type="http://schemas.openxmlformats.org/officeDocument/2006/relationships/image" Target="../media/image146.wmf"/><Relationship Id="rId10" Type="http://schemas.openxmlformats.org/officeDocument/2006/relationships/image" Target="../media/image151.wmf"/><Relationship Id="rId4" Type="http://schemas.openxmlformats.org/officeDocument/2006/relationships/image" Target="../media/image145.wmf"/><Relationship Id="rId9" Type="http://schemas.openxmlformats.org/officeDocument/2006/relationships/image" Target="../media/image150.wmf"/><Relationship Id="rId14" Type="http://schemas.openxmlformats.org/officeDocument/2006/relationships/image" Target="../media/image15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Relationship Id="rId9" Type="http://schemas.openxmlformats.org/officeDocument/2006/relationships/image" Target="../media/image186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image" Target="../media/image199.wmf"/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12" Type="http://schemas.openxmlformats.org/officeDocument/2006/relationships/image" Target="../media/image198.wmf"/><Relationship Id="rId2" Type="http://schemas.openxmlformats.org/officeDocument/2006/relationships/image" Target="../media/image188.wmf"/><Relationship Id="rId16" Type="http://schemas.openxmlformats.org/officeDocument/2006/relationships/image" Target="../media/image202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11" Type="http://schemas.openxmlformats.org/officeDocument/2006/relationships/image" Target="../media/image197.wmf"/><Relationship Id="rId5" Type="http://schemas.openxmlformats.org/officeDocument/2006/relationships/image" Target="../media/image191.wmf"/><Relationship Id="rId15" Type="http://schemas.openxmlformats.org/officeDocument/2006/relationships/image" Target="../media/image201.wmf"/><Relationship Id="rId10" Type="http://schemas.openxmlformats.org/officeDocument/2006/relationships/image" Target="../media/image196.wmf"/><Relationship Id="rId4" Type="http://schemas.openxmlformats.org/officeDocument/2006/relationships/image" Target="../media/image190.wmf"/><Relationship Id="rId9" Type="http://schemas.openxmlformats.org/officeDocument/2006/relationships/image" Target="../media/image195.wmf"/><Relationship Id="rId14" Type="http://schemas.openxmlformats.org/officeDocument/2006/relationships/image" Target="../media/image20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image" Target="../media/image205.wmf"/><Relationship Id="rId7" Type="http://schemas.openxmlformats.org/officeDocument/2006/relationships/image" Target="../media/image209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10" Type="http://schemas.openxmlformats.org/officeDocument/2006/relationships/image" Target="../media/image212.wmf"/><Relationship Id="rId4" Type="http://schemas.openxmlformats.org/officeDocument/2006/relationships/image" Target="../media/image206.wmf"/><Relationship Id="rId9" Type="http://schemas.openxmlformats.org/officeDocument/2006/relationships/image" Target="../media/image21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3" Type="http://schemas.openxmlformats.org/officeDocument/2006/relationships/image" Target="../media/image221.wmf"/><Relationship Id="rId7" Type="http://schemas.openxmlformats.org/officeDocument/2006/relationships/image" Target="../media/image225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wmf"/><Relationship Id="rId5" Type="http://schemas.openxmlformats.org/officeDocument/2006/relationships/image" Target="../media/image223.wmf"/><Relationship Id="rId4" Type="http://schemas.openxmlformats.org/officeDocument/2006/relationships/image" Target="../media/image222.wmf"/><Relationship Id="rId9" Type="http://schemas.openxmlformats.org/officeDocument/2006/relationships/image" Target="../media/image22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Relationship Id="rId5" Type="http://schemas.openxmlformats.org/officeDocument/2006/relationships/image" Target="../media/image240.wmf"/><Relationship Id="rId4" Type="http://schemas.openxmlformats.org/officeDocument/2006/relationships/image" Target="../media/image239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3" Type="http://schemas.openxmlformats.org/officeDocument/2006/relationships/image" Target="../media/image243.wmf"/><Relationship Id="rId7" Type="http://schemas.openxmlformats.org/officeDocument/2006/relationships/image" Target="../media/image247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Relationship Id="rId6" Type="http://schemas.openxmlformats.org/officeDocument/2006/relationships/image" Target="../media/image246.wmf"/><Relationship Id="rId11" Type="http://schemas.openxmlformats.org/officeDocument/2006/relationships/image" Target="../media/image251.wmf"/><Relationship Id="rId5" Type="http://schemas.openxmlformats.org/officeDocument/2006/relationships/image" Target="../media/image245.wmf"/><Relationship Id="rId10" Type="http://schemas.openxmlformats.org/officeDocument/2006/relationships/image" Target="../media/image250.wmf"/><Relationship Id="rId4" Type="http://schemas.openxmlformats.org/officeDocument/2006/relationships/image" Target="../media/image244.wmf"/><Relationship Id="rId9" Type="http://schemas.openxmlformats.org/officeDocument/2006/relationships/image" Target="../media/image249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image" Target="../media/image264.wmf"/><Relationship Id="rId3" Type="http://schemas.openxmlformats.org/officeDocument/2006/relationships/image" Target="../media/image254.wmf"/><Relationship Id="rId7" Type="http://schemas.openxmlformats.org/officeDocument/2006/relationships/image" Target="../media/image258.wmf"/><Relationship Id="rId12" Type="http://schemas.openxmlformats.org/officeDocument/2006/relationships/image" Target="../media/image263.wmf"/><Relationship Id="rId2" Type="http://schemas.openxmlformats.org/officeDocument/2006/relationships/image" Target="../media/image253.wmf"/><Relationship Id="rId1" Type="http://schemas.openxmlformats.org/officeDocument/2006/relationships/image" Target="../media/image252.wmf"/><Relationship Id="rId6" Type="http://schemas.openxmlformats.org/officeDocument/2006/relationships/image" Target="../media/image257.wmf"/><Relationship Id="rId11" Type="http://schemas.openxmlformats.org/officeDocument/2006/relationships/image" Target="../media/image262.wmf"/><Relationship Id="rId5" Type="http://schemas.openxmlformats.org/officeDocument/2006/relationships/image" Target="../media/image256.wmf"/><Relationship Id="rId10" Type="http://schemas.openxmlformats.org/officeDocument/2006/relationships/image" Target="../media/image261.wmf"/><Relationship Id="rId4" Type="http://schemas.openxmlformats.org/officeDocument/2006/relationships/image" Target="../media/image255.wmf"/><Relationship Id="rId9" Type="http://schemas.openxmlformats.org/officeDocument/2006/relationships/image" Target="../media/image260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11" Type="http://schemas.openxmlformats.org/officeDocument/2006/relationships/image" Target="../media/image275.wmf"/><Relationship Id="rId5" Type="http://schemas.openxmlformats.org/officeDocument/2006/relationships/image" Target="../media/image269.wmf"/><Relationship Id="rId10" Type="http://schemas.openxmlformats.org/officeDocument/2006/relationships/image" Target="../media/image274.wmf"/><Relationship Id="rId4" Type="http://schemas.openxmlformats.org/officeDocument/2006/relationships/image" Target="../media/image268.wmf"/><Relationship Id="rId9" Type="http://schemas.openxmlformats.org/officeDocument/2006/relationships/image" Target="../media/image273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3" Type="http://schemas.openxmlformats.org/officeDocument/2006/relationships/image" Target="../media/image278.wmf"/><Relationship Id="rId7" Type="http://schemas.openxmlformats.org/officeDocument/2006/relationships/image" Target="../media/image282.wmf"/><Relationship Id="rId2" Type="http://schemas.openxmlformats.org/officeDocument/2006/relationships/image" Target="../media/image277.wmf"/><Relationship Id="rId1" Type="http://schemas.openxmlformats.org/officeDocument/2006/relationships/image" Target="../media/image276.wmf"/><Relationship Id="rId6" Type="http://schemas.openxmlformats.org/officeDocument/2006/relationships/image" Target="../media/image281.wmf"/><Relationship Id="rId11" Type="http://schemas.openxmlformats.org/officeDocument/2006/relationships/image" Target="../media/image286.wmf"/><Relationship Id="rId5" Type="http://schemas.openxmlformats.org/officeDocument/2006/relationships/image" Target="../media/image280.wmf"/><Relationship Id="rId10" Type="http://schemas.openxmlformats.org/officeDocument/2006/relationships/image" Target="../media/image285.wmf"/><Relationship Id="rId4" Type="http://schemas.openxmlformats.org/officeDocument/2006/relationships/image" Target="../media/image279.wmf"/><Relationship Id="rId9" Type="http://schemas.openxmlformats.org/officeDocument/2006/relationships/image" Target="../media/image284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3" Type="http://schemas.openxmlformats.org/officeDocument/2006/relationships/image" Target="../media/image289.wmf"/><Relationship Id="rId7" Type="http://schemas.openxmlformats.org/officeDocument/2006/relationships/image" Target="../media/image293.wmf"/><Relationship Id="rId2" Type="http://schemas.openxmlformats.org/officeDocument/2006/relationships/image" Target="../media/image288.wmf"/><Relationship Id="rId1" Type="http://schemas.openxmlformats.org/officeDocument/2006/relationships/image" Target="../media/image287.wmf"/><Relationship Id="rId6" Type="http://schemas.openxmlformats.org/officeDocument/2006/relationships/image" Target="../media/image292.wmf"/><Relationship Id="rId5" Type="http://schemas.openxmlformats.org/officeDocument/2006/relationships/image" Target="../media/image291.wmf"/><Relationship Id="rId4" Type="http://schemas.openxmlformats.org/officeDocument/2006/relationships/image" Target="../media/image290.wmf"/><Relationship Id="rId9" Type="http://schemas.openxmlformats.org/officeDocument/2006/relationships/image" Target="../media/image29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wmf"/><Relationship Id="rId2" Type="http://schemas.openxmlformats.org/officeDocument/2006/relationships/image" Target="../media/image297.wmf"/><Relationship Id="rId1" Type="http://schemas.openxmlformats.org/officeDocument/2006/relationships/image" Target="../media/image296.wmf"/><Relationship Id="rId4" Type="http://schemas.openxmlformats.org/officeDocument/2006/relationships/image" Target="../media/image29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wmf"/><Relationship Id="rId2" Type="http://schemas.openxmlformats.org/officeDocument/2006/relationships/image" Target="../media/image301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5" Type="http://schemas.openxmlformats.org/officeDocument/2006/relationships/image" Target="../media/image304.wmf"/><Relationship Id="rId4" Type="http://schemas.openxmlformats.org/officeDocument/2006/relationships/image" Target="../media/image30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13" Type="http://schemas.openxmlformats.org/officeDocument/2006/relationships/image" Target="../media/image324.wmf"/><Relationship Id="rId3" Type="http://schemas.openxmlformats.org/officeDocument/2006/relationships/image" Target="../media/image314.wmf"/><Relationship Id="rId7" Type="http://schemas.openxmlformats.org/officeDocument/2006/relationships/image" Target="../media/image318.wmf"/><Relationship Id="rId12" Type="http://schemas.openxmlformats.org/officeDocument/2006/relationships/image" Target="../media/image323.wmf"/><Relationship Id="rId17" Type="http://schemas.openxmlformats.org/officeDocument/2006/relationships/image" Target="../media/image328.wmf"/><Relationship Id="rId2" Type="http://schemas.openxmlformats.org/officeDocument/2006/relationships/image" Target="../media/image313.wmf"/><Relationship Id="rId16" Type="http://schemas.openxmlformats.org/officeDocument/2006/relationships/image" Target="../media/image327.wmf"/><Relationship Id="rId1" Type="http://schemas.openxmlformats.org/officeDocument/2006/relationships/image" Target="../media/image312.wmf"/><Relationship Id="rId6" Type="http://schemas.openxmlformats.org/officeDocument/2006/relationships/image" Target="../media/image317.wmf"/><Relationship Id="rId11" Type="http://schemas.openxmlformats.org/officeDocument/2006/relationships/image" Target="../media/image322.wmf"/><Relationship Id="rId5" Type="http://schemas.openxmlformats.org/officeDocument/2006/relationships/image" Target="../media/image316.wmf"/><Relationship Id="rId15" Type="http://schemas.openxmlformats.org/officeDocument/2006/relationships/image" Target="../media/image326.wmf"/><Relationship Id="rId10" Type="http://schemas.openxmlformats.org/officeDocument/2006/relationships/image" Target="../media/image321.wmf"/><Relationship Id="rId4" Type="http://schemas.openxmlformats.org/officeDocument/2006/relationships/image" Target="../media/image315.wmf"/><Relationship Id="rId9" Type="http://schemas.openxmlformats.org/officeDocument/2006/relationships/image" Target="../media/image320.wmf"/><Relationship Id="rId14" Type="http://schemas.openxmlformats.org/officeDocument/2006/relationships/image" Target="../media/image325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image" Target="../media/image341.wmf"/><Relationship Id="rId3" Type="http://schemas.openxmlformats.org/officeDocument/2006/relationships/image" Target="../media/image331.wmf"/><Relationship Id="rId7" Type="http://schemas.openxmlformats.org/officeDocument/2006/relationships/image" Target="../media/image335.wmf"/><Relationship Id="rId12" Type="http://schemas.openxmlformats.org/officeDocument/2006/relationships/image" Target="../media/image340.wmf"/><Relationship Id="rId2" Type="http://schemas.openxmlformats.org/officeDocument/2006/relationships/image" Target="../media/image330.wmf"/><Relationship Id="rId1" Type="http://schemas.openxmlformats.org/officeDocument/2006/relationships/image" Target="../media/image329.wmf"/><Relationship Id="rId6" Type="http://schemas.openxmlformats.org/officeDocument/2006/relationships/image" Target="../media/image334.wmf"/><Relationship Id="rId11" Type="http://schemas.openxmlformats.org/officeDocument/2006/relationships/image" Target="../media/image339.wmf"/><Relationship Id="rId5" Type="http://schemas.openxmlformats.org/officeDocument/2006/relationships/image" Target="../media/image333.wmf"/><Relationship Id="rId10" Type="http://schemas.openxmlformats.org/officeDocument/2006/relationships/image" Target="../media/image338.wmf"/><Relationship Id="rId4" Type="http://schemas.openxmlformats.org/officeDocument/2006/relationships/image" Target="../media/image332.wmf"/><Relationship Id="rId9" Type="http://schemas.openxmlformats.org/officeDocument/2006/relationships/image" Target="../media/image337.wmf"/><Relationship Id="rId14" Type="http://schemas.openxmlformats.org/officeDocument/2006/relationships/image" Target="../media/image3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4.wmf"/><Relationship Id="rId26" Type="http://schemas.openxmlformats.org/officeDocument/2006/relationships/image" Target="../media/image18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29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17.wmf"/><Relationship Id="rId32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19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16.bin"/><Relationship Id="rId31" Type="http://schemas.openxmlformats.org/officeDocument/2006/relationships/oleObject" Target="../embeddings/oleObject22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Relationship Id="rId27" Type="http://schemas.openxmlformats.org/officeDocument/2006/relationships/oleObject" Target="../embeddings/oleObject20.bin"/><Relationship Id="rId30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4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wmf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0.wmf"/><Relationship Id="rId22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9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5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8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93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96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1.wmf"/><Relationship Id="rId22" Type="http://schemas.openxmlformats.org/officeDocument/2006/relationships/image" Target="../media/image95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4.wmf"/><Relationship Id="rId26" Type="http://schemas.openxmlformats.org/officeDocument/2006/relationships/image" Target="../media/image108.wmf"/><Relationship Id="rId39" Type="http://schemas.openxmlformats.org/officeDocument/2006/relationships/oleObject" Target="../embeddings/oleObject118.bin"/><Relationship Id="rId21" Type="http://schemas.openxmlformats.org/officeDocument/2006/relationships/oleObject" Target="../embeddings/oleObject109.bin"/><Relationship Id="rId34" Type="http://schemas.openxmlformats.org/officeDocument/2006/relationships/image" Target="../media/image112.wmf"/><Relationship Id="rId42" Type="http://schemas.openxmlformats.org/officeDocument/2006/relationships/image" Target="../media/image116.wmf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wmf"/><Relationship Id="rId20" Type="http://schemas.openxmlformats.org/officeDocument/2006/relationships/image" Target="../media/image105.wmf"/><Relationship Id="rId29" Type="http://schemas.openxmlformats.org/officeDocument/2006/relationships/oleObject" Target="../embeddings/oleObject113.bin"/><Relationship Id="rId41" Type="http://schemas.openxmlformats.org/officeDocument/2006/relationships/oleObject" Target="../embeddings/oleObject11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07.wmf"/><Relationship Id="rId32" Type="http://schemas.openxmlformats.org/officeDocument/2006/relationships/image" Target="../media/image111.wmf"/><Relationship Id="rId37" Type="http://schemas.openxmlformats.org/officeDocument/2006/relationships/oleObject" Target="../embeddings/oleObject117.bin"/><Relationship Id="rId40" Type="http://schemas.openxmlformats.org/officeDocument/2006/relationships/image" Target="../media/image115.w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09.wmf"/><Relationship Id="rId36" Type="http://schemas.openxmlformats.org/officeDocument/2006/relationships/image" Target="../media/image113.wmf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108.bin"/><Relationship Id="rId31" Type="http://schemas.openxmlformats.org/officeDocument/2006/relationships/oleObject" Target="../embeddings/oleObject114.bin"/><Relationship Id="rId44" Type="http://schemas.openxmlformats.org/officeDocument/2006/relationships/image" Target="../media/image117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2.wmf"/><Relationship Id="rId22" Type="http://schemas.openxmlformats.org/officeDocument/2006/relationships/image" Target="../media/image106.wmf"/><Relationship Id="rId27" Type="http://schemas.openxmlformats.org/officeDocument/2006/relationships/oleObject" Target="../embeddings/oleObject112.bin"/><Relationship Id="rId30" Type="http://schemas.openxmlformats.org/officeDocument/2006/relationships/image" Target="../media/image110.wmf"/><Relationship Id="rId35" Type="http://schemas.openxmlformats.org/officeDocument/2006/relationships/oleObject" Target="../embeddings/oleObject116.bin"/><Relationship Id="rId43" Type="http://schemas.openxmlformats.org/officeDocument/2006/relationships/oleObject" Target="../embeddings/oleObject120.bin"/><Relationship Id="rId8" Type="http://schemas.openxmlformats.org/officeDocument/2006/relationships/image" Target="../media/image99.wmf"/><Relationship Id="rId3" Type="http://schemas.openxmlformats.org/officeDocument/2006/relationships/oleObject" Target="../embeddings/oleObject100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33" Type="http://schemas.openxmlformats.org/officeDocument/2006/relationships/oleObject" Target="../embeddings/oleObject115.bin"/><Relationship Id="rId38" Type="http://schemas.openxmlformats.org/officeDocument/2006/relationships/image" Target="../media/image11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25.wmf"/><Relationship Id="rId26" Type="http://schemas.openxmlformats.org/officeDocument/2006/relationships/image" Target="../media/image129.wmf"/><Relationship Id="rId3" Type="http://schemas.openxmlformats.org/officeDocument/2006/relationships/oleObject" Target="../embeddings/oleObject121.bin"/><Relationship Id="rId21" Type="http://schemas.openxmlformats.org/officeDocument/2006/relationships/oleObject" Target="../embeddings/oleObject130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28.bin"/><Relationship Id="rId25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29" Type="http://schemas.openxmlformats.org/officeDocument/2006/relationships/oleObject" Target="../embeddings/oleObject134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5.bin"/><Relationship Id="rId24" Type="http://schemas.openxmlformats.org/officeDocument/2006/relationships/image" Target="../media/image128.wmf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28" Type="http://schemas.openxmlformats.org/officeDocument/2006/relationships/image" Target="../media/image130.wmf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23.wmf"/><Relationship Id="rId22" Type="http://schemas.openxmlformats.org/officeDocument/2006/relationships/image" Target="../media/image127.wmf"/><Relationship Id="rId27" Type="http://schemas.openxmlformats.org/officeDocument/2006/relationships/oleObject" Target="../embeddings/oleObject133.bin"/><Relationship Id="rId30" Type="http://schemas.openxmlformats.org/officeDocument/2006/relationships/image" Target="../media/image13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39.wmf"/><Relationship Id="rId3" Type="http://schemas.openxmlformats.org/officeDocument/2006/relationships/oleObject" Target="../embeddings/oleObject135.bin"/><Relationship Id="rId21" Type="http://schemas.openxmlformats.org/officeDocument/2006/relationships/oleObject" Target="../embeddings/oleObject144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8.wmf"/><Relationship Id="rId20" Type="http://schemas.openxmlformats.org/officeDocument/2006/relationships/image" Target="../media/image140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43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37.wmf"/><Relationship Id="rId22" Type="http://schemas.openxmlformats.org/officeDocument/2006/relationships/image" Target="../media/image14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49.wmf"/><Relationship Id="rId26" Type="http://schemas.openxmlformats.org/officeDocument/2006/relationships/image" Target="../media/image153.wmf"/><Relationship Id="rId3" Type="http://schemas.openxmlformats.org/officeDocument/2006/relationships/oleObject" Target="../embeddings/oleObject145.bin"/><Relationship Id="rId21" Type="http://schemas.openxmlformats.org/officeDocument/2006/relationships/oleObject" Target="../embeddings/oleObject154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46.wmf"/><Relationship Id="rId17" Type="http://schemas.openxmlformats.org/officeDocument/2006/relationships/oleObject" Target="../embeddings/oleObject152.bin"/><Relationship Id="rId25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8.wmf"/><Relationship Id="rId20" Type="http://schemas.openxmlformats.org/officeDocument/2006/relationships/image" Target="../media/image150.wmf"/><Relationship Id="rId29" Type="http://schemas.openxmlformats.org/officeDocument/2006/relationships/oleObject" Target="../embeddings/oleObject158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49.bin"/><Relationship Id="rId24" Type="http://schemas.openxmlformats.org/officeDocument/2006/relationships/image" Target="../media/image152.wmf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23" Type="http://schemas.openxmlformats.org/officeDocument/2006/relationships/oleObject" Target="../embeddings/oleObject155.bin"/><Relationship Id="rId28" Type="http://schemas.openxmlformats.org/officeDocument/2006/relationships/image" Target="../media/image154.wmf"/><Relationship Id="rId10" Type="http://schemas.openxmlformats.org/officeDocument/2006/relationships/image" Target="../media/image145.wmf"/><Relationship Id="rId19" Type="http://schemas.openxmlformats.org/officeDocument/2006/relationships/oleObject" Target="../embeddings/oleObject153.bin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47.wmf"/><Relationship Id="rId22" Type="http://schemas.openxmlformats.org/officeDocument/2006/relationships/image" Target="../media/image151.wmf"/><Relationship Id="rId27" Type="http://schemas.openxmlformats.org/officeDocument/2006/relationships/oleObject" Target="../embeddings/oleObject157.bin"/><Relationship Id="rId30" Type="http://schemas.openxmlformats.org/officeDocument/2006/relationships/image" Target="../media/image15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61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10" Type="http://schemas.openxmlformats.org/officeDocument/2006/relationships/image" Target="../media/image157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5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71.bin"/><Relationship Id="rId18" Type="http://schemas.openxmlformats.org/officeDocument/2006/relationships/oleObject" Target="../embeddings/oleObject174.bin"/><Relationship Id="rId3" Type="http://schemas.openxmlformats.org/officeDocument/2006/relationships/oleObject" Target="../embeddings/oleObject166.bin"/><Relationship Id="rId21" Type="http://schemas.openxmlformats.org/officeDocument/2006/relationships/oleObject" Target="../embeddings/oleObject17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8.wmf"/><Relationship Id="rId20" Type="http://schemas.openxmlformats.org/officeDocument/2006/relationships/oleObject" Target="../embeddings/oleObject175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23" Type="http://schemas.openxmlformats.org/officeDocument/2006/relationships/oleObject" Target="../embeddings/oleObject178.bin"/><Relationship Id="rId10" Type="http://schemas.openxmlformats.org/officeDocument/2006/relationships/image" Target="../media/image165.wmf"/><Relationship Id="rId19" Type="http://schemas.openxmlformats.org/officeDocument/2006/relationships/image" Target="../media/image169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67.wmf"/><Relationship Id="rId22" Type="http://schemas.openxmlformats.org/officeDocument/2006/relationships/oleObject" Target="../embeddings/oleObject17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77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73.wmf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7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92.bin"/><Relationship Id="rId18" Type="http://schemas.openxmlformats.org/officeDocument/2006/relationships/image" Target="../media/image185.wmf"/><Relationship Id="rId3" Type="http://schemas.openxmlformats.org/officeDocument/2006/relationships/oleObject" Target="../embeddings/oleObject187.bin"/><Relationship Id="rId21" Type="http://schemas.openxmlformats.org/officeDocument/2006/relationships/oleObject" Target="../embeddings/oleObject196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1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wmf"/><Relationship Id="rId20" Type="http://schemas.openxmlformats.org/officeDocument/2006/relationships/image" Target="../media/image18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191.bin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10" Type="http://schemas.openxmlformats.org/officeDocument/2006/relationships/image" Target="../media/image181.wmf"/><Relationship Id="rId19" Type="http://schemas.openxmlformats.org/officeDocument/2006/relationships/oleObject" Target="../embeddings/oleObject195.bin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183.wmf"/><Relationship Id="rId22" Type="http://schemas.openxmlformats.org/officeDocument/2006/relationships/oleObject" Target="../embeddings/oleObject197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194.wmf"/><Relationship Id="rId26" Type="http://schemas.openxmlformats.org/officeDocument/2006/relationships/image" Target="../media/image198.wmf"/><Relationship Id="rId3" Type="http://schemas.openxmlformats.org/officeDocument/2006/relationships/oleObject" Target="../embeddings/oleObject198.bin"/><Relationship Id="rId21" Type="http://schemas.openxmlformats.org/officeDocument/2006/relationships/oleObject" Target="../embeddings/oleObject207.bin"/><Relationship Id="rId34" Type="http://schemas.openxmlformats.org/officeDocument/2006/relationships/image" Target="../media/image202.wmf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91.wmf"/><Relationship Id="rId17" Type="http://schemas.openxmlformats.org/officeDocument/2006/relationships/oleObject" Target="../embeddings/oleObject205.bin"/><Relationship Id="rId25" Type="http://schemas.openxmlformats.org/officeDocument/2006/relationships/oleObject" Target="../embeddings/oleObject209.bin"/><Relationship Id="rId33" Type="http://schemas.openxmlformats.org/officeDocument/2006/relationships/oleObject" Target="../embeddings/oleObject2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3.wmf"/><Relationship Id="rId20" Type="http://schemas.openxmlformats.org/officeDocument/2006/relationships/image" Target="../media/image195.wmf"/><Relationship Id="rId29" Type="http://schemas.openxmlformats.org/officeDocument/2006/relationships/oleObject" Target="../embeddings/oleObject211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02.bin"/><Relationship Id="rId24" Type="http://schemas.openxmlformats.org/officeDocument/2006/relationships/image" Target="../media/image197.wmf"/><Relationship Id="rId32" Type="http://schemas.openxmlformats.org/officeDocument/2006/relationships/image" Target="../media/image201.wmf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23" Type="http://schemas.openxmlformats.org/officeDocument/2006/relationships/oleObject" Target="../embeddings/oleObject208.bin"/><Relationship Id="rId28" Type="http://schemas.openxmlformats.org/officeDocument/2006/relationships/image" Target="../media/image199.wmf"/><Relationship Id="rId10" Type="http://schemas.openxmlformats.org/officeDocument/2006/relationships/image" Target="../media/image190.wmf"/><Relationship Id="rId19" Type="http://schemas.openxmlformats.org/officeDocument/2006/relationships/oleObject" Target="../embeddings/oleObject206.bin"/><Relationship Id="rId31" Type="http://schemas.openxmlformats.org/officeDocument/2006/relationships/oleObject" Target="../embeddings/oleObject212.bin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192.wmf"/><Relationship Id="rId22" Type="http://schemas.openxmlformats.org/officeDocument/2006/relationships/image" Target="../media/image196.wmf"/><Relationship Id="rId27" Type="http://schemas.openxmlformats.org/officeDocument/2006/relationships/oleObject" Target="../embeddings/oleObject210.bin"/><Relationship Id="rId30" Type="http://schemas.openxmlformats.org/officeDocument/2006/relationships/image" Target="../media/image200.wmf"/><Relationship Id="rId8" Type="http://schemas.openxmlformats.org/officeDocument/2006/relationships/image" Target="../media/image18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219.bin"/><Relationship Id="rId18" Type="http://schemas.openxmlformats.org/officeDocument/2006/relationships/image" Target="../media/image210.wmf"/><Relationship Id="rId3" Type="http://schemas.openxmlformats.org/officeDocument/2006/relationships/oleObject" Target="../embeddings/oleObject214.bin"/><Relationship Id="rId21" Type="http://schemas.openxmlformats.org/officeDocument/2006/relationships/oleObject" Target="../embeddings/oleObject223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207.wmf"/><Relationship Id="rId17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9.wmf"/><Relationship Id="rId20" Type="http://schemas.openxmlformats.org/officeDocument/2006/relationships/image" Target="../media/image21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206.wmf"/><Relationship Id="rId19" Type="http://schemas.openxmlformats.org/officeDocument/2006/relationships/oleObject" Target="../embeddings/oleObject222.bin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208.wmf"/><Relationship Id="rId22" Type="http://schemas.openxmlformats.org/officeDocument/2006/relationships/image" Target="../media/image21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229.bin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5.bin"/><Relationship Id="rId10" Type="http://schemas.openxmlformats.org/officeDocument/2006/relationships/image" Target="../media/image216.wmf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1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26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23.w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5.wmf"/><Relationship Id="rId20" Type="http://schemas.openxmlformats.org/officeDocument/2006/relationships/image" Target="../media/image227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10" Type="http://schemas.openxmlformats.org/officeDocument/2006/relationships/image" Target="../media/image222.wmf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2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235.wmf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32.wmf"/><Relationship Id="rId17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4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23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13" Type="http://schemas.openxmlformats.org/officeDocument/2006/relationships/image" Target="../media/image240.wmf"/><Relationship Id="rId3" Type="http://schemas.openxmlformats.org/officeDocument/2006/relationships/oleObject" Target="../embeddings/oleObject247.bin"/><Relationship Id="rId7" Type="http://schemas.openxmlformats.org/officeDocument/2006/relationships/oleObject" Target="../embeddings/oleObject249.bin"/><Relationship Id="rId12" Type="http://schemas.openxmlformats.org/officeDocument/2006/relationships/oleObject" Target="../embeddings/oleObject2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37.wmf"/><Relationship Id="rId11" Type="http://schemas.openxmlformats.org/officeDocument/2006/relationships/image" Target="../media/image239.wmf"/><Relationship Id="rId5" Type="http://schemas.openxmlformats.org/officeDocument/2006/relationships/oleObject" Target="../embeddings/oleObject248.bin"/><Relationship Id="rId10" Type="http://schemas.openxmlformats.org/officeDocument/2006/relationships/oleObject" Target="../embeddings/oleObject251.bin"/><Relationship Id="rId4" Type="http://schemas.openxmlformats.org/officeDocument/2006/relationships/image" Target="../media/image236.wmf"/><Relationship Id="rId9" Type="http://schemas.openxmlformats.org/officeDocument/2006/relationships/oleObject" Target="../embeddings/oleObject25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oleObject" Target="../embeddings/oleObject258.bin"/><Relationship Id="rId18" Type="http://schemas.openxmlformats.org/officeDocument/2006/relationships/image" Target="../media/image248.wmf"/><Relationship Id="rId3" Type="http://schemas.openxmlformats.org/officeDocument/2006/relationships/oleObject" Target="../embeddings/oleObject253.bin"/><Relationship Id="rId21" Type="http://schemas.openxmlformats.org/officeDocument/2006/relationships/oleObject" Target="../embeddings/oleObject262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245.wmf"/><Relationship Id="rId17" Type="http://schemas.openxmlformats.org/officeDocument/2006/relationships/oleObject" Target="../embeddings/oleObject2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7.wmf"/><Relationship Id="rId20" Type="http://schemas.openxmlformats.org/officeDocument/2006/relationships/image" Target="../media/image24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42.wmf"/><Relationship Id="rId11" Type="http://schemas.openxmlformats.org/officeDocument/2006/relationships/oleObject" Target="../embeddings/oleObject257.bin"/><Relationship Id="rId24" Type="http://schemas.openxmlformats.org/officeDocument/2006/relationships/image" Target="../media/image251.wmf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23" Type="http://schemas.openxmlformats.org/officeDocument/2006/relationships/oleObject" Target="../embeddings/oleObject263.bin"/><Relationship Id="rId10" Type="http://schemas.openxmlformats.org/officeDocument/2006/relationships/image" Target="../media/image244.wmf"/><Relationship Id="rId19" Type="http://schemas.openxmlformats.org/officeDocument/2006/relationships/oleObject" Target="../embeddings/oleObject261.bin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46.wmf"/><Relationship Id="rId22" Type="http://schemas.openxmlformats.org/officeDocument/2006/relationships/image" Target="../media/image25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13" Type="http://schemas.openxmlformats.org/officeDocument/2006/relationships/oleObject" Target="../embeddings/oleObject269.bin"/><Relationship Id="rId18" Type="http://schemas.openxmlformats.org/officeDocument/2006/relationships/image" Target="../media/image259.wmf"/><Relationship Id="rId26" Type="http://schemas.openxmlformats.org/officeDocument/2006/relationships/image" Target="../media/image263.wmf"/><Relationship Id="rId3" Type="http://schemas.openxmlformats.org/officeDocument/2006/relationships/oleObject" Target="../embeddings/oleObject264.bin"/><Relationship Id="rId21" Type="http://schemas.openxmlformats.org/officeDocument/2006/relationships/oleObject" Target="../embeddings/oleObject273.bin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56.wmf"/><Relationship Id="rId17" Type="http://schemas.openxmlformats.org/officeDocument/2006/relationships/oleObject" Target="../embeddings/oleObject271.bin"/><Relationship Id="rId25" Type="http://schemas.openxmlformats.org/officeDocument/2006/relationships/oleObject" Target="../embeddings/oleObject2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8.wmf"/><Relationship Id="rId20" Type="http://schemas.openxmlformats.org/officeDocument/2006/relationships/image" Target="../media/image26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53.wmf"/><Relationship Id="rId11" Type="http://schemas.openxmlformats.org/officeDocument/2006/relationships/oleObject" Target="../embeddings/oleObject268.bin"/><Relationship Id="rId24" Type="http://schemas.openxmlformats.org/officeDocument/2006/relationships/image" Target="../media/image262.wmf"/><Relationship Id="rId5" Type="http://schemas.openxmlformats.org/officeDocument/2006/relationships/oleObject" Target="../embeddings/oleObject265.bin"/><Relationship Id="rId15" Type="http://schemas.openxmlformats.org/officeDocument/2006/relationships/oleObject" Target="../embeddings/oleObject270.bin"/><Relationship Id="rId23" Type="http://schemas.openxmlformats.org/officeDocument/2006/relationships/oleObject" Target="../embeddings/oleObject274.bin"/><Relationship Id="rId28" Type="http://schemas.openxmlformats.org/officeDocument/2006/relationships/image" Target="../media/image264.wmf"/><Relationship Id="rId10" Type="http://schemas.openxmlformats.org/officeDocument/2006/relationships/image" Target="../media/image255.wmf"/><Relationship Id="rId19" Type="http://schemas.openxmlformats.org/officeDocument/2006/relationships/oleObject" Target="../embeddings/oleObject272.bin"/><Relationship Id="rId4" Type="http://schemas.openxmlformats.org/officeDocument/2006/relationships/image" Target="../media/image252.wmf"/><Relationship Id="rId9" Type="http://schemas.openxmlformats.org/officeDocument/2006/relationships/oleObject" Target="../embeddings/oleObject267.bin"/><Relationship Id="rId14" Type="http://schemas.openxmlformats.org/officeDocument/2006/relationships/image" Target="../media/image257.wmf"/><Relationship Id="rId22" Type="http://schemas.openxmlformats.org/officeDocument/2006/relationships/image" Target="../media/image261.wmf"/><Relationship Id="rId27" Type="http://schemas.openxmlformats.org/officeDocument/2006/relationships/oleObject" Target="../embeddings/oleObject27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282.bin"/><Relationship Id="rId18" Type="http://schemas.openxmlformats.org/officeDocument/2006/relationships/image" Target="../media/image272.wmf"/><Relationship Id="rId3" Type="http://schemas.openxmlformats.org/officeDocument/2006/relationships/oleObject" Target="../embeddings/oleObject277.bin"/><Relationship Id="rId21" Type="http://schemas.openxmlformats.org/officeDocument/2006/relationships/oleObject" Target="../embeddings/oleObject286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69.wmf"/><Relationship Id="rId17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1.wmf"/><Relationship Id="rId20" Type="http://schemas.openxmlformats.org/officeDocument/2006/relationships/image" Target="../media/image27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275.wmf"/><Relationship Id="rId5" Type="http://schemas.openxmlformats.org/officeDocument/2006/relationships/oleObject" Target="../embeddings/oleObject278.bin"/><Relationship Id="rId15" Type="http://schemas.openxmlformats.org/officeDocument/2006/relationships/oleObject" Target="../embeddings/oleObject283.bin"/><Relationship Id="rId23" Type="http://schemas.openxmlformats.org/officeDocument/2006/relationships/oleObject" Target="../embeddings/oleObject287.bin"/><Relationship Id="rId10" Type="http://schemas.openxmlformats.org/officeDocument/2006/relationships/image" Target="../media/image268.wmf"/><Relationship Id="rId19" Type="http://schemas.openxmlformats.org/officeDocument/2006/relationships/oleObject" Target="../embeddings/oleObject285.bin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270.wmf"/><Relationship Id="rId22" Type="http://schemas.openxmlformats.org/officeDocument/2006/relationships/image" Target="../media/image27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13" Type="http://schemas.openxmlformats.org/officeDocument/2006/relationships/oleObject" Target="../embeddings/oleObject293.bin"/><Relationship Id="rId18" Type="http://schemas.openxmlformats.org/officeDocument/2006/relationships/image" Target="../media/image283.wmf"/><Relationship Id="rId3" Type="http://schemas.openxmlformats.org/officeDocument/2006/relationships/oleObject" Target="../embeddings/oleObject288.bin"/><Relationship Id="rId21" Type="http://schemas.openxmlformats.org/officeDocument/2006/relationships/oleObject" Target="../embeddings/oleObject297.bin"/><Relationship Id="rId7" Type="http://schemas.openxmlformats.org/officeDocument/2006/relationships/oleObject" Target="../embeddings/oleObject290.bin"/><Relationship Id="rId12" Type="http://schemas.openxmlformats.org/officeDocument/2006/relationships/image" Target="../media/image280.wmf"/><Relationship Id="rId17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2.wmf"/><Relationship Id="rId20" Type="http://schemas.openxmlformats.org/officeDocument/2006/relationships/image" Target="../media/image284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77.wmf"/><Relationship Id="rId11" Type="http://schemas.openxmlformats.org/officeDocument/2006/relationships/oleObject" Target="../embeddings/oleObject292.bin"/><Relationship Id="rId24" Type="http://schemas.openxmlformats.org/officeDocument/2006/relationships/image" Target="../media/image286.wmf"/><Relationship Id="rId5" Type="http://schemas.openxmlformats.org/officeDocument/2006/relationships/oleObject" Target="../embeddings/oleObject289.bin"/><Relationship Id="rId15" Type="http://schemas.openxmlformats.org/officeDocument/2006/relationships/oleObject" Target="../embeddings/oleObject294.bin"/><Relationship Id="rId23" Type="http://schemas.openxmlformats.org/officeDocument/2006/relationships/oleObject" Target="../embeddings/oleObject298.bin"/><Relationship Id="rId10" Type="http://schemas.openxmlformats.org/officeDocument/2006/relationships/image" Target="../media/image279.wmf"/><Relationship Id="rId19" Type="http://schemas.openxmlformats.org/officeDocument/2006/relationships/oleObject" Target="../embeddings/oleObject296.bin"/><Relationship Id="rId4" Type="http://schemas.openxmlformats.org/officeDocument/2006/relationships/image" Target="../media/image276.wmf"/><Relationship Id="rId9" Type="http://schemas.openxmlformats.org/officeDocument/2006/relationships/oleObject" Target="../embeddings/oleObject291.bin"/><Relationship Id="rId14" Type="http://schemas.openxmlformats.org/officeDocument/2006/relationships/image" Target="../media/image281.wmf"/><Relationship Id="rId22" Type="http://schemas.openxmlformats.org/officeDocument/2006/relationships/image" Target="../media/image28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13" Type="http://schemas.openxmlformats.org/officeDocument/2006/relationships/oleObject" Target="../embeddings/oleObject304.bin"/><Relationship Id="rId18" Type="http://schemas.openxmlformats.org/officeDocument/2006/relationships/image" Target="../media/image294.wmf"/><Relationship Id="rId3" Type="http://schemas.openxmlformats.org/officeDocument/2006/relationships/oleObject" Target="../embeddings/oleObject299.bin"/><Relationship Id="rId7" Type="http://schemas.openxmlformats.org/officeDocument/2006/relationships/oleObject" Target="../embeddings/oleObject301.bin"/><Relationship Id="rId12" Type="http://schemas.openxmlformats.org/officeDocument/2006/relationships/image" Target="../media/image291.wmf"/><Relationship Id="rId17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3.wmf"/><Relationship Id="rId20" Type="http://schemas.openxmlformats.org/officeDocument/2006/relationships/image" Target="../media/image295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88.wmf"/><Relationship Id="rId11" Type="http://schemas.openxmlformats.org/officeDocument/2006/relationships/oleObject" Target="../embeddings/oleObject303.bin"/><Relationship Id="rId5" Type="http://schemas.openxmlformats.org/officeDocument/2006/relationships/oleObject" Target="../embeddings/oleObject300.bin"/><Relationship Id="rId15" Type="http://schemas.openxmlformats.org/officeDocument/2006/relationships/oleObject" Target="../embeddings/oleObject305.bin"/><Relationship Id="rId10" Type="http://schemas.openxmlformats.org/officeDocument/2006/relationships/image" Target="../media/image290.wmf"/><Relationship Id="rId19" Type="http://schemas.openxmlformats.org/officeDocument/2006/relationships/oleObject" Target="../embeddings/oleObject307.bin"/><Relationship Id="rId4" Type="http://schemas.openxmlformats.org/officeDocument/2006/relationships/image" Target="../media/image287.wmf"/><Relationship Id="rId9" Type="http://schemas.openxmlformats.org/officeDocument/2006/relationships/oleObject" Target="../embeddings/oleObject302.bin"/><Relationship Id="rId14" Type="http://schemas.openxmlformats.org/officeDocument/2006/relationships/image" Target="../media/image29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97.wmf"/><Relationship Id="rId5" Type="http://schemas.openxmlformats.org/officeDocument/2006/relationships/oleObject" Target="../embeddings/oleObject309.bin"/><Relationship Id="rId10" Type="http://schemas.openxmlformats.org/officeDocument/2006/relationships/image" Target="../media/image299.wmf"/><Relationship Id="rId4" Type="http://schemas.openxmlformats.org/officeDocument/2006/relationships/image" Target="../media/image296.wmf"/><Relationship Id="rId9" Type="http://schemas.openxmlformats.org/officeDocument/2006/relationships/oleObject" Target="../embeddings/oleObject31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oleObject" Target="../embeddings/oleObject317.bin"/><Relationship Id="rId3" Type="http://schemas.openxmlformats.org/officeDocument/2006/relationships/oleObject" Target="../embeddings/oleObject312.bin"/><Relationship Id="rId7" Type="http://schemas.openxmlformats.org/officeDocument/2006/relationships/oleObject" Target="../embeddings/oleObject314.bin"/><Relationship Id="rId12" Type="http://schemas.openxmlformats.org/officeDocument/2006/relationships/image" Target="../media/image3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16.bin"/><Relationship Id="rId5" Type="http://schemas.openxmlformats.org/officeDocument/2006/relationships/oleObject" Target="../embeddings/oleObject313.bin"/><Relationship Id="rId10" Type="http://schemas.openxmlformats.org/officeDocument/2006/relationships/image" Target="../media/image303.wmf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315.bin"/><Relationship Id="rId14" Type="http://schemas.openxmlformats.org/officeDocument/2006/relationships/image" Target="../media/image30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oleObject" Target="../embeddings/oleObject323.bin"/><Relationship Id="rId3" Type="http://schemas.openxmlformats.org/officeDocument/2006/relationships/oleObject" Target="../embeddings/oleObject318.bin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3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322.bin"/><Relationship Id="rId5" Type="http://schemas.openxmlformats.org/officeDocument/2006/relationships/oleObject" Target="../embeddings/oleObject319.bin"/><Relationship Id="rId10" Type="http://schemas.openxmlformats.org/officeDocument/2006/relationships/image" Target="../media/image309.wmf"/><Relationship Id="rId4" Type="http://schemas.openxmlformats.org/officeDocument/2006/relationships/image" Target="../media/image306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311.w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9.bin"/><Relationship Id="rId18" Type="http://schemas.openxmlformats.org/officeDocument/2006/relationships/image" Target="../media/image319.wmf"/><Relationship Id="rId26" Type="http://schemas.openxmlformats.org/officeDocument/2006/relationships/image" Target="../media/image323.wmf"/><Relationship Id="rId3" Type="http://schemas.openxmlformats.org/officeDocument/2006/relationships/oleObject" Target="../embeddings/oleObject324.bin"/><Relationship Id="rId21" Type="http://schemas.openxmlformats.org/officeDocument/2006/relationships/oleObject" Target="../embeddings/oleObject333.bin"/><Relationship Id="rId34" Type="http://schemas.openxmlformats.org/officeDocument/2006/relationships/image" Target="../media/image327.wmf"/><Relationship Id="rId7" Type="http://schemas.openxmlformats.org/officeDocument/2006/relationships/oleObject" Target="../embeddings/oleObject326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31.bin"/><Relationship Id="rId25" Type="http://schemas.openxmlformats.org/officeDocument/2006/relationships/oleObject" Target="../embeddings/oleObject335.bin"/><Relationship Id="rId33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8.wmf"/><Relationship Id="rId20" Type="http://schemas.openxmlformats.org/officeDocument/2006/relationships/image" Target="../media/image320.wmf"/><Relationship Id="rId29" Type="http://schemas.openxmlformats.org/officeDocument/2006/relationships/oleObject" Target="../embeddings/oleObject337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328.bin"/><Relationship Id="rId24" Type="http://schemas.openxmlformats.org/officeDocument/2006/relationships/image" Target="../media/image322.wmf"/><Relationship Id="rId32" Type="http://schemas.openxmlformats.org/officeDocument/2006/relationships/image" Target="../media/image326.wmf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0.bin"/><Relationship Id="rId23" Type="http://schemas.openxmlformats.org/officeDocument/2006/relationships/oleObject" Target="../embeddings/oleObject334.bin"/><Relationship Id="rId28" Type="http://schemas.openxmlformats.org/officeDocument/2006/relationships/image" Target="../media/image324.wmf"/><Relationship Id="rId36" Type="http://schemas.openxmlformats.org/officeDocument/2006/relationships/image" Target="../media/image328.wmf"/><Relationship Id="rId10" Type="http://schemas.openxmlformats.org/officeDocument/2006/relationships/image" Target="../media/image315.wmf"/><Relationship Id="rId19" Type="http://schemas.openxmlformats.org/officeDocument/2006/relationships/oleObject" Target="../embeddings/oleObject332.bin"/><Relationship Id="rId31" Type="http://schemas.openxmlformats.org/officeDocument/2006/relationships/oleObject" Target="../embeddings/oleObject338.bin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317.wmf"/><Relationship Id="rId22" Type="http://schemas.openxmlformats.org/officeDocument/2006/relationships/image" Target="../media/image321.wmf"/><Relationship Id="rId27" Type="http://schemas.openxmlformats.org/officeDocument/2006/relationships/oleObject" Target="../embeddings/oleObject336.bin"/><Relationship Id="rId30" Type="http://schemas.openxmlformats.org/officeDocument/2006/relationships/image" Target="../media/image325.wmf"/><Relationship Id="rId35" Type="http://schemas.openxmlformats.org/officeDocument/2006/relationships/oleObject" Target="../embeddings/oleObject340.bin"/><Relationship Id="rId8" Type="http://schemas.openxmlformats.org/officeDocument/2006/relationships/image" Target="../media/image31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13" Type="http://schemas.openxmlformats.org/officeDocument/2006/relationships/oleObject" Target="../embeddings/oleObject346.bin"/><Relationship Id="rId18" Type="http://schemas.openxmlformats.org/officeDocument/2006/relationships/image" Target="../media/image336.wmf"/><Relationship Id="rId26" Type="http://schemas.openxmlformats.org/officeDocument/2006/relationships/image" Target="../media/image340.wmf"/><Relationship Id="rId3" Type="http://schemas.openxmlformats.org/officeDocument/2006/relationships/oleObject" Target="../embeddings/oleObject341.bin"/><Relationship Id="rId21" Type="http://schemas.openxmlformats.org/officeDocument/2006/relationships/oleObject" Target="../embeddings/oleObject350.bin"/><Relationship Id="rId7" Type="http://schemas.openxmlformats.org/officeDocument/2006/relationships/oleObject" Target="../embeddings/oleObject343.bin"/><Relationship Id="rId12" Type="http://schemas.openxmlformats.org/officeDocument/2006/relationships/image" Target="../media/image333.wmf"/><Relationship Id="rId17" Type="http://schemas.openxmlformats.org/officeDocument/2006/relationships/oleObject" Target="../embeddings/oleObject348.bin"/><Relationship Id="rId25" Type="http://schemas.openxmlformats.org/officeDocument/2006/relationships/oleObject" Target="../embeddings/oleObject3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5.wmf"/><Relationship Id="rId20" Type="http://schemas.openxmlformats.org/officeDocument/2006/relationships/image" Target="../media/image337.wmf"/><Relationship Id="rId29" Type="http://schemas.openxmlformats.org/officeDocument/2006/relationships/oleObject" Target="../embeddings/oleObject354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30.wmf"/><Relationship Id="rId11" Type="http://schemas.openxmlformats.org/officeDocument/2006/relationships/oleObject" Target="../embeddings/oleObject345.bin"/><Relationship Id="rId24" Type="http://schemas.openxmlformats.org/officeDocument/2006/relationships/image" Target="../media/image339.wmf"/><Relationship Id="rId5" Type="http://schemas.openxmlformats.org/officeDocument/2006/relationships/oleObject" Target="../embeddings/oleObject342.bin"/><Relationship Id="rId15" Type="http://schemas.openxmlformats.org/officeDocument/2006/relationships/oleObject" Target="../embeddings/oleObject347.bin"/><Relationship Id="rId23" Type="http://schemas.openxmlformats.org/officeDocument/2006/relationships/oleObject" Target="../embeddings/oleObject351.bin"/><Relationship Id="rId28" Type="http://schemas.openxmlformats.org/officeDocument/2006/relationships/image" Target="../media/image341.wmf"/><Relationship Id="rId10" Type="http://schemas.openxmlformats.org/officeDocument/2006/relationships/image" Target="../media/image332.wmf"/><Relationship Id="rId19" Type="http://schemas.openxmlformats.org/officeDocument/2006/relationships/oleObject" Target="../embeddings/oleObject349.bin"/><Relationship Id="rId4" Type="http://schemas.openxmlformats.org/officeDocument/2006/relationships/image" Target="../media/image329.wmf"/><Relationship Id="rId9" Type="http://schemas.openxmlformats.org/officeDocument/2006/relationships/oleObject" Target="../embeddings/oleObject344.bin"/><Relationship Id="rId14" Type="http://schemas.openxmlformats.org/officeDocument/2006/relationships/image" Target="../media/image334.wmf"/><Relationship Id="rId22" Type="http://schemas.openxmlformats.org/officeDocument/2006/relationships/image" Target="../media/image338.wmf"/><Relationship Id="rId27" Type="http://schemas.openxmlformats.org/officeDocument/2006/relationships/oleObject" Target="../embeddings/oleObject353.bin"/><Relationship Id="rId30" Type="http://schemas.openxmlformats.org/officeDocument/2006/relationships/image" Target="../media/image342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E89D6-6020-4BBE-B26B-090587B5876F}"/>
              </a:ext>
            </a:extLst>
          </p:cNvPr>
          <p:cNvSpPr txBox="1">
            <a:spLocks/>
          </p:cNvSpPr>
          <p:nvPr/>
        </p:nvSpPr>
        <p:spPr>
          <a:xfrm>
            <a:off x="685800" y="1247605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F75643-223D-45A6-B745-25D87E8CEBB4}"/>
              </a:ext>
            </a:extLst>
          </p:cNvPr>
          <p:cNvSpPr/>
          <p:nvPr/>
        </p:nvSpPr>
        <p:spPr>
          <a:xfrm>
            <a:off x="2699792" y="3723878"/>
            <a:ext cx="53285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69DA9C-58CF-4739-A5E8-6512FFB247F8}"/>
              </a:ext>
            </a:extLst>
          </p:cNvPr>
          <p:cNvSpPr/>
          <p:nvPr/>
        </p:nvSpPr>
        <p:spPr>
          <a:xfrm>
            <a:off x="1187624" y="2577785"/>
            <a:ext cx="6768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第五节  函数极限的运算法则和两个重要极限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ECAE3926-A882-4C47-B703-2DA210FF88A9}"/>
              </a:ext>
            </a:extLst>
          </p:cNvPr>
          <p:cNvSpPr txBox="1"/>
          <p:nvPr/>
        </p:nvSpPr>
        <p:spPr>
          <a:xfrm>
            <a:off x="850162" y="77892"/>
            <a:ext cx="4844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极限的四则运算法则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E4B683BF-BDD8-4E6F-9ED6-F70A72AB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077" y="116051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则有</a:t>
            </a:r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5838F5B3-3F54-42F2-88BF-DA8DF410E1C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053265" y="1160512"/>
            <a:ext cx="177472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B2606955-5298-44E3-BBE5-CD792402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317032"/>
              </p:ext>
            </p:extLst>
          </p:nvPr>
        </p:nvGraphicFramePr>
        <p:xfrm>
          <a:off x="2098675" y="1920875"/>
          <a:ext cx="57642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4" name="Equation" r:id="rId3" imgW="5765760" imgH="342720" progId="Equation.DSMT4">
                  <p:embed/>
                </p:oleObj>
              </mc:Choice>
              <mc:Fallback>
                <p:oleObj name="Equation" r:id="rId3" imgW="5765760" imgH="34272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1920875"/>
                        <a:ext cx="576421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>
            <a:extLst>
              <a:ext uri="{FF2B5EF4-FFF2-40B4-BE49-F238E27FC236}">
                <a16:creationId xmlns:a16="http://schemas.microsoft.com/office/drawing/2014/main" id="{E4B683BF-BDD8-4E6F-9ED6-F70A72AB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297" y="1801999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</a:t>
            </a:r>
            <a:endParaRPr kumimoji="1"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B2606955-5298-44E3-BBE5-CD792402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390765"/>
              </p:ext>
            </p:extLst>
          </p:nvPr>
        </p:nvGraphicFramePr>
        <p:xfrm>
          <a:off x="2061377" y="2611227"/>
          <a:ext cx="541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5" name="Equation" r:id="rId5" imgW="5410080" imgH="342720" progId="Equation.DSMT4">
                  <p:embed/>
                </p:oleObj>
              </mc:Choice>
              <mc:Fallback>
                <p:oleObj name="Equation" r:id="rId5" imgW="5410080" imgH="34272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377" y="2611227"/>
                        <a:ext cx="5410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B2606955-5298-44E3-BBE5-CD792402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933004"/>
              </p:ext>
            </p:extLst>
          </p:nvPr>
        </p:nvGraphicFramePr>
        <p:xfrm>
          <a:off x="2421417" y="1276400"/>
          <a:ext cx="17018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6" name="Equation" r:id="rId7" imgW="1701720" imgH="342720" progId="Equation.DSMT4">
                  <p:embed/>
                </p:oleObj>
              </mc:Choice>
              <mc:Fallback>
                <p:oleObj name="Equation" r:id="rId7" imgW="1701720" imgH="34272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417" y="1276400"/>
                        <a:ext cx="17018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B2606955-5298-44E3-BBE5-CD792402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633027"/>
              </p:ext>
            </p:extLst>
          </p:nvPr>
        </p:nvGraphicFramePr>
        <p:xfrm>
          <a:off x="4207677" y="1275606"/>
          <a:ext cx="167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7" name="Equation" r:id="rId9" imgW="1676160" imgH="342720" progId="Equation.DSMT4">
                  <p:embed/>
                </p:oleObj>
              </mc:Choice>
              <mc:Fallback>
                <p:oleObj name="Equation" r:id="rId9" imgW="1676160" imgH="34272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677" y="1275606"/>
                        <a:ext cx="1676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>
            <a:extLst>
              <a:ext uri="{FF2B5EF4-FFF2-40B4-BE49-F238E27FC236}">
                <a16:creationId xmlns:a16="http://schemas.microsoft.com/office/drawing/2014/main" id="{E4B683BF-BDD8-4E6F-9ED6-F70A72AB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59" y="249246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</a:t>
            </a:r>
            <a:endParaRPr kumimoji="1"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E4B683BF-BDD8-4E6F-9ED6-F70A72AB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297" y="3199523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(3)</a:t>
            </a:r>
            <a:endParaRPr kumimoji="1"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B2606955-5298-44E3-BBE5-CD792402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129168"/>
              </p:ext>
            </p:extLst>
          </p:nvPr>
        </p:nvGraphicFramePr>
        <p:xfrm>
          <a:off x="2063067" y="3890231"/>
          <a:ext cx="316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8" name="Equation" r:id="rId11" imgW="3162240" imgH="787320" progId="Equation.DSMT4">
                  <p:embed/>
                </p:oleObj>
              </mc:Choice>
              <mc:Fallback>
                <p:oleObj name="Equation" r:id="rId11" imgW="3162240" imgH="787320" progId="Equation.DSMT4">
                  <p:embed/>
                  <p:pic>
                    <p:nvPicPr>
                      <p:cNvPr id="12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067" y="3890231"/>
                        <a:ext cx="3162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279860"/>
              </p:ext>
            </p:extLst>
          </p:nvPr>
        </p:nvGraphicFramePr>
        <p:xfrm>
          <a:off x="2053872" y="3286319"/>
          <a:ext cx="229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9" name="Equation" r:id="rId13" imgW="2298600" imgH="342720" progId="Equation.DSMT4">
                  <p:embed/>
                </p:oleObj>
              </mc:Choice>
              <mc:Fallback>
                <p:oleObj name="Equation" r:id="rId13" imgW="2298600" imgH="34272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53872" y="3286319"/>
                        <a:ext cx="229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>
          <a:xfrm>
            <a:off x="2133385" y="1617712"/>
            <a:ext cx="36724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>
            <a:spLocks noChangeAspect="1"/>
          </p:cNvSpPr>
          <p:nvPr/>
        </p:nvSpPr>
        <p:spPr>
          <a:xfrm>
            <a:off x="3069489" y="3152277"/>
            <a:ext cx="648000" cy="648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90CFF11-6FC8-4171-BCEC-B9C651829C8D}"/>
              </a:ext>
            </a:extLst>
          </p:cNvPr>
          <p:cNvGrpSpPr/>
          <p:nvPr/>
        </p:nvGrpSpPr>
        <p:grpSpPr>
          <a:xfrm>
            <a:off x="1136231" y="627463"/>
            <a:ext cx="6142891" cy="419100"/>
            <a:chOff x="660185" y="679711"/>
            <a:chExt cx="6142891" cy="419100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5789B31-EBB8-49D1-B887-EBD053053B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8308945"/>
                </p:ext>
              </p:extLst>
            </p:nvPr>
          </p:nvGraphicFramePr>
          <p:xfrm>
            <a:off x="660185" y="679711"/>
            <a:ext cx="2946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60" name="Equation" r:id="rId15" imgW="2946240" imgH="419040" progId="Equation.DSMT4">
                    <p:embed/>
                  </p:oleObj>
                </mc:Choice>
                <mc:Fallback>
                  <p:oleObj name="Equation" r:id="rId15" imgW="294624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60185" y="679711"/>
                          <a:ext cx="29464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6ECD07ED-3112-4596-BC8E-B14B4D8A43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307305"/>
                </p:ext>
              </p:extLst>
            </p:nvPr>
          </p:nvGraphicFramePr>
          <p:xfrm>
            <a:off x="3755076" y="802724"/>
            <a:ext cx="3048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61" name="Equation" r:id="rId17" imgW="3047760" imgH="279360" progId="Equation.DSMT4">
                    <p:embed/>
                  </p:oleObj>
                </mc:Choice>
                <mc:Fallback>
                  <p:oleObj name="Equation" r:id="rId17" imgW="30477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755076" y="802724"/>
                          <a:ext cx="3048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9712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0" grpId="0"/>
      <p:bldP spid="11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8">
            <a:extLst>
              <a:ext uri="{FF2B5EF4-FFF2-40B4-BE49-F238E27FC236}">
                <a16:creationId xmlns:a16="http://schemas.microsoft.com/office/drawing/2014/main" id="{B95B281C-ACED-4BF3-8796-5F95840A13C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11560" y="123478"/>
            <a:ext cx="504056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以            为例，我们给出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的证明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7BFA6EB-656E-459F-BDBA-1C33846FE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600391"/>
              </p:ext>
            </p:extLst>
          </p:nvPr>
        </p:nvGraphicFramePr>
        <p:xfrm>
          <a:off x="1043608" y="161578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49" name="Equation" r:id="rId3" imgW="863280" imgH="380880" progId="Equation.DSMT4">
                  <p:embed/>
                </p:oleObj>
              </mc:Choice>
              <mc:Fallback>
                <p:oleObj name="Equation" r:id="rId3" imgW="863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161578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40466E5C-1628-4CFC-955F-8CB1AAA51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557565"/>
              </p:ext>
            </p:extLst>
          </p:nvPr>
        </p:nvGraphicFramePr>
        <p:xfrm>
          <a:off x="1368945" y="1400723"/>
          <a:ext cx="58531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50" name="Equation" r:id="rId5" imgW="5854680" imgH="342720" progId="Equation.DSMT4">
                  <p:embed/>
                </p:oleObj>
              </mc:Choice>
              <mc:Fallback>
                <p:oleObj name="Equation" r:id="rId5" imgW="5854680" imgH="34272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945" y="1400723"/>
                        <a:ext cx="5853113" cy="3429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64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E278B4A0-5B67-4299-9A74-E0587C1FA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644371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</a:t>
            </a:r>
            <a:endParaRPr kumimoji="1"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5309F96-AD2E-4497-8CDF-83B0776C4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6308" y="628300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则有</a:t>
            </a: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B39221F9-3A44-423B-AC4D-F471496F98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815722"/>
              </p:ext>
            </p:extLst>
          </p:nvPr>
        </p:nvGraphicFramePr>
        <p:xfrm>
          <a:off x="1403648" y="744188"/>
          <a:ext cx="17018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51" name="Equation" r:id="rId7" imgW="1701720" imgH="342720" progId="Equation.DSMT4">
                  <p:embed/>
                </p:oleObj>
              </mc:Choice>
              <mc:Fallback>
                <p:oleObj name="Equation" r:id="rId7" imgW="1701720" imgH="34272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744188"/>
                        <a:ext cx="17018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4671FE43-3C64-4669-963B-DCA3BEC7E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191707"/>
              </p:ext>
            </p:extLst>
          </p:nvPr>
        </p:nvGraphicFramePr>
        <p:xfrm>
          <a:off x="3189908" y="743394"/>
          <a:ext cx="167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52" name="Equation" r:id="rId9" imgW="1676160" imgH="342720" progId="Equation.DSMT4">
                  <p:embed/>
                </p:oleObj>
              </mc:Choice>
              <mc:Fallback>
                <p:oleObj name="Equation" r:id="rId9" imgW="1676160" imgH="34272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908" y="743394"/>
                        <a:ext cx="1676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6015B37-13F2-4C66-B6C8-EFF677A2FBAA}"/>
              </a:ext>
            </a:extLst>
          </p:cNvPr>
          <p:cNvSpPr/>
          <p:nvPr/>
        </p:nvSpPr>
        <p:spPr>
          <a:xfrm>
            <a:off x="681242" y="1854250"/>
            <a:ext cx="91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D1D61B3-7892-4FC4-A2BC-8856A599C37E}"/>
              </a:ext>
            </a:extLst>
          </p:cNvPr>
          <p:cNvGrpSpPr/>
          <p:nvPr/>
        </p:nvGrpSpPr>
        <p:grpSpPr>
          <a:xfrm>
            <a:off x="1475408" y="1863201"/>
            <a:ext cx="7038150" cy="470616"/>
            <a:chOff x="1475408" y="1863201"/>
            <a:chExt cx="7038150" cy="47061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1FE09D7-FE42-4012-8D1A-CEC3CD919DE9}"/>
                </a:ext>
              </a:extLst>
            </p:cNvPr>
            <p:cNvSpPr/>
            <p:nvPr/>
          </p:nvSpPr>
          <p:spPr>
            <a:xfrm>
              <a:off x="1475408" y="1863201"/>
              <a:ext cx="70381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即要证，                         当                          时，有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586A942-199D-4BD9-B053-21AADABF9B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049877"/>
                </p:ext>
              </p:extLst>
            </p:nvPr>
          </p:nvGraphicFramePr>
          <p:xfrm>
            <a:off x="2730500" y="1928933"/>
            <a:ext cx="186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3" name="Equation" r:id="rId11" imgW="1866600" imgH="330120" progId="Equation.DSMT4">
                    <p:embed/>
                  </p:oleObj>
                </mc:Choice>
                <mc:Fallback>
                  <p:oleObj name="Equation" r:id="rId11" imgW="1866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730500" y="1928933"/>
                          <a:ext cx="1866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B2901AB-1C06-40F2-B069-A8317593F1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101778"/>
                </p:ext>
              </p:extLst>
            </p:nvPr>
          </p:nvGraphicFramePr>
          <p:xfrm>
            <a:off x="5114812" y="1952817"/>
            <a:ext cx="1739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4" name="Equation" r:id="rId13" imgW="1739880" imgH="380880" progId="Equation.DSMT4">
                    <p:embed/>
                  </p:oleObj>
                </mc:Choice>
                <mc:Fallback>
                  <p:oleObj name="Equation" r:id="rId13" imgW="1739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114812" y="1952817"/>
                          <a:ext cx="1739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DE030F8-2A71-49AE-8239-0C5FA76623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367739"/>
              </p:ext>
            </p:extLst>
          </p:nvPr>
        </p:nvGraphicFramePr>
        <p:xfrm>
          <a:off x="2574652" y="2539157"/>
          <a:ext cx="344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55" name="Equation" r:id="rId15" imgW="3441600" imgH="342720" progId="Equation.DSMT4">
                  <p:embed/>
                </p:oleObj>
              </mc:Choice>
              <mc:Fallback>
                <p:oleObj name="Equation" r:id="rId15" imgW="3441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74652" y="2539157"/>
                        <a:ext cx="34417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DA76658F-C893-4963-98C1-FEE49B9FED86}"/>
              </a:ext>
            </a:extLst>
          </p:cNvPr>
          <p:cNvSpPr/>
          <p:nvPr/>
        </p:nvSpPr>
        <p:spPr>
          <a:xfrm>
            <a:off x="774589" y="306176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CB1F4B3-3AF3-4D74-9DCE-E4C5A0F6CE13}"/>
              </a:ext>
            </a:extLst>
          </p:cNvPr>
          <p:cNvGrpSpPr/>
          <p:nvPr/>
        </p:nvGrpSpPr>
        <p:grpSpPr>
          <a:xfrm>
            <a:off x="1188005" y="3061761"/>
            <a:ext cx="4165045" cy="564179"/>
            <a:chOff x="1188005" y="3061761"/>
            <a:chExt cx="4165045" cy="56417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1B4A3F3-6ACD-4296-9A8D-E83B914C2E27}"/>
                </a:ext>
              </a:extLst>
            </p:cNvPr>
            <p:cNvSpPr/>
            <p:nvPr/>
          </p:nvSpPr>
          <p:spPr>
            <a:xfrm>
              <a:off x="1188005" y="3061761"/>
              <a:ext cx="9144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641ECE2-5206-4AE3-9586-1E9DE049BA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2914546"/>
                </p:ext>
              </p:extLst>
            </p:nvPr>
          </p:nvGraphicFramePr>
          <p:xfrm>
            <a:off x="1974850" y="3105240"/>
            <a:ext cx="3378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6" name="Equation" r:id="rId17" imgW="3377880" imgH="520560" progId="Equation.DSMT4">
                    <p:embed/>
                  </p:oleObj>
                </mc:Choice>
                <mc:Fallback>
                  <p:oleObj name="Equation" r:id="rId17" imgW="3377880" imgH="520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974850" y="3105240"/>
                          <a:ext cx="33782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DF5F3EA-43AB-42D2-B396-48B2B1A8320C}"/>
              </a:ext>
            </a:extLst>
          </p:cNvPr>
          <p:cNvGrpSpPr/>
          <p:nvPr/>
        </p:nvGrpSpPr>
        <p:grpSpPr>
          <a:xfrm>
            <a:off x="5354888" y="3029752"/>
            <a:ext cx="1647167" cy="461665"/>
            <a:chOff x="5354888" y="3029752"/>
            <a:chExt cx="1647167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1403E38-54C4-4999-922A-DBAD60CE6DA5}"/>
                </a:ext>
              </a:extLst>
            </p:cNvPr>
            <p:cNvSpPr/>
            <p:nvPr/>
          </p:nvSpPr>
          <p:spPr>
            <a:xfrm>
              <a:off x="5354888" y="3029752"/>
              <a:ext cx="9144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63C15619-9E9C-46EC-BBE8-E69AF9F1F7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0683853"/>
                </p:ext>
              </p:extLst>
            </p:nvPr>
          </p:nvGraphicFramePr>
          <p:xfrm>
            <a:off x="6062255" y="3105240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7" name="Equation" r:id="rId19" imgW="939600" imgH="330120" progId="Equation.DSMT4">
                    <p:embed/>
                  </p:oleObj>
                </mc:Choice>
                <mc:Fallback>
                  <p:oleObj name="Equation" r:id="rId19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062255" y="3105240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6B56591-36D9-497B-879F-02C53A86A5BA}"/>
              </a:ext>
            </a:extLst>
          </p:cNvPr>
          <p:cNvGrpSpPr/>
          <p:nvPr/>
        </p:nvGrpSpPr>
        <p:grpSpPr>
          <a:xfrm>
            <a:off x="1149905" y="3503871"/>
            <a:ext cx="5727112" cy="723900"/>
            <a:chOff x="1149905" y="3503871"/>
            <a:chExt cx="5727112" cy="7239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7DFD7DA-0826-4158-B3E2-1E40898B5979}"/>
                </a:ext>
              </a:extLst>
            </p:cNvPr>
            <p:cNvSpPr/>
            <p:nvPr/>
          </p:nvSpPr>
          <p:spPr>
            <a:xfrm>
              <a:off x="2102405" y="3701428"/>
              <a:ext cx="27952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              时，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57CDD90-F80E-4619-966F-872E9DC7FC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9139142"/>
                </p:ext>
              </p:extLst>
            </p:nvPr>
          </p:nvGraphicFramePr>
          <p:xfrm>
            <a:off x="2549525" y="3767138"/>
            <a:ext cx="1765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8" name="Equation" r:id="rId21" imgW="1765080" imgH="380880" progId="Equation.DSMT4">
                    <p:embed/>
                  </p:oleObj>
                </mc:Choice>
                <mc:Fallback>
                  <p:oleObj name="Equation" r:id="rId21" imgW="17650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549525" y="3767138"/>
                          <a:ext cx="1765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A9E62846-CFD2-493D-9ECC-974178BB4A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5848485"/>
                </p:ext>
              </p:extLst>
            </p:nvPr>
          </p:nvGraphicFramePr>
          <p:xfrm>
            <a:off x="1149905" y="3782093"/>
            <a:ext cx="990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9" name="Equation" r:id="rId23" imgW="990360" imgH="380880" progId="Equation.DSMT4">
                    <p:embed/>
                  </p:oleObj>
                </mc:Choice>
                <mc:Fallback>
                  <p:oleObj name="Equation" r:id="rId23" imgW="990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149905" y="3782093"/>
                          <a:ext cx="990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8DE1AEC-6487-41B6-B450-AA54514ABC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0256835"/>
                </p:ext>
              </p:extLst>
            </p:nvPr>
          </p:nvGraphicFramePr>
          <p:xfrm>
            <a:off x="5035517" y="3503871"/>
            <a:ext cx="1841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60" name="Equation" r:id="rId25" imgW="1841400" imgH="723600" progId="Equation.DSMT4">
                    <p:embed/>
                  </p:oleObj>
                </mc:Choice>
                <mc:Fallback>
                  <p:oleObj name="Equation" r:id="rId25" imgW="18414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035517" y="3503871"/>
                          <a:ext cx="18415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3D5A3E0-003B-4B9B-9A82-95036A966CDA}"/>
              </a:ext>
            </a:extLst>
          </p:cNvPr>
          <p:cNvGrpSpPr/>
          <p:nvPr/>
        </p:nvGrpSpPr>
        <p:grpSpPr>
          <a:xfrm>
            <a:off x="1184275" y="4243388"/>
            <a:ext cx="5727700" cy="723900"/>
            <a:chOff x="1184275" y="4243388"/>
            <a:chExt cx="5727700" cy="723900"/>
          </a:xfrm>
        </p:grpSpPr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F4481C2B-333F-4B83-AC28-33452E1DBE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1173517"/>
                </p:ext>
              </p:extLst>
            </p:nvPr>
          </p:nvGraphicFramePr>
          <p:xfrm>
            <a:off x="1184275" y="4521200"/>
            <a:ext cx="1016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61" name="Equation" r:id="rId27" imgW="1015920" imgH="380880" progId="Equation.DSMT4">
                    <p:embed/>
                  </p:oleObj>
                </mc:Choice>
                <mc:Fallback>
                  <p:oleObj name="Equation" r:id="rId27" imgW="1015920" imgH="3808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A9E62846-CFD2-493D-9ECC-974178BB4A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184275" y="4521200"/>
                          <a:ext cx="1016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CA4551C-FD7A-4A87-99FA-F19B45ED4530}"/>
                </a:ext>
              </a:extLst>
            </p:cNvPr>
            <p:cNvSpPr/>
            <p:nvPr/>
          </p:nvSpPr>
          <p:spPr>
            <a:xfrm>
              <a:off x="2149375" y="4441315"/>
              <a:ext cx="27952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              时，</a:t>
              </a:r>
              <a:endParaRPr lang="zh-CN" altLang="en-US" sz="2400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8FBF8B5A-9348-4C86-B0FE-C304457F98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5898794"/>
                </p:ext>
              </p:extLst>
            </p:nvPr>
          </p:nvGraphicFramePr>
          <p:xfrm>
            <a:off x="2598738" y="4481513"/>
            <a:ext cx="180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62" name="Equation" r:id="rId29" imgW="1803240" imgH="380880" progId="Equation.DSMT4">
                    <p:embed/>
                  </p:oleObj>
                </mc:Choice>
                <mc:Fallback>
                  <p:oleObj name="Equation" r:id="rId29" imgW="180324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857CDD90-F80E-4619-966F-872E9DC7FCA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598738" y="4481513"/>
                          <a:ext cx="180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5EB275DD-48DB-4EE1-A468-51C498819A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2620092"/>
                </p:ext>
              </p:extLst>
            </p:nvPr>
          </p:nvGraphicFramePr>
          <p:xfrm>
            <a:off x="5095875" y="4243388"/>
            <a:ext cx="1816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63" name="Equation" r:id="rId31" imgW="1815840" imgH="723600" progId="Equation.DSMT4">
                    <p:embed/>
                  </p:oleObj>
                </mc:Choice>
                <mc:Fallback>
                  <p:oleObj name="Equation" r:id="rId31" imgW="1815840" imgH="7236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68DE1AEC-6487-41B6-B450-AA54514ABC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095875" y="4243388"/>
                          <a:ext cx="18161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993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38E817E-DF95-4AF3-A136-B245E1CA6041}"/>
              </a:ext>
            </a:extLst>
          </p:cNvPr>
          <p:cNvGrpSpPr/>
          <p:nvPr/>
        </p:nvGrpSpPr>
        <p:grpSpPr>
          <a:xfrm>
            <a:off x="539552" y="256469"/>
            <a:ext cx="5976664" cy="472690"/>
            <a:chOff x="539552" y="256469"/>
            <a:chExt cx="5976664" cy="47269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0E6C7E7-F045-4D47-9145-981E2ECCD00F}"/>
                </a:ext>
              </a:extLst>
            </p:cNvPr>
            <p:cNvSpPr/>
            <p:nvPr/>
          </p:nvSpPr>
          <p:spPr>
            <a:xfrm>
              <a:off x="539552" y="267494"/>
              <a:ext cx="6480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</a:t>
              </a:r>
              <a:endParaRPr lang="zh-CN" altLang="en-US" sz="2400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9B7FF56D-D331-4E46-9575-8179C4FB49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6278001"/>
                </p:ext>
              </p:extLst>
            </p:nvPr>
          </p:nvGraphicFramePr>
          <p:xfrm>
            <a:off x="971600" y="307826"/>
            <a:ext cx="196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685" name="Equation" r:id="rId3" imgW="1968480" imgH="380880" progId="Equation.DSMT4">
                    <p:embed/>
                  </p:oleObj>
                </mc:Choice>
                <mc:Fallback>
                  <p:oleObj name="Equation" r:id="rId3" imgW="1968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1600" y="307826"/>
                          <a:ext cx="1968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9F4B767-68C6-4280-94B2-D2D6D6872283}"/>
                </a:ext>
              </a:extLst>
            </p:cNvPr>
            <p:cNvSpPr/>
            <p:nvPr/>
          </p:nvSpPr>
          <p:spPr>
            <a:xfrm>
              <a:off x="2940100" y="256469"/>
              <a:ext cx="35761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则当                        时有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C8B31BA-AD37-4520-B5DA-0713C48201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5826432"/>
                </p:ext>
              </p:extLst>
            </p:nvPr>
          </p:nvGraphicFramePr>
          <p:xfrm>
            <a:off x="3702050" y="307826"/>
            <a:ext cx="1739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686" name="Equation" r:id="rId5" imgW="1739880" imgH="380880" progId="Equation.DSMT4">
                    <p:embed/>
                  </p:oleObj>
                </mc:Choice>
                <mc:Fallback>
                  <p:oleObj name="Equation" r:id="rId5" imgW="1739880" imgH="380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3B2901AB-1C06-40F2-B069-A8317593F1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02050" y="307826"/>
                          <a:ext cx="1739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3CD9753-A80D-41B5-A1ED-7753A2BC36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512758"/>
              </p:ext>
            </p:extLst>
          </p:nvPr>
        </p:nvGraphicFramePr>
        <p:xfrm>
          <a:off x="762000" y="915566"/>
          <a:ext cx="298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87" name="Equation" r:id="rId7" imgW="2984400" imgH="342720" progId="Equation.DSMT4">
                  <p:embed/>
                </p:oleObj>
              </mc:Choice>
              <mc:Fallback>
                <p:oleObj name="Equation" r:id="rId7" imgW="298440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DE030F8-2A71-49AE-8239-0C5FA76623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000" y="915566"/>
                        <a:ext cx="2984500" cy="3429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382BA43-10C3-4D35-A72A-C6D7C02136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240593"/>
              </p:ext>
            </p:extLst>
          </p:nvPr>
        </p:nvGraphicFramePr>
        <p:xfrm>
          <a:off x="3816350" y="915566"/>
          <a:ext cx="325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88" name="Equation" r:id="rId9" imgW="3251160" imgH="342720" progId="Equation.DSMT4">
                  <p:embed/>
                </p:oleObj>
              </mc:Choice>
              <mc:Fallback>
                <p:oleObj name="Equation" r:id="rId9" imgW="32511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3CD9753-A80D-41B5-A1ED-7753A2BC36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16350" y="915566"/>
                        <a:ext cx="3251200" cy="3429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2BE5AD7-B298-468F-A017-ECAB10D96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175269"/>
              </p:ext>
            </p:extLst>
          </p:nvPr>
        </p:nvGraphicFramePr>
        <p:xfrm>
          <a:off x="3816350" y="1563638"/>
          <a:ext cx="300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89" name="Equation" r:id="rId11" imgW="3009600" imgH="342720" progId="Equation.DSMT4">
                  <p:embed/>
                </p:oleObj>
              </mc:Choice>
              <mc:Fallback>
                <p:oleObj name="Equation" r:id="rId11" imgW="3009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6350" y="1563638"/>
                        <a:ext cx="300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8BB001A-A56D-4B6D-ACA1-DFF530553D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738802"/>
              </p:ext>
            </p:extLst>
          </p:nvPr>
        </p:nvGraphicFramePr>
        <p:xfrm>
          <a:off x="6876256" y="1373138"/>
          <a:ext cx="1473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90" name="Equation" r:id="rId13" imgW="1473120" imgH="723600" progId="Equation.DSMT4">
                  <p:embed/>
                </p:oleObj>
              </mc:Choice>
              <mc:Fallback>
                <p:oleObj name="Equation" r:id="rId13" imgW="14731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76256" y="1373138"/>
                        <a:ext cx="1473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C9EA414-17D6-462C-A3A1-0CCD20B482F9}"/>
              </a:ext>
            </a:extLst>
          </p:cNvPr>
          <p:cNvSpPr/>
          <p:nvPr/>
        </p:nvSpPr>
        <p:spPr>
          <a:xfrm>
            <a:off x="539552" y="2340917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dirty="0"/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FCD69E60-4E1F-4C45-8BCF-E7F1864D4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8620"/>
              </p:ext>
            </p:extLst>
          </p:nvPr>
        </p:nvGraphicFramePr>
        <p:xfrm>
          <a:off x="1645443" y="2402210"/>
          <a:ext cx="58531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91" name="Equation" r:id="rId15" imgW="5854680" imgH="342720" progId="Equation.DSMT4">
                  <p:embed/>
                </p:oleObj>
              </mc:Choice>
              <mc:Fallback>
                <p:oleObj name="Equation" r:id="rId15" imgW="5854680" imgH="342720" progId="Equation.DSMT4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40466E5C-1628-4CFC-955F-8CB1AAA51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443" y="2402210"/>
                        <a:ext cx="58531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63378526-AFE4-4C7A-AE0B-B80B4DA01DFE}"/>
              </a:ext>
            </a:extLst>
          </p:cNvPr>
          <p:cNvSpPr/>
          <p:nvPr/>
        </p:nvSpPr>
        <p:spPr>
          <a:xfrm>
            <a:off x="539552" y="3075806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关于乘法和除法运算法则的证明，类似数列极限运算</a:t>
            </a:r>
            <a:endParaRPr lang="zh-CN" altLang="en-US" dirty="0">
              <a:solidFill>
                <a:srgbClr val="0064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9958CB-716E-421A-9BD5-B677BBDF4688}"/>
              </a:ext>
            </a:extLst>
          </p:cNvPr>
          <p:cNvSpPr/>
          <p:nvPr/>
        </p:nvSpPr>
        <p:spPr>
          <a:xfrm>
            <a:off x="179512" y="3654200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法则的证明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59D6A2-5852-4C3C-AE86-BC93202688A0}"/>
              </a:ext>
            </a:extLst>
          </p:cNvPr>
          <p:cNvSpPr/>
          <p:nvPr/>
        </p:nvSpPr>
        <p:spPr>
          <a:xfrm>
            <a:off x="539552" y="4183507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加减法和乘法运算法则的证明，可推广到有限个函数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srgbClr val="006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1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51E827F9-3BA6-43EF-8640-4132BB503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39502"/>
            <a:ext cx="1200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推论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1 </a:t>
            </a:r>
          </a:p>
        </p:txBody>
      </p:sp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E999AD90-9C35-4579-9A15-64C60A9CFD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8578808"/>
              </p:ext>
            </p:extLst>
          </p:nvPr>
        </p:nvGraphicFramePr>
        <p:xfrm>
          <a:off x="1678570" y="459854"/>
          <a:ext cx="292068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76" name="Equation" r:id="rId3" imgW="2920680" imgH="342720" progId="Equation.DSMT4">
                  <p:embed/>
                </p:oleObj>
              </mc:Choice>
              <mc:Fallback>
                <p:oleObj name="Equation" r:id="rId3" imgW="2920680" imgH="34272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B19A9C5E-7948-4218-A7FC-7A3C2B9B3E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570" y="459854"/>
                        <a:ext cx="292068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>
            <a:extLst>
              <a:ext uri="{FF2B5EF4-FFF2-40B4-BE49-F238E27FC236}">
                <a16:creationId xmlns:a16="http://schemas.microsoft.com/office/drawing/2014/main" id="{A85FC372-7009-422D-8266-60B1895AB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029965"/>
            <a:ext cx="1200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推论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2 </a:t>
            </a:r>
          </a:p>
        </p:txBody>
      </p:sp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DE6F8AED-E7EF-4783-AE03-B44CDB567D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521931"/>
              </p:ext>
            </p:extLst>
          </p:nvPr>
        </p:nvGraphicFramePr>
        <p:xfrm>
          <a:off x="1678570" y="1085230"/>
          <a:ext cx="311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77" name="Equation" r:id="rId5" imgW="3111500" imgH="406400" progId="Equation.DSMT4">
                  <p:embed/>
                </p:oleObj>
              </mc:Choice>
              <mc:Fallback>
                <p:oleObj name="Equation" r:id="rId5" imgW="3111500" imgH="406400" progId="Equation.DSMT4">
                  <p:embed/>
                  <p:pic>
                    <p:nvPicPr>
                      <p:cNvPr id="7" name="Object 15">
                        <a:extLst>
                          <a:ext uri="{FF2B5EF4-FFF2-40B4-BE49-F238E27FC236}">
                            <a16:creationId xmlns:a16="http://schemas.microsoft.com/office/drawing/2014/main" id="{A75BD8F2-604D-47D9-9EC0-D594447121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570" y="1085230"/>
                        <a:ext cx="3111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675AFB2-E580-4188-AE85-A009F4A345DE}"/>
              </a:ext>
            </a:extLst>
          </p:cNvPr>
          <p:cNvSpPr txBox="1"/>
          <p:nvPr/>
        </p:nvSpPr>
        <p:spPr>
          <a:xfrm>
            <a:off x="4846922" y="366840"/>
            <a:ext cx="2084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sz="2400" b="1" dirty="0">
                <a:latin typeface="+mn-ea"/>
              </a:rPr>
              <a:t>为常数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A4D90F-C4C9-4E54-94BB-ABBB3D4C97E6}"/>
              </a:ext>
            </a:extLst>
          </p:cNvPr>
          <p:cNvSpPr txBox="1"/>
          <p:nvPr/>
        </p:nvSpPr>
        <p:spPr>
          <a:xfrm>
            <a:off x="4846922" y="1051184"/>
            <a:ext cx="2084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latin typeface="+mn-ea"/>
              </a:rPr>
              <a:t>为正整数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862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7">
            <a:extLst>
              <a:ext uri="{FF2B5EF4-FFF2-40B4-BE49-F238E27FC236}">
                <a16:creationId xmlns:a16="http://schemas.microsoft.com/office/drawing/2014/main" id="{2210D35A-B3B5-400B-80D7-65DC4C79E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39502"/>
            <a:ext cx="34940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1 </a:t>
            </a:r>
            <a:r>
              <a:rPr kumimoji="1" lang="zh-CN" altLang="en-US" sz="2400" b="1" dirty="0">
                <a:latin typeface="+mn-ea"/>
              </a:rPr>
              <a:t>设</a:t>
            </a:r>
            <a:r>
              <a:rPr kumimoji="1" lang="zh-CN" alt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4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kumimoji="1" lang="zh-CN" altLang="en-US" sz="2400" b="1" dirty="0">
                <a:latin typeface="+mn-ea"/>
              </a:rPr>
              <a:t>次多项式</a:t>
            </a:r>
          </a:p>
        </p:txBody>
      </p:sp>
      <p:graphicFrame>
        <p:nvGraphicFramePr>
          <p:cNvPr id="3" name="Object 21">
            <a:extLst>
              <a:ext uri="{FF2B5EF4-FFF2-40B4-BE49-F238E27FC236}">
                <a16:creationId xmlns:a16="http://schemas.microsoft.com/office/drawing/2014/main" id="{F9178A15-6FE6-46BF-BAD4-0044D9B477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551690"/>
              </p:ext>
            </p:extLst>
          </p:nvPr>
        </p:nvGraphicFramePr>
        <p:xfrm>
          <a:off x="3608189" y="364206"/>
          <a:ext cx="339084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58" name="Equation" r:id="rId3" imgW="3390840" imgH="419040" progId="Equation.DSMT4">
                  <p:embed/>
                </p:oleObj>
              </mc:Choice>
              <mc:Fallback>
                <p:oleObj name="Equation" r:id="rId3" imgW="3390840" imgH="419040" progId="Equation.DSMT4">
                  <p:embed/>
                  <p:pic>
                    <p:nvPicPr>
                      <p:cNvPr id="10" name="Object 21">
                        <a:extLst>
                          <a:ext uri="{FF2B5EF4-FFF2-40B4-BE49-F238E27FC236}">
                            <a16:creationId xmlns:a16="http://schemas.microsoft.com/office/drawing/2014/main" id="{BAD49DC3-479E-4CFE-8BA9-05AC80ABD8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189" y="364206"/>
                        <a:ext cx="339084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2">
            <a:extLst>
              <a:ext uri="{FF2B5EF4-FFF2-40B4-BE49-F238E27FC236}">
                <a16:creationId xmlns:a16="http://schemas.microsoft.com/office/drawing/2014/main" id="{70BDD828-1DCB-4E4F-A4EB-7A22DE869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00" y="364206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试证</a:t>
            </a:r>
          </a:p>
        </p:txBody>
      </p:sp>
      <p:graphicFrame>
        <p:nvGraphicFramePr>
          <p:cNvPr id="5" name="Object 23">
            <a:extLst>
              <a:ext uri="{FF2B5EF4-FFF2-40B4-BE49-F238E27FC236}">
                <a16:creationId xmlns:a16="http://schemas.microsoft.com/office/drawing/2014/main" id="{1EC05614-9C5A-46C4-AC90-104736CC4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27381"/>
              </p:ext>
            </p:extLst>
          </p:nvPr>
        </p:nvGraphicFramePr>
        <p:xfrm>
          <a:off x="1258689" y="1074277"/>
          <a:ext cx="23495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59" name="Equation" r:id="rId5" imgW="2349360" imgH="520560" progId="Equation.DSMT4">
                  <p:embed/>
                </p:oleObj>
              </mc:Choice>
              <mc:Fallback>
                <p:oleObj name="Equation" r:id="rId5" imgW="2349360" imgH="52056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7B269F06-8D18-4CBF-8757-A3CCA8927E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689" y="1074277"/>
                        <a:ext cx="2349500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4">
            <a:extLst>
              <a:ext uri="{FF2B5EF4-FFF2-40B4-BE49-F238E27FC236}">
                <a16:creationId xmlns:a16="http://schemas.microsoft.com/office/drawing/2014/main" id="{05A744B2-69D4-4333-9797-722D3C2BD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083" y="1809278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7" name="Object 25">
            <a:extLst>
              <a:ext uri="{FF2B5EF4-FFF2-40B4-BE49-F238E27FC236}">
                <a16:creationId xmlns:a16="http://schemas.microsoft.com/office/drawing/2014/main" id="{56C82A12-DB04-4C0C-BE4D-BFEFDE900C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63723"/>
              </p:ext>
            </p:extLst>
          </p:nvPr>
        </p:nvGraphicFramePr>
        <p:xfrm>
          <a:off x="1598519" y="1810794"/>
          <a:ext cx="4940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60" name="Equation" r:id="rId7" imgW="4940280" imgH="558720" progId="Equation.DSMT4">
                  <p:embed/>
                </p:oleObj>
              </mc:Choice>
              <mc:Fallback>
                <p:oleObj name="Equation" r:id="rId7" imgW="4940280" imgH="558720" progId="Equation.DSMT4">
                  <p:embed/>
                  <p:pic>
                    <p:nvPicPr>
                      <p:cNvPr id="14" name="Object 25">
                        <a:extLst>
                          <a:ext uri="{FF2B5EF4-FFF2-40B4-BE49-F238E27FC236}">
                            <a16:creationId xmlns:a16="http://schemas.microsoft.com/office/drawing/2014/main" id="{89948082-AEE8-4A8A-96E1-419116127B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519" y="1810794"/>
                        <a:ext cx="49403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6">
            <a:extLst>
              <a:ext uri="{FF2B5EF4-FFF2-40B4-BE49-F238E27FC236}">
                <a16:creationId xmlns:a16="http://schemas.microsoft.com/office/drawing/2014/main" id="{D2353530-CA49-487E-9AF6-39355AFDB9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539673"/>
              </p:ext>
            </p:extLst>
          </p:nvPr>
        </p:nvGraphicFramePr>
        <p:xfrm>
          <a:off x="5556845" y="2584535"/>
          <a:ext cx="11430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61" name="Equation" r:id="rId9" imgW="1143000" imgH="380880" progId="Equation.DSMT4">
                  <p:embed/>
                </p:oleObj>
              </mc:Choice>
              <mc:Fallback>
                <p:oleObj name="Equation" r:id="rId9" imgW="1143000" imgH="380880" progId="Equation.DSMT4">
                  <p:embed/>
                  <p:pic>
                    <p:nvPicPr>
                      <p:cNvPr id="20" name="Object 26">
                        <a:extLst>
                          <a:ext uri="{FF2B5EF4-FFF2-40B4-BE49-F238E27FC236}">
                            <a16:creationId xmlns:a16="http://schemas.microsoft.com/office/drawing/2014/main" id="{19C8DB4F-3D6F-4CE9-927E-D14408EA7A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845" y="2584535"/>
                        <a:ext cx="1143000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5">
            <a:extLst>
              <a:ext uri="{FF2B5EF4-FFF2-40B4-BE49-F238E27FC236}">
                <a16:creationId xmlns:a16="http://schemas.microsoft.com/office/drawing/2014/main" id="{63A5C137-775B-4C13-B2C4-367481B5E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129092"/>
              </p:ext>
            </p:extLst>
          </p:nvPr>
        </p:nvGraphicFramePr>
        <p:xfrm>
          <a:off x="2779737" y="2544608"/>
          <a:ext cx="270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62" name="Equation" r:id="rId11" imgW="2705040" imgH="419040" progId="Equation.DSMT4">
                  <p:embed/>
                </p:oleObj>
              </mc:Choice>
              <mc:Fallback>
                <p:oleObj name="Equation" r:id="rId11" imgW="2705040" imgH="419040" progId="Equation.DSMT4">
                  <p:embed/>
                  <p:pic>
                    <p:nvPicPr>
                      <p:cNvPr id="21" name="Object 25">
                        <a:extLst>
                          <a:ext uri="{FF2B5EF4-FFF2-40B4-BE49-F238E27FC236}">
                            <a16:creationId xmlns:a16="http://schemas.microsoft.com/office/drawing/2014/main" id="{16E08CAF-1385-498E-B801-EA4F3EE693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37" y="2544608"/>
                        <a:ext cx="27051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BA49FA41-6748-4CF3-8162-70EEB0EC94CB}"/>
              </a:ext>
            </a:extLst>
          </p:cNvPr>
          <p:cNvGrpSpPr/>
          <p:nvPr/>
        </p:nvGrpSpPr>
        <p:grpSpPr>
          <a:xfrm>
            <a:off x="1196240" y="1002922"/>
            <a:ext cx="2474397" cy="603085"/>
            <a:chOff x="4063744" y="3065523"/>
            <a:chExt cx="2474397" cy="60308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C234571-E9EE-475A-8FEE-BA0FE584B1E0}"/>
                </a:ext>
              </a:extLst>
            </p:cNvPr>
            <p:cNvSpPr/>
            <p:nvPr/>
          </p:nvSpPr>
          <p:spPr>
            <a:xfrm>
              <a:off x="4063744" y="3065523"/>
              <a:ext cx="2458989" cy="553759"/>
            </a:xfrm>
            <a:prstGeom prst="roundRect">
              <a:avLst/>
            </a:prstGeom>
            <a:gradFill>
              <a:gsLst>
                <a:gs pos="80000">
                  <a:srgbClr val="0064FF"/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7ECDB2E-084E-4A8D-A2EA-3EAA1C37E7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2197858"/>
                </p:ext>
              </p:extLst>
            </p:nvPr>
          </p:nvGraphicFramePr>
          <p:xfrm>
            <a:off x="4137841" y="3147908"/>
            <a:ext cx="24003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663" name="Equation" r:id="rId13" imgW="2400120" imgH="520560" progId="Equation.DSMT4">
                    <p:embed/>
                  </p:oleObj>
                </mc:Choice>
                <mc:Fallback>
                  <p:oleObj name="Equation" r:id="rId13" imgW="2400120" imgH="5205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B8495C45-1E75-4DA3-AACD-CFF1CFAEF2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137841" y="3147908"/>
                          <a:ext cx="2400300" cy="5207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5641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FDE9738-87CB-41CD-AAB1-41AB9616FE50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339502"/>
            <a:ext cx="3106735" cy="45185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设有理分式函数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56A88B64-7AE9-43FC-B906-33349EBE8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991" y="330813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其中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5735EB3B-EB7A-4069-BAB6-4AD6D6DB0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0291" y="363461"/>
            <a:ext cx="861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都是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75723558-8852-4BD6-A671-73FD6527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16" y="1162521"/>
            <a:ext cx="1352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多项式，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93585EE5-86A9-457B-8F13-503671B0D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394" y="1130185"/>
            <a:ext cx="1085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试证：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7843372B-2692-469C-A42C-BB5C2AED1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04" y="2079415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9D22AD86-D26B-4E95-987E-E0AA60E52E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199460"/>
              </p:ext>
            </p:extLst>
          </p:nvPr>
        </p:nvGraphicFramePr>
        <p:xfrm>
          <a:off x="2747945" y="1808705"/>
          <a:ext cx="11557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2" name="Equation" r:id="rId3" imgW="1155600" imgH="1104840" progId="Equation.DSMT4">
                  <p:embed/>
                </p:oleObj>
              </mc:Choice>
              <mc:Fallback>
                <p:oleObj name="Equation" r:id="rId3" imgW="1155600" imgH="1104840" progId="Equation.DSMT4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54297786-81A6-4464-88D7-0CEC19A49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45" y="1808705"/>
                        <a:ext cx="115570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8">
            <a:extLst>
              <a:ext uri="{FF2B5EF4-FFF2-40B4-BE49-F238E27FC236}">
                <a16:creationId xmlns:a16="http://schemas.microsoft.com/office/drawing/2014/main" id="{813FA857-7496-464C-B4F3-352838257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04" y="4084212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若</a:t>
            </a: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5CA4CBD2-10E2-412B-8DD7-5D4CA43E7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404" y="4084212"/>
            <a:ext cx="4091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不能</a:t>
            </a:r>
            <a:r>
              <a:rPr kumimoji="1" lang="zh-CN" altLang="en-US" sz="2400" b="1" dirty="0">
                <a:latin typeface="+mn-ea"/>
                <a:ea typeface="+mn-ea"/>
              </a:rPr>
              <a:t>直接用商的运算法则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" name="Text Box 21">
            <a:extLst>
              <a:ext uri="{FF2B5EF4-FFF2-40B4-BE49-F238E27FC236}">
                <a16:creationId xmlns:a16="http://schemas.microsoft.com/office/drawing/2014/main" id="{F0347DA0-8A35-43B8-86C2-79CED545B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04" y="3259287"/>
            <a:ext cx="1428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</a:t>
            </a:r>
            <a:endParaRPr kumimoji="1"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12" name="Text Box 42">
            <a:extLst>
              <a:ext uri="{FF2B5EF4-FFF2-40B4-BE49-F238E27FC236}">
                <a16:creationId xmlns:a16="http://schemas.microsoft.com/office/drawing/2014/main" id="{ACEC5BA8-70BA-474C-8FF4-B1D0CC3F8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755" y="1162521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宋体" panose="02010600030101010101" pitchFamily="2" charset="-122"/>
              </a:rPr>
              <a:t>若</a:t>
            </a: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ACF2642D-1902-4C94-A076-0875DAC2DD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612399"/>
              </p:ext>
            </p:extLst>
          </p:nvPr>
        </p:nvGraphicFramePr>
        <p:xfrm>
          <a:off x="3757653" y="241293"/>
          <a:ext cx="16891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3" name="Equation" r:id="rId5" imgW="1688760" imgH="787320" progId="Equation.DSMT4">
                  <p:embed/>
                </p:oleObj>
              </mc:Choice>
              <mc:Fallback>
                <p:oleObj name="Equation" r:id="rId5" imgW="1688760" imgH="78732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F08567FD-C541-49A6-A257-F06F2C032E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53" y="241293"/>
                        <a:ext cx="168910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6CDB8F04-B181-4FF1-9A65-B2E6074B6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031491"/>
              </p:ext>
            </p:extLst>
          </p:nvPr>
        </p:nvGraphicFramePr>
        <p:xfrm>
          <a:off x="4348203" y="1205949"/>
          <a:ext cx="2197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4" name="Equation" r:id="rId7" imgW="2197080" imgH="520560" progId="Equation.DSMT4">
                  <p:embed/>
                </p:oleObj>
              </mc:Choice>
              <mc:Fallback>
                <p:oleObj name="Equation" r:id="rId7" imgW="2197080" imgH="52056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883AC11B-EF72-46C3-AF94-CA7A8E385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203" y="1205949"/>
                        <a:ext cx="21971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5">
            <a:extLst>
              <a:ext uri="{FF2B5EF4-FFF2-40B4-BE49-F238E27FC236}">
                <a16:creationId xmlns:a16="http://schemas.microsoft.com/office/drawing/2014/main" id="{4023AF16-503B-406F-B43C-C01108012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101801"/>
              </p:ext>
            </p:extLst>
          </p:nvPr>
        </p:nvGraphicFramePr>
        <p:xfrm>
          <a:off x="1744855" y="3102146"/>
          <a:ext cx="4102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5" name="Equation" r:id="rId9" imgW="4101840" imgH="774360" progId="Equation.DSMT4">
                  <p:embed/>
                </p:oleObj>
              </mc:Choice>
              <mc:Fallback>
                <p:oleObj name="Equation" r:id="rId9" imgW="4101840" imgH="774360" progId="Equation.DSMT4">
                  <p:embed/>
                  <p:pic>
                    <p:nvPicPr>
                      <p:cNvPr id="15" name="Object 35">
                        <a:extLst>
                          <a:ext uri="{FF2B5EF4-FFF2-40B4-BE49-F238E27FC236}">
                            <a16:creationId xmlns:a16="http://schemas.microsoft.com/office/drawing/2014/main" id="{4B634C61-ADFD-49E8-B784-5D4CC2143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855" y="3102146"/>
                        <a:ext cx="41021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5">
            <a:extLst>
              <a:ext uri="{FF2B5EF4-FFF2-40B4-BE49-F238E27FC236}">
                <a16:creationId xmlns:a16="http://schemas.microsoft.com/office/drawing/2014/main" id="{FE716DE3-A6D6-492A-98FE-C11AC50A9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6074"/>
              </p:ext>
            </p:extLst>
          </p:nvPr>
        </p:nvGraphicFramePr>
        <p:xfrm>
          <a:off x="6315260" y="453423"/>
          <a:ext cx="13700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6" name="Equation" r:id="rId11" imgW="1371600" imgH="342720" progId="Equation.DSMT4">
                  <p:embed/>
                </p:oleObj>
              </mc:Choice>
              <mc:Fallback>
                <p:oleObj name="Equation" r:id="rId11" imgW="1371600" imgH="342720" progId="Equation.DSMT4">
                  <p:embed/>
                  <p:pic>
                    <p:nvPicPr>
                      <p:cNvPr id="16" name="Object 35">
                        <a:extLst>
                          <a:ext uri="{FF2B5EF4-FFF2-40B4-BE49-F238E27FC236}">
                            <a16:creationId xmlns:a16="http://schemas.microsoft.com/office/drawing/2014/main" id="{D56F4A41-8331-4D08-9D00-9240594FD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260" y="453423"/>
                        <a:ext cx="137001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5">
            <a:extLst>
              <a:ext uri="{FF2B5EF4-FFF2-40B4-BE49-F238E27FC236}">
                <a16:creationId xmlns:a16="http://schemas.microsoft.com/office/drawing/2014/main" id="{EADAF595-70B8-4074-B7AD-87295709F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59301"/>
              </p:ext>
            </p:extLst>
          </p:nvPr>
        </p:nvGraphicFramePr>
        <p:xfrm>
          <a:off x="2033968" y="1220399"/>
          <a:ext cx="133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7" name="Equation" r:id="rId13" imgW="1333440" imgH="380880" progId="Equation.DSMT4">
                  <p:embed/>
                </p:oleObj>
              </mc:Choice>
              <mc:Fallback>
                <p:oleObj name="Equation" r:id="rId13" imgW="1333440" imgH="380880" progId="Equation.DSMT4">
                  <p:embed/>
                  <p:pic>
                    <p:nvPicPr>
                      <p:cNvPr id="17" name="Object 35">
                        <a:extLst>
                          <a:ext uri="{FF2B5EF4-FFF2-40B4-BE49-F238E27FC236}">
                            <a16:creationId xmlns:a16="http://schemas.microsoft.com/office/drawing/2014/main" id="{ECD7F4E6-ABBA-4AC8-B7B0-B53454DCF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968" y="1220399"/>
                        <a:ext cx="1333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5">
            <a:extLst>
              <a:ext uri="{FF2B5EF4-FFF2-40B4-BE49-F238E27FC236}">
                <a16:creationId xmlns:a16="http://schemas.microsoft.com/office/drawing/2014/main" id="{988F4D5E-4C68-4153-BD83-CF6D7B06D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073228"/>
              </p:ext>
            </p:extLst>
          </p:nvPr>
        </p:nvGraphicFramePr>
        <p:xfrm>
          <a:off x="1720551" y="4164877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8" name="Equation" r:id="rId15" imgW="1320480" imgH="380880" progId="Equation.DSMT4">
                  <p:embed/>
                </p:oleObj>
              </mc:Choice>
              <mc:Fallback>
                <p:oleObj name="Equation" r:id="rId15" imgW="1320480" imgH="380880" progId="Equation.DSMT4">
                  <p:embed/>
                  <p:pic>
                    <p:nvPicPr>
                      <p:cNvPr id="18" name="Object 35">
                        <a:extLst>
                          <a:ext uri="{FF2B5EF4-FFF2-40B4-BE49-F238E27FC236}">
                            <a16:creationId xmlns:a16="http://schemas.microsoft.com/office/drawing/2014/main" id="{5C5B455E-2513-460B-AAFD-5ED61C6F45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551" y="4164877"/>
                        <a:ext cx="1320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5">
            <a:extLst>
              <a:ext uri="{FF2B5EF4-FFF2-40B4-BE49-F238E27FC236}">
                <a16:creationId xmlns:a16="http://schemas.microsoft.com/office/drawing/2014/main" id="{330958E2-EBA1-41C5-9771-E81D97901B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892103"/>
              </p:ext>
            </p:extLst>
          </p:nvPr>
        </p:nvGraphicFramePr>
        <p:xfrm>
          <a:off x="1373568" y="2164238"/>
          <a:ext cx="1320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39" name="Equation" r:id="rId17" imgW="1320480" imgH="520560" progId="Equation.DSMT4">
                  <p:embed/>
                </p:oleObj>
              </mc:Choice>
              <mc:Fallback>
                <p:oleObj name="Equation" r:id="rId17" imgW="1320480" imgH="520560" progId="Equation.DSMT4">
                  <p:embed/>
                  <p:pic>
                    <p:nvPicPr>
                      <p:cNvPr id="19" name="Object 35">
                        <a:extLst>
                          <a:ext uri="{FF2B5EF4-FFF2-40B4-BE49-F238E27FC236}">
                            <a16:creationId xmlns:a16="http://schemas.microsoft.com/office/drawing/2014/main" id="{F1770BDD-B898-4C97-B3E9-3163C016B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568" y="2164238"/>
                        <a:ext cx="1320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8061F1B-9C97-4C16-B61B-B63535157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261519"/>
              </p:ext>
            </p:extLst>
          </p:nvPr>
        </p:nvGraphicFramePr>
        <p:xfrm>
          <a:off x="4003743" y="1938508"/>
          <a:ext cx="2133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40" name="Equation" r:id="rId19" imgW="2133360" imgH="812520" progId="Equation.DSMT4">
                  <p:embed/>
                </p:oleObj>
              </mc:Choice>
              <mc:Fallback>
                <p:oleObj name="Equation" r:id="rId19" imgW="2133360" imgH="8125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5EB4886D-9D25-488A-A212-94F0F08CF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03743" y="1938508"/>
                        <a:ext cx="2133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F3081C-C373-4201-B67F-2CE72679BF74}"/>
              </a:ext>
            </a:extLst>
          </p:cNvPr>
          <p:cNvGrpSpPr/>
          <p:nvPr/>
        </p:nvGrpSpPr>
        <p:grpSpPr>
          <a:xfrm>
            <a:off x="4302559" y="1162521"/>
            <a:ext cx="2417430" cy="546812"/>
            <a:chOff x="4021410" y="3042004"/>
            <a:chExt cx="2417430" cy="546812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3CBB9F8-24BF-4B92-A9F2-CE86FE8F1FF7}"/>
                </a:ext>
              </a:extLst>
            </p:cNvPr>
            <p:cNvSpPr/>
            <p:nvPr/>
          </p:nvSpPr>
          <p:spPr>
            <a:xfrm>
              <a:off x="4021410" y="3042004"/>
              <a:ext cx="2417430" cy="530350"/>
            </a:xfrm>
            <a:prstGeom prst="roundRect">
              <a:avLst/>
            </a:prstGeom>
            <a:gradFill>
              <a:gsLst>
                <a:gs pos="80000">
                  <a:srgbClr val="0064FF"/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29014350-B707-431B-AD54-1E147E6D68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6968477"/>
                </p:ext>
              </p:extLst>
            </p:nvPr>
          </p:nvGraphicFramePr>
          <p:xfrm>
            <a:off x="4127440" y="3068116"/>
            <a:ext cx="23114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841" name="Equation" r:id="rId21" imgW="2311200" imgH="520560" progId="Equation.DSMT4">
                    <p:embed/>
                  </p:oleObj>
                </mc:Choice>
                <mc:Fallback>
                  <p:oleObj name="Equation" r:id="rId21" imgW="2311200" imgH="5205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4E58A060-7693-4126-B8B7-6EA1919DBEA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127440" y="3068116"/>
                          <a:ext cx="23114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390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5">
            <a:extLst>
              <a:ext uri="{FF2B5EF4-FFF2-40B4-BE49-F238E27FC236}">
                <a16:creationId xmlns:a16="http://schemas.microsoft.com/office/drawing/2014/main" id="{60A27125-8445-449E-9A64-9C312FE60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117013"/>
              </p:ext>
            </p:extLst>
          </p:nvPr>
        </p:nvGraphicFramePr>
        <p:xfrm>
          <a:off x="4337419" y="1220208"/>
          <a:ext cx="13204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12" name="Equation" r:id="rId3" imgW="1320480" imgH="736560" progId="Equation.DSMT4">
                  <p:embed/>
                </p:oleObj>
              </mc:Choice>
              <mc:Fallback>
                <p:oleObj name="Equation" r:id="rId3" imgW="1320480" imgH="736560" progId="Equation.DSMT4">
                  <p:embed/>
                  <p:pic>
                    <p:nvPicPr>
                      <p:cNvPr id="11" name="Object 35">
                        <a:extLst>
                          <a:ext uri="{FF2B5EF4-FFF2-40B4-BE49-F238E27FC236}">
                            <a16:creationId xmlns:a16="http://schemas.microsoft.com/office/drawing/2014/main" id="{EE93256A-44C2-4A2B-BDE6-A2CDD3FB2A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419" y="1220208"/>
                        <a:ext cx="132048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1">
            <a:extLst>
              <a:ext uri="{FF2B5EF4-FFF2-40B4-BE49-F238E27FC236}">
                <a16:creationId xmlns:a16="http://schemas.microsoft.com/office/drawing/2014/main" id="{DC3992AD-0139-4DF6-A894-66E730094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76" y="439370"/>
            <a:ext cx="10001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3</a:t>
            </a:r>
          </a:p>
        </p:txBody>
      </p:sp>
      <p:graphicFrame>
        <p:nvGraphicFramePr>
          <p:cNvPr id="4" name="Object 22">
            <a:extLst>
              <a:ext uri="{FF2B5EF4-FFF2-40B4-BE49-F238E27FC236}">
                <a16:creationId xmlns:a16="http://schemas.microsoft.com/office/drawing/2014/main" id="{056A554A-95F9-4CFA-ACC9-19B925C91F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9753981"/>
              </p:ext>
            </p:extLst>
          </p:nvPr>
        </p:nvGraphicFramePr>
        <p:xfrm>
          <a:off x="1442764" y="285328"/>
          <a:ext cx="2278063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13" name="Equation" r:id="rId5" imgW="2273040" imgH="774360" progId="Equation.DSMT4">
                  <p:embed/>
                </p:oleObj>
              </mc:Choice>
              <mc:Fallback>
                <p:oleObj name="Equation" r:id="rId5" imgW="2273040" imgH="774360" progId="Equation.DSMT4">
                  <p:embed/>
                  <p:pic>
                    <p:nvPicPr>
                      <p:cNvPr id="13" name="Object 22">
                        <a:extLst>
                          <a:ext uri="{FF2B5EF4-FFF2-40B4-BE49-F238E27FC236}">
                            <a16:creationId xmlns:a16="http://schemas.microsoft.com/office/drawing/2014/main" id="{DC8D13ED-D78C-4FE9-9A54-15C96A8315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764" y="285328"/>
                        <a:ext cx="2278063" cy="77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8">
            <a:extLst>
              <a:ext uri="{FF2B5EF4-FFF2-40B4-BE49-F238E27FC236}">
                <a16:creationId xmlns:a16="http://schemas.microsoft.com/office/drawing/2014/main" id="{F6E635E6-DA1C-4C01-8B10-27293C9F9B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901913"/>
              </p:ext>
            </p:extLst>
          </p:nvPr>
        </p:nvGraphicFramePr>
        <p:xfrm>
          <a:off x="5801915" y="1220208"/>
          <a:ext cx="4824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14" name="Equation" r:id="rId7" imgW="482400" imgH="736560" progId="Equation.DSMT4">
                  <p:embed/>
                </p:oleObj>
              </mc:Choice>
              <mc:Fallback>
                <p:oleObj name="Equation" r:id="rId7" imgW="482400" imgH="736560" progId="Equation.DSMT4">
                  <p:embed/>
                  <p:pic>
                    <p:nvPicPr>
                      <p:cNvPr id="14" name="Object 38">
                        <a:extLst>
                          <a:ext uri="{FF2B5EF4-FFF2-40B4-BE49-F238E27FC236}">
                            <a16:creationId xmlns:a16="http://schemas.microsoft.com/office/drawing/2014/main" id="{4AD5D783-A2D9-4395-9324-DC8C5ACCE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1915" y="1220208"/>
                        <a:ext cx="48240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9">
            <a:extLst>
              <a:ext uri="{FF2B5EF4-FFF2-40B4-BE49-F238E27FC236}">
                <a16:creationId xmlns:a16="http://schemas.microsoft.com/office/drawing/2014/main" id="{1FA84310-E4EB-4BD7-B628-4ED207D10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18476"/>
              </p:ext>
            </p:extLst>
          </p:nvPr>
        </p:nvGraphicFramePr>
        <p:xfrm>
          <a:off x="6377979" y="1220208"/>
          <a:ext cx="5968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15" name="Equation" r:id="rId9" imgW="596880" imgH="736560" progId="Equation.DSMT4">
                  <p:embed/>
                </p:oleObj>
              </mc:Choice>
              <mc:Fallback>
                <p:oleObj name="Equation" r:id="rId9" imgW="596880" imgH="736560" progId="Equation.DSMT4">
                  <p:embed/>
                  <p:pic>
                    <p:nvPicPr>
                      <p:cNvPr id="15" name="Object 39">
                        <a:extLst>
                          <a:ext uri="{FF2B5EF4-FFF2-40B4-BE49-F238E27FC236}">
                            <a16:creationId xmlns:a16="http://schemas.microsoft.com/office/drawing/2014/main" id="{75BD008E-18DB-4D13-AD4D-9F9A57A6B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7979" y="1220208"/>
                        <a:ext cx="59688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3">
            <a:extLst>
              <a:ext uri="{FF2B5EF4-FFF2-40B4-BE49-F238E27FC236}">
                <a16:creationId xmlns:a16="http://schemas.microsoft.com/office/drawing/2014/main" id="{5BD4DC42-15D5-4629-865A-F09E846A4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43" y="1323793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8" name="Object 33">
            <a:extLst>
              <a:ext uri="{FF2B5EF4-FFF2-40B4-BE49-F238E27FC236}">
                <a16:creationId xmlns:a16="http://schemas.microsoft.com/office/drawing/2014/main" id="{327ACB13-EF90-436E-AD32-2789312C2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932740"/>
              </p:ext>
            </p:extLst>
          </p:nvPr>
        </p:nvGraphicFramePr>
        <p:xfrm>
          <a:off x="1298699" y="1244020"/>
          <a:ext cx="297180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16" name="Equation" r:id="rId11" imgW="2971800" imgH="787320" progId="Equation.DSMT4">
                  <p:embed/>
                </p:oleObj>
              </mc:Choice>
              <mc:Fallback>
                <p:oleObj name="Equation" r:id="rId11" imgW="2971800" imgH="787320" progId="Equation.DSMT4">
                  <p:embed/>
                  <p:pic>
                    <p:nvPicPr>
                      <p:cNvPr id="17" name="Object 33">
                        <a:extLst>
                          <a:ext uri="{FF2B5EF4-FFF2-40B4-BE49-F238E27FC236}">
                            <a16:creationId xmlns:a16="http://schemas.microsoft.com/office/drawing/2014/main" id="{4F55A9FB-EC4F-41C4-B98C-CF7A2E7F31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699" y="1244020"/>
                        <a:ext cx="2971800" cy="787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: 圆角 8">
            <a:extLst>
              <a:ext uri="{FF2B5EF4-FFF2-40B4-BE49-F238E27FC236}">
                <a16:creationId xmlns:a16="http://schemas.microsoft.com/office/drawing/2014/main" id="{A30BD57B-3531-460A-8A04-38A6F22E684B}"/>
              </a:ext>
            </a:extLst>
          </p:cNvPr>
          <p:cNvSpPr/>
          <p:nvPr/>
        </p:nvSpPr>
        <p:spPr>
          <a:xfrm>
            <a:off x="5386267" y="453189"/>
            <a:ext cx="3007936" cy="434025"/>
          </a:xfrm>
          <a:prstGeom prst="roundRect">
            <a:avLst/>
          </a:prstGeom>
          <a:gradFill>
            <a:gsLst>
              <a:gs pos="80000">
                <a:srgbClr val="0064FF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2400" b="1" dirty="0">
                <a:latin typeface="楷体" pitchFamily="49" charset="-122"/>
                <a:ea typeface="楷体" pitchFamily="49" charset="-122"/>
              </a:rPr>
              <a:t>消去分母中零因子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73924D1-C0A2-4245-B40B-1FE8F72B7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039844"/>
              </p:ext>
            </p:extLst>
          </p:nvPr>
        </p:nvGraphicFramePr>
        <p:xfrm>
          <a:off x="4139952" y="339502"/>
          <a:ext cx="55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17" name="Equation" r:id="rId13" imgW="558720" imgH="736560" progId="Equation.DSMT4">
                  <p:embed/>
                </p:oleObj>
              </mc:Choice>
              <mc:Fallback>
                <p:oleObj name="Equation" r:id="rId13" imgW="55872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D8D2753-5FE7-42B1-A026-B75AEDE8C3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39952" y="339502"/>
                        <a:ext cx="558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638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2940AC74-4A9E-4D6A-A301-2C4791364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908" y="1173997"/>
            <a:ext cx="792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F4DC532-F4E8-4291-8C62-51B5245E2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908" y="450886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4</a:t>
            </a:r>
            <a:endParaRPr lang="zh-CN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AC23E5E-1EE7-41B3-9FC0-06E54B535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8159193"/>
              </p:ext>
            </p:extLst>
          </p:nvPr>
        </p:nvGraphicFramePr>
        <p:xfrm>
          <a:off x="1763688" y="267494"/>
          <a:ext cx="214596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63" name="Equation" r:id="rId3" imgW="2145960" imgH="799920" progId="Equation.DSMT4">
                  <p:embed/>
                </p:oleObj>
              </mc:Choice>
              <mc:Fallback>
                <p:oleObj name="Equation" r:id="rId3" imgW="2145960" imgH="79992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6156642C-9D58-4DD6-A34F-48FECD399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7494"/>
                        <a:ext cx="2145960" cy="79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7966F48-94E3-432A-95BC-E49C9CF3A6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5053413"/>
              </p:ext>
            </p:extLst>
          </p:nvPr>
        </p:nvGraphicFramePr>
        <p:xfrm>
          <a:off x="1528508" y="1249399"/>
          <a:ext cx="491472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64" name="Equation" r:id="rId5" imgW="4914720" imgH="380880" progId="Equation.DSMT4">
                  <p:embed/>
                </p:oleObj>
              </mc:Choice>
              <mc:Fallback>
                <p:oleObj name="Equation" r:id="rId5" imgW="4914720" imgH="38088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983FEFC2-122E-4079-9D83-8AC04B8056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508" y="1249399"/>
                        <a:ext cx="491472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124D0CAB-B6BE-4FA1-B380-4827564D8C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5145664"/>
              </p:ext>
            </p:extLst>
          </p:nvPr>
        </p:nvGraphicFramePr>
        <p:xfrm>
          <a:off x="450385" y="1920387"/>
          <a:ext cx="408924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65" name="Equation" r:id="rId7" imgW="4089240" imgH="876240" progId="Equation.DSMT4">
                  <p:embed/>
                </p:oleObj>
              </mc:Choice>
              <mc:Fallback>
                <p:oleObj name="Equation" r:id="rId7" imgW="4089240" imgH="87624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0D871505-B924-4238-8085-3E0DEFCAE6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85" y="1920387"/>
                        <a:ext cx="408924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7B566032-DAD6-4AD4-A43A-B21C64265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0822168"/>
              </p:ext>
            </p:extLst>
          </p:nvPr>
        </p:nvGraphicFramePr>
        <p:xfrm>
          <a:off x="1168831" y="3902756"/>
          <a:ext cx="187956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66" name="Equation" r:id="rId9" imgW="1879560" imgH="774360" progId="Equation.DSMT4">
                  <p:embed/>
                </p:oleObj>
              </mc:Choice>
              <mc:Fallback>
                <p:oleObj name="Equation" r:id="rId9" imgW="1879560" imgH="774360" progId="Equation.DSMT4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685F3715-2818-4E19-BD6F-B79D3E0BB2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831" y="3902756"/>
                        <a:ext cx="1879560" cy="773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829ECC5C-A08A-4DF3-88E7-DF55547DAC2F}"/>
              </a:ext>
            </a:extLst>
          </p:cNvPr>
          <p:cNvSpPr>
            <a:spLocks noChangeAspect="1"/>
          </p:cNvSpPr>
          <p:nvPr/>
        </p:nvSpPr>
        <p:spPr>
          <a:xfrm>
            <a:off x="2928879" y="738935"/>
            <a:ext cx="432000" cy="432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8796FCB-0CA2-4FD9-B144-A8A108654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905425"/>
              </p:ext>
            </p:extLst>
          </p:nvPr>
        </p:nvGraphicFramePr>
        <p:xfrm>
          <a:off x="1168831" y="2901615"/>
          <a:ext cx="2260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67" name="Equation" r:id="rId11" imgW="2260440" imgH="812520" progId="Equation.DSMT4">
                  <p:embed/>
                </p:oleObj>
              </mc:Choice>
              <mc:Fallback>
                <p:oleObj name="Equation" r:id="rId11" imgW="2260440" imgH="8125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F9D93B3-C6F9-478A-86B9-AA303CD94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68831" y="2901615"/>
                        <a:ext cx="2260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966788F-AC74-4AAF-A4CE-0B711130AB96}"/>
              </a:ext>
            </a:extLst>
          </p:cNvPr>
          <p:cNvSpPr/>
          <p:nvPr/>
        </p:nvSpPr>
        <p:spPr>
          <a:xfrm>
            <a:off x="4718437" y="3229345"/>
            <a:ext cx="2826600" cy="434025"/>
          </a:xfrm>
          <a:prstGeom prst="roundRect">
            <a:avLst/>
          </a:prstGeom>
          <a:gradFill>
            <a:gsLst>
              <a:gs pos="80000">
                <a:srgbClr val="0064FF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2400" b="1" dirty="0">
                <a:latin typeface="楷体" pitchFamily="49" charset="-122"/>
                <a:ea typeface="楷体" pitchFamily="49" charset="-122"/>
              </a:rPr>
              <a:t>消去分母中零因子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1EDC4C-E114-44BB-94EB-ABC68E5DCD80}"/>
              </a:ext>
            </a:extLst>
          </p:cNvPr>
          <p:cNvSpPr/>
          <p:nvPr/>
        </p:nvSpPr>
        <p:spPr>
          <a:xfrm>
            <a:off x="4878285" y="2003280"/>
            <a:ext cx="2381849" cy="434025"/>
          </a:xfrm>
          <a:prstGeom prst="roundRect">
            <a:avLst/>
          </a:prstGeom>
          <a:gradFill>
            <a:gsLst>
              <a:gs pos="80000">
                <a:srgbClr val="0064FF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2400" b="1" dirty="0">
                <a:latin typeface="楷体" pitchFamily="49" charset="-122"/>
                <a:ea typeface="楷体" pitchFamily="49" charset="-122"/>
              </a:rPr>
              <a:t>分子</a:t>
            </a:r>
            <a:r>
              <a:rPr kumimoji="1" lang="en-US" altLang="zh-CN" sz="2400" b="1" dirty="0">
                <a:latin typeface="楷体" pitchFamily="49" charset="-122"/>
                <a:ea typeface="楷体" pitchFamily="49" charset="-122"/>
              </a:rPr>
              <a:t>(</a:t>
            </a:r>
            <a:r>
              <a:rPr kumimoji="1" lang="zh-CN" altLang="en-US" sz="2400" b="1" dirty="0">
                <a:latin typeface="楷体" pitchFamily="49" charset="-122"/>
                <a:ea typeface="楷体" pitchFamily="49" charset="-122"/>
              </a:rPr>
              <a:t>母</a:t>
            </a:r>
            <a:r>
              <a:rPr kumimoji="1" lang="en-US" altLang="zh-CN" sz="2400" b="1" dirty="0">
                <a:latin typeface="楷体" pitchFamily="49" charset="-122"/>
                <a:ea typeface="楷体" pitchFamily="49" charset="-122"/>
              </a:rPr>
              <a:t>)</a:t>
            </a:r>
            <a:r>
              <a:rPr kumimoji="1" lang="zh-CN" altLang="en-US" sz="2400" b="1" dirty="0">
                <a:latin typeface="楷体" pitchFamily="49" charset="-122"/>
                <a:ea typeface="楷体" pitchFamily="49" charset="-122"/>
              </a:rPr>
              <a:t>有理化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C6D21FA-ABEB-4C56-96A5-AD9393C111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523475"/>
              </p:ext>
            </p:extLst>
          </p:nvPr>
        </p:nvGraphicFramePr>
        <p:xfrm>
          <a:off x="3206348" y="3927362"/>
          <a:ext cx="60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68" name="Equation" r:id="rId13" imgW="609480" imgH="723600" progId="Equation.DSMT4">
                  <p:embed/>
                </p:oleObj>
              </mc:Choice>
              <mc:Fallback>
                <p:oleObj name="Equation" r:id="rId13" imgW="60948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3582E56-C0E8-4383-BBA5-EC5200FE3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06348" y="3927362"/>
                        <a:ext cx="609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1C01030F-F8A5-4060-B967-13350B429C18}"/>
              </a:ext>
            </a:extLst>
          </p:cNvPr>
          <p:cNvGrpSpPr/>
          <p:nvPr/>
        </p:nvGrpSpPr>
        <p:grpSpPr>
          <a:xfrm>
            <a:off x="4231276" y="312699"/>
            <a:ext cx="1837934" cy="736600"/>
            <a:chOff x="4355976" y="514350"/>
            <a:chExt cx="1837934" cy="736600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2832DF1-F114-40DF-A852-08A8AD52B9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4520592"/>
                </p:ext>
              </p:extLst>
            </p:nvPr>
          </p:nvGraphicFramePr>
          <p:xfrm>
            <a:off x="4355976" y="514350"/>
            <a:ext cx="558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69" name="Equation" r:id="rId15" imgW="558720" imgH="736560" progId="Equation.DSMT4">
                    <p:embed/>
                  </p:oleObj>
                </mc:Choice>
                <mc:Fallback>
                  <p:oleObj name="Equation" r:id="rId15" imgW="558720" imgH="7365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A309E5E-6B02-4DB1-A00B-CB65FBBA52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55976" y="514350"/>
                          <a:ext cx="558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1C2FEEF-BDEB-43A4-A0FD-4F89A85302EF}"/>
                </a:ext>
              </a:extLst>
            </p:cNvPr>
            <p:cNvSpPr txBox="1"/>
            <p:nvPr/>
          </p:nvSpPr>
          <p:spPr>
            <a:xfrm>
              <a:off x="4825758" y="616504"/>
              <a:ext cx="1368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未定式</a:t>
              </a:r>
            </a:p>
          </p:txBody>
        </p:sp>
      </p:grpSp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92C585C0-8BA8-4921-A8B1-BA352762622F}"/>
              </a:ext>
            </a:extLst>
          </p:cNvPr>
          <p:cNvSpPr/>
          <p:nvPr/>
        </p:nvSpPr>
        <p:spPr>
          <a:xfrm>
            <a:off x="7471636" y="1954068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97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0" grpId="0" animBg="1"/>
      <p:bldP spid="11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CAF43D6-5A2E-4939-9AB5-8003B5880234}"/>
              </a:ext>
            </a:extLst>
          </p:cNvPr>
          <p:cNvSpPr txBox="1">
            <a:spLocks noChangeArrowheads="1"/>
          </p:cNvSpPr>
          <p:nvPr/>
        </p:nvSpPr>
        <p:spPr>
          <a:xfrm>
            <a:off x="1043608" y="483518"/>
            <a:ext cx="1721420" cy="48338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5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33192354-D5DA-44AA-B2C2-341211180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9" y="1274270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6AAB395A-A7ED-48EB-BF6F-58A5950AD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079" y="1277752"/>
            <a:ext cx="24410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分子分母同除以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C725CDF0-A3DF-4761-81C4-F2498EA39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7495" y="1274270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得</a:t>
            </a:r>
          </a:p>
        </p:txBody>
      </p:sp>
      <p:graphicFrame>
        <p:nvGraphicFramePr>
          <p:cNvPr id="6" name="Object 35">
            <a:extLst>
              <a:ext uri="{FF2B5EF4-FFF2-40B4-BE49-F238E27FC236}">
                <a16:creationId xmlns:a16="http://schemas.microsoft.com/office/drawing/2014/main" id="{AB31A300-B84E-4B58-B869-033FE0CA2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077858"/>
              </p:ext>
            </p:extLst>
          </p:nvPr>
        </p:nvGraphicFramePr>
        <p:xfrm>
          <a:off x="2118430" y="338655"/>
          <a:ext cx="20701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1" name="Equation" r:id="rId3" imgW="2070000" imgH="774360" progId="Equation.DSMT4">
                  <p:embed/>
                </p:oleObj>
              </mc:Choice>
              <mc:Fallback>
                <p:oleObj name="Equation" r:id="rId3" imgW="2070000" imgH="774360" progId="Equation.DSMT4">
                  <p:embed/>
                  <p:pic>
                    <p:nvPicPr>
                      <p:cNvPr id="8" name="Object 35">
                        <a:extLst>
                          <a:ext uri="{FF2B5EF4-FFF2-40B4-BE49-F238E27FC236}">
                            <a16:creationId xmlns:a16="http://schemas.microsoft.com/office/drawing/2014/main" id="{03EAFCFF-BAFE-49A4-9B78-680C4B69C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430" y="338655"/>
                        <a:ext cx="20701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5">
            <a:extLst>
              <a:ext uri="{FF2B5EF4-FFF2-40B4-BE49-F238E27FC236}">
                <a16:creationId xmlns:a16="http://schemas.microsoft.com/office/drawing/2014/main" id="{2CB6A3C9-ADD3-4858-9265-5E5DF390B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65232"/>
              </p:ext>
            </p:extLst>
          </p:nvPr>
        </p:nvGraphicFramePr>
        <p:xfrm>
          <a:off x="3902335" y="1333652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2" name="Equation" r:id="rId5" imgW="457200" imgH="342720" progId="Equation.DSMT4">
                  <p:embed/>
                </p:oleObj>
              </mc:Choice>
              <mc:Fallback>
                <p:oleObj name="Equation" r:id="rId5" imgW="457200" imgH="342720" progId="Equation.DSMT4">
                  <p:embed/>
                  <p:pic>
                    <p:nvPicPr>
                      <p:cNvPr id="13" name="Object 35">
                        <a:extLst>
                          <a:ext uri="{FF2B5EF4-FFF2-40B4-BE49-F238E27FC236}">
                            <a16:creationId xmlns:a16="http://schemas.microsoft.com/office/drawing/2014/main" id="{FE210DBC-F54D-43F6-B109-9B4C371FB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335" y="1333652"/>
                        <a:ext cx="4572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5">
            <a:extLst>
              <a:ext uri="{FF2B5EF4-FFF2-40B4-BE49-F238E27FC236}">
                <a16:creationId xmlns:a16="http://schemas.microsoft.com/office/drawing/2014/main" id="{4CBFDC29-581F-4D8F-BF26-92406579C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45106"/>
              </p:ext>
            </p:extLst>
          </p:nvPr>
        </p:nvGraphicFramePr>
        <p:xfrm>
          <a:off x="589967" y="1840896"/>
          <a:ext cx="431800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3" name="Equation" r:id="rId7" imgW="4317840" imgH="1447560" progId="Equation.DSMT4">
                  <p:embed/>
                </p:oleObj>
              </mc:Choice>
              <mc:Fallback>
                <p:oleObj name="Equation" r:id="rId7" imgW="4317840" imgH="1447560" progId="Equation.DSMT4">
                  <p:embed/>
                  <p:pic>
                    <p:nvPicPr>
                      <p:cNvPr id="14" name="Object 35">
                        <a:extLst>
                          <a:ext uri="{FF2B5EF4-FFF2-40B4-BE49-F238E27FC236}">
                            <a16:creationId xmlns:a16="http://schemas.microsoft.com/office/drawing/2014/main" id="{BFFC48CD-FA64-4D4F-ABED-72FBE113DD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67" y="1840896"/>
                        <a:ext cx="4318000" cy="1444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265C965-3DC6-419F-9582-32CEA2B39C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896158"/>
              </p:ext>
            </p:extLst>
          </p:nvPr>
        </p:nvGraphicFramePr>
        <p:xfrm>
          <a:off x="4567246" y="359458"/>
          <a:ext cx="1562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4" name="Equation" r:id="rId9" imgW="1562040" imgH="723600" progId="Equation.DSMT4">
                  <p:embed/>
                </p:oleObj>
              </mc:Choice>
              <mc:Fallback>
                <p:oleObj name="Equation" r:id="rId9" imgW="156204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45AAD625-5958-4BFB-BCE6-F2A3A5E3D7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67246" y="359458"/>
                        <a:ext cx="1562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28148C9-AFA9-4C14-9460-C50C2532D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978554"/>
              </p:ext>
            </p:extLst>
          </p:nvPr>
        </p:nvGraphicFramePr>
        <p:xfrm>
          <a:off x="4966394" y="2194908"/>
          <a:ext cx="59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5" name="Equation" r:id="rId11" imgW="596880" imgH="736560" progId="Equation.DSMT4">
                  <p:embed/>
                </p:oleObj>
              </mc:Choice>
              <mc:Fallback>
                <p:oleObj name="Equation" r:id="rId11" imgW="59688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4D4CD9E-C344-4EB3-ADA9-40EFFFDE75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66394" y="2194908"/>
                        <a:ext cx="59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16832FD-408F-4125-A82D-BDF0C5F052E4}"/>
              </a:ext>
            </a:extLst>
          </p:cNvPr>
          <p:cNvSpPr/>
          <p:nvPr/>
        </p:nvSpPr>
        <p:spPr>
          <a:xfrm>
            <a:off x="6316965" y="2222548"/>
            <a:ext cx="1796095" cy="434025"/>
          </a:xfrm>
          <a:prstGeom prst="roundRect">
            <a:avLst/>
          </a:prstGeom>
          <a:gradFill>
            <a:gsLst>
              <a:gs pos="80000">
                <a:srgbClr val="0064FF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zh-CN" sz="2400" b="1" dirty="0">
                <a:latin typeface="楷体" pitchFamily="49" charset="-122"/>
                <a:ea typeface="楷体" pitchFamily="49" charset="-122"/>
              </a:rPr>
              <a:t>无穷小分出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D7378FA2-934F-428D-A695-FB2350E3D93A}"/>
              </a:ext>
            </a:extLst>
          </p:cNvPr>
          <p:cNvSpPr/>
          <p:nvPr/>
        </p:nvSpPr>
        <p:spPr>
          <a:xfrm>
            <a:off x="8333028" y="2194908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0DFE5F29-231F-4B40-8C46-89841713D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396" y="3768938"/>
            <a:ext cx="1428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</a:t>
            </a:r>
            <a:endParaRPr kumimoji="1"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257ABF7-8D9C-472B-ACE8-F29545FDD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022097"/>
              </p:ext>
            </p:extLst>
          </p:nvPr>
        </p:nvGraphicFramePr>
        <p:xfrm>
          <a:off x="1855106" y="3641662"/>
          <a:ext cx="1917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6" name="Equation" r:id="rId13" imgW="1917360" imgH="774360" progId="Equation.DSMT4">
                  <p:embed/>
                </p:oleObj>
              </mc:Choice>
              <mc:Fallback>
                <p:oleObj name="Equation" r:id="rId13" imgW="1917360" imgH="774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5C32769C-0B7D-4D80-818F-FB3B867D36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55106" y="3641662"/>
                        <a:ext cx="1917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90E5043-8A99-423C-BE7E-A81D630A3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710498"/>
              </p:ext>
            </p:extLst>
          </p:nvPr>
        </p:nvGraphicFramePr>
        <p:xfrm>
          <a:off x="3828467" y="3336242"/>
          <a:ext cx="2159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7" name="Equation" r:id="rId15" imgW="2158920" imgH="1447560" progId="Equation.DSMT4">
                  <p:embed/>
                </p:oleObj>
              </mc:Choice>
              <mc:Fallback>
                <p:oleObj name="Equation" r:id="rId15" imgW="2158920" imgH="1447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D3512C9-15FC-4403-8AD4-E07F6A305B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28467" y="3336242"/>
                        <a:ext cx="21590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AD95649-3206-4A86-9A11-39AA804FA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313118"/>
              </p:ext>
            </p:extLst>
          </p:nvPr>
        </p:nvGraphicFramePr>
        <p:xfrm>
          <a:off x="6060516" y="3691337"/>
          <a:ext cx="106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38" name="Equation" r:id="rId17" imgW="1066680" imgH="723600" progId="Equation.DSMT4">
                  <p:embed/>
                </p:oleObj>
              </mc:Choice>
              <mc:Fallback>
                <p:oleObj name="Equation" r:id="rId17" imgW="1066680" imgH="7236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4DE4ECB4-A996-404E-9A17-19AF231B90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60516" y="3691337"/>
                        <a:ext cx="1066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4D1526C7-D66E-4A16-B00D-3F9179CA130F}"/>
              </a:ext>
            </a:extLst>
          </p:cNvPr>
          <p:cNvSpPr/>
          <p:nvPr/>
        </p:nvSpPr>
        <p:spPr>
          <a:xfrm>
            <a:off x="8333027" y="3659190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22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 animBg="1"/>
      <p:bldP spid="12" grpId="0" animBg="1"/>
      <p:bldP spid="13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77D3788-5270-47FE-879B-A1BE52679F14}"/>
              </a:ext>
            </a:extLst>
          </p:cNvPr>
          <p:cNvSpPr txBox="1">
            <a:spLocks noChangeArrowheads="1"/>
          </p:cNvSpPr>
          <p:nvPr/>
        </p:nvSpPr>
        <p:spPr>
          <a:xfrm>
            <a:off x="1043608" y="339502"/>
            <a:ext cx="2736304" cy="50405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一般有如下结果：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35">
            <a:extLst>
              <a:ext uri="{FF2B5EF4-FFF2-40B4-BE49-F238E27FC236}">
                <a16:creationId xmlns:a16="http://schemas.microsoft.com/office/drawing/2014/main" id="{D1309052-7F1F-4DAB-86F5-DC566FB20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861138"/>
              </p:ext>
            </p:extLst>
          </p:nvPr>
        </p:nvGraphicFramePr>
        <p:xfrm>
          <a:off x="3610703" y="417547"/>
          <a:ext cx="441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28" name="Equation" r:id="rId3" imgW="4419360" imgH="393480" progId="Equation.DSMT4">
                  <p:embed/>
                </p:oleObj>
              </mc:Choice>
              <mc:Fallback>
                <p:oleObj name="Equation" r:id="rId3" imgW="4419360" imgH="393480" progId="Equation.DSMT4">
                  <p:embed/>
                  <p:pic>
                    <p:nvPicPr>
                      <p:cNvPr id="5" name="Object 35">
                        <a:extLst>
                          <a:ext uri="{FF2B5EF4-FFF2-40B4-BE49-F238E27FC236}">
                            <a16:creationId xmlns:a16="http://schemas.microsoft.com/office/drawing/2014/main" id="{62D2CA7C-DF4B-4B9C-985D-A46A26387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0703" y="417547"/>
                        <a:ext cx="4419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9BEF29C-1983-428F-B827-1B42D7ADA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325233"/>
              </p:ext>
            </p:extLst>
          </p:nvPr>
        </p:nvGraphicFramePr>
        <p:xfrm>
          <a:off x="579512" y="1674139"/>
          <a:ext cx="320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29" name="Equation" r:id="rId5" imgW="3200400" imgH="850680" progId="Equation.DSMT4">
                  <p:embed/>
                </p:oleObj>
              </mc:Choice>
              <mc:Fallback>
                <p:oleObj name="Equation" r:id="rId5" imgW="3200400" imgH="8506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BBE8D11-1F61-4C53-BF7B-39AD1071A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12" y="1674139"/>
                        <a:ext cx="32004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23E1ECB-1875-4EF3-B980-4737512129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903644"/>
              </p:ext>
            </p:extLst>
          </p:nvPr>
        </p:nvGraphicFramePr>
        <p:xfrm>
          <a:off x="3851920" y="1169318"/>
          <a:ext cx="27559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30" name="Equation" r:id="rId7" imgW="2755800" imgH="1854000" progId="Equation.DSMT4">
                  <p:embed/>
                </p:oleObj>
              </mc:Choice>
              <mc:Fallback>
                <p:oleObj name="Equation" r:id="rId7" imgW="2755800" imgH="18540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340856F-0B67-462B-9B0D-2E303B69CF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51920" y="1169318"/>
                        <a:ext cx="2755900" cy="185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72A4BD2-872A-4214-8CCB-9726C3926C7B}"/>
              </a:ext>
            </a:extLst>
          </p:cNvPr>
          <p:cNvSpPr/>
          <p:nvPr/>
        </p:nvSpPr>
        <p:spPr>
          <a:xfrm>
            <a:off x="1026674" y="1671691"/>
            <a:ext cx="648072" cy="8509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Object 35">
            <a:extLst>
              <a:ext uri="{FF2B5EF4-FFF2-40B4-BE49-F238E27FC236}">
                <a16:creationId xmlns:a16="http://schemas.microsoft.com/office/drawing/2014/main" id="{452E8D30-8798-41B7-8F43-279AC887A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305151"/>
              </p:ext>
            </p:extLst>
          </p:nvPr>
        </p:nvGraphicFramePr>
        <p:xfrm>
          <a:off x="1922462" y="3348533"/>
          <a:ext cx="25908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31" name="Equation" r:id="rId9" imgW="2590560" imgH="774360" progId="Equation.DSMT4">
                  <p:embed/>
                </p:oleObj>
              </mc:Choice>
              <mc:Fallback>
                <p:oleObj name="Equation" r:id="rId9" imgW="2590560" imgH="774360" progId="Equation.DSMT4">
                  <p:embed/>
                  <p:pic>
                    <p:nvPicPr>
                      <p:cNvPr id="16" name="Object 35">
                        <a:extLst>
                          <a:ext uri="{FF2B5EF4-FFF2-40B4-BE49-F238E27FC236}">
                            <a16:creationId xmlns:a16="http://schemas.microsoft.com/office/drawing/2014/main" id="{E8799DB2-9CFD-4E46-9FA1-707A455950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2" y="3348533"/>
                        <a:ext cx="25908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4E646D4-0A66-4BC9-9D5F-845A2A1B0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116713"/>
              </p:ext>
            </p:extLst>
          </p:nvPr>
        </p:nvGraphicFramePr>
        <p:xfrm>
          <a:off x="5652120" y="3329422"/>
          <a:ext cx="2514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32" name="Equation" r:id="rId11" imgW="2514600" imgH="774360" progId="Equation.DSMT4">
                  <p:embed/>
                </p:oleObj>
              </mc:Choice>
              <mc:Fallback>
                <p:oleObj name="Equation" r:id="rId11" imgW="2514600" imgH="7743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B9F1FE72-01CA-424C-B462-DB55AA0518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52120" y="3329422"/>
                        <a:ext cx="2514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1">
            <a:extLst>
              <a:ext uri="{FF2B5EF4-FFF2-40B4-BE49-F238E27FC236}">
                <a16:creationId xmlns:a16="http://schemas.microsoft.com/office/drawing/2014/main" id="{3D453913-D660-4C79-BA55-79BFC62FE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3504258"/>
            <a:ext cx="1428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</a:t>
            </a:r>
            <a:endParaRPr kumimoji="1"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32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ACEB38A8-1D5F-4536-8A29-D410B5A75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282" y="1290075"/>
            <a:ext cx="995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8B35929-DA05-4BF3-8642-D9E219CE85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1976933"/>
              </p:ext>
            </p:extLst>
          </p:nvPr>
        </p:nvGraphicFramePr>
        <p:xfrm>
          <a:off x="1627469" y="1352973"/>
          <a:ext cx="391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66" name="Equation" r:id="rId3" imgW="3911400" imgH="342720" progId="Equation.DSMT4">
                  <p:embed/>
                </p:oleObj>
              </mc:Choice>
              <mc:Fallback>
                <p:oleObj name="Equation" r:id="rId3" imgW="3911400" imgH="3427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5B402AED-E70F-48FF-83D9-51D007BC3C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469" y="1352973"/>
                        <a:ext cx="391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3A1D09BB-B3A6-42FD-822E-DF095F5E8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39502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6</a:t>
            </a:r>
            <a:endParaRPr lang="zh-CN" altLang="en-US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BD7BF3CC-FA0F-426E-967A-ED2BD209B4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2525151"/>
              </p:ext>
            </p:extLst>
          </p:nvPr>
        </p:nvGraphicFramePr>
        <p:xfrm>
          <a:off x="1707962" y="261547"/>
          <a:ext cx="267948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67" name="Equation" r:id="rId5" imgW="2679480" imgH="736560" progId="Equation.DSMT4">
                  <p:embed/>
                </p:oleObj>
              </mc:Choice>
              <mc:Fallback>
                <p:oleObj name="Equation" r:id="rId5" imgW="2679480" imgH="73656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FEBF4776-9238-4147-98A5-87008A893A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962" y="261547"/>
                        <a:ext cx="267948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DAD57A7-1498-438A-A471-3FBE0CF38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747764"/>
              </p:ext>
            </p:extLst>
          </p:nvPr>
        </p:nvGraphicFramePr>
        <p:xfrm>
          <a:off x="4642412" y="456809"/>
          <a:ext cx="198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68" name="Equation" r:id="rId7" imgW="1981080" imgH="342720" progId="Equation.DSMT4">
                  <p:embed/>
                </p:oleObj>
              </mc:Choice>
              <mc:Fallback>
                <p:oleObj name="Equation" r:id="rId7" imgW="198108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CB5BF07-CCAC-4670-9594-61D945479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2412" y="456809"/>
                        <a:ext cx="198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2C11AA1F-65C1-4E4D-AF32-A030BE8BBC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549386"/>
              </p:ext>
            </p:extLst>
          </p:nvPr>
        </p:nvGraphicFramePr>
        <p:xfrm>
          <a:off x="585817" y="2083833"/>
          <a:ext cx="499104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69" name="Equation" r:id="rId9" imgW="4991040" imgH="825480" progId="Equation.DSMT4">
                  <p:embed/>
                </p:oleObj>
              </mc:Choice>
              <mc:Fallback>
                <p:oleObj name="Equation" r:id="rId9" imgW="4991040" imgH="825480" progId="Equation.DSMT4">
                  <p:embed/>
                  <p:pic>
                    <p:nvPicPr>
                      <p:cNvPr id="15" name="Object 7">
                        <a:extLst>
                          <a:ext uri="{FF2B5EF4-FFF2-40B4-BE49-F238E27FC236}">
                            <a16:creationId xmlns:a16="http://schemas.microsoft.com/office/drawing/2014/main" id="{21E0ECAF-FBF3-4E73-9DE6-15168A624C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17" y="2083833"/>
                        <a:ext cx="4991040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82A58F7-AEDF-4A25-8571-341DE9013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801000"/>
              </p:ext>
            </p:extLst>
          </p:nvPr>
        </p:nvGraphicFramePr>
        <p:xfrm>
          <a:off x="5925302" y="2116988"/>
          <a:ext cx="148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0" name="Equation" r:id="rId11" imgW="1485720" imgH="736560" progId="Equation.DSMT4">
                  <p:embed/>
                </p:oleObj>
              </mc:Choice>
              <mc:Fallback>
                <p:oleObj name="Equation" r:id="rId11" imgW="148572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E87FA5A-6711-46DC-A284-3BB0AF4C5B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25302" y="2116988"/>
                        <a:ext cx="148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25C7FF3-B8F2-40E1-980F-008DFB1234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61862"/>
              </p:ext>
            </p:extLst>
          </p:nvPr>
        </p:nvGraphicFramePr>
        <p:xfrm>
          <a:off x="1707962" y="3401426"/>
          <a:ext cx="2781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1" name="Equation" r:id="rId13" imgW="2781000" imgH="787320" progId="Equation.DSMT4">
                  <p:embed/>
                </p:oleObj>
              </mc:Choice>
              <mc:Fallback>
                <p:oleObj name="Equation" r:id="rId13" imgW="2781000" imgH="787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84677E8-990A-4E2C-8BAF-668943F9E5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07962" y="3401426"/>
                        <a:ext cx="2781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0D93175-7FC0-4DA0-B0EC-694EBF5CF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840745"/>
              </p:ext>
            </p:extLst>
          </p:nvPr>
        </p:nvGraphicFramePr>
        <p:xfrm>
          <a:off x="4578632" y="3401426"/>
          <a:ext cx="203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2" name="Equation" r:id="rId15" imgW="2031840" imgH="736560" progId="Equation.DSMT4">
                  <p:embed/>
                </p:oleObj>
              </mc:Choice>
              <mc:Fallback>
                <p:oleObj name="Equation" r:id="rId15" imgW="2031840" imgH="736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BD9B01B6-0A68-4745-8E56-C50CFB530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8632" y="3401426"/>
                        <a:ext cx="2032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3B0AB16-03F7-4D9C-9015-556E7EEBE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891810"/>
              </p:ext>
            </p:extLst>
          </p:nvPr>
        </p:nvGraphicFramePr>
        <p:xfrm>
          <a:off x="6700002" y="3623676"/>
          <a:ext cx="71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3" name="Equation" r:id="rId17" imgW="711000" imgH="342720" progId="Equation.DSMT4">
                  <p:embed/>
                </p:oleObj>
              </mc:Choice>
              <mc:Fallback>
                <p:oleObj name="Equation" r:id="rId17" imgW="71100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1530A413-962B-4E5D-AF0C-14BA0CE96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00002" y="3623676"/>
                        <a:ext cx="71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3EABEF1-4677-4145-B927-9AF8D472F6E6}"/>
              </a:ext>
            </a:extLst>
          </p:cNvPr>
          <p:cNvSpPr/>
          <p:nvPr/>
        </p:nvSpPr>
        <p:spPr>
          <a:xfrm>
            <a:off x="6133198" y="1315701"/>
            <a:ext cx="922404" cy="430805"/>
          </a:xfrm>
          <a:prstGeom prst="roundRect">
            <a:avLst/>
          </a:prstGeom>
          <a:gradFill>
            <a:gsLst>
              <a:gs pos="80000">
                <a:srgbClr val="0064FF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通分</a:t>
            </a:r>
          </a:p>
        </p:txBody>
      </p:sp>
    </p:spTree>
    <p:extLst>
      <p:ext uri="{BB962C8B-B14F-4D97-AF65-F5344CB8AC3E}">
        <p14:creationId xmlns:p14="http://schemas.microsoft.com/office/powerpoint/2010/main" val="379463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F80BC9C-5A3C-4AA6-8C75-4EDC91D1F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484" y="1603613"/>
            <a:ext cx="995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823EAD51-A557-4739-95C0-12F8FC541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903" y="500449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7</a:t>
            </a:r>
            <a:endParaRPr lang="zh-CN" altLang="en-US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2C19FC2B-9B4A-4719-A36C-2C35C2AB05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0719251"/>
              </p:ext>
            </p:extLst>
          </p:nvPr>
        </p:nvGraphicFramePr>
        <p:xfrm>
          <a:off x="1691680" y="483518"/>
          <a:ext cx="44450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2" name="Equation" r:id="rId3" imgW="4444920" imgH="583920" progId="Equation.DSMT4">
                  <p:embed/>
                </p:oleObj>
              </mc:Choice>
              <mc:Fallback>
                <p:oleObj name="Equation" r:id="rId3" imgW="4444920" imgH="58392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FEBE72B7-002F-40FB-AEE3-C996DDC98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83518"/>
                        <a:ext cx="44450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2C3E8BC-6629-4118-9CC1-AD0CCCFB2D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936980"/>
              </p:ext>
            </p:extLst>
          </p:nvPr>
        </p:nvGraphicFramePr>
        <p:xfrm>
          <a:off x="6394905" y="527052"/>
          <a:ext cx="198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3" name="Equation" r:id="rId5" imgW="1981080" imgH="342720" progId="Equation.DSMT4">
                  <p:embed/>
                </p:oleObj>
              </mc:Choice>
              <mc:Fallback>
                <p:oleObj name="Equation" r:id="rId5" imgW="19810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878E349-D62E-43FF-BFB2-3F1A240FB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94905" y="527052"/>
                        <a:ext cx="198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9180BAE2-432E-482F-A278-B55AF3F127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823891"/>
              </p:ext>
            </p:extLst>
          </p:nvPr>
        </p:nvGraphicFramePr>
        <p:xfrm>
          <a:off x="1606039" y="1498384"/>
          <a:ext cx="47244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4" name="Equation" r:id="rId7" imgW="4724280" imgH="812520" progId="Equation.DSMT4">
                  <p:embed/>
                </p:oleObj>
              </mc:Choice>
              <mc:Fallback>
                <p:oleObj name="Equation" r:id="rId7" imgW="4724280" imgH="81252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D6901CFB-6A69-4A02-94F1-FE0C657B4D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039" y="1498384"/>
                        <a:ext cx="47244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28A3106-6F86-4EBE-80D7-F959093A20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913101"/>
              </p:ext>
            </p:extLst>
          </p:nvPr>
        </p:nvGraphicFramePr>
        <p:xfrm>
          <a:off x="6293993" y="3189012"/>
          <a:ext cx="57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5" name="Equation" r:id="rId9" imgW="571320" imgH="342720" progId="Equation.DSMT4">
                  <p:embed/>
                </p:oleObj>
              </mc:Choice>
              <mc:Fallback>
                <p:oleObj name="Equation" r:id="rId9" imgW="57132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893D410-9208-4919-8920-3F6BA6CCCD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93993" y="3189012"/>
                        <a:ext cx="571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4FFEDCD-413E-4A40-A89A-23CE97C4B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150106"/>
              </p:ext>
            </p:extLst>
          </p:nvPr>
        </p:nvGraphicFramePr>
        <p:xfrm>
          <a:off x="4273205" y="1498384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6" name="Equation" r:id="rId11" imgW="749160" imgH="279360" progId="Equation.DSMT4">
                  <p:embed/>
                </p:oleObj>
              </mc:Choice>
              <mc:Fallback>
                <p:oleObj name="Equation" r:id="rId11" imgW="749160" imgH="2793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CF04514-978F-426C-B5BF-5252A17EDC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73205" y="1498384"/>
                        <a:ext cx="749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AB0F660-48CF-497D-9CCD-8C432BC4EC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442132"/>
              </p:ext>
            </p:extLst>
          </p:nvPr>
        </p:nvGraphicFramePr>
        <p:xfrm>
          <a:off x="6674305" y="1498384"/>
          <a:ext cx="1562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7" name="Equation" r:id="rId13" imgW="1562040" imgH="723600" progId="Equation.DSMT4">
                  <p:embed/>
                </p:oleObj>
              </mc:Choice>
              <mc:Fallback>
                <p:oleObj name="Equation" r:id="rId13" imgW="156204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EBC6E6F-9DCB-4952-9488-6CD9DED755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74305" y="1498384"/>
                        <a:ext cx="1562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F8A28E0-2103-44D8-9527-884AC7E89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126849"/>
              </p:ext>
            </p:extLst>
          </p:nvPr>
        </p:nvGraphicFramePr>
        <p:xfrm>
          <a:off x="2249641" y="2625980"/>
          <a:ext cx="38481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8" name="Equation" r:id="rId15" imgW="3848040" imgH="1536480" progId="Equation.DSMT4">
                  <p:embed/>
                </p:oleObj>
              </mc:Choice>
              <mc:Fallback>
                <p:oleObj name="Equation" r:id="rId15" imgW="3848040" imgH="1536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785141A-2306-4763-949B-F7297C1D39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49641" y="2625980"/>
                        <a:ext cx="3848100" cy="153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460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ECAE3926-A882-4C47-B703-2DA210FF88A9}"/>
              </a:ext>
            </a:extLst>
          </p:cNvPr>
          <p:cNvSpPr txBox="1"/>
          <p:nvPr/>
        </p:nvSpPr>
        <p:spPr>
          <a:xfrm>
            <a:off x="1043608" y="267494"/>
            <a:ext cx="4844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二、复合函数的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极限运算法则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704E1CC-6CEA-43F2-BA65-92E041EFC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087816"/>
            <a:ext cx="2144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2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设函数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A37FAF-D130-4AC6-9BD8-A8555022A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450" y="2451025"/>
            <a:ext cx="5163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且</a:t>
            </a:r>
            <a:r>
              <a:rPr kumimoji="1" lang="zh-CN" altLang="en-US" sz="2400" b="1" i="1" dirty="0">
                <a:latin typeface="宋体" panose="02010600030101010101" pitchFamily="2" charset="-122"/>
              </a:rPr>
              <a:t> 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2B6D66B1-D8AE-462A-BFDD-7CCE82F7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49" y="3253831"/>
            <a:ext cx="664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有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A9AFF9A4-2CCD-4EE8-9656-9A6A2FDF1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329791"/>
              </p:ext>
            </p:extLst>
          </p:nvPr>
        </p:nvGraphicFramePr>
        <p:xfrm>
          <a:off x="912094" y="3339477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08" name="Equation" r:id="rId3" imgW="1307880" imgH="380880" progId="Equation.DSMT4">
                  <p:embed/>
                </p:oleObj>
              </mc:Choice>
              <mc:Fallback>
                <p:oleObj name="Equation" r:id="rId3" imgW="1307880" imgH="380880" progId="Equation.DSMT4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A9AFF9A4-2CCD-4EE8-9656-9A6A2FDF1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94" y="3339477"/>
                        <a:ext cx="1308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>
            <a:extLst>
              <a:ext uri="{FF2B5EF4-FFF2-40B4-BE49-F238E27FC236}">
                <a16:creationId xmlns:a16="http://schemas.microsoft.com/office/drawing/2014/main" id="{1CCD6818-E4C3-4688-8CFB-6A8D14C7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205" y="3253831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则有</a:t>
            </a:r>
          </a:p>
        </p:txBody>
      </p:sp>
      <p:sp>
        <p:nvSpPr>
          <p:cNvPr id="8" name="Text Box 26">
            <a:extLst>
              <a:ext uri="{FF2B5EF4-FFF2-40B4-BE49-F238E27FC236}">
                <a16:creationId xmlns:a16="http://schemas.microsoft.com/office/drawing/2014/main" id="{79395392-2B7E-4B39-B503-172397094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800" y="2443373"/>
            <a:ext cx="514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当</a:t>
            </a:r>
          </a:p>
        </p:txBody>
      </p:sp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0E185047-278A-48BE-B303-062AF6C0F8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450764"/>
              </p:ext>
            </p:extLst>
          </p:nvPr>
        </p:nvGraphicFramePr>
        <p:xfrm>
          <a:off x="921830" y="2546210"/>
          <a:ext cx="1778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09" name="Equation" r:id="rId5" imgW="1777680" imgH="520560" progId="Equation.DSMT4">
                  <p:embed/>
                </p:oleObj>
              </mc:Choice>
              <mc:Fallback>
                <p:oleObj name="Equation" r:id="rId5" imgW="1777680" imgH="520560" progId="Equation.DSMT4">
                  <p:embed/>
                  <p:pic>
                    <p:nvPicPr>
                      <p:cNvPr id="9" name="Object 13">
                        <a:extLst>
                          <a:ext uri="{FF2B5EF4-FFF2-40B4-BE49-F238E27FC236}">
                            <a16:creationId xmlns:a16="http://schemas.microsoft.com/office/drawing/2014/main" id="{0E185047-278A-48BE-B303-062AF6C0F8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830" y="2546210"/>
                        <a:ext cx="1778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C01A5224-EC7D-4E66-AC48-2E18D70F2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959608"/>
              </p:ext>
            </p:extLst>
          </p:nvPr>
        </p:nvGraphicFramePr>
        <p:xfrm>
          <a:off x="6579188" y="2353890"/>
          <a:ext cx="2044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0" name="Equation" r:id="rId7" imgW="2044440" imgH="558720" progId="Equation.DSMT4">
                  <p:embed/>
                </p:oleObj>
              </mc:Choice>
              <mc:Fallback>
                <p:oleObj name="Equation" r:id="rId7" imgW="2044440" imgH="55872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C01A5224-EC7D-4E66-AC48-2E18D70F2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9188" y="2353890"/>
                        <a:ext cx="20447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5">
            <a:extLst>
              <a:ext uri="{FF2B5EF4-FFF2-40B4-BE49-F238E27FC236}">
                <a16:creationId xmlns:a16="http://schemas.microsoft.com/office/drawing/2014/main" id="{50F901B7-C979-46B3-8705-0CA8239547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048657"/>
              </p:ext>
            </p:extLst>
          </p:nvPr>
        </p:nvGraphicFramePr>
        <p:xfrm>
          <a:off x="5055300" y="2531690"/>
          <a:ext cx="1079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1" name="Equation" r:id="rId9" imgW="1079280" imgH="380880" progId="Equation.DSMT4">
                  <p:embed/>
                </p:oleObj>
              </mc:Choice>
              <mc:Fallback>
                <p:oleObj name="Equation" r:id="rId9" imgW="1079280" imgH="380880" progId="Equation.DSMT4">
                  <p:embed/>
                  <p:pic>
                    <p:nvPicPr>
                      <p:cNvPr id="11" name="Object 25">
                        <a:extLst>
                          <a:ext uri="{FF2B5EF4-FFF2-40B4-BE49-F238E27FC236}">
                            <a16:creationId xmlns:a16="http://schemas.microsoft.com/office/drawing/2014/main" id="{50F901B7-C979-46B3-8705-0CA8239547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5300" y="2531690"/>
                        <a:ext cx="1079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EB55172E-0C11-4650-8C5E-069F542F17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933833"/>
              </p:ext>
            </p:extLst>
          </p:nvPr>
        </p:nvGraphicFramePr>
        <p:xfrm>
          <a:off x="2784752" y="2546210"/>
          <a:ext cx="173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2" name="Equation" r:id="rId11" imgW="1739880" imgH="520560" progId="Equation.DSMT4">
                  <p:embed/>
                </p:oleObj>
              </mc:Choice>
              <mc:Fallback>
                <p:oleObj name="Equation" r:id="rId11" imgW="1739880" imgH="520560" progId="Equation.DSMT4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EB55172E-0C11-4650-8C5E-069F542F1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752" y="2546210"/>
                        <a:ext cx="1739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C4CF2300-E72B-41BF-9A57-3258B588C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655431"/>
              </p:ext>
            </p:extLst>
          </p:nvPr>
        </p:nvGraphicFramePr>
        <p:xfrm>
          <a:off x="2368999" y="3995266"/>
          <a:ext cx="3454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3" name="Equation" r:id="rId13" imgW="3454200" imgH="520560" progId="Equation.DSMT4">
                  <p:embed/>
                </p:oleObj>
              </mc:Choice>
              <mc:Fallback>
                <p:oleObj name="Equation" r:id="rId13" imgW="3454200" imgH="52056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C4CF2300-E72B-41BF-9A57-3258B588C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999" y="3995266"/>
                        <a:ext cx="3454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605467"/>
              </p:ext>
            </p:extLst>
          </p:nvPr>
        </p:nvGraphicFramePr>
        <p:xfrm>
          <a:off x="3038996" y="1211393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4" name="Equation" r:id="rId15" imgW="1473120" imgH="342720" progId="Equation.DSMT4">
                  <p:embed/>
                </p:oleObj>
              </mc:Choice>
              <mc:Fallback>
                <p:oleObj name="Equation" r:id="rId15" imgW="1473120" imgH="34272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996" y="1211393"/>
                        <a:ext cx="1473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7">
            <a:extLst>
              <a:ext uri="{FF2B5EF4-FFF2-40B4-BE49-F238E27FC236}">
                <a16:creationId xmlns:a16="http://schemas.microsoft.com/office/drawing/2014/main" id="{2B6D66B1-D8AE-462A-BFDD-7CCE82F7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041" y="1121336"/>
            <a:ext cx="17715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是由函数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957799"/>
              </p:ext>
            </p:extLst>
          </p:nvPr>
        </p:nvGraphicFramePr>
        <p:xfrm>
          <a:off x="5974184" y="1226820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5" name="Equation" r:id="rId17" imgW="1066680" imgH="342720" progId="Equation.DSMT4">
                  <p:embed/>
                </p:oleObj>
              </mc:Choice>
              <mc:Fallback>
                <p:oleObj name="Equation" r:id="rId17" imgW="1066680" imgH="34272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4184" y="1226820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>
            <a:extLst>
              <a:ext uri="{FF2B5EF4-FFF2-40B4-BE49-F238E27FC236}">
                <a16:creationId xmlns:a16="http://schemas.microsoft.com/office/drawing/2014/main" id="{2B6D66B1-D8AE-462A-BFDD-7CCE82F7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2005" y="1121336"/>
            <a:ext cx="17967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 与函数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01491"/>
              </p:ext>
            </p:extLst>
          </p:nvPr>
        </p:nvGraphicFramePr>
        <p:xfrm>
          <a:off x="538239" y="1884320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6" name="Equation" r:id="rId19" imgW="1104840" imgH="342720" progId="Equation.DSMT4">
                  <p:embed/>
                </p:oleObj>
              </mc:Choice>
              <mc:Fallback>
                <p:oleObj name="Equation" r:id="rId19" imgW="1104840" imgH="34272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239" y="1884320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7">
            <a:extLst>
              <a:ext uri="{FF2B5EF4-FFF2-40B4-BE49-F238E27FC236}">
                <a16:creationId xmlns:a16="http://schemas.microsoft.com/office/drawing/2014/main" id="{2B6D66B1-D8AE-462A-BFDD-7CCE82F7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44" y="1785359"/>
            <a:ext cx="1781720" cy="457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复合而成，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346783"/>
              </p:ext>
            </p:extLst>
          </p:nvPr>
        </p:nvGraphicFramePr>
        <p:xfrm>
          <a:off x="3105599" y="1878633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7" name="Equation" r:id="rId21" imgW="990360" imgH="342720" progId="Equation.DSMT4">
                  <p:embed/>
                </p:oleObj>
              </mc:Choice>
              <mc:Fallback>
                <p:oleObj name="Equation" r:id="rId21" imgW="990360" imgH="34272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599" y="1878633"/>
                        <a:ext cx="990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7">
            <a:extLst>
              <a:ext uri="{FF2B5EF4-FFF2-40B4-BE49-F238E27FC236}">
                <a16:creationId xmlns:a16="http://schemas.microsoft.com/office/drawing/2014/main" id="{2B6D66B1-D8AE-462A-BFDD-7CCE82F7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0616" y="1779966"/>
            <a:ext cx="876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在点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8542"/>
              </p:ext>
            </p:extLst>
          </p:nvPr>
        </p:nvGraphicFramePr>
        <p:xfrm>
          <a:off x="4775900" y="184553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18" name="Equation" r:id="rId23" imgW="279360" imgH="380880" progId="Equation.DSMT4">
                  <p:embed/>
                </p:oleObj>
              </mc:Choice>
              <mc:Fallback>
                <p:oleObj name="Equation" r:id="rId23" imgW="279360" imgH="38088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900" y="1845530"/>
                        <a:ext cx="279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7">
            <a:extLst>
              <a:ext uri="{FF2B5EF4-FFF2-40B4-BE49-F238E27FC236}">
                <a16:creationId xmlns:a16="http://schemas.microsoft.com/office/drawing/2014/main" id="{2B6D66B1-D8AE-462A-BFDD-7CCE82F7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677" y="1779965"/>
            <a:ext cx="3686779" cy="46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的某去心邻域内有定义，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49349" y="24523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若</a:t>
            </a:r>
            <a:endParaRPr kumimoji="1" lang="en-US" altLang="zh-CN" sz="2400" b="1" i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785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2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75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15" grpId="0"/>
      <p:bldP spid="17" grpId="0"/>
      <p:bldP spid="19" grpId="0"/>
      <p:bldP spid="21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0C236187-7178-444D-83FA-65181A2C9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093" y="3396485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取</a:t>
            </a:r>
          </a:p>
        </p:txBody>
      </p:sp>
      <p:graphicFrame>
        <p:nvGraphicFramePr>
          <p:cNvPr id="3" name="Object 33">
            <a:extLst>
              <a:ext uri="{FF2B5EF4-FFF2-40B4-BE49-F238E27FC236}">
                <a16:creationId xmlns:a16="http://schemas.microsoft.com/office/drawing/2014/main" id="{BB7CA09F-3411-4BCE-AEE2-27489F10D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148641"/>
              </p:ext>
            </p:extLst>
          </p:nvPr>
        </p:nvGraphicFramePr>
        <p:xfrm>
          <a:off x="799487" y="3490670"/>
          <a:ext cx="208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1" name="Equation" r:id="rId3" imgW="2082600" imgH="380880" progId="Equation.DSMT4">
                  <p:embed/>
                </p:oleObj>
              </mc:Choice>
              <mc:Fallback>
                <p:oleObj name="Equation" r:id="rId3" imgW="2082600" imgH="380880" progId="Equation.DSMT4">
                  <p:embed/>
                  <p:pic>
                    <p:nvPicPr>
                      <p:cNvPr id="3" name="Object 33">
                        <a:extLst>
                          <a:ext uri="{FF2B5EF4-FFF2-40B4-BE49-F238E27FC236}">
                            <a16:creationId xmlns:a16="http://schemas.microsoft.com/office/drawing/2014/main" id="{BB7CA09F-3411-4BCE-AEE2-27489F10DC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487" y="3490670"/>
                        <a:ext cx="2082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4">
            <a:extLst>
              <a:ext uri="{FF2B5EF4-FFF2-40B4-BE49-F238E27FC236}">
                <a16:creationId xmlns:a16="http://schemas.microsoft.com/office/drawing/2014/main" id="{0283E2B0-A3AF-4477-80E6-B956F1E31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096" y="3399223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则当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973DF405-E267-4858-8050-90BFA86D8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00" y="291028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67194E97-71BE-440A-B821-297470F24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148" y="289128"/>
            <a:ext cx="45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当</a:t>
            </a:r>
          </a:p>
        </p:txBody>
      </p:sp>
      <p:graphicFrame>
        <p:nvGraphicFramePr>
          <p:cNvPr id="12" name="Object 19">
            <a:extLst>
              <a:ext uri="{FF2B5EF4-FFF2-40B4-BE49-F238E27FC236}">
                <a16:creationId xmlns:a16="http://schemas.microsoft.com/office/drawing/2014/main" id="{50B0B9B5-46BF-4C36-8454-1E8296133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348025"/>
              </p:ext>
            </p:extLst>
          </p:nvPr>
        </p:nvGraphicFramePr>
        <p:xfrm>
          <a:off x="6151464" y="402528"/>
          <a:ext cx="227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2" name="Equation" r:id="rId5" imgW="2273040" imgH="393480" progId="Equation.DSMT4">
                  <p:embed/>
                </p:oleObj>
              </mc:Choice>
              <mc:Fallback>
                <p:oleObj name="Equation" r:id="rId5" imgW="2273040" imgH="393480" progId="Equation.DSMT4">
                  <p:embed/>
                  <p:pic>
                    <p:nvPicPr>
                      <p:cNvPr id="12" name="Object 19">
                        <a:extLst>
                          <a:ext uri="{FF2B5EF4-FFF2-40B4-BE49-F238E27FC236}">
                            <a16:creationId xmlns:a16="http://schemas.microsoft.com/office/drawing/2014/main" id="{50B0B9B5-46BF-4C36-8454-1E8296133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1464" y="402528"/>
                        <a:ext cx="22733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0">
            <a:extLst>
              <a:ext uri="{FF2B5EF4-FFF2-40B4-BE49-F238E27FC236}">
                <a16:creationId xmlns:a16="http://schemas.microsoft.com/office/drawing/2014/main" id="{A00EB4EF-F3AD-4C7E-A1E1-A375E3F01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044" y="860811"/>
            <a:ext cx="1313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有</a:t>
            </a:r>
          </a:p>
        </p:txBody>
      </p:sp>
      <p:graphicFrame>
        <p:nvGraphicFramePr>
          <p:cNvPr id="14" name="Object 25">
            <a:extLst>
              <a:ext uri="{FF2B5EF4-FFF2-40B4-BE49-F238E27FC236}">
                <a16:creationId xmlns:a16="http://schemas.microsoft.com/office/drawing/2014/main" id="{CA82C70D-E76E-4D49-B031-C13006D1A7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021256"/>
              </p:ext>
            </p:extLst>
          </p:nvPr>
        </p:nvGraphicFramePr>
        <p:xfrm>
          <a:off x="5521771" y="1519718"/>
          <a:ext cx="10398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3" name="Equation" r:id="rId7" imgW="1041120" imgH="380880" progId="Equation.DSMT4">
                  <p:embed/>
                </p:oleObj>
              </mc:Choice>
              <mc:Fallback>
                <p:oleObj name="Equation" r:id="rId7" imgW="1041120" imgH="380880" progId="Equation.DSMT4">
                  <p:embed/>
                  <p:pic>
                    <p:nvPicPr>
                      <p:cNvPr id="14" name="Object 25">
                        <a:extLst>
                          <a:ext uri="{FF2B5EF4-FFF2-40B4-BE49-F238E27FC236}">
                            <a16:creationId xmlns:a16="http://schemas.microsoft.com/office/drawing/2014/main" id="{CA82C70D-E76E-4D49-B031-C13006D1A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771" y="1519718"/>
                        <a:ext cx="10398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1">
            <a:extLst>
              <a:ext uri="{FF2B5EF4-FFF2-40B4-BE49-F238E27FC236}">
                <a16:creationId xmlns:a16="http://schemas.microsoft.com/office/drawing/2014/main" id="{8790EA63-9793-4570-94AD-11CDC1C7D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235" y="1441256"/>
            <a:ext cx="12552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对上述</a:t>
            </a:r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D52DB43C-E708-4A7E-B4D3-A4A5DB5FF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88" y="2012939"/>
            <a:ext cx="514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当</a:t>
            </a:r>
          </a:p>
        </p:txBody>
      </p:sp>
      <p:graphicFrame>
        <p:nvGraphicFramePr>
          <p:cNvPr id="19" name="Object 13">
            <a:extLst>
              <a:ext uri="{FF2B5EF4-FFF2-40B4-BE49-F238E27FC236}">
                <a16:creationId xmlns:a16="http://schemas.microsoft.com/office/drawing/2014/main" id="{2900A488-E0B9-4472-AE75-430A8AA38A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107488"/>
              </p:ext>
            </p:extLst>
          </p:nvPr>
        </p:nvGraphicFramePr>
        <p:xfrm>
          <a:off x="1426071" y="373334"/>
          <a:ext cx="1612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4" name="Equation" r:id="rId9" imgW="1612800" imgH="520560" progId="Equation.DSMT4">
                  <p:embed/>
                </p:oleObj>
              </mc:Choice>
              <mc:Fallback>
                <p:oleObj name="Equation" r:id="rId9" imgW="1612800" imgH="520560" progId="Equation.DSMT4">
                  <p:embed/>
                  <p:pic>
                    <p:nvPicPr>
                      <p:cNvPr id="19" name="Object 13">
                        <a:extLst>
                          <a:ext uri="{FF2B5EF4-FFF2-40B4-BE49-F238E27FC236}">
                            <a16:creationId xmlns:a16="http://schemas.microsoft.com/office/drawing/2014/main" id="{2900A488-E0B9-4472-AE75-430A8AA38A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071" y="373334"/>
                        <a:ext cx="1612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>
            <a:extLst>
              <a:ext uri="{FF2B5EF4-FFF2-40B4-BE49-F238E27FC236}">
                <a16:creationId xmlns:a16="http://schemas.microsoft.com/office/drawing/2014/main" id="{47700C82-5033-484C-A550-5E879A6A59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835958"/>
              </p:ext>
            </p:extLst>
          </p:nvPr>
        </p:nvGraphicFramePr>
        <p:xfrm>
          <a:off x="1426071" y="1472883"/>
          <a:ext cx="1638000" cy="52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5" name="Equation" r:id="rId11" imgW="1638000" imgH="520560" progId="Equation.DSMT4">
                  <p:embed/>
                </p:oleObj>
              </mc:Choice>
              <mc:Fallback>
                <p:oleObj name="Equation" r:id="rId11" imgW="1638000" imgH="520560" progId="Equation.DSMT4">
                  <p:embed/>
                  <p:pic>
                    <p:nvPicPr>
                      <p:cNvPr id="20" name="Object 13">
                        <a:extLst>
                          <a:ext uri="{FF2B5EF4-FFF2-40B4-BE49-F238E27FC236}">
                            <a16:creationId xmlns:a16="http://schemas.microsoft.com/office/drawing/2014/main" id="{47700C82-5033-484C-A550-5E879A6A5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071" y="1472883"/>
                        <a:ext cx="1638000" cy="520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7">
            <a:extLst>
              <a:ext uri="{FF2B5EF4-FFF2-40B4-BE49-F238E27FC236}">
                <a16:creationId xmlns:a16="http://schemas.microsoft.com/office/drawing/2014/main" id="{13DB2574-80F0-42E1-A003-271CF61F0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768741"/>
              </p:ext>
            </p:extLst>
          </p:nvPr>
        </p:nvGraphicFramePr>
        <p:xfrm>
          <a:off x="4560901" y="1531266"/>
          <a:ext cx="85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6" name="Equation" r:id="rId13" imgW="850680" imgH="342720" progId="Equation.DSMT4">
                  <p:embed/>
                </p:oleObj>
              </mc:Choice>
              <mc:Fallback>
                <p:oleObj name="Equation" r:id="rId13" imgW="850680" imgH="342720" progId="Equation.DSMT4">
                  <p:embed/>
                  <p:pic>
                    <p:nvPicPr>
                      <p:cNvPr id="21" name="Object 17">
                        <a:extLst>
                          <a:ext uri="{FF2B5EF4-FFF2-40B4-BE49-F238E27FC236}">
                            <a16:creationId xmlns:a16="http://schemas.microsoft.com/office/drawing/2014/main" id="{13DB2574-80F0-42E1-A003-271CF61F05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901" y="1531266"/>
                        <a:ext cx="850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7">
            <a:extLst>
              <a:ext uri="{FF2B5EF4-FFF2-40B4-BE49-F238E27FC236}">
                <a16:creationId xmlns:a16="http://schemas.microsoft.com/office/drawing/2014/main" id="{4BE9280F-5259-4D04-A930-5271D038A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353781"/>
              </p:ext>
            </p:extLst>
          </p:nvPr>
        </p:nvGraphicFramePr>
        <p:xfrm>
          <a:off x="2929349" y="2126489"/>
          <a:ext cx="18415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7" name="Equation" r:id="rId15" imgW="1841400" imgH="380880" progId="Equation.DSMT4">
                  <p:embed/>
                </p:oleObj>
              </mc:Choice>
              <mc:Fallback>
                <p:oleObj name="Equation" r:id="rId15" imgW="1841400" imgH="380880" progId="Equation.DSMT4">
                  <p:embed/>
                  <p:pic>
                    <p:nvPicPr>
                      <p:cNvPr id="22" name="Object 27">
                        <a:extLst>
                          <a:ext uri="{FF2B5EF4-FFF2-40B4-BE49-F238E27FC236}">
                            <a16:creationId xmlns:a16="http://schemas.microsoft.com/office/drawing/2014/main" id="{4BE9280F-5259-4D04-A930-5271D038A9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349" y="2126489"/>
                        <a:ext cx="18415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8">
            <a:extLst>
              <a:ext uri="{FF2B5EF4-FFF2-40B4-BE49-F238E27FC236}">
                <a16:creationId xmlns:a16="http://schemas.microsoft.com/office/drawing/2014/main" id="{FA418CBF-D34E-49B1-8995-58E1B0806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6681" y="2059711"/>
            <a:ext cx="12083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时，有</a:t>
            </a:r>
          </a:p>
        </p:txBody>
      </p:sp>
      <p:graphicFrame>
        <p:nvGraphicFramePr>
          <p:cNvPr id="24" name="Object 29">
            <a:extLst>
              <a:ext uri="{FF2B5EF4-FFF2-40B4-BE49-F238E27FC236}">
                <a16:creationId xmlns:a16="http://schemas.microsoft.com/office/drawing/2014/main" id="{03837437-CBEB-4D86-BA80-E97FCBFA3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323236"/>
              </p:ext>
            </p:extLst>
          </p:nvPr>
        </p:nvGraphicFramePr>
        <p:xfrm>
          <a:off x="5907410" y="2126488"/>
          <a:ext cx="19050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8" name="Equation" r:id="rId17" imgW="1904760" imgH="380880" progId="Equation.DSMT4">
                  <p:embed/>
                </p:oleObj>
              </mc:Choice>
              <mc:Fallback>
                <p:oleObj name="Equation" r:id="rId17" imgW="1904760" imgH="380880" progId="Equation.DSMT4">
                  <p:embed/>
                  <p:pic>
                    <p:nvPicPr>
                      <p:cNvPr id="24" name="Object 29">
                        <a:extLst>
                          <a:ext uri="{FF2B5EF4-FFF2-40B4-BE49-F238E27FC236}">
                            <a16:creationId xmlns:a16="http://schemas.microsoft.com/office/drawing/2014/main" id="{03837437-CBEB-4D86-BA80-E97FCBFA3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7410" y="2126488"/>
                        <a:ext cx="19050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758904"/>
              </p:ext>
            </p:extLst>
          </p:nvPr>
        </p:nvGraphicFramePr>
        <p:xfrm>
          <a:off x="3136900" y="411510"/>
          <a:ext cx="1435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9" name="Equation" r:id="rId19" imgW="1434960" imgH="279360" progId="Equation.DSMT4">
                  <p:embed/>
                </p:oleObj>
              </mc:Choice>
              <mc:Fallback>
                <p:oleObj name="Equation" r:id="rId19" imgW="1434960" imgH="27936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411510"/>
                        <a:ext cx="1435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97298"/>
              </p:ext>
            </p:extLst>
          </p:nvPr>
        </p:nvGraphicFramePr>
        <p:xfrm>
          <a:off x="4694288" y="402147"/>
          <a:ext cx="990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0" name="Equation" r:id="rId21" imgW="990360" imgH="330120" progId="Equation.DSMT4">
                  <p:embed/>
                </p:oleObj>
              </mc:Choice>
              <mc:Fallback>
                <p:oleObj name="Equation" r:id="rId21" imgW="990360" imgH="33012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88" y="402147"/>
                        <a:ext cx="9906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631936"/>
              </p:ext>
            </p:extLst>
          </p:nvPr>
        </p:nvGraphicFramePr>
        <p:xfrm>
          <a:off x="3919216" y="960637"/>
          <a:ext cx="186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1" name="Equation" r:id="rId23" imgW="1866600" imgH="342720" progId="Equation.DSMT4">
                  <p:embed/>
                </p:oleObj>
              </mc:Choice>
              <mc:Fallback>
                <p:oleObj name="Equation" r:id="rId23" imgW="1866600" imgH="34272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216" y="960637"/>
                        <a:ext cx="1866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572420"/>
              </p:ext>
            </p:extLst>
          </p:nvPr>
        </p:nvGraphicFramePr>
        <p:xfrm>
          <a:off x="3144056" y="1585400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2" name="Equation" r:id="rId25" imgW="330120" imgH="228600" progId="Equation.DSMT4">
                  <p:embed/>
                </p:oleObj>
              </mc:Choice>
              <mc:Fallback>
                <p:oleObj name="Equation" r:id="rId25" imgW="330120" imgH="2286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44056" y="1585400"/>
                        <a:ext cx="33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5">
            <a:extLst>
              <a:ext uri="{FF2B5EF4-FFF2-40B4-BE49-F238E27FC236}">
                <a16:creationId xmlns:a16="http://schemas.microsoft.com/office/drawing/2014/main" id="{F4A37FAF-D130-4AC6-9BD8-A8555022A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0" y="2699372"/>
            <a:ext cx="10070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因为</a:t>
            </a:r>
            <a:r>
              <a:rPr kumimoji="1" lang="zh-CN" altLang="en-US" sz="2400" b="1" i="1" dirty="0">
                <a:latin typeface="+mn-ea"/>
                <a:ea typeface="+mn-ea"/>
              </a:rPr>
              <a:t> 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31" name="Text Box 7">
            <a:extLst>
              <a:ext uri="{FF2B5EF4-FFF2-40B4-BE49-F238E27FC236}">
                <a16:creationId xmlns:a16="http://schemas.microsoft.com/office/drawing/2014/main" id="{2B6D66B1-D8AE-462A-BFDD-7CCE82F7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5320" y="2683849"/>
            <a:ext cx="664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有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graphicFrame>
        <p:nvGraphicFramePr>
          <p:cNvPr id="32" name="Object 8">
            <a:extLst>
              <a:ext uri="{FF2B5EF4-FFF2-40B4-BE49-F238E27FC236}">
                <a16:creationId xmlns:a16="http://schemas.microsoft.com/office/drawing/2014/main" id="{A9AFF9A4-2CCD-4EE8-9656-9A6A2FDF1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352588"/>
              </p:ext>
            </p:extLst>
          </p:nvPr>
        </p:nvGraphicFramePr>
        <p:xfrm>
          <a:off x="5318065" y="2769495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3" name="Equation" r:id="rId27" imgW="1307880" imgH="380880" progId="Equation.DSMT4">
                  <p:embed/>
                </p:oleObj>
              </mc:Choice>
              <mc:Fallback>
                <p:oleObj name="Equation" r:id="rId27" imgW="1307880" imgH="380880" progId="Equation.DSMT4">
                  <p:embed/>
                  <p:pic>
                    <p:nvPicPr>
                      <p:cNvPr id="32" name="Object 8">
                        <a:extLst>
                          <a:ext uri="{FF2B5EF4-FFF2-40B4-BE49-F238E27FC236}">
                            <a16:creationId xmlns:a16="http://schemas.microsoft.com/office/drawing/2014/main" id="{A9AFF9A4-2CCD-4EE8-9656-9A6A2FDF1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065" y="2769495"/>
                        <a:ext cx="1308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26">
            <a:extLst>
              <a:ext uri="{FF2B5EF4-FFF2-40B4-BE49-F238E27FC236}">
                <a16:creationId xmlns:a16="http://schemas.microsoft.com/office/drawing/2014/main" id="{79395392-2B7E-4B39-B503-172397094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9648" y="2691719"/>
            <a:ext cx="514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当</a:t>
            </a:r>
          </a:p>
        </p:txBody>
      </p:sp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C01A5224-EC7D-4E66-AC48-2E18D70F2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563313"/>
              </p:ext>
            </p:extLst>
          </p:nvPr>
        </p:nvGraphicFramePr>
        <p:xfrm>
          <a:off x="2623072" y="2610152"/>
          <a:ext cx="2209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4" name="Equation" r:id="rId29" imgW="2209680" imgH="558720" progId="Equation.DSMT4">
                  <p:embed/>
                </p:oleObj>
              </mc:Choice>
              <mc:Fallback>
                <p:oleObj name="Equation" r:id="rId29" imgW="2209680" imgH="558720" progId="Equation.DSMT4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C01A5224-EC7D-4E66-AC48-2E18D70F2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072" y="2610152"/>
                        <a:ext cx="2209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5">
            <a:extLst>
              <a:ext uri="{FF2B5EF4-FFF2-40B4-BE49-F238E27FC236}">
                <a16:creationId xmlns:a16="http://schemas.microsoft.com/office/drawing/2014/main" id="{50F901B7-C979-46B3-8705-0CA8239547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256716"/>
              </p:ext>
            </p:extLst>
          </p:nvPr>
        </p:nvGraphicFramePr>
        <p:xfrm>
          <a:off x="1090148" y="2780036"/>
          <a:ext cx="1079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5" name="Equation" r:id="rId31" imgW="1079280" imgH="380880" progId="Equation.DSMT4">
                  <p:embed/>
                </p:oleObj>
              </mc:Choice>
              <mc:Fallback>
                <p:oleObj name="Equation" r:id="rId31" imgW="1079280" imgH="380880" progId="Equation.DSMT4">
                  <p:embed/>
                  <p:pic>
                    <p:nvPicPr>
                      <p:cNvPr id="35" name="Object 25">
                        <a:extLst>
                          <a:ext uri="{FF2B5EF4-FFF2-40B4-BE49-F238E27FC236}">
                            <a16:creationId xmlns:a16="http://schemas.microsoft.com/office/drawing/2014/main" id="{50F901B7-C979-46B3-8705-0CA8239547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148" y="2780036"/>
                        <a:ext cx="1079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7">
            <a:extLst>
              <a:ext uri="{FF2B5EF4-FFF2-40B4-BE49-F238E27FC236}">
                <a16:creationId xmlns:a16="http://schemas.microsoft.com/office/drawing/2014/main" id="{4BE9280F-5259-4D04-A930-5271D038A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313565"/>
              </p:ext>
            </p:extLst>
          </p:nvPr>
        </p:nvGraphicFramePr>
        <p:xfrm>
          <a:off x="3632697" y="3494390"/>
          <a:ext cx="18034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6" name="Equation" r:id="rId33" imgW="1803240" imgH="380880" progId="Equation.DSMT4">
                  <p:embed/>
                </p:oleObj>
              </mc:Choice>
              <mc:Fallback>
                <p:oleObj name="Equation" r:id="rId33" imgW="1803240" imgH="380880" progId="Equation.DSMT4">
                  <p:embed/>
                  <p:pic>
                    <p:nvPicPr>
                      <p:cNvPr id="36" name="Object 27">
                        <a:extLst>
                          <a:ext uri="{FF2B5EF4-FFF2-40B4-BE49-F238E27FC236}">
                            <a16:creationId xmlns:a16="http://schemas.microsoft.com/office/drawing/2014/main" id="{4BE9280F-5259-4D04-A930-5271D038A9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697" y="3494390"/>
                        <a:ext cx="180340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8">
            <a:extLst>
              <a:ext uri="{FF2B5EF4-FFF2-40B4-BE49-F238E27FC236}">
                <a16:creationId xmlns:a16="http://schemas.microsoft.com/office/drawing/2014/main" id="{FA418CBF-D34E-49B1-8995-58E1B0806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662" y="3385472"/>
            <a:ext cx="12083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</a:rPr>
              <a:t>有</a:t>
            </a:r>
          </a:p>
        </p:txBody>
      </p:sp>
      <p:graphicFrame>
        <p:nvGraphicFramePr>
          <p:cNvPr id="38" name="Object 29">
            <a:extLst>
              <a:ext uri="{FF2B5EF4-FFF2-40B4-BE49-F238E27FC236}">
                <a16:creationId xmlns:a16="http://schemas.microsoft.com/office/drawing/2014/main" id="{03837437-CBEB-4D86-BA80-E97FCBFA3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455270"/>
              </p:ext>
            </p:extLst>
          </p:nvPr>
        </p:nvGraphicFramePr>
        <p:xfrm>
          <a:off x="6350337" y="3467724"/>
          <a:ext cx="2362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7" name="Equation" r:id="rId35" imgW="2361960" imgH="380880" progId="Equation.DSMT4">
                  <p:embed/>
                </p:oleObj>
              </mc:Choice>
              <mc:Fallback>
                <p:oleObj name="Equation" r:id="rId35" imgW="2361960" imgH="380880" progId="Equation.DSMT4">
                  <p:embed/>
                  <p:pic>
                    <p:nvPicPr>
                      <p:cNvPr id="38" name="Object 29">
                        <a:extLst>
                          <a:ext uri="{FF2B5EF4-FFF2-40B4-BE49-F238E27FC236}">
                            <a16:creationId xmlns:a16="http://schemas.microsoft.com/office/drawing/2014/main" id="{03837437-CBEB-4D86-BA80-E97FCBFA3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337" y="3467724"/>
                        <a:ext cx="23622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连接符 40"/>
          <p:cNvCxnSpPr/>
          <p:nvPr/>
        </p:nvCxnSpPr>
        <p:spPr>
          <a:xfrm>
            <a:off x="3613330" y="750793"/>
            <a:ext cx="9207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543161" y="1945312"/>
            <a:ext cx="9207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2568294" y="2534628"/>
            <a:ext cx="266579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F98222DF-8C37-45D9-8369-A7B2705F0A8B}"/>
              </a:ext>
            </a:extLst>
          </p:cNvPr>
          <p:cNvSpPr>
            <a:spLocks noChangeAspect="1"/>
          </p:cNvSpPr>
          <p:nvPr/>
        </p:nvSpPr>
        <p:spPr>
          <a:xfrm>
            <a:off x="6141105" y="363387"/>
            <a:ext cx="432000" cy="432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+mn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 flipV="1">
            <a:off x="399470" y="3889528"/>
            <a:ext cx="5507940" cy="548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40">
            <a:extLst>
              <a:ext uri="{FF2B5EF4-FFF2-40B4-BE49-F238E27FC236}">
                <a16:creationId xmlns:a16="http://schemas.microsoft.com/office/drawing/2014/main" id="{AF4945B1-E420-4638-9DA8-CAF48763F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004" y="4088096"/>
            <a:ext cx="800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55" name="Object 21">
            <a:extLst>
              <a:ext uri="{FF2B5EF4-FFF2-40B4-BE49-F238E27FC236}">
                <a16:creationId xmlns:a16="http://schemas.microsoft.com/office/drawing/2014/main" id="{6A20F04A-2677-454B-A5D2-53787F2EA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949650"/>
              </p:ext>
            </p:extLst>
          </p:nvPr>
        </p:nvGraphicFramePr>
        <p:xfrm>
          <a:off x="774700" y="4198745"/>
          <a:ext cx="3797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8" name="Equation" r:id="rId37" imgW="3797280" imgH="342720" progId="Equation.DSMT4">
                  <p:embed/>
                </p:oleObj>
              </mc:Choice>
              <mc:Fallback>
                <p:oleObj name="Equation" r:id="rId37" imgW="3797280" imgH="342720" progId="Equation.DSMT4">
                  <p:embed/>
                  <p:pic>
                    <p:nvPicPr>
                      <p:cNvPr id="55" name="Object 21">
                        <a:extLst>
                          <a:ext uri="{FF2B5EF4-FFF2-40B4-BE49-F238E27FC236}">
                            <a16:creationId xmlns:a16="http://schemas.microsoft.com/office/drawing/2014/main" id="{6A20F04A-2677-454B-A5D2-53787F2EA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4198745"/>
                        <a:ext cx="37973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连接符 55"/>
          <p:cNvCxnSpPr/>
          <p:nvPr/>
        </p:nvCxnSpPr>
        <p:spPr>
          <a:xfrm>
            <a:off x="774700" y="4616809"/>
            <a:ext cx="37205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641148" y="4128713"/>
            <a:ext cx="1288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因此</a:t>
            </a:r>
          </a:p>
        </p:txBody>
      </p:sp>
      <p:graphicFrame>
        <p:nvGraphicFramePr>
          <p:cNvPr id="58" name="Object 13">
            <a:extLst>
              <a:ext uri="{FF2B5EF4-FFF2-40B4-BE49-F238E27FC236}">
                <a16:creationId xmlns:a16="http://schemas.microsoft.com/office/drawing/2014/main" id="{C4CF2300-E72B-41BF-9A57-3258B588C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472880"/>
              </p:ext>
            </p:extLst>
          </p:nvPr>
        </p:nvGraphicFramePr>
        <p:xfrm>
          <a:off x="5482474" y="4176587"/>
          <a:ext cx="2082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59" name="Equation" r:id="rId39" imgW="2082600" imgH="520560" progId="Equation.DSMT4">
                  <p:embed/>
                </p:oleObj>
              </mc:Choice>
              <mc:Fallback>
                <p:oleObj name="Equation" r:id="rId39" imgW="2082600" imgH="520560" progId="Equation.DSMT4">
                  <p:embed/>
                  <p:pic>
                    <p:nvPicPr>
                      <p:cNvPr id="58" name="Object 13">
                        <a:extLst>
                          <a:ext uri="{FF2B5EF4-FFF2-40B4-BE49-F238E27FC236}">
                            <a16:creationId xmlns:a16="http://schemas.microsoft.com/office/drawing/2014/main" id="{C4CF2300-E72B-41BF-9A57-3258B588C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2474" y="4176587"/>
                        <a:ext cx="2082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直接连接符 58"/>
          <p:cNvCxnSpPr/>
          <p:nvPr/>
        </p:nvCxnSpPr>
        <p:spPr>
          <a:xfrm>
            <a:off x="5999735" y="4602972"/>
            <a:ext cx="1487460" cy="72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133CF44-5402-470A-A9F0-70775336FDB2}"/>
              </a:ext>
            </a:extLst>
          </p:cNvPr>
          <p:cNvGrpSpPr/>
          <p:nvPr/>
        </p:nvGrpSpPr>
        <p:grpSpPr>
          <a:xfrm>
            <a:off x="6799536" y="2610152"/>
            <a:ext cx="2016224" cy="770458"/>
            <a:chOff x="6948264" y="2876550"/>
            <a:chExt cx="2016224" cy="77045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9698DCE-C03B-4FCA-98AF-FB7CE175ED11}"/>
                </a:ext>
              </a:extLst>
            </p:cNvPr>
            <p:cNvGrpSpPr/>
            <p:nvPr/>
          </p:nvGrpSpPr>
          <p:grpSpPr>
            <a:xfrm>
              <a:off x="7010791" y="2891420"/>
              <a:ext cx="1905000" cy="655494"/>
              <a:chOff x="7010791" y="2891420"/>
              <a:chExt cx="1905000" cy="655494"/>
            </a:xfrm>
          </p:grpSpPr>
          <p:sp>
            <p:nvSpPr>
              <p:cNvPr id="44" name="Text Box 5">
                <a:extLst>
                  <a:ext uri="{FF2B5EF4-FFF2-40B4-BE49-F238E27FC236}">
                    <a16:creationId xmlns:a16="http://schemas.microsoft.com/office/drawing/2014/main" id="{278A35F7-7755-48ED-AFAF-627C769A41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10791" y="2891420"/>
                <a:ext cx="190500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可能      不存在或</a:t>
                </a:r>
              </a:p>
            </p:txBody>
          </p:sp>
          <p:graphicFrame>
            <p:nvGraphicFramePr>
              <p:cNvPr id="5" name="对象 4">
                <a:extLst>
                  <a:ext uri="{FF2B5EF4-FFF2-40B4-BE49-F238E27FC236}">
                    <a16:creationId xmlns:a16="http://schemas.microsoft.com/office/drawing/2014/main" id="{2FC900EE-2D64-4264-B34A-4678258DAA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92939621"/>
                  </p:ext>
                </p:extLst>
              </p:nvPr>
            </p:nvGraphicFramePr>
            <p:xfrm>
              <a:off x="7593974" y="2923010"/>
              <a:ext cx="6223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060" name="Equation" r:id="rId41" imgW="622080" imgH="330120" progId="Equation.DSMT4">
                      <p:embed/>
                    </p:oleObj>
                  </mc:Choice>
                  <mc:Fallback>
                    <p:oleObj name="Equation" r:id="rId41" imgW="62208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7593974" y="2923010"/>
                            <a:ext cx="6223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D0260425-AE48-437B-BC60-913303EC37C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4393771"/>
                  </p:ext>
                </p:extLst>
              </p:nvPr>
            </p:nvGraphicFramePr>
            <p:xfrm>
              <a:off x="7545092" y="3216714"/>
              <a:ext cx="11303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061" name="Equation" r:id="rId43" imgW="1130040" imgH="330120" progId="Equation.DSMT4">
                      <p:embed/>
                    </p:oleObj>
                  </mc:Choice>
                  <mc:Fallback>
                    <p:oleObj name="Equation" r:id="rId43" imgW="113004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7545092" y="3216714"/>
                            <a:ext cx="11303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763E7BB-58A3-4057-8217-D1271FB690AF}"/>
                </a:ext>
              </a:extLst>
            </p:cNvPr>
            <p:cNvSpPr/>
            <p:nvPr/>
          </p:nvSpPr>
          <p:spPr>
            <a:xfrm>
              <a:off x="6948264" y="2876550"/>
              <a:ext cx="2016224" cy="770458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41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7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25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75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1" grpId="0"/>
      <p:bldP spid="13" grpId="0"/>
      <p:bldP spid="15" grpId="0"/>
      <p:bldP spid="18" grpId="0"/>
      <p:bldP spid="23" grpId="0"/>
      <p:bldP spid="37" grpId="0"/>
      <p:bldP spid="49" grpId="0" animBg="1"/>
      <p:bldP spid="5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C4CF2300-E72B-41BF-9A57-3258B588C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50904"/>
              </p:ext>
            </p:extLst>
          </p:nvPr>
        </p:nvGraphicFramePr>
        <p:xfrm>
          <a:off x="2051720" y="339502"/>
          <a:ext cx="3454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0" name="Equation" r:id="rId3" imgW="3454200" imgH="520560" progId="Equation.DSMT4">
                  <p:embed/>
                </p:oleObj>
              </mc:Choice>
              <mc:Fallback>
                <p:oleObj name="Equation" r:id="rId3" imgW="3454200" imgH="520560" progId="Equation.DSMT4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C4CF2300-E72B-41BF-9A57-3258B588C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39502"/>
                        <a:ext cx="3454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0E185047-278A-48BE-B303-062AF6C0F8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968606"/>
              </p:ext>
            </p:extLst>
          </p:nvPr>
        </p:nvGraphicFramePr>
        <p:xfrm>
          <a:off x="5796136" y="339502"/>
          <a:ext cx="1854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1" name="Equation" r:id="rId5" imgW="1854000" imgH="520560" progId="Equation.DSMT4">
                  <p:embed/>
                </p:oleObj>
              </mc:Choice>
              <mc:Fallback>
                <p:oleObj name="Equation" r:id="rId5" imgW="1854000" imgH="520560" progId="Equation.DSMT4">
                  <p:embed/>
                  <p:pic>
                    <p:nvPicPr>
                      <p:cNvPr id="4" name="Object 13">
                        <a:extLst>
                          <a:ext uri="{FF2B5EF4-FFF2-40B4-BE49-F238E27FC236}">
                            <a16:creationId xmlns:a16="http://schemas.microsoft.com/office/drawing/2014/main" id="{0E185047-278A-48BE-B303-062AF6C0F8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339502"/>
                        <a:ext cx="1854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5034A69-7662-4A2D-8B7F-54109FD0E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331517"/>
              </p:ext>
            </p:extLst>
          </p:nvPr>
        </p:nvGraphicFramePr>
        <p:xfrm>
          <a:off x="4067944" y="677571"/>
          <a:ext cx="213120" cy="16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2" name="Equation" r:id="rId7" imgW="266400" imgH="203040" progId="Equation.DSMT4">
                  <p:embed/>
                </p:oleObj>
              </mc:Choice>
              <mc:Fallback>
                <p:oleObj name="Equation" r:id="rId7" imgW="26640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7944" y="677571"/>
                        <a:ext cx="213120" cy="16243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7236296" y="408992"/>
            <a:ext cx="286048" cy="268579"/>
            <a:chOff x="6660232" y="1910854"/>
            <a:chExt cx="286048" cy="268579"/>
          </a:xfrm>
        </p:grpSpPr>
        <p:sp>
          <p:nvSpPr>
            <p:cNvPr id="8" name="矩形 7"/>
            <p:cNvSpPr/>
            <p:nvPr/>
          </p:nvSpPr>
          <p:spPr>
            <a:xfrm>
              <a:off x="6660232" y="1910854"/>
              <a:ext cx="286048" cy="2685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5034A69-7662-4A2D-8B7F-54109FD0E2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0984576"/>
                </p:ext>
              </p:extLst>
            </p:nvPr>
          </p:nvGraphicFramePr>
          <p:xfrm>
            <a:off x="6660252" y="1943543"/>
            <a:ext cx="265113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173" name="Equation" r:id="rId9" imgW="266400" imgH="203040" progId="Equation.DSMT4">
                    <p:embed/>
                  </p:oleObj>
                </mc:Choice>
                <mc:Fallback>
                  <p:oleObj name="Equation" r:id="rId9" imgW="266400" imgH="20304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55034A69-7662-4A2D-8B7F-54109FD0E2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660252" y="1943543"/>
                          <a:ext cx="265113" cy="2032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18">
            <a:extLst>
              <a:ext uri="{FF2B5EF4-FFF2-40B4-BE49-F238E27FC236}">
                <a16:creationId xmlns:a16="http://schemas.microsoft.com/office/drawing/2014/main" id="{9206F870-F683-44F4-9FBF-49F7F4E31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102" y="1032179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967941"/>
              </p:ext>
            </p:extLst>
          </p:nvPr>
        </p:nvGraphicFramePr>
        <p:xfrm>
          <a:off x="1974472" y="1112428"/>
          <a:ext cx="1778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4" name="Equation" r:id="rId11" imgW="1777680" imgH="520560" progId="Equation.DSMT4">
                  <p:embed/>
                </p:oleObj>
              </mc:Choice>
              <mc:Fallback>
                <p:oleObj name="Equation" r:id="rId11" imgW="1777680" imgH="52056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4472" y="1112428"/>
                        <a:ext cx="1778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A9AFF9A4-2CCD-4EE8-9656-9A6A2FDF1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718825"/>
              </p:ext>
            </p:extLst>
          </p:nvPr>
        </p:nvGraphicFramePr>
        <p:xfrm>
          <a:off x="6090060" y="1065505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5" name="Equation" r:id="rId13" imgW="1307880" imgH="380880" progId="Equation.DSMT4">
                  <p:embed/>
                </p:oleObj>
              </mc:Choice>
              <mc:Fallback>
                <p:oleObj name="Equation" r:id="rId13" imgW="1307880" imgH="380880" progId="Equation.DSMT4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A9AFF9A4-2CCD-4EE8-9656-9A6A2FDF1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060" y="1065505"/>
                        <a:ext cx="1308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6">
            <a:extLst>
              <a:ext uri="{FF2B5EF4-FFF2-40B4-BE49-F238E27FC236}">
                <a16:creationId xmlns:a16="http://schemas.microsoft.com/office/drawing/2014/main" id="{79395392-2B7E-4B39-B503-172397094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313" y="1013964"/>
            <a:ext cx="514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当</a:t>
            </a:r>
          </a:p>
        </p:txBody>
      </p:sp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C01A5224-EC7D-4E66-AC48-2E18D70F2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925337"/>
              </p:ext>
            </p:extLst>
          </p:nvPr>
        </p:nvGraphicFramePr>
        <p:xfrm>
          <a:off x="4278727" y="916829"/>
          <a:ext cx="166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6" name="Equation" r:id="rId15" imgW="1663560" imgH="558720" progId="Equation.DSMT4">
                  <p:embed/>
                </p:oleObj>
              </mc:Choice>
              <mc:Fallback>
                <p:oleObj name="Equation" r:id="rId15" imgW="1663560" imgH="558720" progId="Equation.DSMT4">
                  <p:embed/>
                  <p:pic>
                    <p:nvPicPr>
                      <p:cNvPr id="14" name="Object 11">
                        <a:extLst>
                          <a:ext uri="{FF2B5EF4-FFF2-40B4-BE49-F238E27FC236}">
                            <a16:creationId xmlns:a16="http://schemas.microsoft.com/office/drawing/2014/main" id="{C01A5224-EC7D-4E66-AC48-2E18D70F2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727" y="916829"/>
                        <a:ext cx="16637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162473"/>
              </p:ext>
            </p:extLst>
          </p:nvPr>
        </p:nvGraphicFramePr>
        <p:xfrm>
          <a:off x="593552" y="1849152"/>
          <a:ext cx="204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7" name="Equation" r:id="rId17" imgW="2044440" imgH="380880" progId="Equation.DSMT4">
                  <p:embed/>
                </p:oleObj>
              </mc:Choice>
              <mc:Fallback>
                <p:oleObj name="Equation" r:id="rId17" imgW="2044440" imgH="38088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3552" y="1849152"/>
                        <a:ext cx="2044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C4CF2300-E72B-41BF-9A57-3258B588C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455315"/>
              </p:ext>
            </p:extLst>
          </p:nvPr>
        </p:nvGraphicFramePr>
        <p:xfrm>
          <a:off x="2681784" y="1849152"/>
          <a:ext cx="2946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8" name="Equation" r:id="rId19" imgW="2946240" imgH="520560" progId="Equation.DSMT4">
                  <p:embed/>
                </p:oleObj>
              </mc:Choice>
              <mc:Fallback>
                <p:oleObj name="Equation" r:id="rId19" imgW="2946240" imgH="520560" progId="Equation.DSMT4">
                  <p:embed/>
                  <p:pic>
                    <p:nvPicPr>
                      <p:cNvPr id="16" name="Object 13">
                        <a:extLst>
                          <a:ext uri="{FF2B5EF4-FFF2-40B4-BE49-F238E27FC236}">
                            <a16:creationId xmlns:a16="http://schemas.microsoft.com/office/drawing/2014/main" id="{C4CF2300-E72B-41BF-9A57-3258B588C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784" y="1849152"/>
                        <a:ext cx="2946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: 圆角 19">
            <a:extLst>
              <a:ext uri="{FF2B5EF4-FFF2-40B4-BE49-F238E27FC236}">
                <a16:creationId xmlns:a16="http://schemas.microsoft.com/office/drawing/2014/main" id="{58C2CFE9-E09D-4F8C-A336-28528C67A224}"/>
              </a:ext>
            </a:extLst>
          </p:cNvPr>
          <p:cNvSpPr/>
          <p:nvPr/>
        </p:nvSpPr>
        <p:spPr>
          <a:xfrm>
            <a:off x="6002168" y="1747664"/>
            <a:ext cx="1483883" cy="432048"/>
          </a:xfrm>
          <a:prstGeom prst="roundRect">
            <a:avLst/>
          </a:prstGeom>
          <a:gradFill>
            <a:gsLst>
              <a:gs pos="80000">
                <a:srgbClr val="0064FF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变量代换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CF68DE0-412E-415F-9511-B5DEE4CE05B8}"/>
              </a:ext>
            </a:extLst>
          </p:cNvPr>
          <p:cNvSpPr txBox="1">
            <a:spLocks noChangeArrowheads="1"/>
          </p:cNvSpPr>
          <p:nvPr/>
        </p:nvSpPr>
        <p:spPr>
          <a:xfrm>
            <a:off x="971836" y="2796815"/>
            <a:ext cx="1353294" cy="514350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例如 求</a:t>
            </a:r>
          </a:p>
        </p:txBody>
      </p:sp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A91BD471-FAA4-40A0-A920-1000A69CE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11327"/>
              </p:ext>
            </p:extLst>
          </p:nvPr>
        </p:nvGraphicFramePr>
        <p:xfrm>
          <a:off x="5249540" y="3735475"/>
          <a:ext cx="139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79" name="Equation" r:id="rId21" imgW="1396800" imgH="736560" progId="Equation.DSMT4">
                  <p:embed/>
                </p:oleObj>
              </mc:Choice>
              <mc:Fallback>
                <p:oleObj name="Equation" r:id="rId21" imgW="1396800" imgH="736560" progId="Equation.DSMT4">
                  <p:embed/>
                  <p:pic>
                    <p:nvPicPr>
                      <p:cNvPr id="24" name="Object 12">
                        <a:extLst>
                          <a:ext uri="{FF2B5EF4-FFF2-40B4-BE49-F238E27FC236}">
                            <a16:creationId xmlns:a16="http://schemas.microsoft.com/office/drawing/2014/main" id="{A91BD471-FAA4-40A0-A920-1000A69CEF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540" y="3735475"/>
                        <a:ext cx="1397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9B71F90C-62D6-4B27-8C69-62A0452BF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194427"/>
              </p:ext>
            </p:extLst>
          </p:nvPr>
        </p:nvGraphicFramePr>
        <p:xfrm>
          <a:off x="2364663" y="2641240"/>
          <a:ext cx="1574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80" name="Equation" r:id="rId23" imgW="1574640" imgH="825480" progId="Equation.DSMT4">
                  <p:embed/>
                </p:oleObj>
              </mc:Choice>
              <mc:Fallback>
                <p:oleObj name="Equation" r:id="rId23" imgW="1574640" imgH="825480" progId="Equation.DSMT4">
                  <p:embed/>
                  <p:pic>
                    <p:nvPicPr>
                      <p:cNvPr id="25" name="Object 8">
                        <a:extLst>
                          <a:ext uri="{FF2B5EF4-FFF2-40B4-BE49-F238E27FC236}">
                            <a16:creationId xmlns:a16="http://schemas.microsoft.com/office/drawing/2014/main" id="{9B71F90C-62D6-4B27-8C69-62A0452BF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663" y="2641240"/>
                        <a:ext cx="1574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885476"/>
              </p:ext>
            </p:extLst>
          </p:nvPr>
        </p:nvGraphicFramePr>
        <p:xfrm>
          <a:off x="4174034" y="2708297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81" name="Equation" r:id="rId25" imgW="2908080" imgH="736560" progId="Equation.DSMT4">
                  <p:embed/>
                </p:oleObj>
              </mc:Choice>
              <mc:Fallback>
                <p:oleObj name="Equation" r:id="rId25" imgW="2908080" imgH="7365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74034" y="2708297"/>
                        <a:ext cx="2908300" cy="7366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977658"/>
              </p:ext>
            </p:extLst>
          </p:nvPr>
        </p:nvGraphicFramePr>
        <p:xfrm>
          <a:off x="2796828" y="3670358"/>
          <a:ext cx="2362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82" name="Equation" r:id="rId27" imgW="2361960" imgH="825480" progId="Equation.DSMT4">
                  <p:embed/>
                </p:oleObj>
              </mc:Choice>
              <mc:Fallback>
                <p:oleObj name="Equation" r:id="rId27" imgW="2361960" imgH="82548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96828" y="3670358"/>
                        <a:ext cx="2362200" cy="8255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63631"/>
              </p:ext>
            </p:extLst>
          </p:nvPr>
        </p:nvGraphicFramePr>
        <p:xfrm>
          <a:off x="657052" y="3721158"/>
          <a:ext cx="1917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83" name="Equation" r:id="rId29" imgW="1917360" imgH="723600" progId="Equation.DSMT4">
                  <p:embed/>
                </p:oleObj>
              </mc:Choice>
              <mc:Fallback>
                <p:oleObj name="Equation" r:id="rId29" imgW="1917360" imgH="72360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57052" y="3721158"/>
                        <a:ext cx="1917700" cy="7239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F61D5B5-3A8D-4370-B7C1-650BF2999D4F}"/>
              </a:ext>
            </a:extLst>
          </p:cNvPr>
          <p:cNvSpPr txBox="1"/>
          <p:nvPr/>
        </p:nvSpPr>
        <p:spPr>
          <a:xfrm>
            <a:off x="532830" y="297291"/>
            <a:ext cx="1907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同理可证</a:t>
            </a:r>
          </a:p>
        </p:txBody>
      </p:sp>
    </p:spTree>
    <p:extLst>
      <p:ext uri="{BB962C8B-B14F-4D97-AF65-F5344CB8AC3E}">
        <p14:creationId xmlns:p14="http://schemas.microsoft.com/office/powerpoint/2010/main" val="249450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5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7" grpId="0" animBg="1"/>
      <p:bldP spid="18" grpId="0" animBg="1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3CE7C72-B2BD-4650-A37C-ACAD6DCA4859}"/>
              </a:ext>
            </a:extLst>
          </p:cNvPr>
          <p:cNvSpPr txBox="1">
            <a:spLocks noChangeArrowheads="1"/>
          </p:cNvSpPr>
          <p:nvPr/>
        </p:nvSpPr>
        <p:spPr>
          <a:xfrm>
            <a:off x="934237" y="430999"/>
            <a:ext cx="1589510" cy="42691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94A87E1-71A2-4CEB-914B-0E4D14672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237" y="1387978"/>
            <a:ext cx="7150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8431AE5A-D01F-43A9-B633-CB4A5D5229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702271"/>
              </p:ext>
            </p:extLst>
          </p:nvPr>
        </p:nvGraphicFramePr>
        <p:xfrm>
          <a:off x="1980469" y="1438262"/>
          <a:ext cx="10285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08" name="Equation" r:id="rId3" imgW="1028520" imgH="431640" progId="Equation.DSMT4">
                  <p:embed/>
                </p:oleObj>
              </mc:Choice>
              <mc:Fallback>
                <p:oleObj name="Equation" r:id="rId3" imgW="1028520" imgH="43164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8431AE5A-D01F-43A9-B633-CB4A5D522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469" y="1438262"/>
                        <a:ext cx="1028520" cy="431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22F53155-90AD-41F2-B550-CFEF72C4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404" y="1380387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85BAD291-613E-4DBA-AD47-2DBDCBF32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69918"/>
              </p:ext>
            </p:extLst>
          </p:nvPr>
        </p:nvGraphicFramePr>
        <p:xfrm>
          <a:off x="3669453" y="1433990"/>
          <a:ext cx="11430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09" name="Equation" r:id="rId5" imgW="1143000" imgH="482400" progId="Equation.DSMT4">
                  <p:embed/>
                </p:oleObj>
              </mc:Choice>
              <mc:Fallback>
                <p:oleObj name="Equation" r:id="rId5" imgW="1143000" imgH="48240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85BAD291-613E-4DBA-AD47-2DBDCBF32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9453" y="1433990"/>
                        <a:ext cx="1143000" cy="48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>
            <a:extLst>
              <a:ext uri="{FF2B5EF4-FFF2-40B4-BE49-F238E27FC236}">
                <a16:creationId xmlns:a16="http://schemas.microsoft.com/office/drawing/2014/main" id="{F0EA3A2C-A208-418A-91C3-A68CE315D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033" y="1387978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令</a:t>
            </a:r>
          </a:p>
        </p:txBody>
      </p:sp>
      <p:sp>
        <p:nvSpPr>
          <p:cNvPr id="13" name="Text Box 19">
            <a:extLst>
              <a:ext uri="{FF2B5EF4-FFF2-40B4-BE49-F238E27FC236}">
                <a16:creationId xmlns:a16="http://schemas.microsoft.com/office/drawing/2014/main" id="{678FCCEF-6E1D-41D0-9044-180162FEA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237" y="3764422"/>
            <a:ext cx="1200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另解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4" name="Object 21">
            <a:extLst>
              <a:ext uri="{FF2B5EF4-FFF2-40B4-BE49-F238E27FC236}">
                <a16:creationId xmlns:a16="http://schemas.microsoft.com/office/drawing/2014/main" id="{EA600D05-7BF3-4A8E-ACBD-9B1CFAA21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240328"/>
              </p:ext>
            </p:extLst>
          </p:nvPr>
        </p:nvGraphicFramePr>
        <p:xfrm>
          <a:off x="1815971" y="3612036"/>
          <a:ext cx="3124080" cy="79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0" name="Equation" r:id="rId7" imgW="3124080" imgH="799920" progId="Equation.DSMT4">
                  <p:embed/>
                </p:oleObj>
              </mc:Choice>
              <mc:Fallback>
                <p:oleObj name="Equation" r:id="rId7" imgW="3124080" imgH="799920" progId="Equation.DSMT4">
                  <p:embed/>
                  <p:pic>
                    <p:nvPicPr>
                      <p:cNvPr id="14" name="Object 21">
                        <a:extLst>
                          <a:ext uri="{FF2B5EF4-FFF2-40B4-BE49-F238E27FC236}">
                            <a16:creationId xmlns:a16="http://schemas.microsoft.com/office/drawing/2014/main" id="{EA600D05-7BF3-4A8E-ACBD-9B1CFAA215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971" y="3612036"/>
                        <a:ext cx="3124080" cy="799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226644"/>
              </p:ext>
            </p:extLst>
          </p:nvPr>
        </p:nvGraphicFramePr>
        <p:xfrm>
          <a:off x="2051720" y="339502"/>
          <a:ext cx="1397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1" name="Equation" r:id="rId9" imgW="1396800" imgH="774360" progId="Equation.DSMT4">
                  <p:embed/>
                </p:oleObj>
              </mc:Choice>
              <mc:Fallback>
                <p:oleObj name="Equation" r:id="rId9" imgW="1396800" imgH="77436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1720" y="339502"/>
                        <a:ext cx="1397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17486"/>
              </p:ext>
            </p:extLst>
          </p:nvPr>
        </p:nvGraphicFramePr>
        <p:xfrm>
          <a:off x="554097" y="2303012"/>
          <a:ext cx="2717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2" name="Equation" r:id="rId11" imgW="2717640" imgH="812520" progId="Equation.DSMT4">
                  <p:embed/>
                </p:oleObj>
              </mc:Choice>
              <mc:Fallback>
                <p:oleObj name="Equation" r:id="rId11" imgW="2717640" imgH="81252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4097" y="2303012"/>
                        <a:ext cx="2717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02536"/>
              </p:ext>
            </p:extLst>
          </p:nvPr>
        </p:nvGraphicFramePr>
        <p:xfrm>
          <a:off x="5650459" y="2512400"/>
          <a:ext cx="142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3" name="Equation" r:id="rId13" imgW="1422360" imgH="482400" progId="Equation.DSMT4">
                  <p:embed/>
                </p:oleObj>
              </mc:Choice>
              <mc:Fallback>
                <p:oleObj name="Equation" r:id="rId13" imgW="1422360" imgH="48240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50459" y="2512400"/>
                        <a:ext cx="1422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586788"/>
              </p:ext>
            </p:extLst>
          </p:nvPr>
        </p:nvGraphicFramePr>
        <p:xfrm>
          <a:off x="3378011" y="2334762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4" name="Equation" r:id="rId15" imgW="2222280" imgH="736560" progId="Equation.DSMT4">
                  <p:embed/>
                </p:oleObj>
              </mc:Choice>
              <mc:Fallback>
                <p:oleObj name="Equation" r:id="rId15" imgW="2222280" imgH="73656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78011" y="2334762"/>
                        <a:ext cx="222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649796"/>
              </p:ext>
            </p:extLst>
          </p:nvPr>
        </p:nvGraphicFramePr>
        <p:xfrm>
          <a:off x="7122427" y="2512400"/>
          <a:ext cx="558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5" name="Equation" r:id="rId17" imgW="558720" imgH="266400" progId="Equation.DSMT4">
                  <p:embed/>
                </p:oleObj>
              </mc:Choice>
              <mc:Fallback>
                <p:oleObj name="Equation" r:id="rId17" imgW="558720" imgH="26640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22427" y="2512400"/>
                        <a:ext cx="558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443098"/>
              </p:ext>
            </p:extLst>
          </p:nvPr>
        </p:nvGraphicFramePr>
        <p:xfrm>
          <a:off x="4996285" y="3764422"/>
          <a:ext cx="1651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6" name="Equation" r:id="rId19" imgW="1650960" imgH="545760" progId="Equation.DSMT4">
                  <p:embed/>
                </p:oleObj>
              </mc:Choice>
              <mc:Fallback>
                <p:oleObj name="Equation" r:id="rId19" imgW="1650960" imgH="5457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96285" y="3764422"/>
                        <a:ext cx="16510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926251"/>
              </p:ext>
            </p:extLst>
          </p:nvPr>
        </p:nvGraphicFramePr>
        <p:xfrm>
          <a:off x="6690267" y="3842026"/>
          <a:ext cx="558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17" name="Equation" r:id="rId21" imgW="558720" imgH="266400" progId="Equation.DSMT4">
                  <p:embed/>
                </p:oleObj>
              </mc:Choice>
              <mc:Fallback>
                <p:oleObj name="Equation" r:id="rId21" imgW="558720" imgH="26640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90267" y="3842026"/>
                        <a:ext cx="558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椭圆 27">
            <a:extLst>
              <a:ext uri="{FF2B5EF4-FFF2-40B4-BE49-F238E27FC236}">
                <a16:creationId xmlns:a16="http://schemas.microsoft.com/office/drawing/2014/main" id="{F98222DF-8C37-45D9-8369-A7B2705F0A8B}"/>
              </a:ext>
            </a:extLst>
          </p:cNvPr>
          <p:cNvSpPr>
            <a:spLocks noChangeAspect="1"/>
          </p:cNvSpPr>
          <p:nvPr/>
        </p:nvSpPr>
        <p:spPr>
          <a:xfrm>
            <a:off x="2553676" y="714314"/>
            <a:ext cx="432000" cy="432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27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25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3" grpId="0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D959E92E-27C2-400C-902F-8DA40F217D27}"/>
              </a:ext>
            </a:extLst>
          </p:cNvPr>
          <p:cNvSpPr txBox="1"/>
          <p:nvPr/>
        </p:nvSpPr>
        <p:spPr>
          <a:xfrm>
            <a:off x="755576" y="267494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、函数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极限存在准则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B015091-0DB0-4240-90BB-FDD04FB43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915566"/>
            <a:ext cx="20162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1.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夹逼准则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1F8BF95-2A13-428E-92E5-151029A3D2D1}"/>
              </a:ext>
            </a:extLst>
          </p:cNvPr>
          <p:cNvGrpSpPr/>
          <p:nvPr/>
        </p:nvGrpSpPr>
        <p:grpSpPr>
          <a:xfrm>
            <a:off x="1691133" y="2111320"/>
            <a:ext cx="4177558" cy="578182"/>
            <a:chOff x="941717" y="2571750"/>
            <a:chExt cx="4177558" cy="578182"/>
          </a:xfrm>
        </p:grpSpPr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E0B4F2E9-C415-4FAD-A250-541C5DB9B1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8673680"/>
                </p:ext>
              </p:extLst>
            </p:nvPr>
          </p:nvGraphicFramePr>
          <p:xfrm>
            <a:off x="1741075" y="2629232"/>
            <a:ext cx="3378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0" name="Equation" r:id="rId3" imgW="3377880" imgH="520560" progId="Equation.DSMT4">
                    <p:embed/>
                  </p:oleObj>
                </mc:Choice>
                <mc:Fallback>
                  <p:oleObj name="Equation" r:id="rId3" imgW="3377880" imgH="520560" progId="Equation.DSMT4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3FA3FBFA-E815-44AD-98FD-DF2BC2B5F3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1075" y="2629232"/>
                          <a:ext cx="3378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82DB905-0048-454D-9EBE-29FD8C8C990B}"/>
                </a:ext>
              </a:extLst>
            </p:cNvPr>
            <p:cNvSpPr txBox="1"/>
            <p:nvPr/>
          </p:nvSpPr>
          <p:spPr>
            <a:xfrm>
              <a:off x="941717" y="2571750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（</a:t>
              </a:r>
              <a:r>
                <a:rPr lang="en-US" altLang="zh-CN" sz="2400" b="1" dirty="0">
                  <a:latin typeface="+mn-ea"/>
                </a:rPr>
                <a:t>2</a:t>
              </a:r>
              <a:r>
                <a:rPr lang="zh-CN" altLang="en-US" sz="2400" b="1" dirty="0">
                  <a:latin typeface="+mn-ea"/>
                </a:rPr>
                <a:t>）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759AF81-9E38-42E2-B8C7-8774BC63A8B2}"/>
              </a:ext>
            </a:extLst>
          </p:cNvPr>
          <p:cNvGrpSpPr/>
          <p:nvPr/>
        </p:nvGrpSpPr>
        <p:grpSpPr>
          <a:xfrm>
            <a:off x="611560" y="2745196"/>
            <a:ext cx="4176464" cy="600203"/>
            <a:chOff x="2076227" y="1188179"/>
            <a:chExt cx="4176464" cy="60020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B489A66-5526-4DA6-8E16-B23896276582}"/>
                </a:ext>
              </a:extLst>
            </p:cNvPr>
            <p:cNvSpPr txBox="1"/>
            <p:nvPr/>
          </p:nvSpPr>
          <p:spPr>
            <a:xfrm>
              <a:off x="2076227" y="1188179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那么</a:t>
              </a:r>
              <a:r>
                <a:rPr lang="en-US" altLang="zh-CN" sz="2400" b="1" dirty="0">
                  <a:latin typeface="+mn-ea"/>
                </a:rPr>
                <a:t>       </a:t>
              </a:r>
              <a:r>
                <a:rPr lang="zh-CN" altLang="en-US" sz="2400" b="1" dirty="0">
                  <a:latin typeface="+mn-ea"/>
                </a:rPr>
                <a:t>存在，且等于</a:t>
              </a:r>
              <a:r>
                <a:rPr lang="en-US" altLang="zh-CN" sz="2400" b="1" dirty="0">
                  <a:latin typeface="+mn-ea"/>
                </a:rPr>
                <a:t>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EEEC1720-B58F-4DE8-A5DE-9BA62502DB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2953705"/>
                </p:ext>
              </p:extLst>
            </p:nvPr>
          </p:nvGraphicFramePr>
          <p:xfrm>
            <a:off x="2724299" y="1267682"/>
            <a:ext cx="11303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1" name="Equation" r:id="rId5" imgW="1130040" imgH="520560" progId="Equation.DSMT4">
                    <p:embed/>
                  </p:oleObj>
                </mc:Choice>
                <mc:Fallback>
                  <p:oleObj name="Equation" r:id="rId5" imgW="1130040" imgH="520560" progId="Equation.DSMT4">
                    <p:embed/>
                    <p:pic>
                      <p:nvPicPr>
                        <p:cNvPr id="33" name="Object 24">
                          <a:extLst>
                            <a:ext uri="{FF2B5EF4-FFF2-40B4-BE49-F238E27FC236}">
                              <a16:creationId xmlns:a16="http://schemas.microsoft.com/office/drawing/2014/main" id="{25368E3C-98E0-44D1-815A-D081B36AA5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4299" y="1267682"/>
                          <a:ext cx="11303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5D591EED-EBEA-4C37-8653-523D968CF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888910"/>
              </p:ext>
            </p:extLst>
          </p:nvPr>
        </p:nvGraphicFramePr>
        <p:xfrm>
          <a:off x="4241800" y="2857844"/>
          <a:ext cx="33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12" name="Equation" r:id="rId7" imgW="330120" imgH="342720" progId="Equation.DSMT4">
                  <p:embed/>
                </p:oleObj>
              </mc:Choice>
              <mc:Fallback>
                <p:oleObj name="Equation" r:id="rId7" imgW="330120" imgH="34272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FABB1BD1-4FF9-4D81-AE36-C77B2652D1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800" y="2857844"/>
                        <a:ext cx="330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B28DC4C1-55A9-43BC-9E25-A02857B0BAD8}"/>
              </a:ext>
            </a:extLst>
          </p:cNvPr>
          <p:cNvGrpSpPr/>
          <p:nvPr/>
        </p:nvGrpSpPr>
        <p:grpSpPr>
          <a:xfrm>
            <a:off x="1701740" y="1462234"/>
            <a:ext cx="5741246" cy="562906"/>
            <a:chOff x="1572367" y="1348361"/>
            <a:chExt cx="5741246" cy="562906"/>
          </a:xfrm>
        </p:grpSpPr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5EE4AC34-5FC3-4112-81CD-9EFB3F429C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7443488"/>
                </p:ext>
              </p:extLst>
            </p:nvPr>
          </p:nvGraphicFramePr>
          <p:xfrm>
            <a:off x="4938713" y="1519238"/>
            <a:ext cx="237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3" name="Equation" r:id="rId9" imgW="2374560" imgH="342720" progId="Equation.DSMT4">
                    <p:embed/>
                  </p:oleObj>
                </mc:Choice>
                <mc:Fallback>
                  <p:oleObj name="Equation" r:id="rId9" imgW="2374560" imgH="34272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B08EAE82-DC81-4E3E-AA1C-0417396506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713" y="1519238"/>
                          <a:ext cx="237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38550D7E-7E3B-41C6-B832-2985929E6B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145371"/>
                </p:ext>
              </p:extLst>
            </p:nvPr>
          </p:nvGraphicFramePr>
          <p:xfrm>
            <a:off x="2720328" y="1348361"/>
            <a:ext cx="17018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4" name="Equation" r:id="rId11" imgW="1701720" imgH="558720" progId="Equation.DSMT4">
                    <p:embed/>
                  </p:oleObj>
                </mc:Choice>
                <mc:Fallback>
                  <p:oleObj name="Equation" r:id="rId11" imgW="1701720" imgH="558720" progId="Equation.DSMT4">
                    <p:embed/>
                    <p:pic>
                      <p:nvPicPr>
                        <p:cNvPr id="40" name="Object 24">
                          <a:extLst>
                            <a:ext uri="{FF2B5EF4-FFF2-40B4-BE49-F238E27FC236}">
                              <a16:creationId xmlns:a16="http://schemas.microsoft.com/office/drawing/2014/main" id="{2BB28F18-3C38-499C-BC9D-F950A06F5B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328" y="1348361"/>
                          <a:ext cx="1701800" cy="55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6D26760E-DF06-462C-B4A4-C1BA8ADC32D6}"/>
                </a:ext>
              </a:extLst>
            </p:cNvPr>
            <p:cNvGrpSpPr/>
            <p:nvPr/>
          </p:nvGrpSpPr>
          <p:grpSpPr>
            <a:xfrm>
              <a:off x="1572367" y="1438647"/>
              <a:ext cx="3494285" cy="472620"/>
              <a:chOff x="1572367" y="1431152"/>
              <a:chExt cx="3494285" cy="472620"/>
            </a:xfrm>
          </p:grpSpPr>
          <p:sp>
            <p:nvSpPr>
              <p:cNvPr id="25" name="Text Box 47">
                <a:extLst>
                  <a:ext uri="{FF2B5EF4-FFF2-40B4-BE49-F238E27FC236}">
                    <a16:creationId xmlns:a16="http://schemas.microsoft.com/office/drawing/2014/main" id="{8508B82B-94A7-4CC6-9815-E2946DDE58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348" y="1431152"/>
                <a:ext cx="273630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         时，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0B7D98A-3704-432D-8831-DC39231CDAB0}"/>
                  </a:ext>
                </a:extLst>
              </p:cNvPr>
              <p:cNvSpPr txBox="1"/>
              <p:nvPr/>
            </p:nvSpPr>
            <p:spPr>
              <a:xfrm>
                <a:off x="1572367" y="1442107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（</a:t>
                </a:r>
                <a:r>
                  <a:rPr lang="en-US" altLang="zh-CN" sz="2400" b="1" dirty="0">
                    <a:latin typeface="+mn-ea"/>
                  </a:rPr>
                  <a:t>1</a:t>
                </a:r>
                <a:r>
                  <a:rPr lang="zh-CN" altLang="en-US" sz="2400" b="1" dirty="0">
                    <a:latin typeface="+mn-ea"/>
                  </a:rPr>
                  <a:t>）</a:t>
                </a:r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5956119-829C-4E41-8F07-0AA84A53BAA9}"/>
              </a:ext>
            </a:extLst>
          </p:cNvPr>
          <p:cNvGrpSpPr/>
          <p:nvPr/>
        </p:nvGrpSpPr>
        <p:grpSpPr>
          <a:xfrm>
            <a:off x="2539717" y="915566"/>
            <a:ext cx="5718624" cy="461665"/>
            <a:chOff x="2076227" y="1188179"/>
            <a:chExt cx="5718624" cy="461665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D0BC146-8AE8-4D24-86A6-C61B51662168}"/>
                </a:ext>
              </a:extLst>
            </p:cNvPr>
            <p:cNvSpPr txBox="1"/>
            <p:nvPr/>
          </p:nvSpPr>
          <p:spPr>
            <a:xfrm>
              <a:off x="2076227" y="1188179"/>
              <a:ext cx="57186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如果函数</a:t>
              </a:r>
              <a:r>
                <a:rPr lang="en-US" altLang="zh-CN" sz="2400" b="1" dirty="0">
                  <a:latin typeface="+mn-ea"/>
                </a:rPr>
                <a:t>         </a:t>
              </a:r>
              <a:r>
                <a:rPr lang="zh-CN" altLang="en-US" sz="2400" b="1" dirty="0">
                  <a:latin typeface="+mn-ea"/>
                </a:rPr>
                <a:t>及    满足条件：</a:t>
              </a:r>
              <a:r>
                <a:rPr lang="en-US" altLang="zh-CN" sz="2400" b="1" dirty="0">
                  <a:latin typeface="+mn-ea"/>
                </a:rPr>
                <a:t>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66EADE8A-8DC9-4AFD-9ECE-7FF860F398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218632"/>
                </p:ext>
              </p:extLst>
            </p:nvPr>
          </p:nvGraphicFramePr>
          <p:xfrm>
            <a:off x="5102473" y="1306701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5" name="Equation" r:id="rId13" imgW="596880" imgH="342720" progId="Equation.DSMT4">
                    <p:embed/>
                  </p:oleObj>
                </mc:Choice>
                <mc:Fallback>
                  <p:oleObj name="Equation" r:id="rId13" imgW="596880" imgH="342720" progId="Equation.DSMT4">
                    <p:embed/>
                    <p:pic>
                      <p:nvPicPr>
                        <p:cNvPr id="36" name="Object 24">
                          <a:extLst>
                            <a:ext uri="{FF2B5EF4-FFF2-40B4-BE49-F238E27FC236}">
                              <a16:creationId xmlns:a16="http://schemas.microsoft.com/office/drawing/2014/main" id="{1845E707-0D7E-40A9-9F0A-9A51FA2D59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2473" y="1306701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14956DDA-4AD6-4349-B9B7-CB58F46C75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6070950"/>
                </p:ext>
              </p:extLst>
            </p:nvPr>
          </p:nvGraphicFramePr>
          <p:xfrm>
            <a:off x="3397582" y="1284142"/>
            <a:ext cx="139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6" name="Equation" r:id="rId15" imgW="1396800" imgH="342720" progId="Equation.DSMT4">
                    <p:embed/>
                  </p:oleObj>
                </mc:Choice>
                <mc:Fallback>
                  <p:oleObj name="Equation" r:id="rId15" imgW="1396800" imgH="342720" progId="Equation.DSMT4">
                    <p:embed/>
                    <p:pic>
                      <p:nvPicPr>
                        <p:cNvPr id="37" name="Object 24">
                          <a:extLst>
                            <a:ext uri="{FF2B5EF4-FFF2-40B4-BE49-F238E27FC236}">
                              <a16:creationId xmlns:a16="http://schemas.microsoft.com/office/drawing/2014/main" id="{1983BE17-44F8-4FDC-AC9B-0C59AB6F65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7582" y="1284142"/>
                          <a:ext cx="1397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01019D2E-04CB-4BD8-BF86-0041F5D8F352}"/>
              </a:ext>
            </a:extLst>
          </p:cNvPr>
          <p:cNvSpPr/>
          <p:nvPr/>
        </p:nvSpPr>
        <p:spPr>
          <a:xfrm>
            <a:off x="1004576" y="3376539"/>
            <a:ext cx="510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2F504CF-3738-4163-879C-06897AAB3ADF}"/>
              </a:ext>
            </a:extLst>
          </p:cNvPr>
          <p:cNvGrpSpPr/>
          <p:nvPr/>
        </p:nvGrpSpPr>
        <p:grpSpPr>
          <a:xfrm>
            <a:off x="1486605" y="3390278"/>
            <a:ext cx="4163743" cy="550672"/>
            <a:chOff x="1486605" y="3390278"/>
            <a:chExt cx="4163743" cy="550672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9CC0049-172F-451C-8DAB-EA27B5285D1B}"/>
                </a:ext>
              </a:extLst>
            </p:cNvPr>
            <p:cNvSpPr/>
            <p:nvPr/>
          </p:nvSpPr>
          <p:spPr>
            <a:xfrm>
              <a:off x="1486605" y="3390278"/>
              <a:ext cx="102502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因为</a:t>
              </a:r>
              <a:endParaRPr lang="zh-CN" altLang="en-US" dirty="0"/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CF212384-6EC9-47FA-B562-A61865A731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22133"/>
                </p:ext>
              </p:extLst>
            </p:nvPr>
          </p:nvGraphicFramePr>
          <p:xfrm>
            <a:off x="2272148" y="3420250"/>
            <a:ext cx="3378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7" name="Equation" r:id="rId3" imgW="3377880" imgH="520560" progId="Equation.DSMT4">
                    <p:embed/>
                  </p:oleObj>
                </mc:Choice>
                <mc:Fallback>
                  <p:oleObj name="Equation" r:id="rId3" imgW="3377880" imgH="52056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E0B4F2E9-C415-4FAD-A250-541C5DB9B1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2148" y="3420250"/>
                          <a:ext cx="3378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6166DBA-0F92-4802-BD7A-AF00B8034551}"/>
              </a:ext>
            </a:extLst>
          </p:cNvPr>
          <p:cNvGrpSpPr/>
          <p:nvPr/>
        </p:nvGrpSpPr>
        <p:grpSpPr>
          <a:xfrm>
            <a:off x="5640927" y="3379637"/>
            <a:ext cx="1482935" cy="461665"/>
            <a:chOff x="5640927" y="3379637"/>
            <a:chExt cx="1482935" cy="46166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8D33F94-0CA4-4F6C-A0BE-5FC1DB6CE694}"/>
                </a:ext>
              </a:extLst>
            </p:cNvPr>
            <p:cNvSpPr/>
            <p:nvPr/>
          </p:nvSpPr>
          <p:spPr>
            <a:xfrm>
              <a:off x="5640927" y="3379637"/>
              <a:ext cx="6498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故</a:t>
              </a:r>
              <a:endParaRPr lang="zh-CN" altLang="en-US" dirty="0"/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710D2AE8-9460-4DF4-811B-A048E88656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2131057"/>
                </p:ext>
              </p:extLst>
            </p:nvPr>
          </p:nvGraphicFramePr>
          <p:xfrm>
            <a:off x="6184062" y="3456010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8" name="Equation" r:id="rId17" imgW="939600" imgH="330120" progId="Equation.DSMT4">
                    <p:embed/>
                  </p:oleObj>
                </mc:Choice>
                <mc:Fallback>
                  <p:oleObj name="Equation" r:id="rId17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184062" y="3456010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70D970E-22C6-4AD3-914B-C2DB43F3ADAD}"/>
              </a:ext>
            </a:extLst>
          </p:cNvPr>
          <p:cNvGrpSpPr/>
          <p:nvPr/>
        </p:nvGrpSpPr>
        <p:grpSpPr>
          <a:xfrm>
            <a:off x="1195833" y="3967278"/>
            <a:ext cx="6807853" cy="461665"/>
            <a:chOff x="1195833" y="3967278"/>
            <a:chExt cx="6807853" cy="461665"/>
          </a:xfrm>
        </p:grpSpPr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9A54D595-390B-4BD7-9053-96D8742CF5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7452926"/>
                </p:ext>
              </p:extLst>
            </p:nvPr>
          </p:nvGraphicFramePr>
          <p:xfrm>
            <a:off x="1195833" y="4012127"/>
            <a:ext cx="990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19" name="Equation" r:id="rId19" imgW="990360" imgH="380880" progId="Equation.DSMT4">
                    <p:embed/>
                  </p:oleObj>
                </mc:Choice>
                <mc:Fallback>
                  <p:oleObj name="Equation" r:id="rId19" imgW="990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95833" y="4012127"/>
                          <a:ext cx="990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A9B7EC3D-B32B-4518-805F-E440F471862D}"/>
                </a:ext>
              </a:extLst>
            </p:cNvPr>
            <p:cNvGrpSpPr/>
            <p:nvPr/>
          </p:nvGrpSpPr>
          <p:grpSpPr>
            <a:xfrm>
              <a:off x="2272148" y="3967278"/>
              <a:ext cx="3075473" cy="461665"/>
              <a:chOff x="287045" y="3997101"/>
              <a:chExt cx="3075473" cy="461665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9D91724-2CF6-45C7-A8D5-059BFE12B6F6}"/>
                  </a:ext>
                </a:extLst>
              </p:cNvPr>
              <p:cNvSpPr/>
              <p:nvPr/>
            </p:nvSpPr>
            <p:spPr>
              <a:xfrm>
                <a:off x="287045" y="3997101"/>
                <a:ext cx="30754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宋体" panose="02010600030101010101" pitchFamily="2" charset="-122"/>
                  </a:rPr>
                  <a:t>当             时，</a:t>
                </a:r>
                <a:endParaRPr lang="zh-CN" altLang="en-US" dirty="0"/>
              </a:p>
            </p:txBody>
          </p:sp>
          <p:graphicFrame>
            <p:nvGraphicFramePr>
              <p:cNvPr id="37" name="对象 36">
                <a:extLst>
                  <a:ext uri="{FF2B5EF4-FFF2-40B4-BE49-F238E27FC236}">
                    <a16:creationId xmlns:a16="http://schemas.microsoft.com/office/drawing/2014/main" id="{666A8607-5883-48A1-9BF9-D6D1C5E1D8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2666817"/>
                  </p:ext>
                </p:extLst>
              </p:nvPr>
            </p:nvGraphicFramePr>
            <p:xfrm>
              <a:off x="774417" y="4035360"/>
              <a:ext cx="17653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7220" name="Equation" r:id="rId21" imgW="1765080" imgH="380880" progId="Equation.DSMT4">
                      <p:embed/>
                    </p:oleObj>
                  </mc:Choice>
                  <mc:Fallback>
                    <p:oleObj name="Equation" r:id="rId21" imgW="1765080" imgH="380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74417" y="4035360"/>
                            <a:ext cx="17653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ABE919AC-723B-4683-83F7-3A6CD68458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0240211"/>
                </p:ext>
              </p:extLst>
            </p:nvPr>
          </p:nvGraphicFramePr>
          <p:xfrm>
            <a:off x="5463686" y="4024587"/>
            <a:ext cx="2540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21" name="Equation" r:id="rId23" imgW="2539800" imgH="342720" progId="Equation.DSMT4">
                    <p:embed/>
                  </p:oleObj>
                </mc:Choice>
                <mc:Fallback>
                  <p:oleObj name="Equation" r:id="rId23" imgW="2539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463686" y="4024587"/>
                          <a:ext cx="2540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44E0B9D-EBC6-4495-9609-ACCF702567AE}"/>
              </a:ext>
            </a:extLst>
          </p:cNvPr>
          <p:cNvGrpSpPr/>
          <p:nvPr/>
        </p:nvGrpSpPr>
        <p:grpSpPr>
          <a:xfrm>
            <a:off x="1227138" y="4546721"/>
            <a:ext cx="6808787" cy="461665"/>
            <a:chOff x="1227138" y="4546721"/>
            <a:chExt cx="6808787" cy="461665"/>
          </a:xfrm>
        </p:grpSpPr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3F98D4DD-3F72-4805-965E-8BED185A45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933984"/>
                </p:ext>
              </p:extLst>
            </p:nvPr>
          </p:nvGraphicFramePr>
          <p:xfrm>
            <a:off x="1227138" y="4591050"/>
            <a:ext cx="1016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22" name="Equation" r:id="rId25" imgW="1015920" imgH="380880" progId="Equation.DSMT4">
                    <p:embed/>
                  </p:oleObj>
                </mc:Choice>
                <mc:Fallback>
                  <p:oleObj name="Equation" r:id="rId25" imgW="1015920" imgH="38088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9A54D595-390B-4BD7-9053-96D8742CF5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227138" y="4591050"/>
                          <a:ext cx="1016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1716284-DA24-497B-9800-4BB66E5246BF}"/>
                </a:ext>
              </a:extLst>
            </p:cNvPr>
            <p:cNvGrpSpPr/>
            <p:nvPr/>
          </p:nvGrpSpPr>
          <p:grpSpPr>
            <a:xfrm>
              <a:off x="2316679" y="4546721"/>
              <a:ext cx="3075473" cy="461665"/>
              <a:chOff x="287045" y="3997101"/>
              <a:chExt cx="3075473" cy="461665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8D21A792-F1C4-49B0-BF51-561823912914}"/>
                  </a:ext>
                </a:extLst>
              </p:cNvPr>
              <p:cNvSpPr/>
              <p:nvPr/>
            </p:nvSpPr>
            <p:spPr>
              <a:xfrm>
                <a:off x="287045" y="3997101"/>
                <a:ext cx="30754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宋体" panose="02010600030101010101" pitchFamily="2" charset="-122"/>
                  </a:rPr>
                  <a:t>当             时，</a:t>
                </a:r>
                <a:endParaRPr lang="zh-CN" altLang="en-US" dirty="0"/>
              </a:p>
            </p:txBody>
          </p:sp>
          <p:graphicFrame>
            <p:nvGraphicFramePr>
              <p:cNvPr id="44" name="对象 43">
                <a:extLst>
                  <a:ext uri="{FF2B5EF4-FFF2-40B4-BE49-F238E27FC236}">
                    <a16:creationId xmlns:a16="http://schemas.microsoft.com/office/drawing/2014/main" id="{A7D88A33-946D-4F12-AA18-4A59AD901C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1984383"/>
                  </p:ext>
                </p:extLst>
              </p:nvPr>
            </p:nvGraphicFramePr>
            <p:xfrm>
              <a:off x="754841" y="4035080"/>
              <a:ext cx="1803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7223" name="Equation" r:id="rId27" imgW="1803240" imgH="380880" progId="Equation.DSMT4">
                      <p:embed/>
                    </p:oleObj>
                  </mc:Choice>
                  <mc:Fallback>
                    <p:oleObj name="Equation" r:id="rId27" imgW="1803240" imgH="38088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666A8607-5883-48A1-9BF9-D6D1C5E1D82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754841" y="4035080"/>
                            <a:ext cx="18034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FF332CAF-1BA3-4934-955D-A5BB5579BF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2222581"/>
                </p:ext>
              </p:extLst>
            </p:nvPr>
          </p:nvGraphicFramePr>
          <p:xfrm>
            <a:off x="5521325" y="4603750"/>
            <a:ext cx="2514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24" name="Equation" r:id="rId29" imgW="2514600" imgH="342720" progId="Equation.DSMT4">
                    <p:embed/>
                  </p:oleObj>
                </mc:Choice>
                <mc:Fallback>
                  <p:oleObj name="Equation" r:id="rId29" imgW="2514600" imgH="34272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ABE919AC-723B-4683-83F7-3A6CD68458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521325" y="4603750"/>
                          <a:ext cx="2514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015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1793549-176D-4437-A6CA-B7807EDFB100}"/>
              </a:ext>
            </a:extLst>
          </p:cNvPr>
          <p:cNvGrpSpPr/>
          <p:nvPr/>
        </p:nvGrpSpPr>
        <p:grpSpPr>
          <a:xfrm>
            <a:off x="827584" y="267494"/>
            <a:ext cx="5307301" cy="562224"/>
            <a:chOff x="2006312" y="1348361"/>
            <a:chExt cx="5307301" cy="562224"/>
          </a:xfrm>
        </p:grpSpPr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97A117B0-BB79-4E70-BC55-3ECA61388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8103625"/>
                </p:ext>
              </p:extLst>
            </p:nvPr>
          </p:nvGraphicFramePr>
          <p:xfrm>
            <a:off x="4938713" y="1519238"/>
            <a:ext cx="237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919" name="Equation" r:id="rId3" imgW="2374560" imgH="342720" progId="Equation.DSMT4">
                    <p:embed/>
                  </p:oleObj>
                </mc:Choice>
                <mc:Fallback>
                  <p:oleObj name="Equation" r:id="rId3" imgW="2374560" imgH="34272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5EE4AC34-5FC3-4112-81CD-9EFB3F429C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713" y="1519238"/>
                          <a:ext cx="237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4D3DEE77-4AFC-47D0-91E2-07F5DFE19F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9222573"/>
                </p:ext>
              </p:extLst>
            </p:nvPr>
          </p:nvGraphicFramePr>
          <p:xfrm>
            <a:off x="2720328" y="1348361"/>
            <a:ext cx="17018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920" name="Equation" r:id="rId5" imgW="1701720" imgH="558720" progId="Equation.DSMT4">
                    <p:embed/>
                  </p:oleObj>
                </mc:Choice>
                <mc:Fallback>
                  <p:oleObj name="Equation" r:id="rId5" imgW="1701720" imgH="55872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38550D7E-7E3B-41C6-B832-2985929E6B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328" y="1348361"/>
                          <a:ext cx="1701800" cy="55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2AD8190-690B-40E7-BE21-89FD70C25879}"/>
                </a:ext>
              </a:extLst>
            </p:cNvPr>
            <p:cNvGrpSpPr/>
            <p:nvPr/>
          </p:nvGrpSpPr>
          <p:grpSpPr>
            <a:xfrm>
              <a:off x="2006312" y="1438647"/>
              <a:ext cx="3060340" cy="471938"/>
              <a:chOff x="2006312" y="1431152"/>
              <a:chExt cx="3060340" cy="471938"/>
            </a:xfrm>
          </p:grpSpPr>
          <p:sp>
            <p:nvSpPr>
              <p:cNvPr id="6" name="Text Box 47">
                <a:extLst>
                  <a:ext uri="{FF2B5EF4-FFF2-40B4-BE49-F238E27FC236}">
                    <a16:creationId xmlns:a16="http://schemas.microsoft.com/office/drawing/2014/main" id="{03916DC3-AC94-4080-AFC6-C9DAC00AE1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348" y="1431152"/>
                <a:ext cx="273630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         时，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BEA0ACA-1433-4B52-B7A1-E8B775DBD820}"/>
                  </a:ext>
                </a:extLst>
              </p:cNvPr>
              <p:cNvSpPr txBox="1"/>
              <p:nvPr/>
            </p:nvSpPr>
            <p:spPr>
              <a:xfrm>
                <a:off x="2006312" y="1441425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又</a:t>
                </a:r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C19A676-BE8C-4F8C-8F8C-18185657B9B4}"/>
              </a:ext>
            </a:extLst>
          </p:cNvPr>
          <p:cNvGrpSpPr/>
          <p:nvPr/>
        </p:nvGrpSpPr>
        <p:grpSpPr>
          <a:xfrm>
            <a:off x="827584" y="1059582"/>
            <a:ext cx="6264696" cy="467706"/>
            <a:chOff x="827584" y="1059582"/>
            <a:chExt cx="6264696" cy="46770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1F849D7-2ABA-4BEB-8635-14414DF20F4C}"/>
                </a:ext>
              </a:extLst>
            </p:cNvPr>
            <p:cNvSpPr txBox="1"/>
            <p:nvPr/>
          </p:nvSpPr>
          <p:spPr>
            <a:xfrm>
              <a:off x="827584" y="1059582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取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2A1F50B-459D-415B-8BD6-B7A028E41D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154858"/>
                </p:ext>
              </p:extLst>
            </p:nvPr>
          </p:nvGraphicFramePr>
          <p:xfrm>
            <a:off x="1259632" y="1140247"/>
            <a:ext cx="2336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921" name="Equation" r:id="rId7" imgW="2336760" imgH="380880" progId="Equation.DSMT4">
                    <p:embed/>
                  </p:oleObj>
                </mc:Choice>
                <mc:Fallback>
                  <p:oleObj name="Equation" r:id="rId7" imgW="2336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59632" y="1140247"/>
                          <a:ext cx="2336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6F16D6E-4324-4E25-ABFB-EC92D9076762}"/>
                </a:ext>
              </a:extLst>
            </p:cNvPr>
            <p:cNvSpPr txBox="1"/>
            <p:nvPr/>
          </p:nvSpPr>
          <p:spPr>
            <a:xfrm>
              <a:off x="3632436" y="1059582"/>
              <a:ext cx="34598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则当            时，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A901F06-B6BD-4982-AC4A-2AD3A37D73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5708957"/>
                </p:ext>
              </p:extLst>
            </p:nvPr>
          </p:nvGraphicFramePr>
          <p:xfrm>
            <a:off x="4427984" y="1146288"/>
            <a:ext cx="1739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922" name="Equation" r:id="rId9" imgW="1739880" imgH="380880" progId="Equation.DSMT4">
                    <p:embed/>
                  </p:oleObj>
                </mc:Choice>
                <mc:Fallback>
                  <p:oleObj name="Equation" r:id="rId9" imgW="1739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27984" y="1146288"/>
                          <a:ext cx="1739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066B06C-8F37-4E38-83FE-29F0F9F02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109350"/>
              </p:ext>
            </p:extLst>
          </p:nvPr>
        </p:nvGraphicFramePr>
        <p:xfrm>
          <a:off x="2359624" y="1827864"/>
          <a:ext cx="328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923" name="Equation" r:id="rId11" imgW="3288960" imgH="342720" progId="Equation.DSMT4">
                  <p:embed/>
                </p:oleObj>
              </mc:Choice>
              <mc:Fallback>
                <p:oleObj name="Equation" r:id="rId11" imgW="3288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59624" y="1827864"/>
                        <a:ext cx="328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214CDB3-B18E-47D1-81B6-F073C5B5DDCF}"/>
              </a:ext>
            </a:extLst>
          </p:cNvPr>
          <p:cNvSpPr txBox="1"/>
          <p:nvPr/>
        </p:nvSpPr>
        <p:spPr>
          <a:xfrm>
            <a:off x="827584" y="2372778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即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B194594-779E-4283-A6A0-703DFDC68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541271"/>
              </p:ext>
            </p:extLst>
          </p:nvPr>
        </p:nvGraphicFramePr>
        <p:xfrm>
          <a:off x="2815851" y="2471340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924" name="Equation" r:id="rId13" imgW="1765080" imgH="342720" progId="Equation.DSMT4">
                  <p:embed/>
                </p:oleObj>
              </mc:Choice>
              <mc:Fallback>
                <p:oleObj name="Equation" r:id="rId13" imgW="1765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15851" y="2471340"/>
                        <a:ext cx="176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CC052D70-E183-4BC4-97D4-8C7BAD90B114}"/>
              </a:ext>
            </a:extLst>
          </p:cNvPr>
          <p:cNvSpPr txBox="1"/>
          <p:nvPr/>
        </p:nvSpPr>
        <p:spPr>
          <a:xfrm>
            <a:off x="827584" y="3046189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故</a:t>
            </a: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ED60AEBE-4F14-4B0E-A64C-B7579B9F8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475324"/>
              </p:ext>
            </p:extLst>
          </p:nvPr>
        </p:nvGraphicFramePr>
        <p:xfrm>
          <a:off x="1515074" y="3138971"/>
          <a:ext cx="1689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925" name="Equation" r:id="rId15" imgW="1688760" imgH="520560" progId="Equation.DSMT4">
                  <p:embed/>
                </p:oleObj>
              </mc:Choice>
              <mc:Fallback>
                <p:oleObj name="Equation" r:id="rId15" imgW="1688760" imgH="52056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EEEC1720-B58F-4DE8-A5DE-9BA62502DB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5074" y="3138971"/>
                        <a:ext cx="16891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907D6BC9-2D1E-4585-97EB-04ED4F583E84}"/>
              </a:ext>
            </a:extLst>
          </p:cNvPr>
          <p:cNvSpPr txBox="1"/>
          <p:nvPr/>
        </p:nvSpPr>
        <p:spPr>
          <a:xfrm>
            <a:off x="1008993" y="3924871"/>
            <a:ext cx="494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E7E0555-3C88-489A-8DFC-60E89FE60F43}"/>
              </a:ext>
            </a:extLst>
          </p:cNvPr>
          <p:cNvGrpSpPr/>
          <p:nvPr/>
        </p:nvGrpSpPr>
        <p:grpSpPr>
          <a:xfrm>
            <a:off x="1541600" y="3924871"/>
            <a:ext cx="5894585" cy="487982"/>
            <a:chOff x="1226311" y="3499294"/>
            <a:chExt cx="5894585" cy="487982"/>
          </a:xfrm>
        </p:grpSpPr>
        <p:sp>
          <p:nvSpPr>
            <p:cNvPr id="20" name="Text Box 47">
              <a:extLst>
                <a:ext uri="{FF2B5EF4-FFF2-40B4-BE49-F238E27FC236}">
                  <a16:creationId xmlns:a16="http://schemas.microsoft.com/office/drawing/2014/main" id="{FA454A1F-0F74-49AE-A8C8-33D84A03E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696" y="3525611"/>
              <a:ext cx="337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等其他情形也成立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17E8E21-25D5-45F0-9DBD-4E80443961AC}"/>
                </a:ext>
              </a:extLst>
            </p:cNvPr>
            <p:cNvSpPr txBox="1"/>
            <p:nvPr/>
          </p:nvSpPr>
          <p:spPr>
            <a:xfrm>
              <a:off x="1226311" y="3499294"/>
              <a:ext cx="20738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夹逼</a:t>
              </a:r>
              <a:r>
                <a:rPr lang="zh-CN" altLang="zh-CN" sz="2400" b="1" dirty="0">
                  <a:latin typeface="+mn-ea"/>
                </a:rPr>
                <a:t>准则</a:t>
              </a:r>
              <a:r>
                <a:rPr lang="zh-CN" altLang="en-US" sz="2400" b="1" dirty="0">
                  <a:latin typeface="+mn-ea"/>
                </a:rPr>
                <a:t>对  </a:t>
              </a:r>
              <a:r>
                <a:rPr lang="en-US" altLang="zh-CN" sz="2400" b="1" dirty="0">
                  <a:latin typeface="+mn-ea"/>
                </a:rPr>
                <a:t>   </a:t>
              </a:r>
            </a:p>
          </p:txBody>
        </p:sp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E8DB81CE-215C-4128-A248-C9C6EFB981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3843679"/>
                </p:ext>
              </p:extLst>
            </p:nvPr>
          </p:nvGraphicFramePr>
          <p:xfrm>
            <a:off x="2891796" y="3681559"/>
            <a:ext cx="850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926" name="Equation" r:id="rId17" imgW="850680" imgH="279360" progId="Equation.DSMT4">
                    <p:embed/>
                  </p:oleObj>
                </mc:Choice>
                <mc:Fallback>
                  <p:oleObj name="Equation" r:id="rId17" imgW="850680" imgH="27936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A8B2B025-B169-4ECE-9DA1-727532DACA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1796" y="3681559"/>
                          <a:ext cx="8509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972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C252B26-2D13-4FF9-A9DB-BB659EEF12B2}"/>
              </a:ext>
            </a:extLst>
          </p:cNvPr>
          <p:cNvSpPr txBox="1"/>
          <p:nvPr/>
        </p:nvSpPr>
        <p:spPr>
          <a:xfrm>
            <a:off x="1475656" y="339502"/>
            <a:ext cx="754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设函数     满足：在     内              在      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31F42F-ACEC-4227-B949-F820FA1708C1}"/>
              </a:ext>
            </a:extLst>
          </p:cNvPr>
          <p:cNvSpPr txBox="1"/>
          <p:nvPr/>
        </p:nvSpPr>
        <p:spPr>
          <a:xfrm>
            <a:off x="782958" y="337428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9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8B6D6BE7-A759-4D09-89DE-B9BD1D948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644629"/>
              </p:ext>
            </p:extLst>
          </p:nvPr>
        </p:nvGraphicFramePr>
        <p:xfrm>
          <a:off x="4479406" y="441048"/>
          <a:ext cx="69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3" name="Equation" r:id="rId3" imgW="698400" imgH="342720" progId="Equation.DSMT4">
                  <p:embed/>
                </p:oleObj>
              </mc:Choice>
              <mc:Fallback>
                <p:oleObj name="Equation" r:id="rId3" imgW="698400" imgH="34272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55F14C7D-D79D-4ED3-B0D0-68C380699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406" y="441048"/>
                        <a:ext cx="6985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012D210A-4DBC-4157-A55B-23CD750DA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333894"/>
              </p:ext>
            </p:extLst>
          </p:nvPr>
        </p:nvGraphicFramePr>
        <p:xfrm>
          <a:off x="2474975" y="441048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4" name="Equation" r:id="rId5" imgW="634680" imgH="342720" progId="Equation.DSMT4">
                  <p:embed/>
                </p:oleObj>
              </mc:Choice>
              <mc:Fallback>
                <p:oleObj name="Equation" r:id="rId5" imgW="634680" imgH="34272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43F19BDF-9529-4D7C-A6D5-7E1A04B22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75" y="441048"/>
                        <a:ext cx="6350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C6FD65E1-783E-45C2-8712-EC44F03327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337229"/>
              </p:ext>
            </p:extLst>
          </p:nvPr>
        </p:nvGraphicFramePr>
        <p:xfrm>
          <a:off x="5636961" y="448507"/>
          <a:ext cx="191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5" name="Equation" r:id="rId7" imgW="1917360" imgH="342720" progId="Equation.DSMT4">
                  <p:embed/>
                </p:oleObj>
              </mc:Choice>
              <mc:Fallback>
                <p:oleObj name="Equation" r:id="rId7" imgW="1917360" imgH="3427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B8BB22B2-1841-4DB8-8E65-E21806E79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6961" y="448507"/>
                        <a:ext cx="19177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762D5F08-FF33-4F1D-956A-B53B1138C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170395"/>
              </p:ext>
            </p:extLst>
          </p:nvPr>
        </p:nvGraphicFramePr>
        <p:xfrm>
          <a:off x="7967243" y="441048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6" name="Equation" r:id="rId9" imgW="876240" imgH="342720" progId="Equation.DSMT4">
                  <p:embed/>
                </p:oleObj>
              </mc:Choice>
              <mc:Fallback>
                <p:oleObj name="Equation" r:id="rId9" imgW="876240" imgH="3427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76B17816-AB28-4205-BFD2-47FDF666F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7243" y="441048"/>
                        <a:ext cx="8763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71135C2-0220-47E1-80B8-F2F90C4D7782}"/>
              </a:ext>
            </a:extLst>
          </p:cNvPr>
          <p:cNvSpPr txBox="1"/>
          <p:nvPr/>
        </p:nvSpPr>
        <p:spPr>
          <a:xfrm>
            <a:off x="158926" y="957479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内           在下列结论正确的是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)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45C7D2ED-6E42-45A4-B5E7-C166EBFCF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071897"/>
              </p:ext>
            </p:extLst>
          </p:nvPr>
        </p:nvGraphicFramePr>
        <p:xfrm>
          <a:off x="713656" y="1076244"/>
          <a:ext cx="1524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7" name="Equation" r:id="rId11" imgW="1523880" imgH="342720" progId="Equation.DSMT4">
                  <p:embed/>
                </p:oleObj>
              </mc:Choice>
              <mc:Fallback>
                <p:oleObj name="Equation" r:id="rId11" imgW="1523880" imgH="3427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F5FA986F-7F06-425A-8A75-70C5722C67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656" y="1076244"/>
                        <a:ext cx="15240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D14C4EF-0940-4C32-A382-36954F372C15}"/>
              </a:ext>
            </a:extLst>
          </p:cNvPr>
          <p:cNvSpPr txBox="1"/>
          <p:nvPr/>
        </p:nvSpPr>
        <p:spPr>
          <a:xfrm>
            <a:off x="781287" y="1705580"/>
            <a:ext cx="754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sz="2400" b="1" dirty="0">
                <a:latin typeface="+mn-ea"/>
              </a:rPr>
              <a:t> 函数    在点     不存在极限</a:t>
            </a:r>
            <a:r>
              <a:rPr lang="en-US" altLang="zh-CN" sz="2400" b="1" dirty="0">
                <a:latin typeface="+mn-ea"/>
              </a:rPr>
              <a:t>.</a:t>
            </a:r>
            <a:r>
              <a:rPr lang="zh-CN" altLang="en-US" sz="2400" b="1" dirty="0">
                <a:latin typeface="+mn-ea"/>
              </a:rPr>
              <a:t>    </a:t>
            </a: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5FEAF731-9FF4-4943-83AD-2F46CAD248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101060"/>
              </p:ext>
            </p:extLst>
          </p:nvPr>
        </p:nvGraphicFramePr>
        <p:xfrm>
          <a:off x="2031134" y="1795659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8" name="Equation" r:id="rId13" imgW="634680" imgH="342720" progId="Equation.DSMT4">
                  <p:embed/>
                </p:oleObj>
              </mc:Choice>
              <mc:Fallback>
                <p:oleObj name="Equation" r:id="rId13" imgW="634680" imgH="34272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16107D34-DA29-4276-A4B2-578B1F706B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134" y="1795659"/>
                        <a:ext cx="6350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DC724D89-866D-49A3-B79E-980956C75A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837861"/>
              </p:ext>
            </p:extLst>
          </p:nvPr>
        </p:nvGraphicFramePr>
        <p:xfrm>
          <a:off x="3327278" y="1795659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9" name="Equation" r:id="rId15" imgW="660240" imgH="342720" progId="Equation.DSMT4">
                  <p:embed/>
                </p:oleObj>
              </mc:Choice>
              <mc:Fallback>
                <p:oleObj name="Equation" r:id="rId15" imgW="660240" imgH="34272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EC33E82F-5AE8-4B74-923A-92AB4FF6A9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278" y="1795659"/>
                        <a:ext cx="6604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65D6BF64-77FC-4691-A2AC-D9276ED4C47D}"/>
              </a:ext>
            </a:extLst>
          </p:cNvPr>
          <p:cNvSpPr txBox="1"/>
          <p:nvPr/>
        </p:nvSpPr>
        <p:spPr>
          <a:xfrm>
            <a:off x="781287" y="2329078"/>
            <a:ext cx="754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en-US" sz="2400" b="1" dirty="0">
                <a:latin typeface="+mn-ea"/>
              </a:rPr>
              <a:t> 函数    在点     存在极限且极限为</a:t>
            </a:r>
            <a:r>
              <a:rPr lang="en-US" altLang="zh-CN" sz="2400" b="1" dirty="0">
                <a:latin typeface="+mn-ea"/>
              </a:rPr>
              <a:t>0.</a:t>
            </a:r>
            <a:r>
              <a:rPr lang="zh-CN" altLang="en-US" sz="2400" b="1" dirty="0">
                <a:latin typeface="+mn-ea"/>
              </a:rPr>
              <a:t>    </a:t>
            </a: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DD52C25C-7F12-4F6C-A0DF-2CE463F40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992381"/>
              </p:ext>
            </p:extLst>
          </p:nvPr>
        </p:nvGraphicFramePr>
        <p:xfrm>
          <a:off x="2031134" y="2419157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0" name="Equation" r:id="rId17" imgW="634680" imgH="342720" progId="Equation.DSMT4">
                  <p:embed/>
                </p:oleObj>
              </mc:Choice>
              <mc:Fallback>
                <p:oleObj name="Equation" r:id="rId17" imgW="634680" imgH="34272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CF947AC5-F375-4C58-81B5-A9CEE0DF5C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134" y="2419157"/>
                        <a:ext cx="6350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E0A93552-9221-421A-A813-5835E66F61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460617"/>
              </p:ext>
            </p:extLst>
          </p:nvPr>
        </p:nvGraphicFramePr>
        <p:xfrm>
          <a:off x="3320246" y="2419157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1" name="Equation" r:id="rId18" imgW="660240" imgH="342720" progId="Equation.DSMT4">
                  <p:embed/>
                </p:oleObj>
              </mc:Choice>
              <mc:Fallback>
                <p:oleObj name="Equation" r:id="rId18" imgW="660240" imgH="34272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F4D483DC-23DF-43EB-A1F3-7BF0DD32F3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246" y="2419157"/>
                        <a:ext cx="6604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94491E6-CAEE-4B61-931E-D3E7D2CD168F}"/>
              </a:ext>
            </a:extLst>
          </p:cNvPr>
          <p:cNvSpPr txBox="1"/>
          <p:nvPr/>
        </p:nvSpPr>
        <p:spPr>
          <a:xfrm>
            <a:off x="781287" y="2937927"/>
            <a:ext cx="754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en-US" sz="2400" b="1" dirty="0">
                <a:latin typeface="+mn-ea"/>
              </a:rPr>
              <a:t> 函数    在点     处左右极限都不存在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65B5E3D0-141F-47D6-90AE-20D23D445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138300"/>
              </p:ext>
            </p:extLst>
          </p:nvPr>
        </p:nvGraphicFramePr>
        <p:xfrm>
          <a:off x="2031134" y="3028006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2" name="Equation" r:id="rId20" imgW="634680" imgH="342720" progId="Equation.DSMT4">
                  <p:embed/>
                </p:oleObj>
              </mc:Choice>
              <mc:Fallback>
                <p:oleObj name="Equation" r:id="rId20" imgW="634680" imgH="3427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F0976F23-1DB8-4C11-8C31-F412FA6BD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134" y="3028006"/>
                        <a:ext cx="6350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57DD12FB-4ED1-43B4-A79F-64A40CA1C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309976"/>
              </p:ext>
            </p:extLst>
          </p:nvPr>
        </p:nvGraphicFramePr>
        <p:xfrm>
          <a:off x="3327278" y="3028006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3" name="Equation" r:id="rId21" imgW="660240" imgH="342720" progId="Equation.DSMT4">
                  <p:embed/>
                </p:oleObj>
              </mc:Choice>
              <mc:Fallback>
                <p:oleObj name="Equation" r:id="rId21" imgW="660240" imgH="34272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CFF3B761-0F18-444B-A41D-C88C602D4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278" y="3028006"/>
                        <a:ext cx="6604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9E184AFB-B0E4-410E-80F0-536CE25BFF71}"/>
              </a:ext>
            </a:extLst>
          </p:cNvPr>
          <p:cNvSpPr txBox="1"/>
          <p:nvPr/>
        </p:nvSpPr>
        <p:spPr>
          <a:xfrm>
            <a:off x="781287" y="3505084"/>
            <a:ext cx="754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r>
              <a:rPr lang="zh-CN" altLang="en-US" sz="2400" b="1">
                <a:latin typeface="+mn-ea"/>
              </a:rPr>
              <a:t> 函数    在点     处左右极限都存在但不相等</a:t>
            </a:r>
            <a:r>
              <a:rPr lang="en-US" altLang="zh-CN" sz="2400" b="1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2BC6C810-2229-4DD6-8515-C16C9AD73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010892"/>
              </p:ext>
            </p:extLst>
          </p:nvPr>
        </p:nvGraphicFramePr>
        <p:xfrm>
          <a:off x="2031134" y="3595163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4" name="Equation" r:id="rId22" imgW="634680" imgH="342720" progId="Equation.DSMT4">
                  <p:embed/>
                </p:oleObj>
              </mc:Choice>
              <mc:Fallback>
                <p:oleObj name="Equation" r:id="rId22" imgW="634680" imgH="34272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2999814E-C961-4ED3-A2D3-A122B9D9E7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134" y="3595163"/>
                        <a:ext cx="6350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52E9CDC5-03FE-434B-BBAF-CFA6EC318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870003"/>
              </p:ext>
            </p:extLst>
          </p:nvPr>
        </p:nvGraphicFramePr>
        <p:xfrm>
          <a:off x="3327278" y="3595163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5" name="Equation" r:id="rId23" imgW="660240" imgH="342720" progId="Equation.DSMT4">
                  <p:embed/>
                </p:oleObj>
              </mc:Choice>
              <mc:Fallback>
                <p:oleObj name="Equation" r:id="rId23" imgW="660240" imgH="34272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DD52CF8E-4930-4B71-8CCD-42E31FDE2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278" y="3595163"/>
                        <a:ext cx="6604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7">
            <a:extLst>
              <a:ext uri="{FF2B5EF4-FFF2-40B4-BE49-F238E27FC236}">
                <a16:creationId xmlns:a16="http://schemas.microsoft.com/office/drawing/2014/main" id="{30476681-64EA-41B2-B892-90F451D24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759" y="954363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21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19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2655ECE-1416-4CFD-AB48-493E5490A6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928628"/>
              </p:ext>
            </p:extLst>
          </p:nvPr>
        </p:nvGraphicFramePr>
        <p:xfrm>
          <a:off x="2467143" y="299744"/>
          <a:ext cx="128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46" name="Equation" r:id="rId3" imgW="1282680" imgH="545760" progId="Equation.DSMT4">
                  <p:embed/>
                </p:oleObj>
              </mc:Choice>
              <mc:Fallback>
                <p:oleObj name="Equation" r:id="rId3" imgW="12826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7143" y="299744"/>
                        <a:ext cx="1282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8147DFCB-4F96-4AD3-9F71-3753885B0062}"/>
              </a:ext>
            </a:extLst>
          </p:cNvPr>
          <p:cNvSpPr/>
          <p:nvPr/>
        </p:nvSpPr>
        <p:spPr>
          <a:xfrm>
            <a:off x="611560" y="299745"/>
            <a:ext cx="805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2A75CC-18B4-42BA-9D11-00E14CE3CA06}"/>
              </a:ext>
            </a:extLst>
          </p:cNvPr>
          <p:cNvSpPr/>
          <p:nvPr/>
        </p:nvSpPr>
        <p:spPr>
          <a:xfrm>
            <a:off x="1416589" y="299744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latin typeface="宋体" panose="02010600030101010101" pitchFamily="2" charset="-122"/>
              </a:rPr>
              <a:t>求极限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93AB37-B7FC-4F5C-9F6F-A50AEA08B20E}"/>
              </a:ext>
            </a:extLst>
          </p:cNvPr>
          <p:cNvSpPr/>
          <p:nvPr/>
        </p:nvSpPr>
        <p:spPr>
          <a:xfrm>
            <a:off x="611560" y="98757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046887B-DF45-4AC8-97D1-DD1229293B3B}"/>
              </a:ext>
            </a:extLst>
          </p:cNvPr>
          <p:cNvGrpSpPr/>
          <p:nvPr/>
        </p:nvGrpSpPr>
        <p:grpSpPr>
          <a:xfrm>
            <a:off x="1169566" y="987573"/>
            <a:ext cx="4129878" cy="461666"/>
            <a:chOff x="1169566" y="987573"/>
            <a:chExt cx="4129878" cy="46166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979BE97-E676-489B-888D-CBAFB5EB38AF}"/>
                </a:ext>
              </a:extLst>
            </p:cNvPr>
            <p:cNvSpPr/>
            <p:nvPr/>
          </p:nvSpPr>
          <p:spPr>
            <a:xfrm>
              <a:off x="1169566" y="987574"/>
              <a:ext cx="17462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当      时，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DA19FD3-5770-4378-BE2F-394EA4F8DD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5133949"/>
                </p:ext>
              </p:extLst>
            </p:nvPr>
          </p:nvGraphicFramePr>
          <p:xfrm>
            <a:off x="1723118" y="1078706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47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23118" y="1078706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9B8E6E2-5D87-410E-B47D-14B5646711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0158951"/>
                </p:ext>
              </p:extLst>
            </p:nvPr>
          </p:nvGraphicFramePr>
          <p:xfrm>
            <a:off x="3216644" y="987573"/>
            <a:ext cx="20828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48" name="Equation" r:id="rId7" imgW="2082600" imgH="419040" progId="Equation.DSMT4">
                    <p:embed/>
                  </p:oleObj>
                </mc:Choice>
                <mc:Fallback>
                  <p:oleObj name="Equation" r:id="rId7" imgW="208260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16644" y="987573"/>
                          <a:ext cx="20828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8A4AFCB-E274-4290-887A-39D87CB9506B}"/>
              </a:ext>
            </a:extLst>
          </p:cNvPr>
          <p:cNvGrpSpPr/>
          <p:nvPr/>
        </p:nvGrpSpPr>
        <p:grpSpPr>
          <a:xfrm>
            <a:off x="744656" y="2492952"/>
            <a:ext cx="4703644" cy="461665"/>
            <a:chOff x="744656" y="2492952"/>
            <a:chExt cx="4703644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8A49D97-0A91-46C1-83E6-4E295F68D7D9}"/>
                </a:ext>
              </a:extLst>
            </p:cNvPr>
            <p:cNvSpPr/>
            <p:nvPr/>
          </p:nvSpPr>
          <p:spPr>
            <a:xfrm>
              <a:off x="744656" y="2492952"/>
              <a:ext cx="2752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当          时，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0117EA8-8C45-4AEF-B696-2315E0ACCE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7988862"/>
                </p:ext>
              </p:extLst>
            </p:nvPr>
          </p:nvGraphicFramePr>
          <p:xfrm>
            <a:off x="1331640" y="2584084"/>
            <a:ext cx="1231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49" name="Equation" r:id="rId9" imgW="1231560" imgH="279360" progId="Equation.DSMT4">
                    <p:embed/>
                  </p:oleObj>
                </mc:Choice>
                <mc:Fallback>
                  <p:oleObj name="Equation" r:id="rId9" imgW="12315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31640" y="2584084"/>
                          <a:ext cx="1231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C593661-5AF3-4A0B-9CA5-DFF5EF77EF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7570633"/>
                </p:ext>
              </p:extLst>
            </p:nvPr>
          </p:nvGraphicFramePr>
          <p:xfrm>
            <a:off x="3352800" y="2492952"/>
            <a:ext cx="2095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50" name="Equation" r:id="rId11" imgW="2095200" imgH="393480" progId="Equation.DSMT4">
                    <p:embed/>
                  </p:oleObj>
                </mc:Choice>
                <mc:Fallback>
                  <p:oleObj name="Equation" r:id="rId11" imgW="209520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52800" y="2492952"/>
                          <a:ext cx="2095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534A44C2-C475-4DE0-91DE-5491132BD980}"/>
              </a:ext>
            </a:extLst>
          </p:cNvPr>
          <p:cNvSpPr/>
          <p:nvPr/>
        </p:nvSpPr>
        <p:spPr>
          <a:xfrm>
            <a:off x="675520" y="1675403"/>
            <a:ext cx="2168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由夹逼准则得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6575640-D75E-42EA-96BD-054A7F588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216242"/>
              </p:ext>
            </p:extLst>
          </p:nvPr>
        </p:nvGraphicFramePr>
        <p:xfrm>
          <a:off x="2647950" y="1667718"/>
          <a:ext cx="1752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51" name="Equation" r:id="rId13" imgW="1752480" imgH="558720" progId="Equation.DSMT4">
                  <p:embed/>
                </p:oleObj>
              </mc:Choice>
              <mc:Fallback>
                <p:oleObj name="Equation" r:id="rId13" imgW="175248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47950" y="1667718"/>
                        <a:ext cx="17526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9157FEB0-E1BF-48E9-9939-816B467DC0D5}"/>
              </a:ext>
            </a:extLst>
          </p:cNvPr>
          <p:cNvSpPr/>
          <p:nvPr/>
        </p:nvSpPr>
        <p:spPr>
          <a:xfrm>
            <a:off x="699313" y="3235039"/>
            <a:ext cx="2168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由夹逼准则得</a:t>
            </a: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7C5B7ED-D5F0-46E0-966F-73BA8FB37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343913"/>
              </p:ext>
            </p:extLst>
          </p:nvPr>
        </p:nvGraphicFramePr>
        <p:xfrm>
          <a:off x="2671743" y="3227354"/>
          <a:ext cx="1752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52" name="Equation" r:id="rId15" imgW="1752480" imgH="558720" progId="Equation.DSMT4">
                  <p:embed/>
                </p:oleObj>
              </mc:Choice>
              <mc:Fallback>
                <p:oleObj name="Equation" r:id="rId15" imgW="1752480" imgH="558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6575640-D75E-42EA-96BD-054A7F588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71743" y="3227354"/>
                        <a:ext cx="17526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EF20ABCA-B5D8-41B1-8595-BCEE7C0E293B}"/>
              </a:ext>
            </a:extLst>
          </p:cNvPr>
          <p:cNvSpPr/>
          <p:nvPr/>
        </p:nvSpPr>
        <p:spPr>
          <a:xfrm>
            <a:off x="699313" y="3977126"/>
            <a:ext cx="3050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从而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DD83664-7921-4A50-8B1C-A68A22F84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54903"/>
              </p:ext>
            </p:extLst>
          </p:nvPr>
        </p:nvGraphicFramePr>
        <p:xfrm>
          <a:off x="1552025" y="3977126"/>
          <a:ext cx="128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53" name="Equation" r:id="rId17" imgW="1282680" imgH="545760" progId="Equation.DSMT4">
                  <p:embed/>
                </p:oleObj>
              </mc:Choice>
              <mc:Fallback>
                <p:oleObj name="Equation" r:id="rId17" imgW="12826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52025" y="3977126"/>
                        <a:ext cx="1282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794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059D5995-0E74-44B6-A9FF-743D99427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19" y="1419622"/>
            <a:ext cx="2664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2.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单调有界准则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123">
            <a:extLst>
              <a:ext uri="{FF2B5EF4-FFF2-40B4-BE49-F238E27FC236}">
                <a16:creationId xmlns:a16="http://schemas.microsoft.com/office/drawing/2014/main" id="{81DF3046-5C38-4925-B989-66BE78479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30365"/>
            <a:ext cx="6518680" cy="40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函数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单侧极限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问题也有类似的单调有界准则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898F56-D834-45EA-812B-A98B31DBF923}"/>
              </a:ext>
            </a:extLst>
          </p:cNvPr>
          <p:cNvGrpSpPr/>
          <p:nvPr/>
        </p:nvGrpSpPr>
        <p:grpSpPr>
          <a:xfrm>
            <a:off x="799166" y="881288"/>
            <a:ext cx="7545668" cy="419040"/>
            <a:chOff x="871174" y="1385344"/>
            <a:chExt cx="7545668" cy="419040"/>
          </a:xfrm>
        </p:grpSpPr>
        <p:sp>
          <p:nvSpPr>
            <p:cNvPr id="9" name="Rectangle 123">
              <a:extLst>
                <a:ext uri="{FF2B5EF4-FFF2-40B4-BE49-F238E27FC236}">
                  <a16:creationId xmlns:a16="http://schemas.microsoft.com/office/drawing/2014/main" id="{09ADCBE2-465D-40C4-95D5-5C7BE4718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174" y="1385344"/>
              <a:ext cx="7146799" cy="400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四类自变量的变化过程：</a:t>
              </a:r>
            </a:p>
          </p:txBody>
        </p:sp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9108DEB7-6D76-40B4-94CD-4B790730E7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2367178"/>
                </p:ext>
              </p:extLst>
            </p:nvPr>
          </p:nvGraphicFramePr>
          <p:xfrm>
            <a:off x="4289442" y="1385344"/>
            <a:ext cx="4127400" cy="419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26" name="Equation" r:id="rId3" imgW="4127400" imgH="419040" progId="Equation.DSMT4">
                    <p:embed/>
                  </p:oleObj>
                </mc:Choice>
                <mc:Fallback>
                  <p:oleObj name="Equation" r:id="rId3" imgW="4127400" imgH="41904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268D4A2B-160F-49D0-BF3F-0983D7D86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442" y="1385344"/>
                          <a:ext cx="4127400" cy="419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4652FE7-37B5-4172-8A91-8B07CBCC2F52}"/>
              </a:ext>
            </a:extLst>
          </p:cNvPr>
          <p:cNvGrpSpPr/>
          <p:nvPr/>
        </p:nvGrpSpPr>
        <p:grpSpPr>
          <a:xfrm>
            <a:off x="790110" y="2057957"/>
            <a:ext cx="8246386" cy="428724"/>
            <a:chOff x="511134" y="1883784"/>
            <a:chExt cx="8277621" cy="428724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FE41F28-FFEF-4FFD-8D21-8E1A61DECBAB}"/>
                </a:ext>
              </a:extLst>
            </p:cNvPr>
            <p:cNvGrpSpPr/>
            <p:nvPr/>
          </p:nvGrpSpPr>
          <p:grpSpPr>
            <a:xfrm>
              <a:off x="511134" y="1883784"/>
              <a:ext cx="1080120" cy="412825"/>
              <a:chOff x="577648" y="1933553"/>
              <a:chExt cx="1080120" cy="412825"/>
            </a:xfrm>
          </p:grpSpPr>
          <p:sp>
            <p:nvSpPr>
              <p:cNvPr id="16" name="Rectangle 123">
                <a:extLst>
                  <a:ext uri="{FF2B5EF4-FFF2-40B4-BE49-F238E27FC236}">
                    <a16:creationId xmlns:a16="http://schemas.microsoft.com/office/drawing/2014/main" id="{C0563C38-2930-4E7B-84FF-5E36714E1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648" y="1933553"/>
                <a:ext cx="1080120" cy="400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>
                    <a:solidFill>
                      <a:srgbClr val="0064FF"/>
                    </a:solidFill>
                    <a:latin typeface="+mn-ea"/>
                    <a:ea typeface="+mn-ea"/>
                  </a:rPr>
                  <a:t>准则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  </a:t>
                </a:r>
              </a:p>
            </p:txBody>
          </p:sp>
          <p:graphicFrame>
            <p:nvGraphicFramePr>
              <p:cNvPr id="17" name="Object 24">
                <a:extLst>
                  <a:ext uri="{FF2B5EF4-FFF2-40B4-BE49-F238E27FC236}">
                    <a16:creationId xmlns:a16="http://schemas.microsoft.com/office/drawing/2014/main" id="{B38300DB-1AA6-4B3B-80DA-CB619CBFC1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65409740"/>
                  </p:ext>
                </p:extLst>
              </p:nvPr>
            </p:nvGraphicFramePr>
            <p:xfrm>
              <a:off x="1320832" y="1957441"/>
              <a:ext cx="257175" cy="3889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027" name="Equation" r:id="rId5" imgW="101520" imgH="164880" progId="Equation.DSMT4">
                      <p:embed/>
                    </p:oleObj>
                  </mc:Choice>
                  <mc:Fallback>
                    <p:oleObj name="Equation" r:id="rId5" imgW="101520" imgH="164880" progId="Equation.DSMT4">
                      <p:embed/>
                      <p:pic>
                        <p:nvPicPr>
                          <p:cNvPr id="9" name="Object 24">
                            <a:extLst>
                              <a:ext uri="{FF2B5EF4-FFF2-40B4-BE49-F238E27FC236}">
                                <a16:creationId xmlns:a16="http://schemas.microsoft.com/office/drawing/2014/main" id="{687CC85E-70FC-4591-9D79-3B61BC0B113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20832" y="1957441"/>
                            <a:ext cx="257175" cy="3889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Rectangle 123">
              <a:extLst>
                <a:ext uri="{FF2B5EF4-FFF2-40B4-BE49-F238E27FC236}">
                  <a16:creationId xmlns:a16="http://schemas.microsoft.com/office/drawing/2014/main" id="{E0BD9108-5351-4D24-BC9B-0AC0E5D19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450" y="1899412"/>
              <a:ext cx="7308305" cy="400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设函数    在点  的某个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左</a:t>
              </a:r>
              <a:r>
                <a:rPr lang="en-US" altLang="zh-CN" sz="24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右）邻域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内单调并有界，</a:t>
              </a: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EB88C881-6A5F-4463-B783-3B7B66CED4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2515866"/>
                </p:ext>
              </p:extLst>
            </p:nvPr>
          </p:nvGraphicFramePr>
          <p:xfrm>
            <a:off x="2439219" y="1969608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28" name="Equation" r:id="rId7" imgW="634680" imgH="342720" progId="Equation.DSMT4">
                    <p:embed/>
                  </p:oleObj>
                </mc:Choice>
                <mc:Fallback>
                  <p:oleObj name="Equation" r:id="rId7" imgW="634680" imgH="34272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ACB6C043-6521-4393-82D4-DBB02FF289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9219" y="1969608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A43C2CFD-8ECF-484B-BE3E-D2A490DBDC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2054455"/>
                </p:ext>
              </p:extLst>
            </p:nvPr>
          </p:nvGraphicFramePr>
          <p:xfrm>
            <a:off x="3678869" y="1915609"/>
            <a:ext cx="292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29" name="Equation" r:id="rId9" imgW="291960" imgH="380880" progId="Equation.DSMT4">
                    <p:embed/>
                  </p:oleObj>
                </mc:Choice>
                <mc:Fallback>
                  <p:oleObj name="Equation" r:id="rId9" imgW="291960" imgH="38088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03E2C722-8D9E-4675-96F3-931825C0FA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8869" y="1915609"/>
                          <a:ext cx="292100" cy="381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C3D3F03-6A97-4D92-855A-B8A514E65661}"/>
              </a:ext>
            </a:extLst>
          </p:cNvPr>
          <p:cNvGrpSpPr/>
          <p:nvPr/>
        </p:nvGrpSpPr>
        <p:grpSpPr>
          <a:xfrm>
            <a:off x="511829" y="2745556"/>
            <a:ext cx="5572339" cy="408842"/>
            <a:chOff x="232853" y="2571383"/>
            <a:chExt cx="5572339" cy="408842"/>
          </a:xfrm>
        </p:grpSpPr>
        <p:sp>
          <p:nvSpPr>
            <p:cNvPr id="19" name="Rectangle 123">
              <a:extLst>
                <a:ext uri="{FF2B5EF4-FFF2-40B4-BE49-F238E27FC236}">
                  <a16:creationId xmlns:a16="http://schemas.microsoft.com/office/drawing/2014/main" id="{9B2CEDAA-31BF-46C8-A81D-4573CAF47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53" y="2571383"/>
              <a:ext cx="5572339" cy="400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则函数     在点  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左</a:t>
              </a:r>
              <a:r>
                <a:rPr lang="en-US" altLang="zh-CN" sz="24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右</a:t>
              </a:r>
              <a:r>
                <a:rPr lang="en-US" altLang="zh-CN" sz="24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极限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存在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400F785A-8123-490F-8444-9D3E97ABB8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1055561"/>
                </p:ext>
              </p:extLst>
            </p:nvPr>
          </p:nvGraphicFramePr>
          <p:xfrm>
            <a:off x="1365574" y="2628531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30" name="Equation" r:id="rId11" imgW="634680" imgH="342720" progId="Equation.DSMT4">
                    <p:embed/>
                  </p:oleObj>
                </mc:Choice>
                <mc:Fallback>
                  <p:oleObj name="Equation" r:id="rId11" imgW="634680" imgH="342720" progId="Equation.DSMT4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5915273B-40E1-4834-BBB5-BB0459DD1E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5574" y="2628531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ED438C8E-546E-4B34-BB05-BF7D3BA261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9338200"/>
                </p:ext>
              </p:extLst>
            </p:nvPr>
          </p:nvGraphicFramePr>
          <p:xfrm>
            <a:off x="2627784" y="2599225"/>
            <a:ext cx="292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31" name="Equation" r:id="rId13" imgW="291960" imgH="380880" progId="Equation.DSMT4">
                    <p:embed/>
                  </p:oleObj>
                </mc:Choice>
                <mc:Fallback>
                  <p:oleObj name="Equation" r:id="rId13" imgW="291960" imgH="380880" progId="Equation.DSMT4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46E50947-7841-4DE8-A025-C2858189E6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784" y="2599225"/>
                          <a:ext cx="292100" cy="381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39EF71F-AB4A-41CC-8F73-F2AE98FC4FF0}"/>
              </a:ext>
            </a:extLst>
          </p:cNvPr>
          <p:cNvGrpSpPr/>
          <p:nvPr/>
        </p:nvGrpSpPr>
        <p:grpSpPr>
          <a:xfrm>
            <a:off x="530496" y="4041650"/>
            <a:ext cx="7146799" cy="400048"/>
            <a:chOff x="251520" y="3867477"/>
            <a:chExt cx="7146799" cy="400048"/>
          </a:xfrm>
        </p:grpSpPr>
        <p:sp>
          <p:nvSpPr>
            <p:cNvPr id="23" name="Rectangle 123">
              <a:extLst>
                <a:ext uri="{FF2B5EF4-FFF2-40B4-BE49-F238E27FC236}">
                  <a16:creationId xmlns:a16="http://schemas.microsoft.com/office/drawing/2014/main" id="{782AEA3D-1A70-458E-891C-E41B3D577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3867477"/>
              <a:ext cx="7146799" cy="400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            时极限存在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E7D80E63-8EDB-4A1B-8FC0-52614117FD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9131160"/>
                </p:ext>
              </p:extLst>
            </p:nvPr>
          </p:nvGraphicFramePr>
          <p:xfrm>
            <a:off x="755576" y="3924625"/>
            <a:ext cx="1625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32" name="Equation" r:id="rId15" imgW="1625400" imgH="342720" progId="Equation.DSMT4">
                    <p:embed/>
                  </p:oleObj>
                </mc:Choice>
                <mc:Fallback>
                  <p:oleObj name="Equation" r:id="rId15" imgW="1625400" imgH="342720" progId="Equation.DSMT4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FB0C1652-8069-4503-AF3A-3EE52E27ED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3924625"/>
                          <a:ext cx="1625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3BFAB6C-79E2-422A-A175-CA7F8236A328}"/>
              </a:ext>
            </a:extLst>
          </p:cNvPr>
          <p:cNvGrpSpPr/>
          <p:nvPr/>
        </p:nvGrpSpPr>
        <p:grpSpPr>
          <a:xfrm>
            <a:off x="899592" y="3360542"/>
            <a:ext cx="8209259" cy="436347"/>
            <a:chOff x="620616" y="3186369"/>
            <a:chExt cx="8209259" cy="436347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DA787F8-5280-4D54-BC9D-B648CE0A1C25}"/>
                </a:ext>
              </a:extLst>
            </p:cNvPr>
            <p:cNvGrpSpPr/>
            <p:nvPr/>
          </p:nvGrpSpPr>
          <p:grpSpPr>
            <a:xfrm>
              <a:off x="620616" y="3186369"/>
              <a:ext cx="1080120" cy="411358"/>
              <a:chOff x="687130" y="1940161"/>
              <a:chExt cx="1080120" cy="411358"/>
            </a:xfrm>
          </p:grpSpPr>
          <p:sp>
            <p:nvSpPr>
              <p:cNvPr id="31" name="Rectangle 123">
                <a:extLst>
                  <a:ext uri="{FF2B5EF4-FFF2-40B4-BE49-F238E27FC236}">
                    <a16:creationId xmlns:a16="http://schemas.microsoft.com/office/drawing/2014/main" id="{685FFE31-3FD6-4FA3-9361-A78232B4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130" y="1940161"/>
                <a:ext cx="1080120" cy="400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>
                    <a:solidFill>
                      <a:srgbClr val="0064FF"/>
                    </a:solidFill>
                    <a:latin typeface="+mn-ea"/>
                    <a:ea typeface="+mn-ea"/>
                  </a:rPr>
                  <a:t>准则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  </a:t>
                </a:r>
              </a:p>
            </p:txBody>
          </p:sp>
          <p:graphicFrame>
            <p:nvGraphicFramePr>
              <p:cNvPr id="32" name="Object 24">
                <a:extLst>
                  <a:ext uri="{FF2B5EF4-FFF2-40B4-BE49-F238E27FC236}">
                    <a16:creationId xmlns:a16="http://schemas.microsoft.com/office/drawing/2014/main" id="{81BE9701-C0C3-44F1-B7E9-5987D1B7D9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0993405"/>
                  </p:ext>
                </p:extLst>
              </p:nvPr>
            </p:nvGraphicFramePr>
            <p:xfrm>
              <a:off x="1330588" y="1962582"/>
              <a:ext cx="385763" cy="3889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033" name="Equation" r:id="rId17" imgW="152280" imgH="164880" progId="Equation.DSMT4">
                      <p:embed/>
                    </p:oleObj>
                  </mc:Choice>
                  <mc:Fallback>
                    <p:oleObj name="Equation" r:id="rId17" imgW="152280" imgH="164880" progId="Equation.DSMT4">
                      <p:embed/>
                      <p:pic>
                        <p:nvPicPr>
                          <p:cNvPr id="21" name="Object 24">
                            <a:extLst>
                              <a:ext uri="{FF2B5EF4-FFF2-40B4-BE49-F238E27FC236}">
                                <a16:creationId xmlns:a16="http://schemas.microsoft.com/office/drawing/2014/main" id="{666E4167-27AB-4551-A409-506E1AB6B8B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0588" y="1962582"/>
                            <a:ext cx="385763" cy="3889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" name="Rectangle 123">
              <a:extLst>
                <a:ext uri="{FF2B5EF4-FFF2-40B4-BE49-F238E27FC236}">
                  <a16:creationId xmlns:a16="http://schemas.microsoft.com/office/drawing/2014/main" id="{0BAFB87D-68A0-4688-B9B9-6A5941D7A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3075" y="3201031"/>
              <a:ext cx="7146800" cy="400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设函数    当          时单调并有界，则函数    </a:t>
              </a:r>
            </a:p>
          </p:txBody>
        </p:sp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12C8501E-E0F2-4B98-A556-47A509EC83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717183"/>
                </p:ext>
              </p:extLst>
            </p:nvPr>
          </p:nvGraphicFramePr>
          <p:xfrm>
            <a:off x="3666916" y="3270455"/>
            <a:ext cx="1498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34" name="Equation" r:id="rId19" imgW="1498320" imgH="342720" progId="Equation.DSMT4">
                    <p:embed/>
                  </p:oleObj>
                </mc:Choice>
                <mc:Fallback>
                  <p:oleObj name="Equation" r:id="rId19" imgW="1498320" imgH="342720" progId="Equation.DSMT4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6BC38CB1-74A2-4B81-AFB1-6A411EF87B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6916" y="3270455"/>
                          <a:ext cx="1498600" cy="342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CA882763-9A9B-4A05-B328-ABD55F43B3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4165797"/>
                </p:ext>
              </p:extLst>
            </p:nvPr>
          </p:nvGraphicFramePr>
          <p:xfrm>
            <a:off x="2633451" y="3269465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35" name="Equation" r:id="rId21" imgW="634680" imgH="342720" progId="Equation.DSMT4">
                    <p:embed/>
                  </p:oleObj>
                </mc:Choice>
                <mc:Fallback>
                  <p:oleObj name="Equation" r:id="rId21" imgW="634680" imgH="34272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9EB96E03-5E1B-4970-AD34-90A459836D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3451" y="3269465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C4D22D8F-A7AC-488F-8BBB-91FE6FABB3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3144211"/>
                </p:ext>
              </p:extLst>
            </p:nvPr>
          </p:nvGraphicFramePr>
          <p:xfrm>
            <a:off x="8122890" y="3279816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36" name="Equation" r:id="rId22" imgW="634680" imgH="342720" progId="Equation.DSMT4">
                    <p:embed/>
                  </p:oleObj>
                </mc:Choice>
                <mc:Fallback>
                  <p:oleObj name="Equation" r:id="rId22" imgW="634680" imgH="342720" progId="Equation.DSMT4">
                    <p:embed/>
                    <p:pic>
                      <p:nvPicPr>
                        <p:cNvPr id="29" name="Object 24">
                          <a:extLst>
                            <a:ext uri="{FF2B5EF4-FFF2-40B4-BE49-F238E27FC236}">
                              <a16:creationId xmlns:a16="http://schemas.microsoft.com/office/drawing/2014/main" id="{2E2CA5D2-5866-4ECF-9AF7-C96F2BB409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2890" y="3279816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15654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3F1CBF1B-AD0E-4DD1-877B-359B9DD5803E}"/>
              </a:ext>
            </a:extLst>
          </p:cNvPr>
          <p:cNvSpPr txBox="1"/>
          <p:nvPr/>
        </p:nvSpPr>
        <p:spPr>
          <a:xfrm>
            <a:off x="516672" y="70191"/>
            <a:ext cx="3263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、两个重要极限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045D805-FA8D-4060-A85F-5FEC2340F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02190"/>
              </p:ext>
            </p:extLst>
          </p:nvPr>
        </p:nvGraphicFramePr>
        <p:xfrm>
          <a:off x="755576" y="696138"/>
          <a:ext cx="189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18" name="Equation" r:id="rId3" imgW="1892160" imgH="736560" progId="Equation.DSMT4">
                  <p:embed/>
                </p:oleObj>
              </mc:Choice>
              <mc:Fallback>
                <p:oleObj name="Equation" r:id="rId3" imgW="1892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696138"/>
                        <a:ext cx="1892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Line 31">
            <a:extLst>
              <a:ext uri="{FF2B5EF4-FFF2-40B4-BE49-F238E27FC236}">
                <a16:creationId xmlns:a16="http://schemas.microsoft.com/office/drawing/2014/main" id="{0B5C95B6-E94C-4CAE-BF32-F524BDBD1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2817" y="1548649"/>
            <a:ext cx="360000" cy="87908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弧形 53">
            <a:extLst>
              <a:ext uri="{FF2B5EF4-FFF2-40B4-BE49-F238E27FC236}">
                <a16:creationId xmlns:a16="http://schemas.microsoft.com/office/drawing/2014/main" id="{BCE74889-B585-4DDB-A5EC-F0B2C39253B0}"/>
              </a:ext>
            </a:extLst>
          </p:cNvPr>
          <p:cNvSpPr/>
          <p:nvPr/>
        </p:nvSpPr>
        <p:spPr>
          <a:xfrm>
            <a:off x="5717230" y="1198448"/>
            <a:ext cx="2448272" cy="2520280"/>
          </a:xfrm>
          <a:prstGeom prst="arc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F3496B0-8366-475B-B982-7677EFB221CC}"/>
              </a:ext>
            </a:extLst>
          </p:cNvPr>
          <p:cNvSpPr txBox="1"/>
          <p:nvPr/>
        </p:nvSpPr>
        <p:spPr>
          <a:xfrm>
            <a:off x="662903" y="1528400"/>
            <a:ext cx="524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CB273E8-3F24-4F90-9718-CCEBE966994A}"/>
              </a:ext>
            </a:extLst>
          </p:cNvPr>
          <p:cNvSpPr txBox="1"/>
          <p:nvPr/>
        </p:nvSpPr>
        <p:spPr>
          <a:xfrm>
            <a:off x="1274218" y="1522273"/>
            <a:ext cx="3026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设圆心角</a:t>
            </a:r>
            <a:r>
              <a:rPr lang="en-US" altLang="zh-CN" sz="2400" b="1" dirty="0">
                <a:latin typeface="+mn-ea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7" name="Object 24">
            <a:extLst>
              <a:ext uri="{FF2B5EF4-FFF2-40B4-BE49-F238E27FC236}">
                <a16:creationId xmlns:a16="http://schemas.microsoft.com/office/drawing/2014/main" id="{068D47D1-3823-44B2-BEA5-9819E05D9D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895535"/>
              </p:ext>
            </p:extLst>
          </p:nvPr>
        </p:nvGraphicFramePr>
        <p:xfrm>
          <a:off x="2595416" y="1643738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19"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B4CE777A-9A24-43E8-AB9C-D562A7FD0C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416" y="1643738"/>
                        <a:ext cx="876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Line 17">
            <a:extLst>
              <a:ext uri="{FF2B5EF4-FFF2-40B4-BE49-F238E27FC236}">
                <a16:creationId xmlns:a16="http://schemas.microsoft.com/office/drawing/2014/main" id="{A5FD0909-E7F3-4D0F-8EBD-87F7B675B9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72400" y="1211690"/>
            <a:ext cx="0" cy="1210991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9" name="Group 12">
            <a:extLst>
              <a:ext uri="{FF2B5EF4-FFF2-40B4-BE49-F238E27FC236}">
                <a16:creationId xmlns:a16="http://schemas.microsoft.com/office/drawing/2014/main" id="{91BE99DB-59BE-48AE-BD49-BD68E9A959E0}"/>
              </a:ext>
            </a:extLst>
          </p:cNvPr>
          <p:cNvGrpSpPr>
            <a:grpSpLocks/>
          </p:cNvGrpSpPr>
          <p:nvPr/>
        </p:nvGrpSpPr>
        <p:grpSpPr bwMode="auto">
          <a:xfrm>
            <a:off x="7596336" y="1601213"/>
            <a:ext cx="581025" cy="1194811"/>
            <a:chOff x="4830" y="1630"/>
            <a:chExt cx="351" cy="655"/>
          </a:xfrm>
        </p:grpSpPr>
        <p:sp>
          <p:nvSpPr>
            <p:cNvPr id="60" name="Line 18">
              <a:extLst>
                <a:ext uri="{FF2B5EF4-FFF2-40B4-BE49-F238E27FC236}">
                  <a16:creationId xmlns:a16="http://schemas.microsoft.com/office/drawing/2014/main" id="{04E4A7DD-D892-4366-8944-ABE2D51F62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6" y="1630"/>
              <a:ext cx="0" cy="45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33EE6535-3DDE-4E5C-ABB7-D51CC2AA1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083"/>
              <a:ext cx="35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62" name="Group 16">
            <a:extLst>
              <a:ext uri="{FF2B5EF4-FFF2-40B4-BE49-F238E27FC236}">
                <a16:creationId xmlns:a16="http://schemas.microsoft.com/office/drawing/2014/main" id="{64EBFFD5-FB4A-4BDE-A201-AFBEE9E9AF72}"/>
              </a:ext>
            </a:extLst>
          </p:cNvPr>
          <p:cNvGrpSpPr>
            <a:grpSpLocks/>
          </p:cNvGrpSpPr>
          <p:nvPr/>
        </p:nvGrpSpPr>
        <p:grpSpPr bwMode="auto">
          <a:xfrm>
            <a:off x="6629610" y="535329"/>
            <a:ext cx="2390550" cy="2277916"/>
            <a:chOff x="2052" y="1386"/>
            <a:chExt cx="1444" cy="1310"/>
          </a:xfrm>
        </p:grpSpPr>
        <p:sp>
          <p:nvSpPr>
            <p:cNvPr id="63" name="Line 12">
              <a:extLst>
                <a:ext uri="{FF2B5EF4-FFF2-40B4-BE49-F238E27FC236}">
                  <a16:creationId xmlns:a16="http://schemas.microsoft.com/office/drawing/2014/main" id="{A9580920-BBD2-4B42-A6B9-888BC63CD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479"/>
              <a:ext cx="121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4" name="Line 13">
              <a:extLst>
                <a:ext uri="{FF2B5EF4-FFF2-40B4-BE49-F238E27FC236}">
                  <a16:creationId xmlns:a16="http://schemas.microsoft.com/office/drawing/2014/main" id="{CB3A0538-728B-43A6-8882-D07E0B23F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7" y="1540"/>
              <a:ext cx="0" cy="11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Text Box 14">
              <a:extLst>
                <a:ext uri="{FF2B5EF4-FFF2-40B4-BE49-F238E27FC236}">
                  <a16:creationId xmlns:a16="http://schemas.microsoft.com/office/drawing/2014/main" id="{AFC769CB-5554-4313-AF48-F24FC707A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9" y="2400"/>
              <a:ext cx="31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66" name="Text Box 15">
              <a:extLst>
                <a:ext uri="{FF2B5EF4-FFF2-40B4-BE49-F238E27FC236}">
                  <a16:creationId xmlns:a16="http://schemas.microsoft.com/office/drawing/2014/main" id="{15660BD1-F453-4D46-B4C5-09190BC81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431"/>
              <a:ext cx="30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67" name="Text Box 16">
              <a:extLst>
                <a:ext uri="{FF2B5EF4-FFF2-40B4-BE49-F238E27FC236}">
                  <a16:creationId xmlns:a16="http://schemas.microsoft.com/office/drawing/2014/main" id="{3D99ED46-D483-4E88-82EE-6C3E89BE9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" y="1386"/>
              <a:ext cx="310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</p:grpSp>
      <p:grpSp>
        <p:nvGrpSpPr>
          <p:cNvPr id="68" name="Group 28">
            <a:extLst>
              <a:ext uri="{FF2B5EF4-FFF2-40B4-BE49-F238E27FC236}">
                <a16:creationId xmlns:a16="http://schemas.microsoft.com/office/drawing/2014/main" id="{2FC7C628-A019-4181-A905-8B656F5F55EE}"/>
              </a:ext>
            </a:extLst>
          </p:cNvPr>
          <p:cNvGrpSpPr>
            <a:grpSpLocks/>
          </p:cNvGrpSpPr>
          <p:nvPr/>
        </p:nvGrpSpPr>
        <p:grpSpPr bwMode="auto">
          <a:xfrm rot="21307718">
            <a:off x="7789657" y="1032099"/>
            <a:ext cx="941981" cy="493703"/>
            <a:chOff x="3644" y="682"/>
            <a:chExt cx="569" cy="284"/>
          </a:xfrm>
        </p:grpSpPr>
        <p:sp>
          <p:nvSpPr>
            <p:cNvPr id="69" name="Text Box 22">
              <a:extLst>
                <a:ext uri="{FF2B5EF4-FFF2-40B4-BE49-F238E27FC236}">
                  <a16:creationId xmlns:a16="http://schemas.microsoft.com/office/drawing/2014/main" id="{B817A4FB-48AE-4242-B938-12F34D463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2" y="682"/>
              <a:ext cx="3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70" name="Line 30">
              <a:extLst>
                <a:ext uri="{FF2B5EF4-FFF2-40B4-BE49-F238E27FC236}">
                  <a16:creationId xmlns:a16="http://schemas.microsoft.com/office/drawing/2014/main" id="{922FBA69-2915-46D8-99F8-BDE700CCD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4" y="781"/>
              <a:ext cx="236" cy="185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3DA4BBF-D13A-4E31-A8A9-1906133977AE}"/>
              </a:ext>
            </a:extLst>
          </p:cNvPr>
          <p:cNvGrpSpPr/>
          <p:nvPr/>
        </p:nvGrpSpPr>
        <p:grpSpPr>
          <a:xfrm>
            <a:off x="755576" y="2366514"/>
            <a:ext cx="1961156" cy="461665"/>
            <a:chOff x="974528" y="2110085"/>
            <a:chExt cx="1961156" cy="461665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DF2C2D7C-9445-42A8-AEA9-6ECFB2E9CC71}"/>
                </a:ext>
              </a:extLst>
            </p:cNvPr>
            <p:cNvSpPr txBox="1"/>
            <p:nvPr/>
          </p:nvSpPr>
          <p:spPr>
            <a:xfrm>
              <a:off x="1703517" y="2110085"/>
              <a:ext cx="1232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面积</a:t>
              </a:r>
            </a:p>
          </p:txBody>
        </p:sp>
        <p:graphicFrame>
          <p:nvGraphicFramePr>
            <p:cNvPr id="73" name="Object 24">
              <a:extLst>
                <a:ext uri="{FF2B5EF4-FFF2-40B4-BE49-F238E27FC236}">
                  <a16:creationId xmlns:a16="http://schemas.microsoft.com/office/drawing/2014/main" id="{683FB107-1652-4E3E-AF64-3CA665E700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4386486"/>
                </p:ext>
              </p:extLst>
            </p:nvPr>
          </p:nvGraphicFramePr>
          <p:xfrm>
            <a:off x="974528" y="2224876"/>
            <a:ext cx="83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020" name="Equation" r:id="rId7" imgW="838080" imgH="342720" progId="Equation.DSMT4">
                    <p:embed/>
                  </p:oleObj>
                </mc:Choice>
                <mc:Fallback>
                  <p:oleObj name="Equation" r:id="rId7" imgW="838080" imgH="342720" progId="Equation.DSMT4">
                    <p:embed/>
                    <p:pic>
                      <p:nvPicPr>
                        <p:cNvPr id="67" name="Object 24">
                          <a:extLst>
                            <a:ext uri="{FF2B5EF4-FFF2-40B4-BE49-F238E27FC236}">
                              <a16:creationId xmlns:a16="http://schemas.microsoft.com/office/drawing/2014/main" id="{112EED8D-4BF7-4692-9444-7D27676C38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528" y="2224876"/>
                          <a:ext cx="838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9F288A4-9944-41BE-8B64-F8C5F278DAA5}"/>
              </a:ext>
            </a:extLst>
          </p:cNvPr>
          <p:cNvGrpSpPr/>
          <p:nvPr/>
        </p:nvGrpSpPr>
        <p:grpSpPr>
          <a:xfrm>
            <a:off x="2507471" y="2389501"/>
            <a:ext cx="2419878" cy="470281"/>
            <a:chOff x="2555776" y="2072478"/>
            <a:chExt cx="2419878" cy="470281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DBB5B1F5-ECF8-4A52-9A93-A59BA731CEB1}"/>
                </a:ext>
              </a:extLst>
            </p:cNvPr>
            <p:cNvSpPr txBox="1"/>
            <p:nvPr/>
          </p:nvSpPr>
          <p:spPr>
            <a:xfrm>
              <a:off x="2555776" y="2072478"/>
              <a:ext cx="24198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扇形    面积</a:t>
              </a:r>
            </a:p>
          </p:txBody>
        </p:sp>
        <p:graphicFrame>
          <p:nvGraphicFramePr>
            <p:cNvPr id="76" name="Object 24">
              <a:extLst>
                <a:ext uri="{FF2B5EF4-FFF2-40B4-BE49-F238E27FC236}">
                  <a16:creationId xmlns:a16="http://schemas.microsoft.com/office/drawing/2014/main" id="{FAC6BD4E-0B81-4A8B-8435-3A4A373A70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9517240"/>
                </p:ext>
              </p:extLst>
            </p:nvPr>
          </p:nvGraphicFramePr>
          <p:xfrm>
            <a:off x="3216064" y="2172871"/>
            <a:ext cx="673100" cy="369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021" name="Equation" r:id="rId9" imgW="672840" imgH="342720" progId="Equation.DSMT4">
                    <p:embed/>
                  </p:oleObj>
                </mc:Choice>
                <mc:Fallback>
                  <p:oleObj name="Equation" r:id="rId9" imgW="672840" imgH="342720" progId="Equation.DSMT4">
                    <p:embed/>
                    <p:pic>
                      <p:nvPicPr>
                        <p:cNvPr id="68" name="Object 24">
                          <a:extLst>
                            <a:ext uri="{FF2B5EF4-FFF2-40B4-BE49-F238E27FC236}">
                              <a16:creationId xmlns:a16="http://schemas.microsoft.com/office/drawing/2014/main" id="{5C5F7548-EFA3-42A1-92AA-B70D8F0367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064" y="2172871"/>
                          <a:ext cx="673100" cy="3698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8DBBD8B2-1AAC-4FD9-B9FC-AC666ACC9B65}"/>
              </a:ext>
            </a:extLst>
          </p:cNvPr>
          <p:cNvGrpSpPr/>
          <p:nvPr/>
        </p:nvGrpSpPr>
        <p:grpSpPr>
          <a:xfrm>
            <a:off x="4788024" y="2355726"/>
            <a:ext cx="1656184" cy="471580"/>
            <a:chOff x="997421" y="2144572"/>
            <a:chExt cx="1656184" cy="471580"/>
          </a:xfrm>
        </p:grpSpPr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E58F7D4F-789F-4BAA-8C46-1F6E6A56876E}"/>
                </a:ext>
              </a:extLst>
            </p:cNvPr>
            <p:cNvSpPr txBox="1"/>
            <p:nvPr/>
          </p:nvSpPr>
          <p:spPr>
            <a:xfrm>
              <a:off x="1773022" y="2144572"/>
              <a:ext cx="8805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面积，</a:t>
              </a:r>
            </a:p>
          </p:txBody>
        </p:sp>
        <p:graphicFrame>
          <p:nvGraphicFramePr>
            <p:cNvPr id="79" name="Object 24">
              <a:extLst>
                <a:ext uri="{FF2B5EF4-FFF2-40B4-BE49-F238E27FC236}">
                  <a16:creationId xmlns:a16="http://schemas.microsoft.com/office/drawing/2014/main" id="{1E29A5C7-DF17-4755-83D9-095889F5C7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5527900"/>
                </p:ext>
              </p:extLst>
            </p:nvPr>
          </p:nvGraphicFramePr>
          <p:xfrm>
            <a:off x="997421" y="2273252"/>
            <a:ext cx="863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022" name="Equation" r:id="rId11" imgW="863280" imgH="342720" progId="Equation.DSMT4">
                    <p:embed/>
                  </p:oleObj>
                </mc:Choice>
                <mc:Fallback>
                  <p:oleObj name="Equation" r:id="rId11" imgW="863280" imgH="342720" progId="Equation.DSMT4">
                    <p:embed/>
                    <p:pic>
                      <p:nvPicPr>
                        <p:cNvPr id="72" name="Object 24">
                          <a:extLst>
                            <a:ext uri="{FF2B5EF4-FFF2-40B4-BE49-F238E27FC236}">
                              <a16:creationId xmlns:a16="http://schemas.microsoft.com/office/drawing/2014/main" id="{F9E2445C-5CD5-44B9-A313-C16F9DB2A0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7421" y="2273252"/>
                          <a:ext cx="863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0" name="Object 24">
            <a:extLst>
              <a:ext uri="{FF2B5EF4-FFF2-40B4-BE49-F238E27FC236}">
                <a16:creationId xmlns:a16="http://schemas.microsoft.com/office/drawing/2014/main" id="{BEB7831E-DEF0-490D-95E0-0B3CD32909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480120"/>
              </p:ext>
            </p:extLst>
          </p:nvPr>
        </p:nvGraphicFramePr>
        <p:xfrm>
          <a:off x="2236196" y="2539382"/>
          <a:ext cx="36004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3" name="Equation" r:id="rId13" imgW="266400" imgH="279360" progId="Equation.DSMT4">
                  <p:embed/>
                </p:oleObj>
              </mc:Choice>
              <mc:Fallback>
                <p:oleObj name="Equation" r:id="rId13" imgW="266400" imgH="279360" progId="Equation.DSMT4">
                  <p:embed/>
                  <p:pic>
                    <p:nvPicPr>
                      <p:cNvPr id="73" name="Object 24">
                        <a:extLst>
                          <a:ext uri="{FF2B5EF4-FFF2-40B4-BE49-F238E27FC236}">
                            <a16:creationId xmlns:a16="http://schemas.microsoft.com/office/drawing/2014/main" id="{86A491E0-D6DE-43C3-84CE-BAA9F2FCA8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196" y="2539382"/>
                        <a:ext cx="360040" cy="2857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组合 80">
            <a:extLst>
              <a:ext uri="{FF2B5EF4-FFF2-40B4-BE49-F238E27FC236}">
                <a16:creationId xmlns:a16="http://schemas.microsoft.com/office/drawing/2014/main" id="{ECC41B42-F705-4C20-8922-FE664A0AC258}"/>
              </a:ext>
            </a:extLst>
          </p:cNvPr>
          <p:cNvGrpSpPr/>
          <p:nvPr/>
        </p:nvGrpSpPr>
        <p:grpSpPr>
          <a:xfrm>
            <a:off x="426169" y="3074069"/>
            <a:ext cx="3824185" cy="842962"/>
            <a:chOff x="-775651" y="3630926"/>
            <a:chExt cx="3824185" cy="842962"/>
          </a:xfrm>
        </p:grpSpPr>
        <p:graphicFrame>
          <p:nvGraphicFramePr>
            <p:cNvPr id="82" name="Object 24">
              <a:extLst>
                <a:ext uri="{FF2B5EF4-FFF2-40B4-BE49-F238E27FC236}">
                  <a16:creationId xmlns:a16="http://schemas.microsoft.com/office/drawing/2014/main" id="{6CBF4D48-A877-41F5-B83F-69C3A119E6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7973396"/>
                </p:ext>
              </p:extLst>
            </p:nvPr>
          </p:nvGraphicFramePr>
          <p:xfrm>
            <a:off x="-21691" y="3630926"/>
            <a:ext cx="3070225" cy="842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024" name="Equation" r:id="rId15" imgW="2641320" imgH="723600" progId="Equation.DSMT4">
                    <p:embed/>
                  </p:oleObj>
                </mc:Choice>
                <mc:Fallback>
                  <p:oleObj name="Equation" r:id="rId15" imgW="2641320" imgH="723600" progId="Equation.DSMT4">
                    <p:embed/>
                    <p:pic>
                      <p:nvPicPr>
                        <p:cNvPr id="79" name="Object 24">
                          <a:extLst>
                            <a:ext uri="{FF2B5EF4-FFF2-40B4-BE49-F238E27FC236}">
                              <a16:creationId xmlns:a16="http://schemas.microsoft.com/office/drawing/2014/main" id="{8E6B12C1-7F84-4435-8EAF-6F8CCAF282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1691" y="3630926"/>
                          <a:ext cx="3070225" cy="84296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9202FF57-9230-4221-B828-ED9A82F07BF7}"/>
                </a:ext>
              </a:extLst>
            </p:cNvPr>
            <p:cNvSpPr txBox="1"/>
            <p:nvPr/>
          </p:nvSpPr>
          <p:spPr>
            <a:xfrm>
              <a:off x="-775651" y="3802931"/>
              <a:ext cx="108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所以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56258110-233F-4C42-9AE7-A3DFE7242DB1}"/>
              </a:ext>
            </a:extLst>
          </p:cNvPr>
          <p:cNvSpPr txBox="1"/>
          <p:nvPr/>
        </p:nvSpPr>
        <p:spPr>
          <a:xfrm>
            <a:off x="1187624" y="3075806"/>
            <a:ext cx="3043521" cy="9018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85" name="Object 24">
            <a:extLst>
              <a:ext uri="{FF2B5EF4-FFF2-40B4-BE49-F238E27FC236}">
                <a16:creationId xmlns:a16="http://schemas.microsoft.com/office/drawing/2014/main" id="{A33A8194-DBBE-4B07-9F5B-74DF92B2E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556651"/>
              </p:ext>
            </p:extLst>
          </p:nvPr>
        </p:nvGraphicFramePr>
        <p:xfrm>
          <a:off x="1259632" y="4067398"/>
          <a:ext cx="205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5" name="Equation" r:id="rId17" imgW="2057400" imgH="736560" progId="Equation.DSMT4">
                  <p:embed/>
                </p:oleObj>
              </mc:Choice>
              <mc:Fallback>
                <p:oleObj name="Equation" r:id="rId17" imgW="2057400" imgH="736560" progId="Equation.DSMT4">
                  <p:embed/>
                  <p:pic>
                    <p:nvPicPr>
                      <p:cNvPr id="90" name="Object 24">
                        <a:extLst>
                          <a:ext uri="{FF2B5EF4-FFF2-40B4-BE49-F238E27FC236}">
                            <a16:creationId xmlns:a16="http://schemas.microsoft.com/office/drawing/2014/main" id="{BEB84CD1-18A2-4B16-B8A2-B07D7D45BE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067398"/>
                        <a:ext cx="2057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AutoShape 54">
            <a:extLst>
              <a:ext uri="{FF2B5EF4-FFF2-40B4-BE49-F238E27FC236}">
                <a16:creationId xmlns:a16="http://schemas.microsoft.com/office/drawing/2014/main" id="{E6C355CC-A629-4DA4-ACFA-62D09152B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888" y="3443938"/>
            <a:ext cx="749300" cy="138113"/>
          </a:xfrm>
          <a:prstGeom prst="leftRightArrow">
            <a:avLst>
              <a:gd name="adj1" fmla="val 50000"/>
              <a:gd name="adj2" fmla="val 74921"/>
            </a:avLst>
          </a:prstGeom>
          <a:solidFill>
            <a:srgbClr val="FF0000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48FF83DF-2D3A-4562-B824-F2623E5E1D3F}"/>
              </a:ext>
            </a:extLst>
          </p:cNvPr>
          <p:cNvSpPr txBox="1"/>
          <p:nvPr/>
        </p:nvSpPr>
        <p:spPr>
          <a:xfrm>
            <a:off x="395536" y="41681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从而</a:t>
            </a:r>
            <a:r>
              <a:rPr lang="en-US" altLang="zh-CN" sz="2400" b="1" dirty="0">
                <a:latin typeface="+mn-ea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88" name="Object 24">
            <a:extLst>
              <a:ext uri="{FF2B5EF4-FFF2-40B4-BE49-F238E27FC236}">
                <a16:creationId xmlns:a16="http://schemas.microsoft.com/office/drawing/2014/main" id="{EC94D838-6278-4CDE-A130-0FDF977423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947216"/>
              </p:ext>
            </p:extLst>
          </p:nvPr>
        </p:nvGraphicFramePr>
        <p:xfrm>
          <a:off x="4499992" y="3121680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6" name="Equation" r:id="rId19" imgW="2006280" imgH="736560" progId="Equation.DSMT4">
                  <p:embed/>
                </p:oleObj>
              </mc:Choice>
              <mc:Fallback>
                <p:oleObj name="Equation" r:id="rId19" imgW="2006280" imgH="736560" progId="Equation.DSMT4">
                  <p:embed/>
                  <p:pic>
                    <p:nvPicPr>
                      <p:cNvPr id="74" name="Object 24">
                        <a:extLst>
                          <a:ext uri="{FF2B5EF4-FFF2-40B4-BE49-F238E27FC236}">
                            <a16:creationId xmlns:a16="http://schemas.microsoft.com/office/drawing/2014/main" id="{BAFF601F-441B-4D33-9439-E6EB097160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121680"/>
                        <a:ext cx="2006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24">
            <a:extLst>
              <a:ext uri="{FF2B5EF4-FFF2-40B4-BE49-F238E27FC236}">
                <a16:creationId xmlns:a16="http://schemas.microsoft.com/office/drawing/2014/main" id="{4CD14402-7235-404F-A379-6151560B3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177414"/>
              </p:ext>
            </p:extLst>
          </p:nvPr>
        </p:nvGraphicFramePr>
        <p:xfrm>
          <a:off x="6659563" y="3351213"/>
          <a:ext cx="121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7" name="Equation" r:id="rId21" imgW="1218960" imgH="342720" progId="Equation.DSMT4">
                  <p:embed/>
                </p:oleObj>
              </mc:Choice>
              <mc:Fallback>
                <p:oleObj name="Equation" r:id="rId21" imgW="1218960" imgH="342720" progId="Equation.DSMT4">
                  <p:embed/>
                  <p:pic>
                    <p:nvPicPr>
                      <p:cNvPr id="75" name="Object 24">
                        <a:extLst>
                          <a:ext uri="{FF2B5EF4-FFF2-40B4-BE49-F238E27FC236}">
                            <a16:creationId xmlns:a16="http://schemas.microsoft.com/office/drawing/2014/main" id="{2E168FAB-007E-4EE8-A6FB-BB2ADBCC7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351213"/>
                        <a:ext cx="1219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" name="组合 89">
            <a:extLst>
              <a:ext uri="{FF2B5EF4-FFF2-40B4-BE49-F238E27FC236}">
                <a16:creationId xmlns:a16="http://schemas.microsoft.com/office/drawing/2014/main" id="{16113351-C317-4E6A-9782-CB1A4502FF28}"/>
              </a:ext>
            </a:extLst>
          </p:cNvPr>
          <p:cNvGrpSpPr/>
          <p:nvPr/>
        </p:nvGrpSpPr>
        <p:grpSpPr>
          <a:xfrm>
            <a:off x="6932080" y="1151124"/>
            <a:ext cx="1677387" cy="1645250"/>
            <a:chOff x="6732240" y="3679496"/>
            <a:chExt cx="1677387" cy="1645250"/>
          </a:xfrm>
        </p:grpSpPr>
        <p:sp>
          <p:nvSpPr>
            <p:cNvPr id="91" name="Text Box 14">
              <a:extLst>
                <a:ext uri="{FF2B5EF4-FFF2-40B4-BE49-F238E27FC236}">
                  <a16:creationId xmlns:a16="http://schemas.microsoft.com/office/drawing/2014/main" id="{E7195ED3-D13C-433B-AF55-52A56450E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7473" y="4155646"/>
              <a:ext cx="513207" cy="399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" name="Line 8">
              <a:extLst>
                <a:ext uri="{FF2B5EF4-FFF2-40B4-BE49-F238E27FC236}">
                  <a16:creationId xmlns:a16="http://schemas.microsoft.com/office/drawing/2014/main" id="{4B85883B-4A42-41C8-9824-248E78AD5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2240" y="4083918"/>
              <a:ext cx="885697" cy="8763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Text Box 19">
              <a:extLst>
                <a:ext uri="{FF2B5EF4-FFF2-40B4-BE49-F238E27FC236}">
                  <a16:creationId xmlns:a16="http://schemas.microsoft.com/office/drawing/2014/main" id="{9411C8F2-00A0-44E4-8A75-0E4B51AE4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8544" y="4956106"/>
              <a:ext cx="581083" cy="36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4" name="Text Box 23">
              <a:extLst>
                <a:ext uri="{FF2B5EF4-FFF2-40B4-BE49-F238E27FC236}">
                  <a16:creationId xmlns:a16="http://schemas.microsoft.com/office/drawing/2014/main" id="{7BDE1DCB-C946-4C5D-A1F5-BB4E867A2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438518">
              <a:off x="7384382" y="3679496"/>
              <a:ext cx="581083" cy="399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CF5777E1-5575-436E-9ABE-6422DEA6A330}"/>
              </a:ext>
            </a:extLst>
          </p:cNvPr>
          <p:cNvGrpSpPr/>
          <p:nvPr/>
        </p:nvGrpSpPr>
        <p:grpSpPr>
          <a:xfrm>
            <a:off x="7089627" y="2100062"/>
            <a:ext cx="443613" cy="400110"/>
            <a:chOff x="7249598" y="4116286"/>
            <a:chExt cx="443613" cy="400110"/>
          </a:xfrm>
        </p:grpSpPr>
        <p:sp>
          <p:nvSpPr>
            <p:cNvPr id="96" name="Text Box 21">
              <a:extLst>
                <a:ext uri="{FF2B5EF4-FFF2-40B4-BE49-F238E27FC236}">
                  <a16:creationId xmlns:a16="http://schemas.microsoft.com/office/drawing/2014/main" id="{848071BE-CAFA-456F-A127-88511EF6A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4619" y="4116286"/>
              <a:ext cx="4085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97" name="Arc 20">
              <a:extLst>
                <a:ext uri="{FF2B5EF4-FFF2-40B4-BE49-F238E27FC236}">
                  <a16:creationId xmlns:a16="http://schemas.microsoft.com/office/drawing/2014/main" id="{AAB5FBE0-2705-46EE-98D0-509E2F40A34B}"/>
                </a:ext>
              </a:extLst>
            </p:cNvPr>
            <p:cNvSpPr>
              <a:spLocks/>
            </p:cNvSpPr>
            <p:nvPr/>
          </p:nvSpPr>
          <p:spPr bwMode="auto">
            <a:xfrm rot="605317">
              <a:off x="7249598" y="4305744"/>
              <a:ext cx="77943" cy="1324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600"/>
                <a:gd name="T16" fmla="*/ 0 h 21600"/>
                <a:gd name="T17" fmla="*/ 21600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98" name="Text Box 14">
            <a:extLst>
              <a:ext uri="{FF2B5EF4-FFF2-40B4-BE49-F238E27FC236}">
                <a16:creationId xmlns:a16="http://schemas.microsoft.com/office/drawing/2014/main" id="{9EFB5D91-CD4D-4BC3-9122-978ECA128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224" y="1059582"/>
            <a:ext cx="513207" cy="39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99" name="Object 24">
            <a:extLst>
              <a:ext uri="{FF2B5EF4-FFF2-40B4-BE49-F238E27FC236}">
                <a16:creationId xmlns:a16="http://schemas.microsoft.com/office/drawing/2014/main" id="{C47D61BF-3014-4AD3-85DB-EAE1BC7047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317694"/>
              </p:ext>
            </p:extLst>
          </p:nvPr>
        </p:nvGraphicFramePr>
        <p:xfrm>
          <a:off x="3495675" y="1411288"/>
          <a:ext cx="189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8" name="Equation" r:id="rId23" imgW="1892160" imgH="723600" progId="Equation.DSMT4">
                  <p:embed/>
                </p:oleObj>
              </mc:Choice>
              <mc:Fallback>
                <p:oleObj name="Equation" r:id="rId23" imgW="1892160" imgH="723600" progId="Equation.DSMT4">
                  <p:embed/>
                  <p:pic>
                    <p:nvPicPr>
                      <p:cNvPr id="101" name="Object 24">
                        <a:extLst>
                          <a:ext uri="{FF2B5EF4-FFF2-40B4-BE49-F238E27FC236}">
                            <a16:creationId xmlns:a16="http://schemas.microsoft.com/office/drawing/2014/main" id="{38C40969-0533-4C38-ADA7-0C0DEA33BB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1411288"/>
                        <a:ext cx="1892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24">
            <a:extLst>
              <a:ext uri="{FF2B5EF4-FFF2-40B4-BE49-F238E27FC236}">
                <a16:creationId xmlns:a16="http://schemas.microsoft.com/office/drawing/2014/main" id="{F1A11693-3877-40E5-9069-207EB52EB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499926"/>
              </p:ext>
            </p:extLst>
          </p:nvPr>
        </p:nvGraphicFramePr>
        <p:xfrm>
          <a:off x="4508084" y="2547474"/>
          <a:ext cx="35194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9" name="Equation" r:id="rId25" imgW="253800" imgH="279360" progId="Equation.DSMT4">
                  <p:embed/>
                </p:oleObj>
              </mc:Choice>
              <mc:Fallback>
                <p:oleObj name="Equation" r:id="rId25" imgW="253800" imgH="279360" progId="Equation.DSMT4">
                  <p:embed/>
                  <p:pic>
                    <p:nvPicPr>
                      <p:cNvPr id="102" name="Object 24">
                        <a:extLst>
                          <a:ext uri="{FF2B5EF4-FFF2-40B4-BE49-F238E27FC236}">
                            <a16:creationId xmlns:a16="http://schemas.microsoft.com/office/drawing/2014/main" id="{5543CA37-37C7-4FFD-9362-2FAD39E974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084" y="2547474"/>
                        <a:ext cx="351948" cy="2857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8569ED1B-E7BC-49E5-9F90-F642A63B8B38}"/>
              </a:ext>
            </a:extLst>
          </p:cNvPr>
          <p:cNvGrpSpPr/>
          <p:nvPr/>
        </p:nvGrpSpPr>
        <p:grpSpPr>
          <a:xfrm>
            <a:off x="3555575" y="4171424"/>
            <a:ext cx="1800200" cy="461665"/>
            <a:chOff x="3749469" y="4049997"/>
            <a:chExt cx="1800200" cy="461665"/>
          </a:xfrm>
        </p:grpSpPr>
        <p:graphicFrame>
          <p:nvGraphicFramePr>
            <p:cNvPr id="102" name="Object 24">
              <a:extLst>
                <a:ext uri="{FF2B5EF4-FFF2-40B4-BE49-F238E27FC236}">
                  <a16:creationId xmlns:a16="http://schemas.microsoft.com/office/drawing/2014/main" id="{3A2441F3-C25F-4B1F-A6F0-DD27EDAA96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8780071"/>
                </p:ext>
              </p:extLst>
            </p:nvPr>
          </p:nvGraphicFramePr>
          <p:xfrm>
            <a:off x="4117822" y="4197491"/>
            <a:ext cx="228578" cy="282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030" name="Equation" r:id="rId27" imgW="215640" imgH="266400" progId="Equation.DSMT4">
                    <p:embed/>
                  </p:oleObj>
                </mc:Choice>
                <mc:Fallback>
                  <p:oleObj name="Equation" r:id="rId27" imgW="215640" imgH="266400" progId="Equation.DSMT4">
                    <p:embed/>
                    <p:pic>
                      <p:nvPicPr>
                        <p:cNvPr id="82" name="Object 24">
                          <a:extLst>
                            <a:ext uri="{FF2B5EF4-FFF2-40B4-BE49-F238E27FC236}">
                              <a16:creationId xmlns:a16="http://schemas.microsoft.com/office/drawing/2014/main" id="{F146F81C-B0B3-45D6-8AC1-573DE139B68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7822" y="4197491"/>
                          <a:ext cx="228578" cy="282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1C76843C-71F4-4923-AF03-266B71FE30C4}"/>
                </a:ext>
              </a:extLst>
            </p:cNvPr>
            <p:cNvSpPr txBox="1"/>
            <p:nvPr/>
          </p:nvSpPr>
          <p:spPr>
            <a:xfrm>
              <a:off x="3749469" y="4049997"/>
              <a:ext cx="18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若 取负值，</a:t>
              </a:r>
              <a:r>
                <a:rPr lang="en-US" altLang="zh-CN" sz="2400" b="1" dirty="0">
                  <a:latin typeface="+mn-ea"/>
                </a:rPr>
                <a:t>               </a:t>
              </a:r>
              <a:endParaRPr lang="zh-CN" altLang="en-US" sz="2400" b="1" dirty="0">
                <a:latin typeface="+mn-ea"/>
              </a:endParaRPr>
            </a:p>
          </p:txBody>
        </p: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5F4077E-06F6-412D-AFEC-6AA729586D6F}"/>
              </a:ext>
            </a:extLst>
          </p:cNvPr>
          <p:cNvSpPr txBox="1"/>
          <p:nvPr/>
        </p:nvSpPr>
        <p:spPr>
          <a:xfrm>
            <a:off x="5253210" y="417175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不等式仍然成立</a:t>
            </a:r>
            <a:r>
              <a:rPr lang="en-US" altLang="zh-CN" sz="2400" b="1" dirty="0">
                <a:latin typeface="+mn-ea"/>
              </a:rPr>
              <a:t>.       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05" name="Object 24">
            <a:extLst>
              <a:ext uri="{FF2B5EF4-FFF2-40B4-BE49-F238E27FC236}">
                <a16:creationId xmlns:a16="http://schemas.microsoft.com/office/drawing/2014/main" id="{7CBCB983-2C0D-4A4D-98BF-71D851D8B7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056419"/>
              </p:ext>
            </p:extLst>
          </p:nvPr>
        </p:nvGraphicFramePr>
        <p:xfrm>
          <a:off x="1435649" y="3337191"/>
          <a:ext cx="184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31" name="Equation" r:id="rId29" imgW="1841400" imgH="342720" progId="Equation.DSMT4">
                  <p:embed/>
                </p:oleObj>
              </mc:Choice>
              <mc:Fallback>
                <p:oleObj name="Equation" r:id="rId29" imgW="1841400" imgH="342720" progId="Equation.DSMT4">
                  <p:embed/>
                  <p:pic>
                    <p:nvPicPr>
                      <p:cNvPr id="88" name="Object 24">
                        <a:extLst>
                          <a:ext uri="{FF2B5EF4-FFF2-40B4-BE49-F238E27FC236}">
                            <a16:creationId xmlns:a16="http://schemas.microsoft.com/office/drawing/2014/main" id="{5B527DB6-4410-49AF-9810-ADA38D267C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649" y="3337191"/>
                        <a:ext cx="1841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24">
            <a:extLst>
              <a:ext uri="{FF2B5EF4-FFF2-40B4-BE49-F238E27FC236}">
                <a16:creationId xmlns:a16="http://schemas.microsoft.com/office/drawing/2014/main" id="{6E7D73F0-559A-46CB-B986-616AE0C942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45376"/>
              </p:ext>
            </p:extLst>
          </p:nvPr>
        </p:nvGraphicFramePr>
        <p:xfrm>
          <a:off x="7568461" y="2000237"/>
          <a:ext cx="399681" cy="191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32" name="Equation" r:id="rId31" imgW="583920" imgH="279360" progId="Equation.DSMT4">
                  <p:embed/>
                </p:oleObj>
              </mc:Choice>
              <mc:Fallback>
                <p:oleObj name="Equation" r:id="rId31" imgW="583920" imgH="279360" progId="Equation.DSMT4">
                  <p:embed/>
                  <p:pic>
                    <p:nvPicPr>
                      <p:cNvPr id="64" name="Object 24">
                        <a:extLst>
                          <a:ext uri="{FF2B5EF4-FFF2-40B4-BE49-F238E27FC236}">
                            <a16:creationId xmlns:a16="http://schemas.microsoft.com/office/drawing/2014/main" id="{46ABEEF0-A332-4894-9292-663A9F16B7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8461" y="2000237"/>
                        <a:ext cx="399681" cy="1912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24">
            <a:extLst>
              <a:ext uri="{FF2B5EF4-FFF2-40B4-BE49-F238E27FC236}">
                <a16:creationId xmlns:a16="http://schemas.microsoft.com/office/drawing/2014/main" id="{55893D09-A4AC-44AB-8B13-592950D12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090909"/>
              </p:ext>
            </p:extLst>
          </p:nvPr>
        </p:nvGraphicFramePr>
        <p:xfrm>
          <a:off x="8036256" y="1739108"/>
          <a:ext cx="432048" cy="176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33" name="Equation" r:id="rId33" imgW="622080" imgH="253800" progId="Equation.DSMT4">
                  <p:embed/>
                </p:oleObj>
              </mc:Choice>
              <mc:Fallback>
                <p:oleObj name="Equation" r:id="rId33" imgW="622080" imgH="253800" progId="Equation.DSMT4">
                  <p:embed/>
                  <p:pic>
                    <p:nvPicPr>
                      <p:cNvPr id="78" name="Object 24">
                        <a:extLst>
                          <a:ext uri="{FF2B5EF4-FFF2-40B4-BE49-F238E27FC236}">
                            <a16:creationId xmlns:a16="http://schemas.microsoft.com/office/drawing/2014/main" id="{3300EF1C-E030-4A62-8B72-EDD75189FD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6256" y="1739108"/>
                        <a:ext cx="432048" cy="17627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648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7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25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5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1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1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/>
      <p:bldP spid="56" grpId="0"/>
      <p:bldP spid="58" grpId="0" animBg="1"/>
      <p:bldP spid="84" grpId="0" animBg="1"/>
      <p:bldP spid="86" grpId="0" animBg="1"/>
      <p:bldP spid="87" grpId="0"/>
      <p:bldP spid="98" grpId="0"/>
      <p:bldP spid="10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438BF7C-6370-4AE8-8A0A-F7FA76D9D69B}"/>
              </a:ext>
            </a:extLst>
          </p:cNvPr>
          <p:cNvGrpSpPr/>
          <p:nvPr/>
        </p:nvGrpSpPr>
        <p:grpSpPr>
          <a:xfrm>
            <a:off x="595376" y="1181846"/>
            <a:ext cx="2800994" cy="723900"/>
            <a:chOff x="611560" y="1539875"/>
            <a:chExt cx="2800994" cy="7239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8DFBDEA-F8DF-4AC1-ADF2-E6964D1C2730}"/>
                </a:ext>
              </a:extLst>
            </p:cNvPr>
            <p:cNvSpPr txBox="1"/>
            <p:nvPr/>
          </p:nvSpPr>
          <p:spPr>
            <a:xfrm>
              <a:off x="611560" y="1649036"/>
              <a:ext cx="12009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所以，</a:t>
              </a:r>
            </a:p>
          </p:txBody>
        </p:sp>
        <p:graphicFrame>
          <p:nvGraphicFramePr>
            <p:cNvPr id="4" name="Object 34">
              <a:extLst>
                <a:ext uri="{FF2B5EF4-FFF2-40B4-BE49-F238E27FC236}">
                  <a16:creationId xmlns:a16="http://schemas.microsoft.com/office/drawing/2014/main" id="{17B3FDD5-D955-42E6-904F-4CDCC1365F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8838437"/>
                </p:ext>
              </p:extLst>
            </p:nvPr>
          </p:nvGraphicFramePr>
          <p:xfrm>
            <a:off x="1550571" y="1702573"/>
            <a:ext cx="766762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2" name="Equation" r:id="rId3" imgW="368280" imgH="203040" progId="Equation.DSMT4">
                    <p:embed/>
                  </p:oleObj>
                </mc:Choice>
                <mc:Fallback>
                  <p:oleObj name="Equation" r:id="rId3" imgW="368280" imgH="203040" progId="Equation.DSMT4">
                    <p:embed/>
                    <p:pic>
                      <p:nvPicPr>
                        <p:cNvPr id="97" name="Object 34">
                          <a:extLst>
                            <a:ext uri="{FF2B5EF4-FFF2-40B4-BE49-F238E27FC236}">
                              <a16:creationId xmlns:a16="http://schemas.microsoft.com/office/drawing/2014/main" id="{C3250A70-7327-4DF1-80F4-9BD4189628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0571" y="1702573"/>
                          <a:ext cx="766762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7C702220-311E-44E6-B1B3-3D4D8D4F54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1638182"/>
                </p:ext>
              </p:extLst>
            </p:nvPr>
          </p:nvGraphicFramePr>
          <p:xfrm>
            <a:off x="2345754" y="1539875"/>
            <a:ext cx="1066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3" name="Equation" r:id="rId5" imgW="1066680" imgH="723600" progId="Equation.DSMT4">
                    <p:embed/>
                  </p:oleObj>
                </mc:Choice>
                <mc:Fallback>
                  <p:oleObj name="Equation" r:id="rId5" imgW="1066680" imgH="723600" progId="Equation.DSMT4">
                    <p:embed/>
                    <p:pic>
                      <p:nvPicPr>
                        <p:cNvPr id="98" name="Object 24">
                          <a:extLst>
                            <a:ext uri="{FF2B5EF4-FFF2-40B4-BE49-F238E27FC236}">
                              <a16:creationId xmlns:a16="http://schemas.microsoft.com/office/drawing/2014/main" id="{6FFAEA6D-5113-4189-A1EA-FF085E3126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5754" y="1539875"/>
                          <a:ext cx="10668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87B626C6-80D3-4AD9-81C6-F11463B009BB}"/>
              </a:ext>
            </a:extLst>
          </p:cNvPr>
          <p:cNvSpPr txBox="1"/>
          <p:nvPr/>
        </p:nvSpPr>
        <p:spPr>
          <a:xfrm>
            <a:off x="3599796" y="1281169"/>
            <a:ext cx="2038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有不等式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0657A9-7D07-4CE7-BBFF-F7C5764C2BD7}"/>
              </a:ext>
            </a:extLst>
          </p:cNvPr>
          <p:cNvSpPr txBox="1"/>
          <p:nvPr/>
        </p:nvSpPr>
        <p:spPr>
          <a:xfrm>
            <a:off x="2813007" y="2872636"/>
            <a:ext cx="3556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由夹逼准则，即得</a:t>
            </a:r>
            <a:r>
              <a:rPr lang="en-US" altLang="zh-CN" sz="2400" b="1" dirty="0">
                <a:latin typeface="+mn-ea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4B6A0395-F20B-467F-A879-F8F148BEC2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930306"/>
              </p:ext>
            </p:extLst>
          </p:nvPr>
        </p:nvGraphicFramePr>
        <p:xfrm>
          <a:off x="2099451" y="2005789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4" name="Equation" r:id="rId7" imgW="1942920" imgH="736560" progId="Equation.DSMT4">
                  <p:embed/>
                </p:oleObj>
              </mc:Choice>
              <mc:Fallback>
                <p:oleObj name="Equation" r:id="rId7" imgW="1942920" imgH="736560" progId="Equation.DSMT4">
                  <p:embed/>
                  <p:pic>
                    <p:nvPicPr>
                      <p:cNvPr id="108" name="Object 24">
                        <a:extLst>
                          <a:ext uri="{FF2B5EF4-FFF2-40B4-BE49-F238E27FC236}">
                            <a16:creationId xmlns:a16="http://schemas.microsoft.com/office/drawing/2014/main" id="{4E8A8123-C75D-4688-81C9-9ECD3269C5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451" y="2005789"/>
                        <a:ext cx="1943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989B1CD8-4CC9-4F3B-B981-0834FE12B9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413763"/>
              </p:ext>
            </p:extLst>
          </p:nvPr>
        </p:nvGraphicFramePr>
        <p:xfrm>
          <a:off x="2071688" y="3644900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5" name="Equation" r:id="rId9" imgW="1574640" imgH="736560" progId="Equation.DSMT4">
                  <p:embed/>
                </p:oleObj>
              </mc:Choice>
              <mc:Fallback>
                <p:oleObj name="Equation" r:id="rId9" imgW="1574640" imgH="736560" progId="Equation.DSMT4">
                  <p:embed/>
                  <p:pic>
                    <p:nvPicPr>
                      <p:cNvPr id="112" name="Object 24">
                        <a:extLst>
                          <a:ext uri="{FF2B5EF4-FFF2-40B4-BE49-F238E27FC236}">
                            <a16:creationId xmlns:a16="http://schemas.microsoft.com/office/drawing/2014/main" id="{3D35C126-5F0F-438D-AC2F-6989EDD3F4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3644900"/>
                        <a:ext cx="1574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48070C57-6B51-4F4B-9881-ED4504E0A84F}"/>
              </a:ext>
            </a:extLst>
          </p:cNvPr>
          <p:cNvGrpSpPr/>
          <p:nvPr/>
        </p:nvGrpSpPr>
        <p:grpSpPr>
          <a:xfrm>
            <a:off x="611560" y="339502"/>
            <a:ext cx="2419873" cy="723900"/>
            <a:chOff x="585111" y="1221286"/>
            <a:chExt cx="2419873" cy="72390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43BAC11-32C6-4CA2-A0E5-F123BD1FA9A8}"/>
                </a:ext>
              </a:extLst>
            </p:cNvPr>
            <p:cNvSpPr txBox="1"/>
            <p:nvPr/>
          </p:nvSpPr>
          <p:spPr>
            <a:xfrm>
              <a:off x="585111" y="1321975"/>
              <a:ext cx="24198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     时，</a:t>
              </a:r>
            </a:p>
          </p:txBody>
        </p:sp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B2A69005-D034-4907-AA3D-9428E521DA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1105867"/>
                </p:ext>
              </p:extLst>
            </p:nvPr>
          </p:nvGraphicFramePr>
          <p:xfrm>
            <a:off x="1036605" y="1221286"/>
            <a:ext cx="1384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6" name="Equation" r:id="rId11" imgW="1384200" imgH="723600" progId="Equation.DSMT4">
                    <p:embed/>
                  </p:oleObj>
                </mc:Choice>
                <mc:Fallback>
                  <p:oleObj name="Equation" r:id="rId11" imgW="1384200" imgH="72360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16C2C0C9-05E6-4C3E-96B4-30E1E814CA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6605" y="1221286"/>
                          <a:ext cx="13843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92C5AE34-8E7E-4316-B430-D2B419C8D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846535"/>
              </p:ext>
            </p:extLst>
          </p:nvPr>
        </p:nvGraphicFramePr>
        <p:xfrm>
          <a:off x="3158399" y="309494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7" name="Equation" r:id="rId13" imgW="2019240" imgH="736560" progId="Equation.DSMT4">
                  <p:embed/>
                </p:oleObj>
              </mc:Choice>
              <mc:Fallback>
                <p:oleObj name="Equation" r:id="rId13" imgW="2019240" imgH="73656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2C19A19D-8CBB-4E9E-A907-0F0D7E7F89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399" y="309494"/>
                        <a:ext cx="2019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5AC6AEFF-662F-47BF-ACDC-1211D0AEF313}"/>
              </a:ext>
            </a:extLst>
          </p:cNvPr>
          <p:cNvGrpSpPr/>
          <p:nvPr/>
        </p:nvGrpSpPr>
        <p:grpSpPr>
          <a:xfrm>
            <a:off x="582951" y="2877977"/>
            <a:ext cx="2144744" cy="592708"/>
            <a:chOff x="611560" y="3291830"/>
            <a:chExt cx="2144744" cy="59270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EE1F01B-1993-4ABA-822C-C328DB8FE49F}"/>
                </a:ext>
              </a:extLst>
            </p:cNvPr>
            <p:cNvSpPr txBox="1"/>
            <p:nvPr/>
          </p:nvSpPr>
          <p:spPr>
            <a:xfrm>
              <a:off x="611560" y="3291830"/>
              <a:ext cx="108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又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5526F2A2-E617-4424-8CBE-10927CFEC9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8950252"/>
                </p:ext>
              </p:extLst>
            </p:nvPr>
          </p:nvGraphicFramePr>
          <p:xfrm>
            <a:off x="1143404" y="3363838"/>
            <a:ext cx="16129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8" name="Equation" r:id="rId15" imgW="1612800" imgH="520560" progId="Equation.DSMT4">
                    <p:embed/>
                  </p:oleObj>
                </mc:Choice>
                <mc:Fallback>
                  <p:oleObj name="Equation" r:id="rId15" imgW="1612800" imgH="520560" progId="Equation.DSMT4">
                    <p:embed/>
                    <p:pic>
                      <p:nvPicPr>
                        <p:cNvPr id="45" name="Object 24">
                          <a:extLst>
                            <a:ext uri="{FF2B5EF4-FFF2-40B4-BE49-F238E27FC236}">
                              <a16:creationId xmlns:a16="http://schemas.microsoft.com/office/drawing/2014/main" id="{C4BF0507-B18A-40D8-8681-4C2B7619B5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3404" y="3363838"/>
                          <a:ext cx="16129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0FF183F-0695-485C-A1DC-F97F3C998CF2}"/>
              </a:ext>
            </a:extLst>
          </p:cNvPr>
          <p:cNvGrpSpPr/>
          <p:nvPr/>
        </p:nvGrpSpPr>
        <p:grpSpPr>
          <a:xfrm>
            <a:off x="5644027" y="1278437"/>
            <a:ext cx="3096344" cy="1584176"/>
            <a:chOff x="6012160" y="1956046"/>
            <a:chExt cx="3096344" cy="158417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5C03193-31A8-4BD4-BCB0-2C701E1034F1}"/>
                </a:ext>
              </a:extLst>
            </p:cNvPr>
            <p:cNvSpPr/>
            <p:nvPr/>
          </p:nvSpPr>
          <p:spPr>
            <a:xfrm>
              <a:off x="6012160" y="1956046"/>
              <a:ext cx="3096344" cy="158417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CC369293-A318-4F3B-A187-E6AE0052B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224" y="1995686"/>
              <a:ext cx="21602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常用不等式</a:t>
              </a: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B29170FE-21F2-4F36-8545-AFA845B199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8656429"/>
                </p:ext>
              </p:extLst>
            </p:nvPr>
          </p:nvGraphicFramePr>
          <p:xfrm>
            <a:off x="6287195" y="2571428"/>
            <a:ext cx="2274887" cy="309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9" name="Equation" r:id="rId17" imgW="2527200" imgH="342720" progId="Equation.DSMT4">
                    <p:embed/>
                  </p:oleObj>
                </mc:Choice>
                <mc:Fallback>
                  <p:oleObj name="Equation" r:id="rId17" imgW="2527200" imgH="342720" progId="Equation.DSMT4">
                    <p:embed/>
                    <p:pic>
                      <p:nvPicPr>
                        <p:cNvPr id="27" name="Object 24">
                          <a:extLst>
                            <a:ext uri="{FF2B5EF4-FFF2-40B4-BE49-F238E27FC236}">
                              <a16:creationId xmlns:a16="http://schemas.microsoft.com/office/drawing/2014/main" id="{6B8AD554-E611-4AB5-8771-2A241AA7E5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7195" y="2571428"/>
                          <a:ext cx="2274887" cy="309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9C76E888-F7F3-4A67-B7DC-8DCCB441F5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8843120"/>
                </p:ext>
              </p:extLst>
            </p:nvPr>
          </p:nvGraphicFramePr>
          <p:xfrm>
            <a:off x="6156176" y="3028074"/>
            <a:ext cx="1782972" cy="308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0" name="Equation" r:id="rId19" imgW="1981080" imgH="342720" progId="Equation.DSMT4">
                    <p:embed/>
                  </p:oleObj>
                </mc:Choice>
                <mc:Fallback>
                  <p:oleObj name="Equation" r:id="rId19" imgW="1981080" imgH="342720" progId="Equation.DSMT4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B62DBB19-176F-4AB6-8EC2-3BEF30F134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176" y="3028074"/>
                          <a:ext cx="1782972" cy="3084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D7F11316-D979-4396-BC10-F1F0D43B58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333045"/>
                </p:ext>
              </p:extLst>
            </p:nvPr>
          </p:nvGraphicFramePr>
          <p:xfrm>
            <a:off x="7900551" y="2867873"/>
            <a:ext cx="1127520" cy="578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1" name="Equation" r:id="rId21" imgW="1409400" imgH="723600" progId="Equation.DSMT4">
                    <p:embed/>
                  </p:oleObj>
                </mc:Choice>
                <mc:Fallback>
                  <p:oleObj name="Equation" r:id="rId21" imgW="1409400" imgH="723600" progId="Equation.DSMT4">
                    <p:embed/>
                    <p:pic>
                      <p:nvPicPr>
                        <p:cNvPr id="29" name="Object 24">
                          <a:extLst>
                            <a:ext uri="{FF2B5EF4-FFF2-40B4-BE49-F238E27FC236}">
                              <a16:creationId xmlns:a16="http://schemas.microsoft.com/office/drawing/2014/main" id="{71035FC4-E8E9-42DA-B817-FE5028693E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551" y="2867873"/>
                          <a:ext cx="1127520" cy="578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3368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49B4CB8F-6296-4CAA-BF5C-43E31006E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229" y="2542133"/>
            <a:ext cx="5829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）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E5BC585-08A3-43B1-B86B-8574EEF4B723}"/>
              </a:ext>
            </a:extLst>
          </p:cNvPr>
          <p:cNvGrpSpPr/>
          <p:nvPr/>
        </p:nvGrpSpPr>
        <p:grpSpPr>
          <a:xfrm>
            <a:off x="2293972" y="1491630"/>
            <a:ext cx="2210149" cy="728663"/>
            <a:chOff x="1339391" y="1393718"/>
            <a:chExt cx="2210149" cy="728663"/>
          </a:xfrm>
        </p:grpSpPr>
        <p:grpSp>
          <p:nvGrpSpPr>
            <p:cNvPr id="4" name="Group 23">
              <a:extLst>
                <a:ext uri="{FF2B5EF4-FFF2-40B4-BE49-F238E27FC236}">
                  <a16:creationId xmlns:a16="http://schemas.microsoft.com/office/drawing/2014/main" id="{CB615B11-9E7A-4A0D-9EA2-AAE6E4FD2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9391" y="1551587"/>
              <a:ext cx="2180035" cy="467916"/>
              <a:chOff x="918" y="1772"/>
              <a:chExt cx="1831" cy="393"/>
            </a:xfrm>
          </p:grpSpPr>
          <p:sp>
            <p:nvSpPr>
              <p:cNvPr id="6" name="Text Box 4">
                <a:extLst>
                  <a:ext uri="{FF2B5EF4-FFF2-40B4-BE49-F238E27FC236}">
                    <a16:creationId xmlns:a16="http://schemas.microsoft.com/office/drawing/2014/main" id="{E95EFE0F-64B9-41B6-81B8-9A08EDA9B0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" y="1796"/>
                <a:ext cx="419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 altLang="zh-CN" sz="2100">
                  <a:solidFill>
                    <a:srgbClr val="0066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ACDF5777-CC76-4587-B54B-D9C235063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4" y="1772"/>
                <a:ext cx="46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rgbClr val="0064FF"/>
                    </a:solidFill>
                    <a:latin typeface="+mn-ea"/>
                    <a:ea typeface="+mn-ea"/>
                  </a:rPr>
                  <a:t>1</a:t>
                </a:r>
                <a:r>
                  <a:rPr lang="zh-CN" altLang="en-US" sz="2400" dirty="0">
                    <a:solidFill>
                      <a:srgbClr val="0064FF"/>
                    </a:solidFill>
                    <a:latin typeface="+mn-ea"/>
                    <a:ea typeface="+mn-ea"/>
                  </a:rPr>
                  <a:t>）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 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32009CE4-EF61-4E08-BCAD-908BA504C2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1" y="1777"/>
                <a:ext cx="136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是未定式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F5B8EBDB-475C-4618-B115-CC5C4D5F93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758263"/>
                </p:ext>
              </p:extLst>
            </p:nvPr>
          </p:nvGraphicFramePr>
          <p:xfrm>
            <a:off x="3272123" y="1393718"/>
            <a:ext cx="277417" cy="728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86" name="Equation" r:id="rId3" imgW="139680" imgH="368280" progId="Equation.DSMT4">
                    <p:embed/>
                  </p:oleObj>
                </mc:Choice>
                <mc:Fallback>
                  <p:oleObj name="Equation" r:id="rId3" imgW="139680" imgH="368280" progId="Equation.DSMT4">
                    <p:embed/>
                    <p:pic>
                      <p:nvPicPr>
                        <p:cNvPr id="124" name="Object 4">
                          <a:extLst>
                            <a:ext uri="{FF2B5EF4-FFF2-40B4-BE49-F238E27FC236}">
                              <a16:creationId xmlns:a16="http://schemas.microsoft.com/office/drawing/2014/main" id="{8D93263F-744B-4ED3-A8DE-BD62369A83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2123" y="1393718"/>
                          <a:ext cx="277417" cy="728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10AA2C7-DFFC-483E-B7B6-9A093576161F}"/>
              </a:ext>
            </a:extLst>
          </p:cNvPr>
          <p:cNvSpPr txBox="1"/>
          <p:nvPr/>
        </p:nvSpPr>
        <p:spPr>
          <a:xfrm>
            <a:off x="1765640" y="1630411"/>
            <a:ext cx="937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E09BFE2-20A5-4A1D-8E17-29953F0C98A6}"/>
              </a:ext>
            </a:extLst>
          </p:cNvPr>
          <p:cNvCxnSpPr>
            <a:cxnSpLocks/>
          </p:cNvCxnSpPr>
          <p:nvPr/>
        </p:nvCxnSpPr>
        <p:spPr>
          <a:xfrm>
            <a:off x="2169468" y="1324158"/>
            <a:ext cx="4752528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D0DE6FBC-A842-49FB-A0A5-06A0D3FEA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420505"/>
              </p:ext>
            </p:extLst>
          </p:nvPr>
        </p:nvGraphicFramePr>
        <p:xfrm>
          <a:off x="3625740" y="330312"/>
          <a:ext cx="148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87" name="Equation" r:id="rId5" imgW="1485720" imgH="736560" progId="Equation.DSMT4">
                  <p:embed/>
                </p:oleObj>
              </mc:Choice>
              <mc:Fallback>
                <p:oleObj name="Equation" r:id="rId5" imgW="1485720" imgH="73656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AA5ACB11-4F1D-49E8-A15C-9C897BEE4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740" y="330312"/>
                        <a:ext cx="1485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6">
            <a:extLst>
              <a:ext uri="{FF2B5EF4-FFF2-40B4-BE49-F238E27FC236}">
                <a16:creationId xmlns:a16="http://schemas.microsoft.com/office/drawing/2014/main" id="{FC4FD737-921D-4300-A00B-99FA86038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820" y="3195546"/>
            <a:ext cx="2448272" cy="1008112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 sz="1350" b="0">
              <a:solidFill>
                <a:schemeClr val="folHlin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4AABA36E-4AEE-4FD4-B690-27716DA357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819143"/>
              </p:ext>
            </p:extLst>
          </p:nvPr>
        </p:nvGraphicFramePr>
        <p:xfrm>
          <a:off x="5697860" y="3314700"/>
          <a:ext cx="1460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88" name="Equation" r:id="rId7" imgW="1460160" imgH="787320" progId="Equation.DSMT4">
                  <p:embed/>
                </p:oleObj>
              </mc:Choice>
              <mc:Fallback>
                <p:oleObj name="Equation" r:id="rId7" imgW="1460160" imgH="7873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120799C2-4979-49B4-A746-C3E72A87F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860" y="3314700"/>
                        <a:ext cx="1460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F3A39DAA-2397-4A2A-A0F7-503D2F459F2B}"/>
              </a:ext>
            </a:extLst>
          </p:cNvPr>
          <p:cNvGrpSpPr/>
          <p:nvPr/>
        </p:nvGrpSpPr>
        <p:grpSpPr>
          <a:xfrm>
            <a:off x="1305372" y="3435846"/>
            <a:ext cx="3063318" cy="542479"/>
            <a:chOff x="1931112" y="2427734"/>
            <a:chExt cx="3063318" cy="542479"/>
          </a:xfrm>
        </p:grpSpPr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106764B8-AF2E-43E6-AE9B-0FDA0445D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1112" y="2427734"/>
              <a:ext cx="19928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若</a:t>
              </a: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3E457655-4521-499F-9F38-07B889B36F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487329"/>
                </p:ext>
              </p:extLst>
            </p:nvPr>
          </p:nvGraphicFramePr>
          <p:xfrm>
            <a:off x="2335213" y="2500313"/>
            <a:ext cx="14859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89" name="Equation" r:id="rId9" imgW="1485720" imgH="469800" progId="Equation.DSMT4">
                    <p:embed/>
                  </p:oleObj>
                </mc:Choice>
                <mc:Fallback>
                  <p:oleObj name="Equation" r:id="rId9" imgW="1485720" imgH="46980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3EC85A8B-27F2-4273-AB95-8F52FCB9B7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213" y="2500313"/>
                          <a:ext cx="148590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6EB473EA-C4D6-4062-87AC-F57F089607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3674434"/>
                </p:ext>
              </p:extLst>
            </p:nvPr>
          </p:nvGraphicFramePr>
          <p:xfrm>
            <a:off x="3803847" y="2539666"/>
            <a:ext cx="1190583" cy="312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90" name="Equation" r:id="rId11" imgW="1307880" imgH="342720" progId="Equation.DSMT4">
                    <p:embed/>
                  </p:oleObj>
                </mc:Choice>
                <mc:Fallback>
                  <p:oleObj name="Equation" r:id="rId11" imgW="1307880" imgH="342720" progId="Equation.DSMT4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244F1B78-DB4F-40DC-BA1F-9C00DA3542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3847" y="2539666"/>
                          <a:ext cx="1190583" cy="31209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7">
            <a:extLst>
              <a:ext uri="{FF2B5EF4-FFF2-40B4-BE49-F238E27FC236}">
                <a16:creationId xmlns:a16="http://schemas.microsoft.com/office/drawing/2014/main" id="{020820FC-6683-47BE-9937-35A50924E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509" y="2526635"/>
            <a:ext cx="1440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推广形式</a:t>
            </a: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A7491903-FFED-458E-B701-2BC41E0F2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724" y="3643777"/>
            <a:ext cx="720080" cy="119953"/>
          </a:xfrm>
          <a:prstGeom prst="rightArrow">
            <a:avLst>
              <a:gd name="adj1" fmla="val 50000"/>
              <a:gd name="adj2" fmla="val 9086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14380FF6-ECF5-47DF-AF09-C45AC2686A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418939"/>
              </p:ext>
            </p:extLst>
          </p:nvPr>
        </p:nvGraphicFramePr>
        <p:xfrm>
          <a:off x="7282036" y="3529186"/>
          <a:ext cx="368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91" name="Equation" r:id="rId13" imgW="368280" imgH="266400" progId="Equation.DSMT4">
                  <p:embed/>
                </p:oleObj>
              </mc:Choice>
              <mc:Fallback>
                <p:oleObj name="Equation" r:id="rId13" imgW="368280" imgH="2664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A79A4B34-AFCA-4BAD-9AF8-7285F8378A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2036" y="3529186"/>
                        <a:ext cx="368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15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50"/>
                            </p:stCondLst>
                            <p:childTnLst>
                              <p:par>
                                <p:cTn id="41" presetID="10" presetClass="entr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 animBg="1"/>
      <p:bldP spid="18" grpId="0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3622B25-0420-4AA1-870E-DED32C475C35}"/>
              </a:ext>
            </a:extLst>
          </p:cNvPr>
          <p:cNvSpPr txBox="1"/>
          <p:nvPr/>
        </p:nvSpPr>
        <p:spPr>
          <a:xfrm>
            <a:off x="1304258" y="197560"/>
            <a:ext cx="25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计算下列极限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26F24B-1B71-43FF-8C23-1F09559466C0}"/>
              </a:ext>
            </a:extLst>
          </p:cNvPr>
          <p:cNvSpPr txBox="1"/>
          <p:nvPr/>
        </p:nvSpPr>
        <p:spPr>
          <a:xfrm>
            <a:off x="534290" y="206128"/>
            <a:ext cx="936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11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F71EDF-49DF-4C62-8E9F-58BCB0558E31}"/>
              </a:ext>
            </a:extLst>
          </p:cNvPr>
          <p:cNvGrpSpPr/>
          <p:nvPr/>
        </p:nvGrpSpPr>
        <p:grpSpPr>
          <a:xfrm>
            <a:off x="882350" y="836369"/>
            <a:ext cx="1935929" cy="736600"/>
            <a:chOff x="635519" y="843558"/>
            <a:chExt cx="1935929" cy="73660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A80B57C-7D9C-48A1-ADE7-1AF94E0BA7BC}"/>
                </a:ext>
              </a:extLst>
            </p:cNvPr>
            <p:cNvSpPr txBox="1"/>
            <p:nvPr/>
          </p:nvSpPr>
          <p:spPr>
            <a:xfrm>
              <a:off x="635519" y="951439"/>
              <a:ext cx="6961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(1)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35A10942-0BD5-47FB-BB32-FED456C91B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7127283"/>
                </p:ext>
              </p:extLst>
            </p:nvPr>
          </p:nvGraphicFramePr>
          <p:xfrm>
            <a:off x="1352248" y="843558"/>
            <a:ext cx="1219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39" name="Equation" r:id="rId3" imgW="1218960" imgH="736560" progId="Equation.DSMT4">
                    <p:embed/>
                  </p:oleObj>
                </mc:Choice>
                <mc:Fallback>
                  <p:oleObj name="Equation" r:id="rId3" imgW="1218960" imgH="73656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E50A9577-A1D7-4771-9780-CF4F1E8F49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2248" y="843558"/>
                          <a:ext cx="1219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475BD2-FEFD-4B98-A7F6-CE48C5F28187}"/>
              </a:ext>
            </a:extLst>
          </p:cNvPr>
          <p:cNvGrpSpPr/>
          <p:nvPr/>
        </p:nvGrpSpPr>
        <p:grpSpPr>
          <a:xfrm>
            <a:off x="4009970" y="735102"/>
            <a:ext cx="2108157" cy="736600"/>
            <a:chOff x="2716256" y="771525"/>
            <a:chExt cx="2108157" cy="73660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AB4EF8A-02FE-4BA6-A698-EF6C436A2463}"/>
                </a:ext>
              </a:extLst>
            </p:cNvPr>
            <p:cNvSpPr txBox="1"/>
            <p:nvPr/>
          </p:nvSpPr>
          <p:spPr>
            <a:xfrm>
              <a:off x="2716256" y="920481"/>
              <a:ext cx="6961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(2)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BA20ACAF-BBBD-42F3-9175-847F2FCF3F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3347688"/>
                </p:ext>
              </p:extLst>
            </p:nvPr>
          </p:nvGraphicFramePr>
          <p:xfrm>
            <a:off x="3225800" y="771525"/>
            <a:ext cx="1598613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40" name="Equation" r:id="rId5" imgW="1600200" imgH="736560" progId="Equation.DSMT4">
                    <p:embed/>
                  </p:oleObj>
                </mc:Choice>
                <mc:Fallback>
                  <p:oleObj name="Equation" r:id="rId5" imgW="1600200" imgH="73656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9F333FED-63C3-4435-A6E3-B744EB9E8A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800" y="771525"/>
                          <a:ext cx="1598613" cy="7366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51876CA-BB8D-44FE-9AE0-57A0AF5B2405}"/>
              </a:ext>
            </a:extLst>
          </p:cNvPr>
          <p:cNvGrpSpPr/>
          <p:nvPr/>
        </p:nvGrpSpPr>
        <p:grpSpPr>
          <a:xfrm>
            <a:off x="882350" y="1749425"/>
            <a:ext cx="2832400" cy="736600"/>
            <a:chOff x="467544" y="1803851"/>
            <a:chExt cx="2832400" cy="73660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2311312-0030-4249-AF15-11039B258E91}"/>
                </a:ext>
              </a:extLst>
            </p:cNvPr>
            <p:cNvSpPr txBox="1"/>
            <p:nvPr/>
          </p:nvSpPr>
          <p:spPr>
            <a:xfrm>
              <a:off x="467544" y="1941986"/>
              <a:ext cx="6961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(3)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49C94850-F70F-46E6-ABAB-0E4F76DAA0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313829"/>
                </p:ext>
              </p:extLst>
            </p:nvPr>
          </p:nvGraphicFramePr>
          <p:xfrm>
            <a:off x="1064744" y="1803851"/>
            <a:ext cx="223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41" name="Equation" r:id="rId7" imgW="2234880" imgH="736560" progId="Equation.DSMT4">
                    <p:embed/>
                  </p:oleObj>
                </mc:Choice>
                <mc:Fallback>
                  <p:oleObj name="Equation" r:id="rId7" imgW="2234880" imgH="73656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1D19A409-67EA-4A3D-9509-BA130FCF95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4744" y="1803851"/>
                          <a:ext cx="2235200" cy="7366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A62B334-045D-4EE5-8B6F-911BC094A9BE}"/>
              </a:ext>
            </a:extLst>
          </p:cNvPr>
          <p:cNvSpPr txBox="1"/>
          <p:nvPr/>
        </p:nvSpPr>
        <p:spPr>
          <a:xfrm>
            <a:off x="4016723" y="1761759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(4)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7AE13CF9-07E4-4C34-8E54-1B4F4C040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46687"/>
              </p:ext>
            </p:extLst>
          </p:nvPr>
        </p:nvGraphicFramePr>
        <p:xfrm>
          <a:off x="4580780" y="1624291"/>
          <a:ext cx="153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42" name="Equation" r:id="rId9" imgW="1536480" imgH="736560" progId="Equation.DSMT4">
                  <p:embed/>
                </p:oleObj>
              </mc:Choice>
              <mc:Fallback>
                <p:oleObj name="Equation" r:id="rId9" imgW="153648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02FE6FC-B203-44F8-8B28-0EB8D2941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780" y="1624291"/>
                        <a:ext cx="15367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16678C90-2089-4C89-BAAE-7B950ED9A83A}"/>
              </a:ext>
            </a:extLst>
          </p:cNvPr>
          <p:cNvSpPr txBox="1"/>
          <p:nvPr/>
        </p:nvSpPr>
        <p:spPr>
          <a:xfrm>
            <a:off x="615185" y="3055454"/>
            <a:ext cx="53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B21CA04-F3DF-4353-AFCF-7BF4E70A678B}"/>
              </a:ext>
            </a:extLst>
          </p:cNvPr>
          <p:cNvGrpSpPr/>
          <p:nvPr/>
        </p:nvGrpSpPr>
        <p:grpSpPr>
          <a:xfrm>
            <a:off x="1002339" y="2967670"/>
            <a:ext cx="1885193" cy="736600"/>
            <a:chOff x="635519" y="842926"/>
            <a:chExt cx="1885193" cy="73660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3614B09-51B6-4D6C-B104-E410C5A80E4F}"/>
                </a:ext>
              </a:extLst>
            </p:cNvPr>
            <p:cNvSpPr txBox="1"/>
            <p:nvPr/>
          </p:nvSpPr>
          <p:spPr>
            <a:xfrm>
              <a:off x="635519" y="951439"/>
              <a:ext cx="6961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(1)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C7AAAC59-AD5A-46E0-A1EE-302C45358F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0585249"/>
                </p:ext>
              </p:extLst>
            </p:nvPr>
          </p:nvGraphicFramePr>
          <p:xfrm>
            <a:off x="1403112" y="842926"/>
            <a:ext cx="1117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43" name="Equation" r:id="rId11" imgW="1117440" imgH="736560" progId="Equation.DSMT4">
                    <p:embed/>
                  </p:oleObj>
                </mc:Choice>
                <mc:Fallback>
                  <p:oleObj name="Equation" r:id="rId11" imgW="1117440" imgH="73656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35A10942-0BD5-47FB-BB32-FED456C91B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112" y="842926"/>
                          <a:ext cx="11176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38F8303D-6032-4F3B-BB73-5EBB298AC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106348"/>
              </p:ext>
            </p:extLst>
          </p:nvPr>
        </p:nvGraphicFramePr>
        <p:xfrm>
          <a:off x="7937245" y="3174045"/>
          <a:ext cx="4445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44" name="Equation" r:id="rId13" imgW="469800" imgH="342720" progId="Equation.DSMT4">
                  <p:embed/>
                </p:oleObj>
              </mc:Choice>
              <mc:Fallback>
                <p:oleObj name="Equation" r:id="rId13" imgW="46980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A467C2F7-EC3C-48A0-B4B1-51A749109C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245" y="3174045"/>
                        <a:ext cx="444500" cy="3238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B6EA267E-484B-440F-8840-E3C87286CE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770208"/>
              </p:ext>
            </p:extLst>
          </p:nvPr>
        </p:nvGraphicFramePr>
        <p:xfrm>
          <a:off x="2921190" y="2961883"/>
          <a:ext cx="238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45" name="Equation" r:id="rId15" imgW="2387520" imgH="812520" progId="Equation.DSMT4">
                  <p:embed/>
                </p:oleObj>
              </mc:Choice>
              <mc:Fallback>
                <p:oleObj name="Equation" r:id="rId15" imgW="2387520" imgH="8125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1800BB04-2C51-4B8C-B2FB-D84B9DB87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190" y="2961883"/>
                        <a:ext cx="23876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F3035704-BAFC-413B-9F5A-7F9404ED2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238296"/>
              </p:ext>
            </p:extLst>
          </p:nvPr>
        </p:nvGraphicFramePr>
        <p:xfrm>
          <a:off x="5342448" y="2938715"/>
          <a:ext cx="255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46" name="Equation" r:id="rId17" imgW="2552400" imgH="736560" progId="Equation.DSMT4">
                  <p:embed/>
                </p:oleObj>
              </mc:Choice>
              <mc:Fallback>
                <p:oleObj name="Equation" r:id="rId17" imgW="2552400" imgH="73656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5C4955FF-C26A-4A8D-9606-5E0DDE3ABB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2448" y="2938715"/>
                        <a:ext cx="2552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07BFE491-A744-4D9D-A360-0B5D219876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239374"/>
              </p:ext>
            </p:extLst>
          </p:nvPr>
        </p:nvGraphicFramePr>
        <p:xfrm>
          <a:off x="6877350" y="1612625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47" name="Equation" r:id="rId19" imgW="1384200" imgH="736560" progId="Equation.DSMT4">
                  <p:embed/>
                </p:oleObj>
              </mc:Choice>
              <mc:Fallback>
                <p:oleObj name="Equation" r:id="rId19" imgW="138420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02FE6FC-B203-44F8-8B28-0EB8D2941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350" y="1612625"/>
                        <a:ext cx="13843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45844C82-8256-4520-B7C4-BEAB1576BC45}"/>
              </a:ext>
            </a:extLst>
          </p:cNvPr>
          <p:cNvSpPr txBox="1"/>
          <p:nvPr/>
        </p:nvSpPr>
        <p:spPr>
          <a:xfrm>
            <a:off x="6228184" y="1768021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(5)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10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893C117-3AB5-4AEF-9C00-53CEE66B0FBE}"/>
              </a:ext>
            </a:extLst>
          </p:cNvPr>
          <p:cNvSpPr txBox="1"/>
          <p:nvPr/>
        </p:nvSpPr>
        <p:spPr>
          <a:xfrm>
            <a:off x="650119" y="887582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(2)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9F333FED-63C3-4435-A6E3-B744EB9E8A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140493"/>
              </p:ext>
            </p:extLst>
          </p:nvPr>
        </p:nvGraphicFramePr>
        <p:xfrm>
          <a:off x="1273480" y="750134"/>
          <a:ext cx="14983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2" name="Equation" r:id="rId3" imgW="1498320" imgH="736560" progId="Equation.DSMT4">
                  <p:embed/>
                </p:oleObj>
              </mc:Choice>
              <mc:Fallback>
                <p:oleObj name="Equation" r:id="rId3" imgW="1498320" imgH="73656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65AD8FAC-A2DA-4A29-B9C2-982E1838CE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480" y="750134"/>
                        <a:ext cx="1498320" cy="736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3AC9BAB9-9A56-499C-B2BD-441B7E7EA7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388849"/>
              </p:ext>
            </p:extLst>
          </p:nvPr>
        </p:nvGraphicFramePr>
        <p:xfrm>
          <a:off x="2771800" y="267494"/>
          <a:ext cx="199231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3" name="Equation" r:id="rId5" imgW="1993680" imgH="1218960" progId="Equation.DSMT4">
                  <p:embed/>
                </p:oleObj>
              </mc:Choice>
              <mc:Fallback>
                <p:oleObj name="Equation" r:id="rId5" imgW="1993680" imgH="12189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37BD23E2-6942-4302-AC2F-8853C27199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67494"/>
                        <a:ext cx="1992312" cy="1219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2C67AD10-A7D6-4128-8A37-6B6DDED0D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331462"/>
              </p:ext>
            </p:extLst>
          </p:nvPr>
        </p:nvGraphicFramePr>
        <p:xfrm>
          <a:off x="6749235" y="769881"/>
          <a:ext cx="57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4" name="Equation" r:id="rId7" imgW="571320" imgH="723600" progId="Equation.DSMT4">
                  <p:embed/>
                </p:oleObj>
              </mc:Choice>
              <mc:Fallback>
                <p:oleObj name="Equation" r:id="rId7" imgW="571320" imgH="72360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CA494A65-596C-4C50-AE50-FD95E1EAA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9235" y="769881"/>
                        <a:ext cx="571500" cy="723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BD034E56-EDD6-4E9F-A32A-964430890D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852964"/>
              </p:ext>
            </p:extLst>
          </p:nvPr>
        </p:nvGraphicFramePr>
        <p:xfrm>
          <a:off x="4764112" y="300790"/>
          <a:ext cx="20066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5" name="Equation" r:id="rId9" imgW="2006280" imgH="1562040" progId="Equation.DSMT4">
                  <p:embed/>
                </p:oleObj>
              </mc:Choice>
              <mc:Fallback>
                <p:oleObj name="Equation" r:id="rId9" imgW="2006280" imgH="156204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037D533E-D2AD-4DD8-B278-417A7FD0B7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112" y="300790"/>
                        <a:ext cx="2006600" cy="15621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CC165394-6AAC-48CA-85D4-7055A78B9A9C}"/>
              </a:ext>
            </a:extLst>
          </p:cNvPr>
          <p:cNvSpPr txBox="1"/>
          <p:nvPr/>
        </p:nvSpPr>
        <p:spPr>
          <a:xfrm>
            <a:off x="703818" y="2489461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(3)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A2B3F67A-518E-4CB7-A0A7-F4E343D1C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229634"/>
              </p:ext>
            </p:extLst>
          </p:nvPr>
        </p:nvGraphicFramePr>
        <p:xfrm>
          <a:off x="1264966" y="2363980"/>
          <a:ext cx="21333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6" name="Equation" r:id="rId11" imgW="2133360" imgH="736560" progId="Equation.DSMT4">
                  <p:embed/>
                </p:oleObj>
              </mc:Choice>
              <mc:Fallback>
                <p:oleObj name="Equation" r:id="rId11" imgW="2133360" imgH="7365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1D19A409-67EA-4A3D-9509-BA130FCF95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4966" y="2363980"/>
                        <a:ext cx="2133360" cy="736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9ED0CD12-3CA0-4EE3-A2A3-146FABC051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369601"/>
              </p:ext>
            </p:extLst>
          </p:nvPr>
        </p:nvGraphicFramePr>
        <p:xfrm>
          <a:off x="3385626" y="2351993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7" name="Equation" r:id="rId13" imgW="2869920" imgH="736560" progId="Equation.DSMT4">
                  <p:embed/>
                </p:oleObj>
              </mc:Choice>
              <mc:Fallback>
                <p:oleObj name="Equation" r:id="rId13" imgW="2869920" imgH="73656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9218FEDF-A3AD-4BD4-9BAA-F2FF28A3C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626" y="2351993"/>
                        <a:ext cx="28702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FE97D2BB-41EE-46B5-8BE2-9268E2D345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069120"/>
              </p:ext>
            </p:extLst>
          </p:nvPr>
        </p:nvGraphicFramePr>
        <p:xfrm>
          <a:off x="6300812" y="3694091"/>
          <a:ext cx="46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8" name="Equation" r:id="rId15" imgW="469800" imgH="342720" progId="Equation.DSMT4">
                  <p:embed/>
                </p:oleObj>
              </mc:Choice>
              <mc:Fallback>
                <p:oleObj name="Equation" r:id="rId15" imgW="469800" imgH="34272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CB3A286E-CDFD-407B-9C31-1768F79BAB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812" y="3694091"/>
                        <a:ext cx="4699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C7E983B0-4E7A-4538-A7B3-6A8986B39E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341913"/>
              </p:ext>
            </p:extLst>
          </p:nvPr>
        </p:nvGraphicFramePr>
        <p:xfrm>
          <a:off x="3398326" y="3454789"/>
          <a:ext cx="284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9" name="Equation" r:id="rId17" imgW="2844720" imgH="812520" progId="Equation.DSMT4">
                  <p:embed/>
                </p:oleObj>
              </mc:Choice>
              <mc:Fallback>
                <p:oleObj name="Equation" r:id="rId17" imgW="2844720" imgH="8125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565BB3F6-58CE-4378-8FAF-484C655C2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326" y="3454789"/>
                        <a:ext cx="2844800" cy="812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613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9889F6-68DD-480B-B553-668C51EEEDC7}"/>
              </a:ext>
            </a:extLst>
          </p:cNvPr>
          <p:cNvSpPr txBox="1"/>
          <p:nvPr/>
        </p:nvSpPr>
        <p:spPr>
          <a:xfrm>
            <a:off x="631291" y="317285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(4)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859AF9A1-91CC-4F1A-80B6-3169DEFFA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844543"/>
              </p:ext>
            </p:extLst>
          </p:nvPr>
        </p:nvGraphicFramePr>
        <p:xfrm>
          <a:off x="1355038" y="179837"/>
          <a:ext cx="14601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16" name="Equation" r:id="rId3" imgW="1460160" imgH="736560" progId="Equation.DSMT4">
                  <p:embed/>
                </p:oleObj>
              </mc:Choice>
              <mc:Fallback>
                <p:oleObj name="Equation" r:id="rId3" imgW="146016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02FE6FC-B203-44F8-8B28-0EB8D2941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038" y="179837"/>
                        <a:ext cx="1460160" cy="736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13DBEFE-58EF-4AA3-8ECF-6CBE8280404D}"/>
              </a:ext>
            </a:extLst>
          </p:cNvPr>
          <p:cNvSpPr txBox="1"/>
          <p:nvPr/>
        </p:nvSpPr>
        <p:spPr>
          <a:xfrm>
            <a:off x="712186" y="1203598"/>
            <a:ext cx="53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799F8CF-CE91-48F3-A70A-02508C7BFFE6}"/>
              </a:ext>
            </a:extLst>
          </p:cNvPr>
          <p:cNvGrpSpPr/>
          <p:nvPr/>
        </p:nvGrpSpPr>
        <p:grpSpPr>
          <a:xfrm>
            <a:off x="2417589" y="1164299"/>
            <a:ext cx="1901280" cy="460321"/>
            <a:chOff x="1279078" y="3542640"/>
            <a:chExt cx="1901280" cy="46032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E84F9FF-7539-49E0-B7D4-28A189EDCB9E}"/>
                </a:ext>
              </a:extLst>
            </p:cNvPr>
            <p:cNvSpPr txBox="1"/>
            <p:nvPr/>
          </p:nvSpPr>
          <p:spPr>
            <a:xfrm>
              <a:off x="1279078" y="3542640"/>
              <a:ext cx="474387" cy="460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57DF28CC-DEAC-4F58-A37C-C31F6568FF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9697242"/>
                </p:ext>
              </p:extLst>
            </p:nvPr>
          </p:nvGraphicFramePr>
          <p:xfrm>
            <a:off x="1732798" y="3630716"/>
            <a:ext cx="144756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17" name="Equation" r:id="rId5" imgW="1447560" imgH="342720" progId="Equation.DSMT4">
                    <p:embed/>
                  </p:oleObj>
                </mc:Choice>
                <mc:Fallback>
                  <p:oleObj name="Equation" r:id="rId5" imgW="1447560" imgH="34272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89E63B80-73E6-4F8E-BEAD-7E637F4126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2798" y="3630716"/>
                          <a:ext cx="1447560" cy="34272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ECEB393-DA89-4BFA-BA05-4453AFEBD572}"/>
              </a:ext>
            </a:extLst>
          </p:cNvPr>
          <p:cNvGrpSpPr/>
          <p:nvPr/>
        </p:nvGrpSpPr>
        <p:grpSpPr>
          <a:xfrm>
            <a:off x="4320397" y="1164299"/>
            <a:ext cx="1818504" cy="461665"/>
            <a:chOff x="1279078" y="3516268"/>
            <a:chExt cx="1818504" cy="46166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72597F2-60BB-4B3D-A0DB-8C2A72C9876A}"/>
                </a:ext>
              </a:extLst>
            </p:cNvPr>
            <p:cNvSpPr txBox="1"/>
            <p:nvPr/>
          </p:nvSpPr>
          <p:spPr>
            <a:xfrm>
              <a:off x="1279078" y="3516268"/>
              <a:ext cx="18185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A70DA5E7-376E-4BB4-9E37-9D0A22D6C7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0207360"/>
                </p:ext>
              </p:extLst>
            </p:nvPr>
          </p:nvGraphicFramePr>
          <p:xfrm>
            <a:off x="1678803" y="3618946"/>
            <a:ext cx="10918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18" name="Equation" r:id="rId7" imgW="1091880" imgH="342720" progId="Equation.DSMT4">
                    <p:embed/>
                  </p:oleObj>
                </mc:Choice>
                <mc:Fallback>
                  <p:oleObj name="Equation" r:id="rId7" imgW="1091880" imgH="34272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874089A4-3CD9-43DC-9D9C-EB7D04F781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803" y="3618946"/>
                          <a:ext cx="1091880" cy="34272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5D4ED47-ECB2-4ADF-86B5-760BB1437748}"/>
              </a:ext>
            </a:extLst>
          </p:cNvPr>
          <p:cNvSpPr txBox="1"/>
          <p:nvPr/>
        </p:nvSpPr>
        <p:spPr>
          <a:xfrm>
            <a:off x="5812002" y="1192902"/>
            <a:ext cx="109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所以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9099595E-A1F7-48C0-9C3A-BAE83E606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974950"/>
              </p:ext>
            </p:extLst>
          </p:nvPr>
        </p:nvGraphicFramePr>
        <p:xfrm>
          <a:off x="1344410" y="1898196"/>
          <a:ext cx="14601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19" name="Equation" r:id="rId9" imgW="1460160" imgH="736560" progId="Equation.DSMT4">
                  <p:embed/>
                </p:oleObj>
              </mc:Choice>
              <mc:Fallback>
                <p:oleObj name="Equation" r:id="rId9" imgW="1460160" imgH="7365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3EF2405F-48C0-4BB8-BC63-6042086A0F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410" y="1898196"/>
                        <a:ext cx="1460160" cy="736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81422FED-54CB-46BE-8DAF-A05362218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21772"/>
              </p:ext>
            </p:extLst>
          </p:nvPr>
        </p:nvGraphicFramePr>
        <p:xfrm>
          <a:off x="2828261" y="1899744"/>
          <a:ext cx="12700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0" name="Equation" r:id="rId10" imgW="1269720" imgH="736560" progId="Equation.DSMT4">
                  <p:embed/>
                </p:oleObj>
              </mc:Choice>
              <mc:Fallback>
                <p:oleObj name="Equation" r:id="rId10" imgW="1269720" imgH="73656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0F92C88D-D1F7-4E46-9EE8-693494285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261" y="1899744"/>
                        <a:ext cx="1270000" cy="7350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D4394F6B-1E88-4832-908D-8338C37460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091313"/>
              </p:ext>
            </p:extLst>
          </p:nvPr>
        </p:nvGraphicFramePr>
        <p:xfrm>
          <a:off x="4146203" y="2139702"/>
          <a:ext cx="407988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1" name="Equation" r:id="rId12" imgW="419040" imgH="342720" progId="Equation.DSMT4">
                  <p:embed/>
                </p:oleObj>
              </mc:Choice>
              <mc:Fallback>
                <p:oleObj name="Equation" r:id="rId12" imgW="419040" imgH="34272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FC13DE6C-4718-4853-B203-59D18BC58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203" y="2139702"/>
                        <a:ext cx="407988" cy="3349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433FE2C0-4BC5-42CD-8527-07AF9D3E3902}"/>
              </a:ext>
            </a:extLst>
          </p:cNvPr>
          <p:cNvSpPr txBox="1"/>
          <p:nvPr/>
        </p:nvSpPr>
        <p:spPr>
          <a:xfrm>
            <a:off x="1115616" y="1176464"/>
            <a:ext cx="1583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换元法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14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1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49D19563-01BF-4958-B6FF-EC294035C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426504"/>
              </p:ext>
            </p:extLst>
          </p:nvPr>
        </p:nvGraphicFramePr>
        <p:xfrm>
          <a:off x="1400175" y="180975"/>
          <a:ext cx="1460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4" name="Equation" r:id="rId3" imgW="1460160" imgH="736560" progId="Equation.DSMT4">
                  <p:embed/>
                </p:oleObj>
              </mc:Choice>
              <mc:Fallback>
                <p:oleObj name="Equation" r:id="rId3" imgW="146016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02FE6FC-B203-44F8-8B28-0EB8D2941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180975"/>
                        <a:ext cx="14605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A10654D8-57F7-465F-ADCF-C7EE3671A6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883275"/>
              </p:ext>
            </p:extLst>
          </p:nvPr>
        </p:nvGraphicFramePr>
        <p:xfrm>
          <a:off x="2985666" y="1120236"/>
          <a:ext cx="238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5" name="Equation" r:id="rId5" imgW="2387520" imgH="787320" progId="Equation.DSMT4">
                  <p:embed/>
                </p:oleObj>
              </mc:Choice>
              <mc:Fallback>
                <p:oleObj name="Equation" r:id="rId5" imgW="2387520" imgH="78732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8DF4DFD2-950A-4BDD-8225-834B22591E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5666" y="1120236"/>
                        <a:ext cx="2387600" cy="787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5069BE20-017A-45D7-B5F5-C54495308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293070"/>
              </p:ext>
            </p:extLst>
          </p:nvPr>
        </p:nvGraphicFramePr>
        <p:xfrm>
          <a:off x="2991957" y="2178812"/>
          <a:ext cx="2133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6" name="Equation" r:id="rId7" imgW="2133360" imgH="736560" progId="Equation.DSMT4">
                  <p:embed/>
                </p:oleObj>
              </mc:Choice>
              <mc:Fallback>
                <p:oleObj name="Equation" r:id="rId7" imgW="2133360" imgH="73656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BE9F827C-A2AA-44F1-B7CB-168C3EF35F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957" y="2178812"/>
                        <a:ext cx="21336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1F5DE256-E8CB-469C-8A5A-3CD257EC3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767207"/>
              </p:ext>
            </p:extLst>
          </p:nvPr>
        </p:nvGraphicFramePr>
        <p:xfrm>
          <a:off x="6433865" y="2154964"/>
          <a:ext cx="938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7" name="Equation" r:id="rId9" imgW="939600" imgH="736560" progId="Equation.DSMT4">
                  <p:embed/>
                </p:oleObj>
              </mc:Choice>
              <mc:Fallback>
                <p:oleObj name="Equation" r:id="rId9" imgW="939600" imgH="73656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D1DCB5ED-50DF-4100-BFAA-87DBB13659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3865" y="2154964"/>
                        <a:ext cx="938212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9BCD6ACF-94AB-48C7-9366-1CA4F84E15C4}"/>
              </a:ext>
            </a:extLst>
          </p:cNvPr>
          <p:cNvGrpSpPr/>
          <p:nvPr/>
        </p:nvGrpSpPr>
        <p:grpSpPr>
          <a:xfrm>
            <a:off x="1339583" y="3859625"/>
            <a:ext cx="1562882" cy="461665"/>
            <a:chOff x="1279078" y="3508773"/>
            <a:chExt cx="1562882" cy="46166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A81582C-C5C2-427F-BE4F-806A5AD5AD7D}"/>
                </a:ext>
              </a:extLst>
            </p:cNvPr>
            <p:cNvSpPr txBox="1"/>
            <p:nvPr/>
          </p:nvSpPr>
          <p:spPr>
            <a:xfrm>
              <a:off x="1279078" y="3508773"/>
              <a:ext cx="5343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85BFE099-3FD4-4DC5-A7AD-E1A6DEF69C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5798010"/>
                </p:ext>
              </p:extLst>
            </p:nvPr>
          </p:nvGraphicFramePr>
          <p:xfrm>
            <a:off x="1724360" y="3659420"/>
            <a:ext cx="11176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38" name="Equation" r:id="rId11" imgW="1117440" imgH="304560" progId="Equation.DSMT4">
                    <p:embed/>
                  </p:oleObj>
                </mc:Choice>
                <mc:Fallback>
                  <p:oleObj name="Equation" r:id="rId11" imgW="1117440" imgH="30456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89E63B80-73E6-4F8E-BEAD-7E637F4126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4360" y="3659420"/>
                          <a:ext cx="1117600" cy="3048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5F5D558-3A35-454A-9283-D3D59B2FDF8F}"/>
              </a:ext>
            </a:extLst>
          </p:cNvPr>
          <p:cNvGrpSpPr/>
          <p:nvPr/>
        </p:nvGrpSpPr>
        <p:grpSpPr>
          <a:xfrm>
            <a:off x="2936512" y="3886151"/>
            <a:ext cx="2636928" cy="461665"/>
            <a:chOff x="1279078" y="3508773"/>
            <a:chExt cx="2636928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4F825A-2948-45FD-A425-9187985FA97E}"/>
                </a:ext>
              </a:extLst>
            </p:cNvPr>
            <p:cNvSpPr txBox="1"/>
            <p:nvPr/>
          </p:nvSpPr>
          <p:spPr>
            <a:xfrm>
              <a:off x="1279078" y="3508773"/>
              <a:ext cx="20162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      时，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36149218-7484-442A-9CA5-385C286F5A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2162411"/>
                </p:ext>
              </p:extLst>
            </p:nvPr>
          </p:nvGraphicFramePr>
          <p:xfrm>
            <a:off x="1713763" y="3654660"/>
            <a:ext cx="800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39" name="Equation" r:id="rId13" imgW="799920" imgH="279360" progId="Equation.DSMT4">
                    <p:embed/>
                  </p:oleObj>
                </mc:Choice>
                <mc:Fallback>
                  <p:oleObj name="Equation" r:id="rId13" imgW="799920" imgH="27936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874089A4-3CD9-43DC-9D9C-EB7D04F781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3763" y="3654660"/>
                          <a:ext cx="800100" cy="279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E6D00410-2766-471F-89DF-327456493F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1102362"/>
                </p:ext>
              </p:extLst>
            </p:nvPr>
          </p:nvGraphicFramePr>
          <p:xfrm>
            <a:off x="3115906" y="3609406"/>
            <a:ext cx="80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40" name="Equation" r:id="rId15" imgW="799920" imgH="342720" progId="Equation.DSMT4">
                    <p:embed/>
                  </p:oleObj>
                </mc:Choice>
                <mc:Fallback>
                  <p:oleObj name="Equation" r:id="rId15" imgW="799920" imgH="34272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64A84D47-597C-4517-91B3-BF22054B66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5906" y="3609406"/>
                          <a:ext cx="800100" cy="342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B3556B8-3C0B-4E7F-BBE5-2A39A57CD01D}"/>
              </a:ext>
            </a:extLst>
          </p:cNvPr>
          <p:cNvSpPr txBox="1"/>
          <p:nvPr/>
        </p:nvSpPr>
        <p:spPr>
          <a:xfrm>
            <a:off x="520229" y="3851852"/>
            <a:ext cx="109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提示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6E4822-9D75-4798-9E8E-1BADAC63B1EA}"/>
              </a:ext>
            </a:extLst>
          </p:cNvPr>
          <p:cNvSpPr txBox="1"/>
          <p:nvPr/>
        </p:nvSpPr>
        <p:spPr>
          <a:xfrm>
            <a:off x="848783" y="323460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(5)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F86618-3C76-4B03-B8C9-E04DF1606FDD}"/>
              </a:ext>
            </a:extLst>
          </p:cNvPr>
          <p:cNvSpPr txBox="1"/>
          <p:nvPr/>
        </p:nvSpPr>
        <p:spPr>
          <a:xfrm>
            <a:off x="874597" y="1251319"/>
            <a:ext cx="2043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A6B89F13-DF7C-4700-8F7D-D0F353A318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170410"/>
              </p:ext>
            </p:extLst>
          </p:nvPr>
        </p:nvGraphicFramePr>
        <p:xfrm>
          <a:off x="1528341" y="1121824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1" name="Equation" r:id="rId17" imgW="1384200" imgH="736560" progId="Equation.DSMT4">
                  <p:embed/>
                </p:oleObj>
              </mc:Choice>
              <mc:Fallback>
                <p:oleObj name="Equation" r:id="rId17" imgW="1384200" imgH="73656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BD88D3C5-9BDD-4D6F-9C31-2BAFC89F8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341" y="1121824"/>
                        <a:ext cx="13843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700AFDFB-5F17-4898-880D-2544ABD4E617}"/>
              </a:ext>
            </a:extLst>
          </p:cNvPr>
          <p:cNvSpPr txBox="1"/>
          <p:nvPr/>
        </p:nvSpPr>
        <p:spPr>
          <a:xfrm>
            <a:off x="520229" y="311833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练习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711A40D2-9B6F-4F10-9A67-7E2C933A3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122266"/>
              </p:ext>
            </p:extLst>
          </p:nvPr>
        </p:nvGraphicFramePr>
        <p:xfrm>
          <a:off x="5176473" y="2179148"/>
          <a:ext cx="123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2" name="Equation" r:id="rId19" imgW="1231560" imgH="736560" progId="Equation.DSMT4">
                  <p:embed/>
                </p:oleObj>
              </mc:Choice>
              <mc:Fallback>
                <p:oleObj name="Equation" r:id="rId19" imgW="1231560" imgH="73656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C0118E89-E9D4-46A9-A2CA-EED6D4BBD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473" y="2179148"/>
                        <a:ext cx="12319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885F9699-C0F7-4534-8EF6-93167B10BBFC}"/>
              </a:ext>
            </a:extLst>
          </p:cNvPr>
          <p:cNvSpPr txBox="1"/>
          <p:nvPr/>
        </p:nvSpPr>
        <p:spPr>
          <a:xfrm>
            <a:off x="1384324" y="3134523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用换元法计算此极限</a:t>
            </a:r>
            <a:r>
              <a:rPr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2AE31A86-1E75-42C0-B318-F5D9AB3DB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473217"/>
              </p:ext>
            </p:extLst>
          </p:nvPr>
        </p:nvGraphicFramePr>
        <p:xfrm>
          <a:off x="5416277" y="1115151"/>
          <a:ext cx="238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3" name="Equation" r:id="rId21" imgW="2387520" imgH="787320" progId="Equation.DSMT4">
                  <p:embed/>
                </p:oleObj>
              </mc:Choice>
              <mc:Fallback>
                <p:oleObj name="Equation" r:id="rId21" imgW="2387520" imgH="78732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20FD2EB7-DD94-4960-A7E3-FC7E925262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277" y="1115151"/>
                        <a:ext cx="2387600" cy="787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583EC22B-A06E-4473-B292-2EB9423BE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434066"/>
              </p:ext>
            </p:extLst>
          </p:nvPr>
        </p:nvGraphicFramePr>
        <p:xfrm>
          <a:off x="3744405" y="1123640"/>
          <a:ext cx="163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4" name="Equation" r:id="rId23" imgW="1638000" imgH="342720" progId="Equation.DSMT4">
                  <p:embed/>
                </p:oleObj>
              </mc:Choice>
              <mc:Fallback>
                <p:oleObj name="Equation" r:id="rId23" imgW="1638000" imgH="34272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9C8636EE-3D92-44EA-9D7B-9FD1235408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405" y="1123640"/>
                        <a:ext cx="16383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77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25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EECDABE8-734E-4F44-B8CC-ED2502E00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544556"/>
              </p:ext>
            </p:extLst>
          </p:nvPr>
        </p:nvGraphicFramePr>
        <p:xfrm>
          <a:off x="1443038" y="1155576"/>
          <a:ext cx="15478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48" name="Equation" r:id="rId3" imgW="1549080" imgH="736560" progId="Equation.DSMT4">
                  <p:embed/>
                </p:oleObj>
              </mc:Choice>
              <mc:Fallback>
                <p:oleObj name="Equation" r:id="rId3" imgW="154908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79C4D4FE-680B-44FF-B2DB-19DAD3B071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1155576"/>
                        <a:ext cx="1547812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42A3D070-3CCF-4D91-9624-9B02C2FDF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254329"/>
              </p:ext>
            </p:extLst>
          </p:nvPr>
        </p:nvGraphicFramePr>
        <p:xfrm>
          <a:off x="3107263" y="1167647"/>
          <a:ext cx="333722" cy="69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49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563E2AA9-59C8-471B-BC9D-B8EE66BE73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263" y="1167647"/>
                        <a:ext cx="333722" cy="69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838078DD-FE05-4213-B08D-1A5AEE6C6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382040"/>
              </p:ext>
            </p:extLst>
          </p:nvPr>
        </p:nvGraphicFramePr>
        <p:xfrm>
          <a:off x="1371102" y="3505042"/>
          <a:ext cx="18158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0" name="Equation" r:id="rId7" imgW="1815840" imgH="736560" progId="Equation.DSMT4">
                  <p:embed/>
                </p:oleObj>
              </mc:Choice>
              <mc:Fallback>
                <p:oleObj name="Equation" r:id="rId7" imgW="1815840" imgH="7365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BF370BA1-0885-4173-A3C7-D1E1EFD33D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102" y="3505042"/>
                        <a:ext cx="1815840" cy="736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84E4215F-ECB8-4F19-96CB-D57A96E3C2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278044"/>
              </p:ext>
            </p:extLst>
          </p:nvPr>
        </p:nvGraphicFramePr>
        <p:xfrm>
          <a:off x="3197620" y="3511889"/>
          <a:ext cx="405730" cy="713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1" name="Equation" r:id="rId9" imgW="114120" imgH="177480" progId="Equation.DSMT4">
                  <p:embed/>
                </p:oleObj>
              </mc:Choice>
              <mc:Fallback>
                <p:oleObj name="Equation" r:id="rId9" imgW="114120" imgH="177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FBF214F-0B50-4CE6-989D-C0BF01B0E9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620" y="3511889"/>
                        <a:ext cx="405730" cy="713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A5A6E388-AE0E-44A8-BA1E-A2AB7D153D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303851"/>
              </p:ext>
            </p:extLst>
          </p:nvPr>
        </p:nvGraphicFramePr>
        <p:xfrm>
          <a:off x="1410540" y="2298081"/>
          <a:ext cx="152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2" name="Equation" r:id="rId11" imgW="1523880" imgH="736560" progId="Equation.DSMT4">
                  <p:embed/>
                </p:oleObj>
              </mc:Choice>
              <mc:Fallback>
                <p:oleObj name="Equation" r:id="rId11" imgW="1523880" imgH="73656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F2EA6C48-7C0F-4ADF-908B-F46FCC8F6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540" y="2298081"/>
                        <a:ext cx="15240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6C45F48D-6A0A-48DF-84DE-187F2B680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285791"/>
              </p:ext>
            </p:extLst>
          </p:nvPr>
        </p:nvGraphicFramePr>
        <p:xfrm>
          <a:off x="3027163" y="2353027"/>
          <a:ext cx="333722" cy="71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3" name="Equation" r:id="rId13" imgW="114120" imgH="177480" progId="Equation.DSMT4">
                  <p:embed/>
                </p:oleObj>
              </mc:Choice>
              <mc:Fallback>
                <p:oleObj name="Equation" r:id="rId13" imgW="114120" imgH="177480" progId="Equation.DSMT4">
                  <p:embed/>
                  <p:pic>
                    <p:nvPicPr>
                      <p:cNvPr id="14" name="Object 11">
                        <a:extLst>
                          <a:ext uri="{FF2B5EF4-FFF2-40B4-BE49-F238E27FC236}">
                            <a16:creationId xmlns:a16="http://schemas.microsoft.com/office/drawing/2014/main" id="{88041438-7FF4-44BB-8B2D-B5BD52D46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163" y="2353027"/>
                        <a:ext cx="333722" cy="712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DDECD5F-ADE3-4492-BE8E-CB49E73142D6}"/>
              </a:ext>
            </a:extLst>
          </p:cNvPr>
          <p:cNvSpPr/>
          <p:nvPr/>
        </p:nvSpPr>
        <p:spPr>
          <a:xfrm>
            <a:off x="3565629" y="1217306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600" dirty="0">
                <a:solidFill>
                  <a:srgbClr val="FF0000"/>
                </a:solidFill>
                <a:cs typeface="Times New Roman" panose="02020603050405020304" pitchFamily="18" charset="0"/>
              </a:rPr>
              <a:t>×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EC525055-C2F5-4FE6-9F16-6A927816AD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999962"/>
              </p:ext>
            </p:extLst>
          </p:nvPr>
        </p:nvGraphicFramePr>
        <p:xfrm>
          <a:off x="4427984" y="1141671"/>
          <a:ext cx="134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4" name="Equation" r:id="rId15" imgW="1346040" imgH="736560" progId="Equation.DSMT4">
                  <p:embed/>
                </p:oleObj>
              </mc:Choice>
              <mc:Fallback>
                <p:oleObj name="Equation" r:id="rId15" imgW="1346040" imgH="73656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C15BAC28-E396-4137-A84A-DAD4A57CA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1141671"/>
                        <a:ext cx="1346200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59FD320-65A3-4F3A-A4EB-E3FA1C77C38F}"/>
              </a:ext>
            </a:extLst>
          </p:cNvPr>
          <p:cNvSpPr/>
          <p:nvPr/>
        </p:nvSpPr>
        <p:spPr>
          <a:xfrm>
            <a:off x="3557660" y="3505042"/>
            <a:ext cx="6463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4000" dirty="0">
                <a:solidFill>
                  <a:srgbClr val="FF0000"/>
                </a:solidFill>
              </a:rPr>
              <a:t> </a:t>
            </a:r>
            <a:r>
              <a:rPr lang="zh-CN" altLang="zh-CN" sz="3600" dirty="0">
                <a:solidFill>
                  <a:srgbClr val="FF0000"/>
                </a:solidFill>
              </a:rPr>
              <a:t>√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EE36688A-1816-409B-9C02-41B685AEF9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045629"/>
              </p:ext>
            </p:extLst>
          </p:nvPr>
        </p:nvGraphicFramePr>
        <p:xfrm>
          <a:off x="4414359" y="2323976"/>
          <a:ext cx="15478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5" name="Equation" r:id="rId17" imgW="1549080" imgH="736560" progId="Equation.DSMT4">
                  <p:embed/>
                </p:oleObj>
              </mc:Choice>
              <mc:Fallback>
                <p:oleObj name="Equation" r:id="rId17" imgW="1549080" imgH="73656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B350D0A0-B767-4FC1-9F24-52BEE6D1E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4359" y="2323976"/>
                        <a:ext cx="1547812" cy="736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93ED8DFD-60A8-466A-AB4B-F85F8EB07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86693"/>
              </p:ext>
            </p:extLst>
          </p:nvPr>
        </p:nvGraphicFramePr>
        <p:xfrm>
          <a:off x="5963533" y="1987581"/>
          <a:ext cx="11557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6" name="Equation" r:id="rId19" imgW="1155600" imgH="1447560" progId="Equation.DSMT4">
                  <p:embed/>
                </p:oleObj>
              </mc:Choice>
              <mc:Fallback>
                <p:oleObj name="Equation" r:id="rId19" imgW="1155600" imgH="14475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9468D592-A966-4988-BD39-5D6B707F2C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533" y="1987581"/>
                        <a:ext cx="1155700" cy="1447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81D3A3EC-3A8A-4E4A-94EF-B587585335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968658"/>
              </p:ext>
            </p:extLst>
          </p:nvPr>
        </p:nvGraphicFramePr>
        <p:xfrm>
          <a:off x="5708650" y="1095723"/>
          <a:ext cx="16859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7" name="Equation" r:id="rId21" imgW="1688760" imgH="812520" progId="Equation.DSMT4">
                  <p:embed/>
                </p:oleObj>
              </mc:Choice>
              <mc:Fallback>
                <p:oleObj name="Equation" r:id="rId21" imgW="1688760" imgH="8125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F26406AE-8AE6-4BCA-A9B2-F05590900E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1095723"/>
                        <a:ext cx="1685925" cy="812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0091E2A4-C722-44F9-9347-54A995828E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905836"/>
              </p:ext>
            </p:extLst>
          </p:nvPr>
        </p:nvGraphicFramePr>
        <p:xfrm>
          <a:off x="7415213" y="1325439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8" name="Equation" r:id="rId23" imgW="482400" imgH="342720" progId="Equation.DSMT4">
                  <p:embed/>
                </p:oleObj>
              </mc:Choice>
              <mc:Fallback>
                <p:oleObj name="Equation" r:id="rId23" imgW="482400" imgH="34272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F56D3653-FBFE-46BA-97C3-1CE3251800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213" y="1325439"/>
                        <a:ext cx="4826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474762B1-00A0-4F79-AC4C-3E15D64425B4}"/>
              </a:ext>
            </a:extLst>
          </p:cNvPr>
          <p:cNvSpPr/>
          <p:nvPr/>
        </p:nvSpPr>
        <p:spPr>
          <a:xfrm>
            <a:off x="3491880" y="41151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4FF"/>
                </a:solidFill>
                <a:latin typeface="+mn-ea"/>
              </a:rPr>
              <a:t>思考题</a:t>
            </a:r>
            <a:endParaRPr lang="zh-CN" altLang="en-US" sz="2800" dirty="0">
              <a:solidFill>
                <a:srgbClr val="0064FF"/>
              </a:solidFill>
            </a:endParaRP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70FA4AB1-1FFF-49BD-883B-73833012F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087459"/>
              </p:ext>
            </p:extLst>
          </p:nvPr>
        </p:nvGraphicFramePr>
        <p:xfrm>
          <a:off x="7150100" y="2547814"/>
          <a:ext cx="46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9" name="Equation" r:id="rId25" imgW="469800" imgH="342720" progId="Equation.DSMT4">
                  <p:embed/>
                </p:oleObj>
              </mc:Choice>
              <mc:Fallback>
                <p:oleObj name="Equation" r:id="rId25" imgW="469800" imgH="34272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220108C2-AA90-4FB5-95D1-2D0E16806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2547814"/>
                        <a:ext cx="4699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AF3F0A7-0DAA-42C4-AD6E-F370A5BAC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275105"/>
              </p:ext>
            </p:extLst>
          </p:nvPr>
        </p:nvGraphicFramePr>
        <p:xfrm>
          <a:off x="1748190" y="1671638"/>
          <a:ext cx="185737" cy="14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0" name="Equation" r:id="rId27" imgW="266400" imgH="203040" progId="Equation.DSMT4">
                  <p:embed/>
                </p:oleObj>
              </mc:Choice>
              <mc:Fallback>
                <p:oleObj name="Equation" r:id="rId27" imgW="266400" imgH="2030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CEEE9C61-69F2-46B6-8893-D4C4DA73C2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748190" y="1671638"/>
                        <a:ext cx="185737" cy="141287"/>
                      </a:xfrm>
                      <a:prstGeom prst="rect">
                        <a:avLst/>
                      </a:prstGeom>
                      <a:solidFill>
                        <a:srgbClr val="FFC864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76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" fill="hold">
                                          <p:stCondLst>
                                            <p:cond delay="397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" fill="hold">
                                          <p:stCondLst>
                                            <p:cond delay="59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53" presetClass="entr" presetSubtype="16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F209DA-87A3-4CC9-A4CE-4EE5ECC6160F}"/>
              </a:ext>
            </a:extLst>
          </p:cNvPr>
          <p:cNvSpPr txBox="1"/>
          <p:nvPr/>
        </p:nvSpPr>
        <p:spPr>
          <a:xfrm>
            <a:off x="611560" y="339502"/>
            <a:ext cx="4060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7962F0C0-25BB-46A5-B8A0-2DC356223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024675"/>
              </p:ext>
            </p:extLst>
          </p:nvPr>
        </p:nvGraphicFramePr>
        <p:xfrm>
          <a:off x="1115616" y="175840"/>
          <a:ext cx="1795463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56" name="Equation" r:id="rId3" imgW="1993680" imgH="876240" progId="Equation.DSMT4">
                  <p:embed/>
                </p:oleObj>
              </mc:Choice>
              <mc:Fallback>
                <p:oleObj name="Equation" r:id="rId3" imgW="1993680" imgH="87624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FACC15CC-2ED5-4B99-B644-2EEBA1C70D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75840"/>
                        <a:ext cx="1795463" cy="7889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>
            <a:extLst>
              <a:ext uri="{FF2B5EF4-FFF2-40B4-BE49-F238E27FC236}">
                <a16:creationId xmlns:a16="http://schemas.microsoft.com/office/drawing/2014/main" id="{4F682A3F-D004-40A8-8830-4BCEF61CC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64" y="3555724"/>
            <a:ext cx="5360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由幂函数、指数函数的性质，可得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21BE0B-91B2-453F-8947-66AB8E6F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00" y="1244933"/>
            <a:ext cx="270033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 algn="l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证明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456FD756-BF5F-419C-8019-DAF8C95CD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0" y="2001462"/>
            <a:ext cx="4857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24733F7E-D904-4250-ACBC-92D4D6BB5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345771"/>
              </p:ext>
            </p:extLst>
          </p:nvPr>
        </p:nvGraphicFramePr>
        <p:xfrm>
          <a:off x="1449267" y="1057684"/>
          <a:ext cx="2063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57" name="Equation" r:id="rId5" imgW="1993680" imgH="876240" progId="Equation.DSMT4">
                  <p:embed/>
                </p:oleObj>
              </mc:Choice>
              <mc:Fallback>
                <p:oleObj name="Equation" r:id="rId5" imgW="1993680" imgH="87624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A164ECB5-1D11-44CB-9C84-A5208E9E6B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267" y="1057684"/>
                        <a:ext cx="2063750" cy="825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138650CC-5601-4823-AFC2-2FCFBF3E6A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933835"/>
              </p:ext>
            </p:extLst>
          </p:nvPr>
        </p:nvGraphicFramePr>
        <p:xfrm>
          <a:off x="2455268" y="4161405"/>
          <a:ext cx="44275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58" name="Equation" r:id="rId7" imgW="4279680" imgH="876240" progId="Equation.DSMT4">
                  <p:embed/>
                </p:oleObj>
              </mc:Choice>
              <mc:Fallback>
                <p:oleObj name="Equation" r:id="rId7" imgW="4279680" imgH="87624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CD4F9714-4AD6-4F4D-B1F7-2A625675EB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268" y="4161405"/>
                        <a:ext cx="4427537" cy="825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6EEBCE0C-6FFB-4971-9A99-2D0BF185B9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936652"/>
              </p:ext>
            </p:extLst>
          </p:nvPr>
        </p:nvGraphicFramePr>
        <p:xfrm>
          <a:off x="2309193" y="2663773"/>
          <a:ext cx="30067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59" name="Equation" r:id="rId9" imgW="2908080" imgH="736560" progId="Equation.DSMT4">
                  <p:embed/>
                </p:oleObj>
              </mc:Choice>
              <mc:Fallback>
                <p:oleObj name="Equation" r:id="rId9" imgW="2908080" imgH="73656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8C23E431-30F5-44A6-9869-EF3BEE23E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193" y="2663773"/>
                        <a:ext cx="3006725" cy="6937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C64C1FD6-0032-4E56-8989-756268A4A5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170450"/>
              </p:ext>
            </p:extLst>
          </p:nvPr>
        </p:nvGraphicFramePr>
        <p:xfrm>
          <a:off x="3833741" y="4514326"/>
          <a:ext cx="171926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60" name="Equation" r:id="rId11" imgW="1485720" imgH="279360" progId="Equation.DSMT4">
                  <p:embed/>
                </p:oleObj>
              </mc:Choice>
              <mc:Fallback>
                <p:oleObj name="Equation" r:id="rId11" imgW="1485720" imgH="27936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AC64A70C-FDF2-46CD-97B0-1BAE060D7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741" y="4514326"/>
                        <a:ext cx="1719262" cy="3444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C7E43FFB-34ED-445D-9D9F-AF6B827D7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787777"/>
              </p:ext>
            </p:extLst>
          </p:nvPr>
        </p:nvGraphicFramePr>
        <p:xfrm>
          <a:off x="5750781" y="2915679"/>
          <a:ext cx="232410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61" name="Equation" r:id="rId13" imgW="2247840" imgH="291960" progId="Equation.DSMT4">
                  <p:embed/>
                </p:oleObj>
              </mc:Choice>
              <mc:Fallback>
                <p:oleObj name="Equation" r:id="rId13" imgW="2247840" imgH="2919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D8F91FE5-0C19-491E-BB08-A022355B19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0781" y="2915679"/>
                        <a:ext cx="2324100" cy="2746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A6FA6F39-860E-4C3F-BE3A-298569256D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621975"/>
              </p:ext>
            </p:extLst>
          </p:nvPr>
        </p:nvGraphicFramePr>
        <p:xfrm>
          <a:off x="6351176" y="401015"/>
          <a:ext cx="1748628" cy="78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62" name="Equation" r:id="rId15" imgW="1942920" imgH="876240" progId="Equation.DSMT4">
                  <p:embed/>
                </p:oleObj>
              </mc:Choice>
              <mc:Fallback>
                <p:oleObj name="Equation" r:id="rId15" imgW="1942920" imgH="87624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5DCC3C78-29EF-4321-BC9A-22BD43CD9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176" y="401015"/>
                        <a:ext cx="1748628" cy="7886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4DED287-7C1B-42CE-A61F-E4BDCB9B0364}"/>
              </a:ext>
            </a:extLst>
          </p:cNvPr>
          <p:cNvCxnSpPr>
            <a:cxnSpLocks/>
          </p:cNvCxnSpPr>
          <p:nvPr/>
        </p:nvCxnSpPr>
        <p:spPr>
          <a:xfrm>
            <a:off x="6362298" y="1244933"/>
            <a:ext cx="1872208" cy="0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>
            <a:extLst>
              <a:ext uri="{FF2B5EF4-FFF2-40B4-BE49-F238E27FC236}">
                <a16:creationId xmlns:a16="http://schemas.microsoft.com/office/drawing/2014/main" id="{DA236A79-7339-42D3-92BF-3D64A50A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776" y="2025441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8986005-9856-4425-BF03-A5A26B57FFB7}"/>
              </a:ext>
            </a:extLst>
          </p:cNvPr>
          <p:cNvGrpSpPr/>
          <p:nvPr/>
        </p:nvGrpSpPr>
        <p:grpSpPr>
          <a:xfrm>
            <a:off x="1159124" y="2001165"/>
            <a:ext cx="5112568" cy="461665"/>
            <a:chOff x="1331789" y="1502643"/>
            <a:chExt cx="5112568" cy="461665"/>
          </a:xfrm>
        </p:grpSpPr>
        <p:sp>
          <p:nvSpPr>
            <p:cNvPr id="16" name="Text Box 2">
              <a:extLst>
                <a:ext uri="{FF2B5EF4-FFF2-40B4-BE49-F238E27FC236}">
                  <a16:creationId xmlns:a16="http://schemas.microsoft.com/office/drawing/2014/main" id="{142C9E3E-B99C-45B0-9A98-F17ACC530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789" y="1502643"/>
              <a:ext cx="51125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分为       和       两种情况讨论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CE1F81CE-896A-4B5F-8837-68DCDB87FA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5149250"/>
                </p:ext>
              </p:extLst>
            </p:nvPr>
          </p:nvGraphicFramePr>
          <p:xfrm>
            <a:off x="2051869" y="1658069"/>
            <a:ext cx="1050925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063" name="Equation" r:id="rId17" imgW="1015920" imgH="228600" progId="Equation.DSMT4">
                    <p:embed/>
                  </p:oleObj>
                </mc:Choice>
                <mc:Fallback>
                  <p:oleObj name="Equation" r:id="rId17" imgW="1015920" imgH="228600" progId="Equation.DSMT4">
                    <p:embed/>
                    <p:pic>
                      <p:nvPicPr>
                        <p:cNvPr id="27" name="Object 24">
                          <a:extLst>
                            <a:ext uri="{FF2B5EF4-FFF2-40B4-BE49-F238E27FC236}">
                              <a16:creationId xmlns:a16="http://schemas.microsoft.com/office/drawing/2014/main" id="{3CDBFD49-1E6E-44ED-9CC8-704615F4D4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869" y="1658069"/>
                          <a:ext cx="1050925" cy="215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BE0D47B9-9EDF-4FC0-8D76-D7A428FE67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2790164"/>
                </p:ext>
              </p:extLst>
            </p:nvPr>
          </p:nvGraphicFramePr>
          <p:xfrm>
            <a:off x="3433846" y="1667507"/>
            <a:ext cx="1050925" cy="204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064" name="Equation" r:id="rId19" imgW="1015920" imgH="215640" progId="Equation.DSMT4">
                    <p:embed/>
                  </p:oleObj>
                </mc:Choice>
                <mc:Fallback>
                  <p:oleObj name="Equation" r:id="rId19" imgW="1015920" imgH="215640" progId="Equation.DSMT4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4231EA2C-AADF-4B2D-A8CE-63F5DB8D4A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3846" y="1667507"/>
                          <a:ext cx="1050925" cy="20478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C6026EFE-5B7C-4236-9E3B-06FD9F66A70F}"/>
              </a:ext>
            </a:extLst>
          </p:cNvPr>
          <p:cNvSpPr/>
          <p:nvPr/>
        </p:nvSpPr>
        <p:spPr>
          <a:xfrm>
            <a:off x="1159124" y="2073173"/>
            <a:ext cx="518457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00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7BF5E7D-C066-4107-B316-FAE5B7729A47}"/>
              </a:ext>
            </a:extLst>
          </p:cNvPr>
          <p:cNvGrpSpPr/>
          <p:nvPr/>
        </p:nvGrpSpPr>
        <p:grpSpPr>
          <a:xfrm>
            <a:off x="1015257" y="2012178"/>
            <a:ext cx="2520132" cy="461665"/>
            <a:chOff x="1331789" y="1502643"/>
            <a:chExt cx="2520132" cy="461665"/>
          </a:xfrm>
        </p:grpSpPr>
        <p:sp>
          <p:nvSpPr>
            <p:cNvPr id="21" name="Text Box 2">
              <a:extLst>
                <a:ext uri="{FF2B5EF4-FFF2-40B4-BE49-F238E27FC236}">
                  <a16:creationId xmlns:a16="http://schemas.microsoft.com/office/drawing/2014/main" id="{ADD61345-D682-4402-AF27-26CFFFA90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789" y="1502643"/>
              <a:ext cx="25201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(1)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       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A52413D1-D7CB-4EFF-8B7E-E00313A6EBC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04614" y="1658069"/>
            <a:ext cx="1050925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065" name="Equation" r:id="rId17" imgW="1015920" imgH="228600" progId="Equation.DSMT4">
                    <p:embed/>
                  </p:oleObj>
                </mc:Choice>
                <mc:Fallback>
                  <p:oleObj name="Equation" r:id="rId17" imgW="1015920" imgH="228600" progId="Equation.DSMT4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C2161CAB-6AB6-4EF9-9BD2-A4438FF6DB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4614" y="1658069"/>
                          <a:ext cx="1050925" cy="215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C2713BE4-FAE8-4CCF-97FD-E790A145BB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125541"/>
              </p:ext>
            </p:extLst>
          </p:nvPr>
        </p:nvGraphicFramePr>
        <p:xfrm>
          <a:off x="3550618" y="2108148"/>
          <a:ext cx="220503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66" name="Equation" r:id="rId21" imgW="2133360" imgH="380880" progId="Equation.DSMT4">
                  <p:embed/>
                </p:oleObj>
              </mc:Choice>
              <mc:Fallback>
                <p:oleObj name="Equation" r:id="rId21" imgW="2133360" imgH="38088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5A5DDECF-B5CA-492D-A9CE-B89BF6BD3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618" y="2108148"/>
                        <a:ext cx="2205038" cy="3587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F3BB6C7A-F8FE-41C9-B523-38F446E128A4}"/>
              </a:ext>
            </a:extLst>
          </p:cNvPr>
          <p:cNvGrpSpPr/>
          <p:nvPr/>
        </p:nvGrpSpPr>
        <p:grpSpPr>
          <a:xfrm>
            <a:off x="5719085" y="2017723"/>
            <a:ext cx="2280800" cy="461665"/>
            <a:chOff x="5535369" y="1516737"/>
            <a:chExt cx="2280800" cy="461665"/>
          </a:xfrm>
        </p:grpSpPr>
        <p:sp>
          <p:nvSpPr>
            <p:cNvPr id="25" name="Text Box 3">
              <a:extLst>
                <a:ext uri="{FF2B5EF4-FFF2-40B4-BE49-F238E27FC236}">
                  <a16:creationId xmlns:a16="http://schemas.microsoft.com/office/drawing/2014/main" id="{375F281D-3A98-4299-9666-1806EADDF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5369" y="1516737"/>
              <a:ext cx="2280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 pitchFamily="18" charset="2"/>
                </a:rPr>
                <a:t>使          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6" name="Object 24">
              <a:extLst>
                <a:ext uri="{FF2B5EF4-FFF2-40B4-BE49-F238E27FC236}">
                  <a16:creationId xmlns:a16="http://schemas.microsoft.com/office/drawing/2014/main" id="{087FB59D-98C3-48F6-AD44-66290987F5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1657027"/>
                </p:ext>
              </p:extLst>
            </p:nvPr>
          </p:nvGraphicFramePr>
          <p:xfrm>
            <a:off x="5943960" y="1636103"/>
            <a:ext cx="1524000" cy="263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067" name="Equation" r:id="rId23" imgW="1473120" imgH="279360" progId="Equation.DSMT4">
                    <p:embed/>
                  </p:oleObj>
                </mc:Choice>
                <mc:Fallback>
                  <p:oleObj name="Equation" r:id="rId23" imgW="1473120" imgH="27936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9CDD9E9D-6A4D-402E-98FC-2D9317F726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960" y="1636103"/>
                          <a:ext cx="1524000" cy="2635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1304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4" grpId="0" autoUpdateAnimBg="0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>
            <a:extLst>
              <a:ext uri="{FF2B5EF4-FFF2-40B4-BE49-F238E27FC236}">
                <a16:creationId xmlns:a16="http://schemas.microsoft.com/office/drawing/2014/main" id="{26DA25A7-1DDF-4CDD-B64A-2FCDB4517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258" y="3641579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根据夹逼准则，即得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1034C6B1-420C-4F95-8DFC-283C9D209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81" y="1590995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由于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C45A293C-8842-48B5-8E1B-13BA71BAA1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796722"/>
              </p:ext>
            </p:extLst>
          </p:nvPr>
        </p:nvGraphicFramePr>
        <p:xfrm>
          <a:off x="2051720" y="195486"/>
          <a:ext cx="4267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2" name="Equation" r:id="rId3" imgW="4267080" imgH="876240" progId="Equation.DSMT4">
                  <p:embed/>
                </p:oleObj>
              </mc:Choice>
              <mc:Fallback>
                <p:oleObj name="Equation" r:id="rId3" imgW="4267080" imgH="87624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B130E07D-1A5F-4959-A678-23FCD2DBDE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95486"/>
                        <a:ext cx="4267200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AB2B4DF2-4B94-488A-A4DE-AD5255FA53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874104"/>
              </p:ext>
            </p:extLst>
          </p:nvPr>
        </p:nvGraphicFramePr>
        <p:xfrm>
          <a:off x="3507829" y="597967"/>
          <a:ext cx="1562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3" name="Equation" r:id="rId5" imgW="1562040" imgH="279360" progId="Equation.DSMT4">
                  <p:embed/>
                </p:oleObj>
              </mc:Choice>
              <mc:Fallback>
                <p:oleObj name="Equation" r:id="rId5" imgW="1562040" imgH="27936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2D8D584D-8396-4B3C-B6B7-15AF84F2DC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829" y="597967"/>
                        <a:ext cx="1562100" cy="279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868BF102-5E76-4276-86E8-534DAC623A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466270"/>
              </p:ext>
            </p:extLst>
          </p:nvPr>
        </p:nvGraphicFramePr>
        <p:xfrm>
          <a:off x="1230869" y="1381199"/>
          <a:ext cx="185400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4" name="Equation" r:id="rId7" imgW="1854000" imgH="876240" progId="Equation.DSMT4">
                  <p:embed/>
                </p:oleObj>
              </mc:Choice>
              <mc:Fallback>
                <p:oleObj name="Equation" r:id="rId7" imgW="1854000" imgH="87624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A8420E8D-4392-430D-87C8-8C82748796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869" y="1381199"/>
                        <a:ext cx="1854000" cy="8762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480BC8FE-6B83-469B-8130-92B137B6E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433626"/>
              </p:ext>
            </p:extLst>
          </p:nvPr>
        </p:nvGraphicFramePr>
        <p:xfrm>
          <a:off x="2981697" y="1381423"/>
          <a:ext cx="4064000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5" name="Equation" r:id="rId9" imgW="4063680" imgH="990360" progId="Equation.DSMT4">
                  <p:embed/>
                </p:oleObj>
              </mc:Choice>
              <mc:Fallback>
                <p:oleObj name="Equation" r:id="rId9" imgW="4063680" imgH="99036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8723C5A1-BB5F-4021-9150-FF73428A47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697" y="1381423"/>
                        <a:ext cx="4064000" cy="9890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B881DABE-DC03-4BE7-8FF4-B4B88FD407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85052"/>
              </p:ext>
            </p:extLst>
          </p:nvPr>
        </p:nvGraphicFramePr>
        <p:xfrm>
          <a:off x="7086153" y="1813471"/>
          <a:ext cx="406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6" name="Equation" r:id="rId11" imgW="406080" imgH="215640" progId="Equation.DSMT4">
                  <p:embed/>
                </p:oleObj>
              </mc:Choice>
              <mc:Fallback>
                <p:oleObj name="Equation" r:id="rId11" imgW="406080" imgH="21564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0C19B17D-3685-45D9-AE7D-A05A32D9B8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153" y="1813471"/>
                        <a:ext cx="406400" cy="215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1EE98CF1-B50F-4B95-BFBB-2B35697B4A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786076"/>
              </p:ext>
            </p:extLst>
          </p:nvPr>
        </p:nvGraphicFramePr>
        <p:xfrm>
          <a:off x="1151059" y="2422583"/>
          <a:ext cx="165096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7" name="Equation" r:id="rId13" imgW="1650960" imgH="876240" progId="Equation.DSMT4">
                  <p:embed/>
                </p:oleObj>
              </mc:Choice>
              <mc:Fallback>
                <p:oleObj name="Equation" r:id="rId13" imgW="1650960" imgH="87624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29DFD570-EDD8-4DC4-B56A-9523CCE9EA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059" y="2422583"/>
                        <a:ext cx="1650960" cy="8762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964319CF-0FF4-4277-A7EB-6C3F2DC1D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38700"/>
              </p:ext>
            </p:extLst>
          </p:nvPr>
        </p:nvGraphicFramePr>
        <p:xfrm>
          <a:off x="2669833" y="2449399"/>
          <a:ext cx="267948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8" name="Equation" r:id="rId15" imgW="2679480" imgH="876240" progId="Equation.DSMT4">
                  <p:embed/>
                </p:oleObj>
              </mc:Choice>
              <mc:Fallback>
                <p:oleObj name="Equation" r:id="rId15" imgW="2679480" imgH="87624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67FCC244-8F6E-4235-BBF0-3739517DD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833" y="2449399"/>
                        <a:ext cx="2679480" cy="8762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E5015395-6A24-4DFB-A23E-E86E826D9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928827"/>
              </p:ext>
            </p:extLst>
          </p:nvPr>
        </p:nvGraphicFramePr>
        <p:xfrm>
          <a:off x="5424435" y="2744351"/>
          <a:ext cx="1155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9" name="Equation" r:id="rId17" imgW="1155600" imgH="330120" progId="Equation.DSMT4">
                  <p:embed/>
                </p:oleObj>
              </mc:Choice>
              <mc:Fallback>
                <p:oleObj name="Equation" r:id="rId17" imgW="1155600" imgH="3301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8AC970CB-442C-4CF1-A256-DAD45FBF7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35" y="2744351"/>
                        <a:ext cx="1155700" cy="330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085FE365-5E90-4EDF-87DD-BAE1DA961F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857665"/>
              </p:ext>
            </p:extLst>
          </p:nvPr>
        </p:nvGraphicFramePr>
        <p:xfrm>
          <a:off x="3367137" y="3447106"/>
          <a:ext cx="209520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70" name="Equation" r:id="rId19" imgW="2095200" imgH="876240" progId="Equation.DSMT4">
                  <p:embed/>
                </p:oleObj>
              </mc:Choice>
              <mc:Fallback>
                <p:oleObj name="Equation" r:id="rId19" imgW="2095200" imgH="87624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EFA60590-7C8E-4CC7-A10F-757C5564D8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137" y="3447106"/>
                        <a:ext cx="2095200" cy="8762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89F6F59-9A84-4121-88CA-E48F05DB1ED7}"/>
              </a:ext>
            </a:extLst>
          </p:cNvPr>
          <p:cNvCxnSpPr>
            <a:cxnSpLocks/>
          </p:cNvCxnSpPr>
          <p:nvPr/>
        </p:nvCxnSpPr>
        <p:spPr>
          <a:xfrm>
            <a:off x="1109489" y="1165399"/>
            <a:ext cx="7632848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BD270AEC-7900-4612-98AB-927A0837F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195548"/>
              </p:ext>
            </p:extLst>
          </p:nvPr>
        </p:nvGraphicFramePr>
        <p:xfrm>
          <a:off x="7014145" y="229295"/>
          <a:ext cx="1748628" cy="78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71" name="Equation" r:id="rId21" imgW="1942920" imgH="876240" progId="Equation.DSMT4">
                  <p:embed/>
                </p:oleObj>
              </mc:Choice>
              <mc:Fallback>
                <p:oleObj name="Equation" r:id="rId21" imgW="1942920" imgH="87624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4B165CD7-8211-4BC5-AE9F-0A4DB8A53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4145" y="229295"/>
                        <a:ext cx="1748628" cy="7886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7F86684A-25CD-4BE9-AA30-25F72C69B6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11407"/>
              </p:ext>
            </p:extLst>
          </p:nvPr>
        </p:nvGraphicFramePr>
        <p:xfrm>
          <a:off x="7518201" y="1739091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72" name="Equation" r:id="rId23" imgW="736560" imgH="330120" progId="Equation.DSMT4">
                  <p:embed/>
                </p:oleObj>
              </mc:Choice>
              <mc:Fallback>
                <p:oleObj name="Equation" r:id="rId23" imgW="736560" imgH="33012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8AE4049C-9327-4EEC-BB11-936EDB69E6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201" y="1739091"/>
                        <a:ext cx="736600" cy="330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095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27687F7-9957-43DA-8F5B-53D3C6CCED1A}"/>
              </a:ext>
            </a:extLst>
          </p:cNvPr>
          <p:cNvGrpSpPr/>
          <p:nvPr/>
        </p:nvGrpSpPr>
        <p:grpSpPr>
          <a:xfrm>
            <a:off x="1187624" y="411510"/>
            <a:ext cx="2950369" cy="461665"/>
            <a:chOff x="938075" y="641182"/>
            <a:chExt cx="2950369" cy="461665"/>
          </a:xfrm>
        </p:grpSpPr>
        <p:sp>
          <p:nvSpPr>
            <p:cNvPr id="3" name="Text Box 2">
              <a:extLst>
                <a:ext uri="{FF2B5EF4-FFF2-40B4-BE49-F238E27FC236}">
                  <a16:creationId xmlns:a16="http://schemas.microsoft.com/office/drawing/2014/main" id="{901FEB0C-15D9-44E6-9DDC-6E8863736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075" y="641182"/>
              <a:ext cx="295036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       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76F8BE02-26D4-4A5F-8258-F1F9C66AE7A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60488" y="814388"/>
            <a:ext cx="1050925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8" name="Equation" r:id="rId3" imgW="1015920" imgH="215640" progId="Equation.DSMT4">
                    <p:embed/>
                  </p:oleObj>
                </mc:Choice>
                <mc:Fallback>
                  <p:oleObj name="Equation" r:id="rId3" imgW="1015920" imgH="21564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9751FB6A-E272-40E7-A3DE-D30BE0BC4C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0488" y="814388"/>
                          <a:ext cx="1050925" cy="2032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181B095-E7E5-41C4-AD55-F58BFEFDC9C7}"/>
              </a:ext>
            </a:extLst>
          </p:cNvPr>
          <p:cNvGrpSpPr/>
          <p:nvPr/>
        </p:nvGrpSpPr>
        <p:grpSpPr>
          <a:xfrm>
            <a:off x="3250519" y="402122"/>
            <a:ext cx="2950369" cy="461665"/>
            <a:chOff x="5535368" y="1516737"/>
            <a:chExt cx="2950369" cy="461665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E1CB55FA-CDAF-402F-9027-A0D15CC67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5368" y="1516737"/>
              <a:ext cx="295036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 pitchFamily="18" charset="2"/>
                </a:rPr>
                <a:t>令      ，则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2060915A-95B1-4DA2-884D-442DCDC4E4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039509"/>
                </p:ext>
              </p:extLst>
            </p:nvPr>
          </p:nvGraphicFramePr>
          <p:xfrm>
            <a:off x="5954270" y="1650421"/>
            <a:ext cx="77436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9" name="Equation" r:id="rId5" imgW="774360" imgH="241200" progId="Equation.DSMT4">
                    <p:embed/>
                  </p:oleObj>
                </mc:Choice>
                <mc:Fallback>
                  <p:oleObj name="Equation" r:id="rId5" imgW="774360" imgH="24120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15B7CF2E-3E9D-4E9B-B042-662D2DC5E0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4270" y="1650421"/>
                          <a:ext cx="774360" cy="2412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5CC5A571-417A-46C7-9864-DBA953899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90447"/>
              </p:ext>
            </p:extLst>
          </p:nvPr>
        </p:nvGraphicFramePr>
        <p:xfrm>
          <a:off x="1347224" y="1136799"/>
          <a:ext cx="1600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0" name="Equation" r:id="rId7" imgW="1600200" imgH="876240" progId="Equation.DSMT4">
                  <p:embed/>
                </p:oleObj>
              </mc:Choice>
              <mc:Fallback>
                <p:oleObj name="Equation" r:id="rId7" imgW="1600200" imgH="87624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59D18AF2-48F2-486A-A04B-E6833F9EEC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224" y="1136799"/>
                        <a:ext cx="1600200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68903C73-E9A7-4DA6-91FA-C036AB993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630368"/>
              </p:ext>
            </p:extLst>
          </p:nvPr>
        </p:nvGraphicFramePr>
        <p:xfrm>
          <a:off x="2872025" y="1131819"/>
          <a:ext cx="1790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1" name="Equation" r:id="rId9" imgW="1790640" imgH="876240" progId="Equation.DSMT4">
                  <p:embed/>
                </p:oleObj>
              </mc:Choice>
              <mc:Fallback>
                <p:oleObj name="Equation" r:id="rId9" imgW="1790640" imgH="87624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765C5A55-7D1E-4203-8597-AB95CD499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025" y="1131819"/>
                        <a:ext cx="1790700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C324DF80-16E6-449F-B06A-0D34913BCC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840555"/>
              </p:ext>
            </p:extLst>
          </p:nvPr>
        </p:nvGraphicFramePr>
        <p:xfrm>
          <a:off x="4632896" y="1113475"/>
          <a:ext cx="1676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2" name="Equation" r:id="rId11" imgW="1676160" imgH="876240" progId="Equation.DSMT4">
                  <p:embed/>
                </p:oleObj>
              </mc:Choice>
              <mc:Fallback>
                <p:oleObj name="Equation" r:id="rId11" imgW="1676160" imgH="87624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F338FB04-3DE7-456E-9BB5-0A09E71AE6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896" y="1113475"/>
                        <a:ext cx="1676400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13EBE83B-8EFA-45F7-8E69-FF103AC6C937}"/>
              </a:ext>
            </a:extLst>
          </p:cNvPr>
          <p:cNvGrpSpPr/>
          <p:nvPr/>
        </p:nvGrpSpPr>
        <p:grpSpPr>
          <a:xfrm>
            <a:off x="6393799" y="153095"/>
            <a:ext cx="2304256" cy="784343"/>
            <a:chOff x="6421095" y="411510"/>
            <a:chExt cx="2304256" cy="784343"/>
          </a:xfrm>
        </p:grpSpPr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56EF2202-3654-43FD-BC13-A818647A34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331224"/>
                </p:ext>
              </p:extLst>
            </p:nvPr>
          </p:nvGraphicFramePr>
          <p:xfrm>
            <a:off x="6660232" y="411510"/>
            <a:ext cx="1768995" cy="7628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83" name="Equation" r:id="rId13" imgW="2031840" imgH="876240" progId="Equation.DSMT4">
                    <p:embed/>
                  </p:oleObj>
                </mc:Choice>
                <mc:Fallback>
                  <p:oleObj name="Equation" r:id="rId13" imgW="2031840" imgH="87624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35BAEFDF-15E1-4C2D-9DE5-8BFC75C044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32" y="411510"/>
                          <a:ext cx="1768995" cy="76287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92DB9BC-3012-492D-B92E-51DE0806E578}"/>
                </a:ext>
              </a:extLst>
            </p:cNvPr>
            <p:cNvCxnSpPr/>
            <p:nvPr/>
          </p:nvCxnSpPr>
          <p:spPr>
            <a:xfrm>
              <a:off x="6421095" y="1195853"/>
              <a:ext cx="2304256" cy="0"/>
            </a:xfrm>
            <a:prstGeom prst="line">
              <a:avLst/>
            </a:prstGeom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A3BAD186-4281-40FF-9F59-0C6D93CDE8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487222"/>
              </p:ext>
            </p:extLst>
          </p:nvPr>
        </p:nvGraphicFramePr>
        <p:xfrm>
          <a:off x="2816512" y="2241327"/>
          <a:ext cx="2044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4" name="Equation" r:id="rId15" imgW="2044440" imgH="876240" progId="Equation.DSMT4">
                  <p:embed/>
                </p:oleObj>
              </mc:Choice>
              <mc:Fallback>
                <p:oleObj name="Equation" r:id="rId15" imgW="2044440" imgH="87624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C36E0C65-216B-47E6-BA82-11A7BCD2F2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512" y="2241327"/>
                        <a:ext cx="2044700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4C97C7EA-27FB-49AC-B47D-CA060E953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091226"/>
              </p:ext>
            </p:extLst>
          </p:nvPr>
        </p:nvGraphicFramePr>
        <p:xfrm>
          <a:off x="2816512" y="3177431"/>
          <a:ext cx="39243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5" name="Equation" r:id="rId17" imgW="3924000" imgH="1041120" progId="Equation.DSMT4">
                  <p:embed/>
                </p:oleObj>
              </mc:Choice>
              <mc:Fallback>
                <p:oleObj name="Equation" r:id="rId17" imgW="3924000" imgH="104112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0D4C4AA5-2AFB-40ED-8E42-301242A553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512" y="3177431"/>
                        <a:ext cx="3924300" cy="1041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FB0A9627-7AB2-4372-9CA1-A636D5BEB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973656"/>
              </p:ext>
            </p:extLst>
          </p:nvPr>
        </p:nvGraphicFramePr>
        <p:xfrm>
          <a:off x="6776952" y="3537471"/>
          <a:ext cx="1143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6" name="Equation" r:id="rId19" imgW="1143000" imgH="279360" progId="Equation.DSMT4">
                  <p:embed/>
                </p:oleObj>
              </mc:Choice>
              <mc:Fallback>
                <p:oleObj name="Equation" r:id="rId19" imgW="1143000" imgH="27936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9F87C26D-6E96-455A-9CC1-C65C51EB9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952" y="3537471"/>
                        <a:ext cx="1143000" cy="279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>
            <a:extLst>
              <a:ext uri="{FF2B5EF4-FFF2-40B4-BE49-F238E27FC236}">
                <a16:creationId xmlns:a16="http://schemas.microsoft.com/office/drawing/2014/main" id="{6154CEF8-2AA4-41C9-BA7B-CDE98C967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64" y="369119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407856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F810642C-C385-488A-9473-D0294052C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555526"/>
            <a:ext cx="2425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综合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得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1D08D20-F0BD-4262-8F11-26CCAF438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325" y="1279163"/>
            <a:ext cx="2195686" cy="93610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254AE51-0F37-4D0C-B421-38F127F5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9634" y="3003798"/>
            <a:ext cx="2195686" cy="88777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400">
              <a:latin typeface="+mn-ea"/>
              <a:ea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68A4D357-2774-4639-A109-6FFB09201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895681"/>
              </p:ext>
            </p:extLst>
          </p:nvPr>
        </p:nvGraphicFramePr>
        <p:xfrm>
          <a:off x="3274629" y="1275606"/>
          <a:ext cx="191611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2" name="Equation" r:id="rId3" imgW="1917360" imgH="876240" progId="Equation.DSMT4">
                  <p:embed/>
                </p:oleObj>
              </mc:Choice>
              <mc:Fallback>
                <p:oleObj name="Equation" r:id="rId3" imgW="1917360" imgH="87624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7A617E83-1383-4AF7-952A-B8B4C1EA0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4629" y="1275606"/>
                        <a:ext cx="1916112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DC7B720A-6157-4B73-A154-D2B2B9F86ABB}"/>
              </a:ext>
            </a:extLst>
          </p:cNvPr>
          <p:cNvGrpSpPr/>
          <p:nvPr/>
        </p:nvGrpSpPr>
        <p:grpSpPr>
          <a:xfrm>
            <a:off x="788816" y="2307994"/>
            <a:ext cx="1528352" cy="695325"/>
            <a:chOff x="564604" y="3527840"/>
            <a:chExt cx="1528352" cy="695325"/>
          </a:xfrm>
        </p:grpSpPr>
        <p:sp>
          <p:nvSpPr>
            <p:cNvPr id="7" name="Text Box 3">
              <a:extLst>
                <a:ext uri="{FF2B5EF4-FFF2-40B4-BE49-F238E27FC236}">
                  <a16:creationId xmlns:a16="http://schemas.microsoft.com/office/drawing/2014/main" id="{5F2FF72D-1FF9-4004-B064-21886ADB2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604" y="3633532"/>
              <a:ext cx="15283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令     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,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5A97CF05-9850-4FD5-9CED-4476FB1D76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1950390"/>
                </p:ext>
              </p:extLst>
            </p:nvPr>
          </p:nvGraphicFramePr>
          <p:xfrm>
            <a:off x="996652" y="3527840"/>
            <a:ext cx="722313" cy="695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83" name="Equation" r:id="rId5" imgW="698400" imgH="736560" progId="Equation.DSMT4">
                    <p:embed/>
                  </p:oleObj>
                </mc:Choice>
                <mc:Fallback>
                  <p:oleObj name="Equation" r:id="rId5" imgW="698400" imgH="73656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A6646995-42EE-425A-821B-14DEC30F01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6652" y="3527840"/>
                          <a:ext cx="722313" cy="6953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D9946FBD-D4DC-4DAE-A502-0C62168FF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974116"/>
              </p:ext>
            </p:extLst>
          </p:nvPr>
        </p:nvGraphicFramePr>
        <p:xfrm>
          <a:off x="3318786" y="3049798"/>
          <a:ext cx="17637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4" name="Equation" r:id="rId7" imgW="1765080" imgH="723600" progId="Equation.DSMT4">
                  <p:embed/>
                </p:oleObj>
              </mc:Choice>
              <mc:Fallback>
                <p:oleObj name="Equation" r:id="rId7" imgW="1765080" imgH="72360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162D74A0-3373-448E-AF8F-A540F1418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786" y="3049798"/>
                        <a:ext cx="1763712" cy="723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22">
            <a:extLst>
              <a:ext uri="{FF2B5EF4-FFF2-40B4-BE49-F238E27FC236}">
                <a16:creationId xmlns:a16="http://schemas.microsoft.com/office/drawing/2014/main" id="{9A6F5C38-108A-403A-8120-E4460E654CBB}"/>
              </a:ext>
            </a:extLst>
          </p:cNvPr>
          <p:cNvSpPr>
            <a:spLocks/>
          </p:cNvSpPr>
          <p:nvPr/>
        </p:nvSpPr>
        <p:spPr bwMode="auto">
          <a:xfrm>
            <a:off x="5443849" y="1797242"/>
            <a:ext cx="185687" cy="1543140"/>
          </a:xfrm>
          <a:prstGeom prst="rightBrace">
            <a:avLst>
              <a:gd name="adj1" fmla="val 41529"/>
              <a:gd name="adj2" fmla="val 50000"/>
            </a:avLst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400">
              <a:solidFill>
                <a:srgbClr val="800000"/>
              </a:solidFill>
              <a:latin typeface="+mn-ea"/>
              <a:ea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3353337-5385-4AA7-B715-90405559EA6E}"/>
              </a:ext>
            </a:extLst>
          </p:cNvPr>
          <p:cNvGrpSpPr/>
          <p:nvPr/>
        </p:nvGrpSpPr>
        <p:grpSpPr>
          <a:xfrm>
            <a:off x="6604208" y="1765787"/>
            <a:ext cx="1905648" cy="1021987"/>
            <a:chOff x="6375773" y="2541477"/>
            <a:chExt cx="1905648" cy="1021987"/>
          </a:xfrm>
        </p:grpSpPr>
        <p:sp>
          <p:nvSpPr>
            <p:cNvPr id="12" name="AutoShape 2">
              <a:extLst>
                <a:ext uri="{FF2B5EF4-FFF2-40B4-BE49-F238E27FC236}">
                  <a16:creationId xmlns:a16="http://schemas.microsoft.com/office/drawing/2014/main" id="{E327CBE3-6A45-4A3A-917B-EFA1DA70647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416919">
              <a:off x="6375773" y="2541477"/>
              <a:ext cx="1473170" cy="1021987"/>
            </a:xfrm>
            <a:prstGeom prst="cloudCallout">
              <a:avLst>
                <a:gd name="adj1" fmla="val -102630"/>
                <a:gd name="adj2" fmla="val 20965"/>
              </a:avLst>
            </a:prstGeom>
            <a:solidFill>
              <a:schemeClr val="bg1"/>
            </a:solidFill>
            <a:ln w="9525">
              <a:solidFill>
                <a:srgbClr val="0064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 sz="135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Text Box 28">
              <a:extLst>
                <a:ext uri="{FF2B5EF4-FFF2-40B4-BE49-F238E27FC236}">
                  <a16:creationId xmlns:a16="http://schemas.microsoft.com/office/drawing/2014/main" id="{907C5AC5-544C-4EBD-ABC2-D57753D22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059406">
              <a:off x="6511674" y="2814705"/>
              <a:ext cx="1769747" cy="369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zh-CN" altLang="en-US" sz="1800" dirty="0">
                  <a:solidFill>
                    <a:srgbClr val="0064FF"/>
                  </a:solidFill>
                  <a:latin typeface="+mn-ea"/>
                  <a:ea typeface="+mn-ea"/>
                </a:rPr>
                <a:t>重要极限</a:t>
              </a:r>
            </a:p>
          </p:txBody>
        </p:sp>
      </p:grpSp>
      <p:sp>
        <p:nvSpPr>
          <p:cNvPr id="14" name="Text Box 3">
            <a:extLst>
              <a:ext uri="{FF2B5EF4-FFF2-40B4-BE49-F238E27FC236}">
                <a16:creationId xmlns:a16="http://schemas.microsoft.com/office/drawing/2014/main" id="{2A588F4D-F47E-48C6-B6C5-99748F635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136" y="2427734"/>
            <a:ext cx="9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可得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E672A66E-676D-4DF1-A552-559A72DC78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547462"/>
              </p:ext>
            </p:extLst>
          </p:nvPr>
        </p:nvGraphicFramePr>
        <p:xfrm>
          <a:off x="805000" y="3291830"/>
          <a:ext cx="206216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5" name="Equation" r:id="rId9" imgW="1993680" imgH="279360" progId="Equation.DSMT4">
                  <p:embed/>
                </p:oleObj>
              </mc:Choice>
              <mc:Fallback>
                <p:oleObj name="Equation" r:id="rId9" imgW="1993680" imgH="27936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9DA8635A-A7C1-440D-B925-2EDE47A7A0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00" y="3291830"/>
                        <a:ext cx="2062163" cy="2635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1E902617-08C5-4CD3-AE07-A80688016732}"/>
              </a:ext>
            </a:extLst>
          </p:cNvPr>
          <p:cNvSpPr/>
          <p:nvPr/>
        </p:nvSpPr>
        <p:spPr>
          <a:xfrm>
            <a:off x="588976" y="3147814"/>
            <a:ext cx="230425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98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0" grpId="0" animBg="1"/>
      <p:bldP spid="14" grpId="0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B86C20BF-5DFF-47C7-B36E-93680121EB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291467"/>
              </p:ext>
            </p:extLst>
          </p:nvPr>
        </p:nvGraphicFramePr>
        <p:xfrm>
          <a:off x="2699792" y="411510"/>
          <a:ext cx="4013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14" name="Equation" r:id="rId3" imgW="4012920" imgH="876240" progId="Equation.DSMT4">
                  <p:embed/>
                </p:oleObj>
              </mc:Choice>
              <mc:Fallback>
                <p:oleObj name="Equation" r:id="rId3" imgW="4012920" imgH="876240" progId="Equation.DSMT4">
                  <p:embed/>
                  <p:pic>
                    <p:nvPicPr>
                      <p:cNvPr id="112" name="Object 24">
                        <a:extLst>
                          <a:ext uri="{FF2B5EF4-FFF2-40B4-BE49-F238E27FC236}">
                            <a16:creationId xmlns:a16="http://schemas.microsoft.com/office/drawing/2014/main" id="{3D35C126-5F0F-438D-AC2F-6989EDD3F4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11510"/>
                        <a:ext cx="40132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7">
            <a:extLst>
              <a:ext uri="{FF2B5EF4-FFF2-40B4-BE49-F238E27FC236}">
                <a16:creationId xmlns:a16="http://schemas.microsoft.com/office/drawing/2014/main" id="{522E4E3C-C353-4EA7-9CDF-61CB337E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686" y="2601246"/>
            <a:ext cx="21692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0" dirty="0">
                <a:solidFill>
                  <a:srgbClr val="0064FF"/>
                </a:solidFill>
                <a:latin typeface="Times New Roman" panose="02020603050405020304" pitchFamily="18" charset="0"/>
              </a:rPr>
              <a:t>2) </a:t>
            </a:r>
            <a:r>
              <a:rPr lang="zh-CN" altLang="en-US" sz="2400" b="0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推广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形式</a:t>
            </a:r>
            <a:endParaRPr lang="zh-CN" altLang="en-US" sz="21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C2D5BAE-C844-47C5-8338-9389F78CFCCA}"/>
              </a:ext>
            </a:extLst>
          </p:cNvPr>
          <p:cNvGrpSpPr/>
          <p:nvPr/>
        </p:nvGrpSpPr>
        <p:grpSpPr>
          <a:xfrm>
            <a:off x="1690429" y="1805223"/>
            <a:ext cx="2449116" cy="515514"/>
            <a:chOff x="1339391" y="1526580"/>
            <a:chExt cx="2449116" cy="515514"/>
          </a:xfrm>
        </p:grpSpPr>
        <p:grpSp>
          <p:nvGrpSpPr>
            <p:cNvPr id="5" name="Group 23">
              <a:extLst>
                <a:ext uri="{FF2B5EF4-FFF2-40B4-BE49-F238E27FC236}">
                  <a16:creationId xmlns:a16="http://schemas.microsoft.com/office/drawing/2014/main" id="{F686FB9F-14F2-4985-BB4E-CEB23492D9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9391" y="1526580"/>
              <a:ext cx="2449116" cy="469106"/>
              <a:chOff x="918" y="1751"/>
              <a:chExt cx="2057" cy="394"/>
            </a:xfrm>
          </p:grpSpPr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0A11DFF8-9218-4633-A9DA-11ADD9F58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" y="1796"/>
                <a:ext cx="419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 altLang="zh-CN" sz="2100">
                  <a:solidFill>
                    <a:srgbClr val="0066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EF73E56D-AE51-4FE2-A6F6-FCF2B5C0F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4" y="1751"/>
                <a:ext cx="2001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rgbClr val="0064FF"/>
                    </a:solidFill>
                    <a:latin typeface="+mn-ea"/>
                    <a:ea typeface="+mn-ea"/>
                  </a:rPr>
                  <a:t>1)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是未定式  ，</a:t>
                </a:r>
                <a:r>
                  <a:rPr lang="zh-CN" altLang="en-US" sz="2100" dirty="0">
                    <a:solidFill>
                      <a:schemeClr val="tx1"/>
                    </a:solidFill>
                    <a:latin typeface="+mn-ea"/>
                    <a:ea typeface="+mn-ea"/>
                  </a:rPr>
                  <a:t>   </a:t>
                </a:r>
                <a:endParaRPr lang="en-US" altLang="zh-CN" sz="21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6" name="Object 4">
              <a:extLst>
                <a:ext uri="{FF2B5EF4-FFF2-40B4-BE49-F238E27FC236}">
                  <a16:creationId xmlns:a16="http://schemas.microsoft.com/office/drawing/2014/main" id="{55A8559C-B58D-4A80-B8F2-29DD5E1D16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8411413"/>
                </p:ext>
              </p:extLst>
            </p:nvPr>
          </p:nvGraphicFramePr>
          <p:xfrm>
            <a:off x="3133093" y="1542031"/>
            <a:ext cx="500060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15" name="Equation" r:id="rId5" imgW="228600" imgH="228600" progId="Equation.DSMT4">
                    <p:embed/>
                  </p:oleObj>
                </mc:Choice>
                <mc:Fallback>
                  <p:oleObj name="Equation" r:id="rId5" imgW="228600" imgH="228600" progId="Equation.DSMT4">
                    <p:embed/>
                    <p:pic>
                      <p:nvPicPr>
                        <p:cNvPr id="124" name="Object 4">
                          <a:extLst>
                            <a:ext uri="{FF2B5EF4-FFF2-40B4-BE49-F238E27FC236}">
                              <a16:creationId xmlns:a16="http://schemas.microsoft.com/office/drawing/2014/main" id="{8D93263F-744B-4ED3-A8DE-BD62369A83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3093" y="1542031"/>
                          <a:ext cx="500060" cy="500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44BB18A-C4EE-4240-A845-89D05E7DAD62}"/>
              </a:ext>
            </a:extLst>
          </p:cNvPr>
          <p:cNvSpPr txBox="1"/>
          <p:nvPr/>
        </p:nvSpPr>
        <p:spPr>
          <a:xfrm>
            <a:off x="1124295" y="1807801"/>
            <a:ext cx="937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BFBC55A9-F235-423F-AD68-A0BAB4C2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139" y="3142191"/>
            <a:ext cx="2833246" cy="1013735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 sz="1350" b="0">
              <a:solidFill>
                <a:schemeClr val="folHlin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86746DB6-1C6B-4B27-96E5-3F5218A2A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285630"/>
              </p:ext>
            </p:extLst>
          </p:nvPr>
        </p:nvGraphicFramePr>
        <p:xfrm>
          <a:off x="5364088" y="3267554"/>
          <a:ext cx="19923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16" name="Equation" r:id="rId7" imgW="1981080" imgH="749160" progId="Equation.DSMT4">
                  <p:embed/>
                </p:oleObj>
              </mc:Choice>
              <mc:Fallback>
                <p:oleObj name="Equation" r:id="rId7" imgW="1981080" imgH="7491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32B6A34A-96F5-48C7-B91A-CF7E96132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267554"/>
                        <a:ext cx="1992313" cy="749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>
            <a:extLst>
              <a:ext uri="{FF2B5EF4-FFF2-40B4-BE49-F238E27FC236}">
                <a16:creationId xmlns:a16="http://schemas.microsoft.com/office/drawing/2014/main" id="{0442BC93-1639-4229-B19F-42A8634AC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022" y="1857610"/>
            <a:ext cx="498872" cy="41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 sz="210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BC81EAFB-E221-4EEB-B672-B2F79BAE3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4612" y="1811535"/>
            <a:ext cx="453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括号中第二项与指数互为倒数；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9B45FC5-29B5-4C56-9652-5D77EA274B8E}"/>
              </a:ext>
            </a:extLst>
          </p:cNvPr>
          <p:cNvCxnSpPr/>
          <p:nvPr/>
        </p:nvCxnSpPr>
        <p:spPr>
          <a:xfrm>
            <a:off x="2051720" y="1363516"/>
            <a:ext cx="5544616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1BD8DA2-A6B9-408E-B00E-A438E3593AED}"/>
              </a:ext>
            </a:extLst>
          </p:cNvPr>
          <p:cNvGrpSpPr/>
          <p:nvPr/>
        </p:nvGrpSpPr>
        <p:grpSpPr>
          <a:xfrm>
            <a:off x="1172307" y="3447156"/>
            <a:ext cx="3063318" cy="550228"/>
            <a:chOff x="1931112" y="2427734"/>
            <a:chExt cx="3063318" cy="550228"/>
          </a:xfrm>
        </p:grpSpPr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27A6B80E-A8FD-4733-B58C-8EA8E5BB4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1112" y="2427734"/>
              <a:ext cx="19928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若</a:t>
              </a: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9A7447FE-7E96-47B2-9BB5-5A5102C7A9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5943589"/>
                </p:ext>
              </p:extLst>
            </p:nvPr>
          </p:nvGraphicFramePr>
          <p:xfrm>
            <a:off x="2335213" y="2508062"/>
            <a:ext cx="14859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17" name="Equation" r:id="rId9" imgW="1485720" imgH="469800" progId="Equation.DSMT4">
                    <p:embed/>
                  </p:oleObj>
                </mc:Choice>
                <mc:Fallback>
                  <p:oleObj name="Equation" r:id="rId9" imgW="1485720" imgH="469800" progId="Equation.DSMT4">
                    <p:embed/>
                    <p:pic>
                      <p:nvPicPr>
                        <p:cNvPr id="37" name="Object 24">
                          <a:extLst>
                            <a:ext uri="{FF2B5EF4-FFF2-40B4-BE49-F238E27FC236}">
                              <a16:creationId xmlns:a16="http://schemas.microsoft.com/office/drawing/2014/main" id="{E080B52B-12B2-445D-BEC4-E473D0DD08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213" y="2508062"/>
                          <a:ext cx="148590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58E0208D-E901-421A-9B0F-EDE25B0B55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8715124"/>
                </p:ext>
              </p:extLst>
            </p:nvPr>
          </p:nvGraphicFramePr>
          <p:xfrm>
            <a:off x="3803847" y="2539666"/>
            <a:ext cx="1190583" cy="312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18" name="Equation" r:id="rId11" imgW="1307880" imgH="342720" progId="Equation.DSMT4">
                    <p:embed/>
                  </p:oleObj>
                </mc:Choice>
                <mc:Fallback>
                  <p:oleObj name="Equation" r:id="rId11" imgW="1307880" imgH="342720" progId="Equation.DSMT4">
                    <p:embed/>
                    <p:pic>
                      <p:nvPicPr>
                        <p:cNvPr id="38" name="Object 24">
                          <a:extLst>
                            <a:ext uri="{FF2B5EF4-FFF2-40B4-BE49-F238E27FC236}">
                              <a16:creationId xmlns:a16="http://schemas.microsoft.com/office/drawing/2014/main" id="{3BEA06F3-BA25-456B-9713-E0330E63B9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3847" y="2539666"/>
                          <a:ext cx="1190583" cy="31209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AutoShape 7">
            <a:extLst>
              <a:ext uri="{FF2B5EF4-FFF2-40B4-BE49-F238E27FC236}">
                <a16:creationId xmlns:a16="http://schemas.microsoft.com/office/drawing/2014/main" id="{8EF39C80-ECAF-4FE7-A692-BEBAFA51A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701" y="3646995"/>
            <a:ext cx="720080" cy="119953"/>
          </a:xfrm>
          <a:prstGeom prst="rightArrow">
            <a:avLst>
              <a:gd name="adj1" fmla="val 50000"/>
              <a:gd name="adj2" fmla="val 9086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967C68A4-213C-4085-85BF-A5C54CAF46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480348"/>
              </p:ext>
            </p:extLst>
          </p:nvPr>
        </p:nvGraphicFramePr>
        <p:xfrm>
          <a:off x="7380312" y="3627594"/>
          <a:ext cx="4206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19" name="Equation" r:id="rId13" imgW="419040" imgH="279360" progId="Equation.DSMT4">
                  <p:embed/>
                </p:oleObj>
              </mc:Choice>
              <mc:Fallback>
                <p:oleObj name="Equation" r:id="rId13" imgW="419040" imgH="27936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E26C8810-CB3A-4776-AA92-2643753958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3627594"/>
                        <a:ext cx="420688" cy="279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921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3" grpId="0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C5069B-7142-4D3E-9D4F-EC27F9D0DFCF}"/>
              </a:ext>
            </a:extLst>
          </p:cNvPr>
          <p:cNvSpPr txBox="1"/>
          <p:nvPr/>
        </p:nvSpPr>
        <p:spPr>
          <a:xfrm>
            <a:off x="1324139" y="274939"/>
            <a:ext cx="25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计算下列极限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CFC9C0-E3D9-4B0B-AC6C-C15EE66CF682}"/>
              </a:ext>
            </a:extLst>
          </p:cNvPr>
          <p:cNvSpPr txBox="1"/>
          <p:nvPr/>
        </p:nvSpPr>
        <p:spPr>
          <a:xfrm>
            <a:off x="566934" y="265420"/>
            <a:ext cx="864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12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CF680EF-1A00-49FD-AB23-F77BA42740E4}"/>
              </a:ext>
            </a:extLst>
          </p:cNvPr>
          <p:cNvGrpSpPr/>
          <p:nvPr/>
        </p:nvGrpSpPr>
        <p:grpSpPr>
          <a:xfrm>
            <a:off x="6143541" y="1849684"/>
            <a:ext cx="2304000" cy="792000"/>
            <a:chOff x="6524167" y="1771542"/>
            <a:chExt cx="2304000" cy="792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9A26171-FDD2-474B-ABBE-5F663FEEFF1F}"/>
                </a:ext>
              </a:extLst>
            </p:cNvPr>
            <p:cNvSpPr/>
            <p:nvPr/>
          </p:nvSpPr>
          <p:spPr>
            <a:xfrm>
              <a:off x="6524167" y="1771542"/>
              <a:ext cx="2304000" cy="7920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514362C7-8B99-4CC8-A101-40A5DDF06D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3009941"/>
                </p:ext>
              </p:extLst>
            </p:nvPr>
          </p:nvGraphicFramePr>
          <p:xfrm>
            <a:off x="6593012" y="1886855"/>
            <a:ext cx="2157412" cy="550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32" name="Equation" r:id="rId3" imgW="2730240" imgH="698400" progId="Equation.DSMT4">
                    <p:embed/>
                  </p:oleObj>
                </mc:Choice>
                <mc:Fallback>
                  <p:oleObj name="Equation" r:id="rId3" imgW="2730240" imgH="698400" progId="Equation.DSMT4">
                    <p:embed/>
                    <p:pic>
                      <p:nvPicPr>
                        <p:cNvPr id="32" name="Object 24">
                          <a:extLst>
                            <a:ext uri="{FF2B5EF4-FFF2-40B4-BE49-F238E27FC236}">
                              <a16:creationId xmlns:a16="http://schemas.microsoft.com/office/drawing/2014/main" id="{04167E17-0520-44FD-827B-2CAD450C3A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3012" y="1886855"/>
                          <a:ext cx="2157412" cy="55086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200FC6F8-12EE-4FFE-A65F-DC7AF4579E30}"/>
              </a:ext>
            </a:extLst>
          </p:cNvPr>
          <p:cNvSpPr txBox="1"/>
          <p:nvPr/>
        </p:nvSpPr>
        <p:spPr>
          <a:xfrm>
            <a:off x="734990" y="1007129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(1)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A01E5231-216E-4C70-A7FF-5B3EEC1AB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695701"/>
              </p:ext>
            </p:extLst>
          </p:nvPr>
        </p:nvGraphicFramePr>
        <p:xfrm>
          <a:off x="1300163" y="822325"/>
          <a:ext cx="158591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3" name="Equation" r:id="rId5" imgW="1587240" imgH="876240" progId="Equation.DSMT4">
                  <p:embed/>
                </p:oleObj>
              </mc:Choice>
              <mc:Fallback>
                <p:oleObj name="Equation" r:id="rId5" imgW="1587240" imgH="87624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3925827B-8731-4415-AB63-61283593B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822325"/>
                        <a:ext cx="1585912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651DFBB3-0455-48ED-9DB1-E42AC14AE38E}"/>
              </a:ext>
            </a:extLst>
          </p:cNvPr>
          <p:cNvGrpSpPr/>
          <p:nvPr/>
        </p:nvGrpSpPr>
        <p:grpSpPr>
          <a:xfrm>
            <a:off x="2144814" y="3073481"/>
            <a:ext cx="3384376" cy="936104"/>
            <a:chOff x="2374182" y="3986858"/>
            <a:chExt cx="3384376" cy="936104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64924945-DF8F-4745-B7C1-1F8E219D5B3C}"/>
                </a:ext>
              </a:extLst>
            </p:cNvPr>
            <p:cNvSpPr/>
            <p:nvPr/>
          </p:nvSpPr>
          <p:spPr>
            <a:xfrm>
              <a:off x="2374182" y="3986858"/>
              <a:ext cx="3384376" cy="936104"/>
            </a:xfrm>
            <a:prstGeom prst="roundRect">
              <a:avLst/>
            </a:prstGeom>
            <a:solidFill>
              <a:srgbClr val="006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2DA2FF1C-86B6-4F97-B1AC-626A0288ED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7681342"/>
                </p:ext>
              </p:extLst>
            </p:nvPr>
          </p:nvGraphicFramePr>
          <p:xfrm>
            <a:off x="2549525" y="4011613"/>
            <a:ext cx="30480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34" name="Equation" r:id="rId7" imgW="3047760" imgH="876240" progId="Equation.DSMT4">
                    <p:embed/>
                  </p:oleObj>
                </mc:Choice>
                <mc:Fallback>
                  <p:oleObj name="Equation" r:id="rId7" imgW="3047760" imgH="876240" progId="Equation.DSMT4">
                    <p:embed/>
                    <p:pic>
                      <p:nvPicPr>
                        <p:cNvPr id="35" name="Object 24">
                          <a:extLst>
                            <a:ext uri="{FF2B5EF4-FFF2-40B4-BE49-F238E27FC236}">
                              <a16:creationId xmlns:a16="http://schemas.microsoft.com/office/drawing/2014/main" id="{DA0EBD30-B6AF-488C-860F-46EB41CB28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525" y="4011613"/>
                          <a:ext cx="3048000" cy="8763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302381DD-44C7-41AF-8A86-05A13DB7A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37397"/>
              </p:ext>
            </p:extLst>
          </p:nvPr>
        </p:nvGraphicFramePr>
        <p:xfrm>
          <a:off x="4944990" y="2118308"/>
          <a:ext cx="58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5" name="Equation" r:id="rId9" imgW="583920" imgH="406080" progId="Equation.DSMT4">
                  <p:embed/>
                </p:oleObj>
              </mc:Choice>
              <mc:Fallback>
                <p:oleObj name="Equation" r:id="rId9" imgW="583920" imgH="40608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84663A8D-596F-4CF0-9999-55D0120647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990" y="2118308"/>
                        <a:ext cx="584200" cy="406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4E6DFFAD-1540-41E1-8039-449D9D9CE578}"/>
              </a:ext>
            </a:extLst>
          </p:cNvPr>
          <p:cNvSpPr txBox="1"/>
          <p:nvPr/>
        </p:nvSpPr>
        <p:spPr>
          <a:xfrm>
            <a:off x="718964" y="336995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一般有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E8FCC4-ACF6-4370-935A-9BE5D8416790}"/>
              </a:ext>
            </a:extLst>
          </p:cNvPr>
          <p:cNvSpPr txBox="1"/>
          <p:nvPr/>
        </p:nvSpPr>
        <p:spPr>
          <a:xfrm>
            <a:off x="662982" y="2087198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7129CB38-B8A7-4FC0-B71C-DF0298A6A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018023"/>
              </p:ext>
            </p:extLst>
          </p:nvPr>
        </p:nvGraphicFramePr>
        <p:xfrm>
          <a:off x="1311054" y="1868888"/>
          <a:ext cx="14589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6" name="Equation" r:id="rId11" imgW="1460160" imgH="876240" progId="Equation.DSMT4">
                  <p:embed/>
                </p:oleObj>
              </mc:Choice>
              <mc:Fallback>
                <p:oleObj name="Equation" r:id="rId11" imgW="1460160" imgH="87624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5E03DC0C-889E-4EF4-8367-67F88DC46F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054" y="1868888"/>
                        <a:ext cx="1458913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0A4651F2-AADB-4726-94D0-81B3447A9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996394"/>
              </p:ext>
            </p:extLst>
          </p:nvPr>
        </p:nvGraphicFramePr>
        <p:xfrm>
          <a:off x="2790753" y="1677936"/>
          <a:ext cx="2157412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7" name="Equation" r:id="rId13" imgW="2158920" imgH="1257120" progId="Equation.DSMT4">
                  <p:embed/>
                </p:oleObj>
              </mc:Choice>
              <mc:Fallback>
                <p:oleObj name="Equation" r:id="rId13" imgW="2158920" imgH="1257120" progId="Equation.DSMT4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3431DC56-C542-4F29-9049-0EC4420E68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753" y="1677936"/>
                        <a:ext cx="2157412" cy="1257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146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BF7409-3834-41C5-81E0-CF0B3834B400}"/>
              </a:ext>
            </a:extLst>
          </p:cNvPr>
          <p:cNvSpPr txBox="1"/>
          <p:nvPr/>
        </p:nvSpPr>
        <p:spPr>
          <a:xfrm>
            <a:off x="613045" y="3938665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4)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36011D7-8CD9-492A-AFA9-2A689AEC3B47}"/>
              </a:ext>
            </a:extLst>
          </p:cNvPr>
          <p:cNvGrpSpPr/>
          <p:nvPr/>
        </p:nvGrpSpPr>
        <p:grpSpPr>
          <a:xfrm>
            <a:off x="625000" y="2006370"/>
            <a:ext cx="2214343" cy="671512"/>
            <a:chOff x="913032" y="2475621"/>
            <a:chExt cx="2214343" cy="67151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183E57F-9C75-4AB1-95AE-909EB062BA1F}"/>
                </a:ext>
              </a:extLst>
            </p:cNvPr>
            <p:cNvSpPr txBox="1"/>
            <p:nvPr/>
          </p:nvSpPr>
          <p:spPr>
            <a:xfrm>
              <a:off x="913032" y="2594235"/>
              <a:ext cx="6961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3)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D4A6DFC0-1203-4459-B368-8769A99BE7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3674758"/>
                </p:ext>
              </p:extLst>
            </p:nvPr>
          </p:nvGraphicFramePr>
          <p:xfrm>
            <a:off x="1387475" y="2475621"/>
            <a:ext cx="1739900" cy="671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72" name="Equation" r:id="rId3" imgW="1739880" imgH="672840" progId="Equation.DSMT4">
                    <p:embed/>
                  </p:oleObj>
                </mc:Choice>
                <mc:Fallback>
                  <p:oleObj name="Equation" r:id="rId3" imgW="1739880" imgH="67284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8030CC8F-71A3-46FB-9C49-7DF8BE78D0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475" y="2475621"/>
                          <a:ext cx="1739900" cy="67151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0F29E382-3F59-4306-A01E-FEED88396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962919"/>
              </p:ext>
            </p:extLst>
          </p:nvPr>
        </p:nvGraphicFramePr>
        <p:xfrm>
          <a:off x="2780421" y="2871763"/>
          <a:ext cx="2273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3" name="Equation" r:id="rId5" imgW="2273040" imgH="876240" progId="Equation.DSMT4">
                  <p:embed/>
                </p:oleObj>
              </mc:Choice>
              <mc:Fallback>
                <p:oleObj name="Equation" r:id="rId5" imgW="2273040" imgH="87624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B9033F49-5A4F-4F19-A307-DFCF38A5C7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421" y="2871763"/>
                        <a:ext cx="2273300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8CCD2ADE-E530-474D-91F0-52E7075E0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104721"/>
              </p:ext>
            </p:extLst>
          </p:nvPr>
        </p:nvGraphicFramePr>
        <p:xfrm>
          <a:off x="6672484" y="3117825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4" name="Equation" r:id="rId7" imgW="799920" imgH="406080" progId="Equation.DSMT4">
                  <p:embed/>
                </p:oleObj>
              </mc:Choice>
              <mc:Fallback>
                <p:oleObj name="Equation" r:id="rId7" imgW="799920" imgH="40608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B685333A-D2CE-45CD-AC39-1D3FB06DAA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484" y="3117825"/>
                        <a:ext cx="800100" cy="406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61E9E83C-FC5D-404C-9C7E-E70E7C686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151278"/>
              </p:ext>
            </p:extLst>
          </p:nvPr>
        </p:nvGraphicFramePr>
        <p:xfrm>
          <a:off x="1187624" y="3773424"/>
          <a:ext cx="162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5" name="Equation" r:id="rId9" imgW="1625400" imgH="723600" progId="Equation.DSMT4">
                  <p:embed/>
                </p:oleObj>
              </mc:Choice>
              <mc:Fallback>
                <p:oleObj name="Equation" r:id="rId9" imgW="1625400" imgH="72360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2F2F48D1-DDA1-4AD6-B4F1-1F6E5BEDB7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773424"/>
                        <a:ext cx="1625600" cy="723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6933047A-E757-4574-892B-AF378CF0C4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721887"/>
              </p:ext>
            </p:extLst>
          </p:nvPr>
        </p:nvGraphicFramePr>
        <p:xfrm>
          <a:off x="2845293" y="3829248"/>
          <a:ext cx="3187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6" name="Equation" r:id="rId11" imgW="3187440" imgH="672840" progId="Equation.DSMT4">
                  <p:embed/>
                </p:oleObj>
              </mc:Choice>
              <mc:Fallback>
                <p:oleObj name="Equation" r:id="rId11" imgW="3187440" imgH="67284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FEBF0229-87C6-4E7C-86DE-635EEEFCBE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293" y="3829248"/>
                        <a:ext cx="3187700" cy="6731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6736FBDC-5D12-435C-9326-91E2502DC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249713"/>
              </p:ext>
            </p:extLst>
          </p:nvPr>
        </p:nvGraphicFramePr>
        <p:xfrm>
          <a:off x="6047702" y="3957613"/>
          <a:ext cx="685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7" name="Equation" r:id="rId13" imgW="685800" imgH="406080" progId="Equation.DSMT4">
                  <p:embed/>
                </p:oleObj>
              </mc:Choice>
              <mc:Fallback>
                <p:oleObj name="Equation" r:id="rId13" imgW="685800" imgH="40608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FFA55645-F566-487D-8A4C-70C2F28CA0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7702" y="3957613"/>
                        <a:ext cx="685800" cy="4048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4430927-0A7A-47E1-A80C-F03F794CC150}"/>
              </a:ext>
            </a:extLst>
          </p:cNvPr>
          <p:cNvSpPr txBox="1"/>
          <p:nvPr/>
        </p:nvSpPr>
        <p:spPr>
          <a:xfrm>
            <a:off x="643928" y="714255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2)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D455869E-6705-4A4D-91C2-B90AFFF5E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741530"/>
              </p:ext>
            </p:extLst>
          </p:nvPr>
        </p:nvGraphicFramePr>
        <p:xfrm>
          <a:off x="1187624" y="483518"/>
          <a:ext cx="151128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8" name="Equation" r:id="rId15" imgW="1511280" imgH="876240" progId="Equation.DSMT4">
                  <p:embed/>
                </p:oleObj>
              </mc:Choice>
              <mc:Fallback>
                <p:oleObj name="Equation" r:id="rId15" imgW="1511280" imgH="87624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836D3BF4-3B93-450B-ADC4-E78F9CE0F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83518"/>
                        <a:ext cx="1511280" cy="8762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4EFD2DA0-98AD-4BB0-AB63-13B7430C7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182876"/>
              </p:ext>
            </p:extLst>
          </p:nvPr>
        </p:nvGraphicFramePr>
        <p:xfrm>
          <a:off x="2716143" y="109860"/>
          <a:ext cx="1778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9" name="Equation" r:id="rId17" imgW="1777680" imgH="1206360" progId="Equation.DSMT4">
                  <p:embed/>
                </p:oleObj>
              </mc:Choice>
              <mc:Fallback>
                <p:oleObj name="Equation" r:id="rId17" imgW="1777680" imgH="1206360" progId="Equation.DSMT4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1547DFAD-86A6-44C9-B10A-774951ADF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143" y="109860"/>
                        <a:ext cx="1778000" cy="1206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294B92BD-F28F-4A77-984C-A3D6B801F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114345"/>
              </p:ext>
            </p:extLst>
          </p:nvPr>
        </p:nvGraphicFramePr>
        <p:xfrm>
          <a:off x="6467035" y="566143"/>
          <a:ext cx="67284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0" name="Equation" r:id="rId19" imgW="672840" imgH="774360" progId="Equation.DSMT4">
                  <p:embed/>
                </p:oleObj>
              </mc:Choice>
              <mc:Fallback>
                <p:oleObj name="Equation" r:id="rId19" imgW="672840" imgH="77436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A47CB68A-A6E9-44CD-98DF-4644E6EF3E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035" y="566143"/>
                        <a:ext cx="672840" cy="7743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C0E9EF21-71F8-46D8-A965-3E9ADC3A0A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596536"/>
              </p:ext>
            </p:extLst>
          </p:nvPr>
        </p:nvGraphicFramePr>
        <p:xfrm>
          <a:off x="7212927" y="755625"/>
          <a:ext cx="57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1" name="Equation" r:id="rId21" imgW="571320" imgH="342720" progId="Equation.DSMT4">
                  <p:embed/>
                </p:oleObj>
              </mc:Choice>
              <mc:Fallback>
                <p:oleObj name="Equation" r:id="rId21" imgW="571320" imgH="34272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764B5BCF-439B-4F83-8902-B50605E9D7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2927" y="755625"/>
                        <a:ext cx="5715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E7538328-539F-4B3C-BA54-F50D2675A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373799"/>
              </p:ext>
            </p:extLst>
          </p:nvPr>
        </p:nvGraphicFramePr>
        <p:xfrm>
          <a:off x="3361635" y="987574"/>
          <a:ext cx="10382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2" name="Equation" r:id="rId23" imgW="1091880" imgH="876240" progId="Equation.DSMT4">
                  <p:embed/>
                </p:oleObj>
              </mc:Choice>
              <mc:Fallback>
                <p:oleObj name="Equation" r:id="rId23" imgW="1091880" imgH="876240" progId="Equation.DSMT4">
                  <p:embed/>
                  <p:pic>
                    <p:nvPicPr>
                      <p:cNvPr id="45" name="Object 24">
                        <a:extLst>
                          <a:ext uri="{FF2B5EF4-FFF2-40B4-BE49-F238E27FC236}">
                            <a16:creationId xmlns:a16="http://schemas.microsoft.com/office/drawing/2014/main" id="{F058514F-5E19-44EE-A9D0-D452740735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635" y="987574"/>
                        <a:ext cx="1038225" cy="8747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2C05027A-86FD-4335-8BEC-D6837B4D1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542566"/>
              </p:ext>
            </p:extLst>
          </p:nvPr>
        </p:nvGraphicFramePr>
        <p:xfrm>
          <a:off x="4607971" y="124470"/>
          <a:ext cx="17780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3" name="Equation" r:id="rId25" imgW="1777680" imgH="1726920" progId="Equation.DSMT4">
                  <p:embed/>
                </p:oleObj>
              </mc:Choice>
              <mc:Fallback>
                <p:oleObj name="Equation" r:id="rId25" imgW="1777680" imgH="1726920" progId="Equation.DSMT4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20D33603-6E5D-4734-ABE4-EC0A4850C5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7971" y="124470"/>
                        <a:ext cx="1778000" cy="1727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51AD6412-3A0F-4F6F-B59D-94AE90ECCD48}"/>
              </a:ext>
            </a:extLst>
          </p:cNvPr>
          <p:cNvGrpSpPr/>
          <p:nvPr/>
        </p:nvGrpSpPr>
        <p:grpSpPr>
          <a:xfrm>
            <a:off x="6445693" y="1982068"/>
            <a:ext cx="2304256" cy="792000"/>
            <a:chOff x="6516216" y="1835628"/>
            <a:chExt cx="2304256" cy="792000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F14F4CE5-F587-48CC-9613-AF828DE49753}"/>
                </a:ext>
              </a:extLst>
            </p:cNvPr>
            <p:cNvSpPr/>
            <p:nvPr/>
          </p:nvSpPr>
          <p:spPr>
            <a:xfrm>
              <a:off x="6516216" y="1835628"/>
              <a:ext cx="2304256" cy="79200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AF081B9F-3D46-4C9C-A8E0-8C9A763B94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5888513"/>
                </p:ext>
              </p:extLst>
            </p:nvPr>
          </p:nvGraphicFramePr>
          <p:xfrm>
            <a:off x="6554213" y="1883401"/>
            <a:ext cx="2116138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84" name="Equation" r:id="rId27" imgW="2679480" imgH="787320" progId="Equation.DSMT4">
                    <p:embed/>
                  </p:oleObj>
                </mc:Choice>
                <mc:Fallback>
                  <p:oleObj name="Equation" r:id="rId27" imgW="2679480" imgH="787320" progId="Equation.DSMT4">
                    <p:embed/>
                    <p:pic>
                      <p:nvPicPr>
                        <p:cNvPr id="49" name="Object 24">
                          <a:extLst>
                            <a:ext uri="{FF2B5EF4-FFF2-40B4-BE49-F238E27FC236}">
                              <a16:creationId xmlns:a16="http://schemas.microsoft.com/office/drawing/2014/main" id="{FCB28AF6-F1AC-4BE2-BC7D-98CEB4C7AB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4213" y="1883401"/>
                          <a:ext cx="2116138" cy="6223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4">
            <a:extLst>
              <a:ext uri="{FF2B5EF4-FFF2-40B4-BE49-F238E27FC236}">
                <a16:creationId xmlns:a16="http://schemas.microsoft.com/office/drawing/2014/main" id="{64B812BC-CD90-4E94-A336-44A0ECFCC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454391"/>
            <a:ext cx="498872" cy="41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 sz="210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825C9084-554D-4736-95BE-51774458C8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194239"/>
              </p:ext>
            </p:extLst>
          </p:nvPr>
        </p:nvGraphicFramePr>
        <p:xfrm>
          <a:off x="1835696" y="1358231"/>
          <a:ext cx="50006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5" name="Equation" r:id="rId29" imgW="228600" imgH="228600" progId="Equation.DSMT4">
                  <p:embed/>
                </p:oleObj>
              </mc:Choice>
              <mc:Fallback>
                <p:oleObj name="Equation" r:id="rId29" imgW="228600" imgH="228600" progId="Equation.DSMT4">
                  <p:embed/>
                  <p:pic>
                    <p:nvPicPr>
                      <p:cNvPr id="39" name="Object 4">
                        <a:extLst>
                          <a:ext uri="{FF2B5EF4-FFF2-40B4-BE49-F238E27FC236}">
                            <a16:creationId xmlns:a16="http://schemas.microsoft.com/office/drawing/2014/main" id="{692223EC-09C1-4C58-ABE8-503CDA817C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358231"/>
                        <a:ext cx="50006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5A3B60A3-7464-4BD6-AE8E-2871389485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63402"/>
              </p:ext>
            </p:extLst>
          </p:nvPr>
        </p:nvGraphicFramePr>
        <p:xfrm>
          <a:off x="2773285" y="1998405"/>
          <a:ext cx="335121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6" name="Equation" r:id="rId31" imgW="3352680" imgH="812520" progId="Equation.DSMT4">
                  <p:embed/>
                </p:oleObj>
              </mc:Choice>
              <mc:Fallback>
                <p:oleObj name="Equation" r:id="rId31" imgW="3352680" imgH="81252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5A4D42FD-3839-4EBD-9C7B-4006B9AB5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285" y="1998405"/>
                        <a:ext cx="3351213" cy="812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9141397A-2A00-48EE-BFB3-50AED4DCC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680811"/>
              </p:ext>
            </p:extLst>
          </p:nvPr>
        </p:nvGraphicFramePr>
        <p:xfrm>
          <a:off x="4956574" y="3053841"/>
          <a:ext cx="16875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7" name="Equation" r:id="rId33" imgW="1688760" imgH="571320" progId="Equation.DSMT4">
                  <p:embed/>
                </p:oleObj>
              </mc:Choice>
              <mc:Fallback>
                <p:oleObj name="Equation" r:id="rId33" imgW="1688760" imgH="57132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D43E53D7-A069-445A-B748-777823740C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574" y="3053841"/>
                        <a:ext cx="1687513" cy="571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2E5C5637-1AC2-4A25-BFD5-8B4EB0C73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582559"/>
              </p:ext>
            </p:extLst>
          </p:nvPr>
        </p:nvGraphicFramePr>
        <p:xfrm>
          <a:off x="7471690" y="3111475"/>
          <a:ext cx="5969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88" name="Equation" r:id="rId35" imgW="596880" imgH="406080" progId="Equation.DSMT4">
                  <p:embed/>
                </p:oleObj>
              </mc:Choice>
              <mc:Fallback>
                <p:oleObj name="Equation" r:id="rId35" imgW="596880" imgH="40608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800B58A4-CC68-4B93-8EE3-50A9E2844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1690" y="3111475"/>
                        <a:ext cx="596900" cy="404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580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257724-761A-4FEE-9290-91027A636F1A}"/>
              </a:ext>
            </a:extLst>
          </p:cNvPr>
          <p:cNvSpPr txBox="1"/>
          <p:nvPr/>
        </p:nvSpPr>
        <p:spPr>
          <a:xfrm>
            <a:off x="1520282" y="485592"/>
            <a:ext cx="25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已知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074E31-A0C2-4D7F-A0D3-C3A227EA071C}"/>
              </a:ext>
            </a:extLst>
          </p:cNvPr>
          <p:cNvSpPr txBox="1"/>
          <p:nvPr/>
        </p:nvSpPr>
        <p:spPr>
          <a:xfrm>
            <a:off x="765647" y="469383"/>
            <a:ext cx="901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13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F1B65BA8-31E1-4FA3-BFEE-26CBDCF6A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202303"/>
              </p:ext>
            </p:extLst>
          </p:nvPr>
        </p:nvGraphicFramePr>
        <p:xfrm>
          <a:off x="2350400" y="266184"/>
          <a:ext cx="234936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04" name="Equation" r:id="rId3" imgW="2349360" imgH="876240" progId="Equation.DSMT4">
                  <p:embed/>
                </p:oleObj>
              </mc:Choice>
              <mc:Fallback>
                <p:oleObj name="Equation" r:id="rId3" imgW="2349360" imgH="87624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8528B681-A8F3-46D0-BA7B-DE0361725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400" y="266184"/>
                        <a:ext cx="2349360" cy="8762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0195130-DD6B-49D8-A649-146C7ED1D2C2}"/>
              </a:ext>
            </a:extLst>
          </p:cNvPr>
          <p:cNvSpPr txBox="1"/>
          <p:nvPr/>
        </p:nvSpPr>
        <p:spPr>
          <a:xfrm>
            <a:off x="830802" y="1248903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59DA02EA-EC24-4AFD-B14C-A1A4E65585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433868"/>
              </p:ext>
            </p:extLst>
          </p:nvPr>
        </p:nvGraphicFramePr>
        <p:xfrm>
          <a:off x="6622384" y="3087950"/>
          <a:ext cx="6096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05" name="Equation" r:id="rId5" imgW="609480" imgH="342720" progId="Equation.DSMT4">
                  <p:embed/>
                </p:oleObj>
              </mc:Choice>
              <mc:Fallback>
                <p:oleObj name="Equation" r:id="rId5" imgW="609480" imgH="34272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E529DADC-134C-4736-906F-B50BAD4E6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2384" y="3087950"/>
                        <a:ext cx="609600" cy="341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5210DDB-4A5C-4F0E-BA6A-79F8FD5C51B5}"/>
              </a:ext>
            </a:extLst>
          </p:cNvPr>
          <p:cNvSpPr txBox="1"/>
          <p:nvPr/>
        </p:nvSpPr>
        <p:spPr>
          <a:xfrm>
            <a:off x="4596040" y="483518"/>
            <a:ext cx="25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，求常数 的值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828293DA-0534-456A-8B95-0F1AC3AE7C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84856"/>
              </p:ext>
            </p:extLst>
          </p:nvPr>
        </p:nvGraphicFramePr>
        <p:xfrm>
          <a:off x="5884163" y="651597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06" name="Equation" r:id="rId7" imgW="215640" imgH="266400" progId="Equation.DSMT4">
                  <p:embed/>
                </p:oleObj>
              </mc:Choice>
              <mc:Fallback>
                <p:oleObj name="Equation" r:id="rId7" imgW="215640" imgH="26640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E36157A8-CDF0-4528-ABDE-D0E1BDBD9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163" y="651597"/>
                        <a:ext cx="215900" cy="2667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852AD403-0BB0-4910-A5FA-23B4F335250B}"/>
              </a:ext>
            </a:extLst>
          </p:cNvPr>
          <p:cNvGrpSpPr/>
          <p:nvPr/>
        </p:nvGrpSpPr>
        <p:grpSpPr>
          <a:xfrm>
            <a:off x="818297" y="2021757"/>
            <a:ext cx="1858816" cy="461665"/>
            <a:chOff x="768968" y="2171524"/>
            <a:chExt cx="1858816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F0E3942-F850-4DD6-8E2E-9BFA2BDD8FB2}"/>
                </a:ext>
              </a:extLst>
            </p:cNvPr>
            <p:cNvSpPr txBox="1"/>
            <p:nvPr/>
          </p:nvSpPr>
          <p:spPr>
            <a:xfrm>
              <a:off x="768968" y="2171524"/>
              <a:ext cx="1858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 时， </a:t>
              </a: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B0178792-6C32-4139-9BB0-CE044FEB302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213520" y="2322553"/>
            <a:ext cx="838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07" name="Equation" r:id="rId9" imgW="838080" imgH="215640" progId="Equation.DSMT4">
                    <p:embed/>
                  </p:oleObj>
                </mc:Choice>
                <mc:Fallback>
                  <p:oleObj name="Equation" r:id="rId9" imgW="838080" imgH="215640" progId="Equation.DSMT4">
                    <p:embed/>
                    <p:pic>
                      <p:nvPicPr>
                        <p:cNvPr id="37" name="Object 24">
                          <a:extLst>
                            <a:ext uri="{FF2B5EF4-FFF2-40B4-BE49-F238E27FC236}">
                              <a16:creationId xmlns:a16="http://schemas.microsoft.com/office/drawing/2014/main" id="{2F121858-79F4-4DFF-9AD7-AD32AF7A40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3520" y="2322553"/>
                          <a:ext cx="838200" cy="215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9285814-5658-44A5-949E-4471FD01F3E8}"/>
              </a:ext>
            </a:extLst>
          </p:cNvPr>
          <p:cNvGrpSpPr/>
          <p:nvPr/>
        </p:nvGrpSpPr>
        <p:grpSpPr>
          <a:xfrm>
            <a:off x="2762513" y="1901407"/>
            <a:ext cx="2875213" cy="736600"/>
            <a:chOff x="3406525" y="1459330"/>
            <a:chExt cx="2875213" cy="736600"/>
          </a:xfrm>
        </p:grpSpPr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EFB62824-1D9C-451D-BCA2-E52FB9306EA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406525" y="1459330"/>
            <a:ext cx="1435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08" name="Equation" r:id="rId11" imgW="1434960" imgH="736560" progId="Equation.DSMT4">
                    <p:embed/>
                  </p:oleObj>
                </mc:Choice>
                <mc:Fallback>
                  <p:oleObj name="Equation" r:id="rId11" imgW="1434960" imgH="736560" progId="Equation.DSMT4">
                    <p:embed/>
                    <p:pic>
                      <p:nvPicPr>
                        <p:cNvPr id="41" name="Object 24">
                          <a:extLst>
                            <a:ext uri="{FF2B5EF4-FFF2-40B4-BE49-F238E27FC236}">
                              <a16:creationId xmlns:a16="http://schemas.microsoft.com/office/drawing/2014/main" id="{FC11A054-65C3-4B1E-9DF6-DA19E5D058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6525" y="1459330"/>
                          <a:ext cx="1435100" cy="7366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A7DE8578-AA3C-470D-8A26-EDD94B61F8F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62525" y="1735472"/>
            <a:ext cx="13192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09" name="Equation" r:id="rId13" imgW="1320480" imgH="279360" progId="Equation.DSMT4">
                    <p:embed/>
                  </p:oleObj>
                </mc:Choice>
                <mc:Fallback>
                  <p:oleObj name="Equation" r:id="rId13" imgW="1320480" imgH="279360" progId="Equation.DSMT4">
                    <p:embed/>
                    <p:pic>
                      <p:nvPicPr>
                        <p:cNvPr id="42" name="Object 24">
                          <a:extLst>
                            <a:ext uri="{FF2B5EF4-FFF2-40B4-BE49-F238E27FC236}">
                              <a16:creationId xmlns:a16="http://schemas.microsoft.com/office/drawing/2014/main" id="{7AA53913-D57A-48BB-A295-FFFCAB9355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525" y="1735472"/>
                          <a:ext cx="1319213" cy="279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C1217678-3E33-4A89-8CEB-C56980DFD7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983415"/>
              </p:ext>
            </p:extLst>
          </p:nvPr>
        </p:nvGraphicFramePr>
        <p:xfrm>
          <a:off x="3722603" y="2728233"/>
          <a:ext cx="2362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10" name="Equation" r:id="rId15" imgW="2361960" imgH="977760" progId="Equation.DSMT4">
                  <p:embed/>
                </p:oleObj>
              </mc:Choice>
              <mc:Fallback>
                <p:oleObj name="Equation" r:id="rId15" imgW="2361960" imgH="977760" progId="Equation.DSMT4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DD3C20BF-31DD-4776-9EBB-F6772ACB53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03" y="2728233"/>
                        <a:ext cx="2362200" cy="977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6C2691B9-8832-421B-AB98-A465457CC875}"/>
              </a:ext>
            </a:extLst>
          </p:cNvPr>
          <p:cNvSpPr txBox="1"/>
          <p:nvPr/>
        </p:nvSpPr>
        <p:spPr>
          <a:xfrm>
            <a:off x="5701449" y="201373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则 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E0FDF56-387F-42DA-B767-3A34B4852A86}"/>
              </a:ext>
            </a:extLst>
          </p:cNvPr>
          <p:cNvGrpSpPr/>
          <p:nvPr/>
        </p:nvGrpSpPr>
        <p:grpSpPr>
          <a:xfrm>
            <a:off x="1464791" y="1243795"/>
            <a:ext cx="1309536" cy="461665"/>
            <a:chOff x="1475656" y="1411782"/>
            <a:chExt cx="1309536" cy="461665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23C27F7-7421-40F4-BB7F-4C521CD0B1D5}"/>
                </a:ext>
              </a:extLst>
            </p:cNvPr>
            <p:cNvSpPr txBox="1"/>
            <p:nvPr/>
          </p:nvSpPr>
          <p:spPr>
            <a:xfrm>
              <a:off x="1475656" y="1411782"/>
              <a:ext cx="1309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 时， </a:t>
              </a:r>
            </a:p>
          </p:txBody>
        </p:sp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2D6238C6-8BD5-40D8-80A8-9509A043A88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43063" y="1530851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11" name="Equation" r:id="rId17" imgW="647640" imgH="279360" progId="Equation.DSMT4">
                    <p:embed/>
                  </p:oleObj>
                </mc:Choice>
                <mc:Fallback>
                  <p:oleObj name="Equation" r:id="rId17" imgW="647640" imgH="279360" progId="Equation.DSMT4">
                    <p:embed/>
                    <p:pic>
                      <p:nvPicPr>
                        <p:cNvPr id="47" name="Object 24">
                          <a:extLst>
                            <a:ext uri="{FF2B5EF4-FFF2-40B4-BE49-F238E27FC236}">
                              <a16:creationId xmlns:a16="http://schemas.microsoft.com/office/drawing/2014/main" id="{A7552F55-E8C0-4855-9864-134DBC2850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3063" y="1530851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17B61AA-3746-44C1-A017-5D36985BAFAF}"/>
              </a:ext>
            </a:extLst>
          </p:cNvPr>
          <p:cNvSpPr txBox="1"/>
          <p:nvPr/>
        </p:nvSpPr>
        <p:spPr>
          <a:xfrm>
            <a:off x="2867848" y="1258133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等式不成立，所以 </a:t>
            </a:r>
          </a:p>
        </p:txBody>
      </p: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501EF542-B5DC-481D-8367-D3F875435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981482"/>
              </p:ext>
            </p:extLst>
          </p:nvPr>
        </p:nvGraphicFramePr>
        <p:xfrm>
          <a:off x="5432434" y="1331095"/>
          <a:ext cx="72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12" name="Equation" r:id="rId19" imgW="723600" imgH="342720" progId="Equation.DSMT4">
                  <p:embed/>
                </p:oleObj>
              </mc:Choice>
              <mc:Fallback>
                <p:oleObj name="Equation" r:id="rId19" imgW="723600" imgH="342720" progId="Equation.DSMT4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2D3DFF8F-62FD-405A-B4FD-51BE062C6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34" y="1331095"/>
                        <a:ext cx="7239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1041A226-C77C-4007-8D08-C8A3C81C0E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17921"/>
              </p:ext>
            </p:extLst>
          </p:nvPr>
        </p:nvGraphicFramePr>
        <p:xfrm>
          <a:off x="4200120" y="2789904"/>
          <a:ext cx="2324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13" name="Equation" r:id="rId21" imgW="2323800" imgH="927000" progId="Equation.DSMT4">
                  <p:embed/>
                </p:oleObj>
              </mc:Choice>
              <mc:Fallback>
                <p:oleObj name="Equation" r:id="rId21" imgW="2323800" imgH="927000" progId="Equation.DSMT4">
                  <p:embed/>
                  <p:pic>
                    <p:nvPicPr>
                      <p:cNvPr id="51" name="Object 24">
                        <a:extLst>
                          <a:ext uri="{FF2B5EF4-FFF2-40B4-BE49-F238E27FC236}">
                            <a16:creationId xmlns:a16="http://schemas.microsoft.com/office/drawing/2014/main" id="{52AF27A7-8C71-45A0-B4EF-5411238F2E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120" y="2789904"/>
                        <a:ext cx="2324100" cy="9271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AB94B170-F792-4313-8EE5-FA271EBE3D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033011"/>
              </p:ext>
            </p:extLst>
          </p:nvPr>
        </p:nvGraphicFramePr>
        <p:xfrm>
          <a:off x="1566172" y="2819617"/>
          <a:ext cx="2247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14" name="Equation" r:id="rId23" imgW="2247840" imgH="876240" progId="Equation.DSMT4">
                  <p:embed/>
                </p:oleObj>
              </mc:Choice>
              <mc:Fallback>
                <p:oleObj name="Equation" r:id="rId23" imgW="2247840" imgH="876240" progId="Equation.DSMT4">
                  <p:embed/>
                  <p:pic>
                    <p:nvPicPr>
                      <p:cNvPr id="52" name="Object 24">
                        <a:extLst>
                          <a:ext uri="{FF2B5EF4-FFF2-40B4-BE49-F238E27FC236}">
                            <a16:creationId xmlns:a16="http://schemas.microsoft.com/office/drawing/2014/main" id="{E58EC87B-1EBC-4AD7-9989-53A7CC5F6C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172" y="2819617"/>
                        <a:ext cx="2247900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8880CA6F-AD45-45AF-AB4C-EE715B27DC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043662"/>
              </p:ext>
            </p:extLst>
          </p:nvPr>
        </p:nvGraphicFramePr>
        <p:xfrm>
          <a:off x="7307263" y="3136900"/>
          <a:ext cx="4699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15" name="Equation" r:id="rId25" imgW="469800" imgH="342720" progId="Equation.DSMT4">
                  <p:embed/>
                </p:oleObj>
              </mc:Choice>
              <mc:Fallback>
                <p:oleObj name="Equation" r:id="rId25" imgW="469800" imgH="342720" progId="Equation.DSMT4">
                  <p:embed/>
                  <p:pic>
                    <p:nvPicPr>
                      <p:cNvPr id="53" name="Object 24">
                        <a:extLst>
                          <a:ext uri="{FF2B5EF4-FFF2-40B4-BE49-F238E27FC236}">
                            <a16:creationId xmlns:a16="http://schemas.microsoft.com/office/drawing/2014/main" id="{BF4B4BC2-61DF-4251-AF04-834F22064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3136900"/>
                        <a:ext cx="469900" cy="341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2138070A-694C-47FD-8412-F40697C60486}"/>
              </a:ext>
            </a:extLst>
          </p:cNvPr>
          <p:cNvGrpSpPr/>
          <p:nvPr/>
        </p:nvGrpSpPr>
        <p:grpSpPr>
          <a:xfrm>
            <a:off x="857800" y="3992523"/>
            <a:ext cx="2304256" cy="461665"/>
            <a:chOff x="395536" y="4083918"/>
            <a:chExt cx="2304256" cy="461665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0F5A534-E518-4952-AE03-D3B04CA9CE74}"/>
                </a:ext>
              </a:extLst>
            </p:cNvPr>
            <p:cNvSpPr txBox="1"/>
            <p:nvPr/>
          </p:nvSpPr>
          <p:spPr>
            <a:xfrm>
              <a:off x="395536" y="4083918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解得        ，</a:t>
              </a:r>
            </a:p>
          </p:txBody>
        </p:sp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1E903505-ED67-4D37-90C2-69E121CCDCE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79603" y="4196031"/>
            <a:ext cx="1054100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16" name="Equation" r:id="rId27" imgW="1054080" imgH="279360" progId="Equation.DSMT4">
                    <p:embed/>
                  </p:oleObj>
                </mc:Choice>
                <mc:Fallback>
                  <p:oleObj name="Equation" r:id="rId27" imgW="1054080" imgH="279360" progId="Equation.DSMT4">
                    <p:embed/>
                    <p:pic>
                      <p:nvPicPr>
                        <p:cNvPr id="56" name="Object 24">
                          <a:extLst>
                            <a:ext uri="{FF2B5EF4-FFF2-40B4-BE49-F238E27FC236}">
                              <a16:creationId xmlns:a16="http://schemas.microsoft.com/office/drawing/2014/main" id="{DB04AC1E-C510-44BB-9B9C-962C7715F2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603" y="4196031"/>
                          <a:ext cx="1054100" cy="2778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984D117-B4E1-4AB1-A441-252E1390236E}"/>
              </a:ext>
            </a:extLst>
          </p:cNvPr>
          <p:cNvGrpSpPr/>
          <p:nvPr/>
        </p:nvGrpSpPr>
        <p:grpSpPr>
          <a:xfrm>
            <a:off x="2946032" y="4008565"/>
            <a:ext cx="1736080" cy="461665"/>
            <a:chOff x="2483768" y="4099960"/>
            <a:chExt cx="1736080" cy="461665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0F933CE-8F96-49A5-9A8D-1EDCBB7B78BF}"/>
                </a:ext>
              </a:extLst>
            </p:cNvPr>
            <p:cNvSpPr txBox="1"/>
            <p:nvPr/>
          </p:nvSpPr>
          <p:spPr>
            <a:xfrm>
              <a:off x="2483768" y="4099960"/>
              <a:ext cx="1008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求出</a:t>
              </a:r>
            </a:p>
          </p:txBody>
        </p:sp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046F431E-C426-4070-B962-315C8E03BB1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03848" y="4196031"/>
            <a:ext cx="1016000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17" name="Equation" r:id="rId29" imgW="1015920" imgH="342720" progId="Equation.DSMT4">
                    <p:embed/>
                  </p:oleObj>
                </mc:Choice>
                <mc:Fallback>
                  <p:oleObj name="Equation" r:id="rId29" imgW="1015920" imgH="342720" progId="Equation.DSMT4">
                    <p:embed/>
                    <p:pic>
                      <p:nvPicPr>
                        <p:cNvPr id="58" name="Object 24">
                          <a:extLst>
                            <a:ext uri="{FF2B5EF4-FFF2-40B4-BE49-F238E27FC236}">
                              <a16:creationId xmlns:a16="http://schemas.microsoft.com/office/drawing/2014/main" id="{56B8EC57-39F8-4E51-B6A5-7926F58074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848" y="4196031"/>
                          <a:ext cx="1016000" cy="3413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483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5B0D07-8A43-4F3D-B95D-D2291CF5A0D2}"/>
              </a:ext>
            </a:extLst>
          </p:cNvPr>
          <p:cNvSpPr txBox="1"/>
          <p:nvPr/>
        </p:nvSpPr>
        <p:spPr>
          <a:xfrm>
            <a:off x="611560" y="339502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作业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10D930-E231-4DB1-83C8-189C1FE25479}"/>
              </a:ext>
            </a:extLst>
          </p:cNvPr>
          <p:cNvSpPr txBox="1"/>
          <p:nvPr/>
        </p:nvSpPr>
        <p:spPr>
          <a:xfrm>
            <a:off x="631837" y="1059582"/>
            <a:ext cx="3868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练习册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B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第六节  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E16816-A7E7-46A5-8763-E78692E09CBD}"/>
              </a:ext>
            </a:extLst>
          </p:cNvPr>
          <p:cNvSpPr txBox="1"/>
          <p:nvPr/>
        </p:nvSpPr>
        <p:spPr>
          <a:xfrm>
            <a:off x="681036" y="1923678"/>
            <a:ext cx="3868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课本习题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1-5.</a:t>
            </a:r>
          </a:p>
        </p:txBody>
      </p:sp>
    </p:spTree>
    <p:extLst>
      <p:ext uri="{BB962C8B-B14F-4D97-AF65-F5344CB8AC3E}">
        <p14:creationId xmlns:p14="http://schemas.microsoft.com/office/powerpoint/2010/main" val="3069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3981037-7818-4456-A988-B1FB03496B74}"/>
              </a:ext>
            </a:extLst>
          </p:cNvPr>
          <p:cNvSpPr/>
          <p:nvPr/>
        </p:nvSpPr>
        <p:spPr>
          <a:xfrm>
            <a:off x="5148064" y="1277932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微软雅黑" panose="020B0503020204020204" charset="-122"/>
              </a:rPr>
              <a:t>极限的四则运算法则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DA0887-3CF2-4D7C-B18C-36564D9BD879}"/>
              </a:ext>
            </a:extLst>
          </p:cNvPr>
          <p:cNvSpPr/>
          <p:nvPr/>
        </p:nvSpPr>
        <p:spPr>
          <a:xfrm>
            <a:off x="5150431" y="1923678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微软雅黑" panose="020B0503020204020204" charset="-122"/>
              </a:rPr>
              <a:t>复合函数的极限运算法则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9243</TotalTime>
  <Words>802</Words>
  <Application>Microsoft Office PowerPoint</Application>
  <PresentationFormat>全屏显示(16:9)</PresentationFormat>
  <Paragraphs>252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580</cp:revision>
  <dcterms:created xsi:type="dcterms:W3CDTF">2018-09-27T06:48:14Z</dcterms:created>
  <dcterms:modified xsi:type="dcterms:W3CDTF">2023-09-19T17:04:11Z</dcterms:modified>
</cp:coreProperties>
</file>