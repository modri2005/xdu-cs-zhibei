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590" r:id="rId2"/>
    <p:sldId id="362" r:id="rId3"/>
    <p:sldId id="361" r:id="rId4"/>
    <p:sldId id="347" r:id="rId5"/>
    <p:sldId id="348" r:id="rId6"/>
    <p:sldId id="349" r:id="rId7"/>
    <p:sldId id="365" r:id="rId8"/>
    <p:sldId id="364" r:id="rId9"/>
    <p:sldId id="350" r:id="rId10"/>
    <p:sldId id="366" r:id="rId11"/>
    <p:sldId id="367" r:id="rId12"/>
    <p:sldId id="352" r:id="rId13"/>
    <p:sldId id="371" r:id="rId14"/>
    <p:sldId id="372" r:id="rId15"/>
    <p:sldId id="373" r:id="rId16"/>
    <p:sldId id="374" r:id="rId17"/>
    <p:sldId id="377" r:id="rId18"/>
    <p:sldId id="376" r:id="rId19"/>
    <p:sldId id="368" r:id="rId20"/>
    <p:sldId id="370" r:id="rId21"/>
    <p:sldId id="369" r:id="rId22"/>
    <p:sldId id="378" r:id="rId23"/>
    <p:sldId id="379" r:id="rId24"/>
    <p:sldId id="380" r:id="rId25"/>
    <p:sldId id="598" r:id="rId26"/>
    <p:sldId id="599" r:id="rId27"/>
    <p:sldId id="596" r:id="rId28"/>
    <p:sldId id="601" r:id="rId29"/>
    <p:sldId id="602" r:id="rId30"/>
    <p:sldId id="603" r:id="rId31"/>
    <p:sldId id="604" r:id="rId32"/>
    <p:sldId id="605" r:id="rId33"/>
    <p:sldId id="606" r:id="rId34"/>
    <p:sldId id="607" r:id="rId35"/>
    <p:sldId id="608" r:id="rId36"/>
    <p:sldId id="611" r:id="rId37"/>
    <p:sldId id="609" r:id="rId38"/>
    <p:sldId id="610" r:id="rId39"/>
    <p:sldId id="589" r:id="rId40"/>
    <p:sldId id="591" r:id="rId41"/>
    <p:sldId id="592" r:id="rId42"/>
    <p:sldId id="593" r:id="rId43"/>
    <p:sldId id="594" r:id="rId44"/>
    <p:sldId id="612" r:id="rId45"/>
    <p:sldId id="299" r:id="rId46"/>
  </p:sldIdLst>
  <p:sldSz cx="9144000" cy="5143500" type="screen16x9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1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2F42FB"/>
    <a:srgbClr val="4234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9" autoAdjust="0"/>
    <p:restoredTop sz="91882" autoAdjust="0"/>
  </p:normalViewPr>
  <p:slideViewPr>
    <p:cSldViewPr>
      <p:cViewPr varScale="1">
        <p:scale>
          <a:sx n="133" d="100"/>
          <a:sy n="133" d="100"/>
        </p:scale>
        <p:origin x="924" y="126"/>
      </p:cViewPr>
      <p:guideLst>
        <p:guide orient="horz" pos="1711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0.w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19.emf"/><Relationship Id="rId2" Type="http://schemas.openxmlformats.org/officeDocument/2006/relationships/image" Target="../media/image9.emf"/><Relationship Id="rId16" Type="http://schemas.openxmlformats.org/officeDocument/2006/relationships/image" Target="../media/image23.w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5" Type="http://schemas.openxmlformats.org/officeDocument/2006/relationships/image" Target="../media/image12.emf"/><Relationship Id="rId15" Type="http://schemas.openxmlformats.org/officeDocument/2006/relationships/image" Target="../media/image22.wmf"/><Relationship Id="rId10" Type="http://schemas.openxmlformats.org/officeDocument/2006/relationships/image" Target="../media/image17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Relationship Id="rId1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30.w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19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11" Type="http://schemas.openxmlformats.org/officeDocument/2006/relationships/image" Target="../media/image17.emf"/><Relationship Id="rId5" Type="http://schemas.openxmlformats.org/officeDocument/2006/relationships/image" Target="../media/image12.emf"/><Relationship Id="rId10" Type="http://schemas.openxmlformats.org/officeDocument/2006/relationships/image" Target="../media/image16.emf"/><Relationship Id="rId4" Type="http://schemas.openxmlformats.org/officeDocument/2006/relationships/image" Target="../media/image11.emf"/><Relationship Id="rId9" Type="http://schemas.openxmlformats.org/officeDocument/2006/relationships/image" Target="../media/image18.emf"/><Relationship Id="rId1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image" Target="../media/image44.wmf"/><Relationship Id="rId18" Type="http://schemas.openxmlformats.org/officeDocument/2006/relationships/image" Target="../media/image49.wmf"/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12" Type="http://schemas.openxmlformats.org/officeDocument/2006/relationships/image" Target="../media/image43.wmf"/><Relationship Id="rId17" Type="http://schemas.openxmlformats.org/officeDocument/2006/relationships/image" Target="../media/image48.wmf"/><Relationship Id="rId2" Type="http://schemas.openxmlformats.org/officeDocument/2006/relationships/image" Target="../media/image33.emf"/><Relationship Id="rId16" Type="http://schemas.openxmlformats.org/officeDocument/2006/relationships/image" Target="../media/image47.wmf"/><Relationship Id="rId20" Type="http://schemas.openxmlformats.org/officeDocument/2006/relationships/image" Target="../media/image51.wmf"/><Relationship Id="rId1" Type="http://schemas.openxmlformats.org/officeDocument/2006/relationships/image" Target="../media/image32.emf"/><Relationship Id="rId6" Type="http://schemas.openxmlformats.org/officeDocument/2006/relationships/image" Target="../media/image37.emf"/><Relationship Id="rId11" Type="http://schemas.openxmlformats.org/officeDocument/2006/relationships/image" Target="../media/image42.wmf"/><Relationship Id="rId5" Type="http://schemas.openxmlformats.org/officeDocument/2006/relationships/image" Target="../media/image36.emf"/><Relationship Id="rId15" Type="http://schemas.openxmlformats.org/officeDocument/2006/relationships/image" Target="../media/image46.wmf"/><Relationship Id="rId10" Type="http://schemas.openxmlformats.org/officeDocument/2006/relationships/image" Target="../media/image41.emf"/><Relationship Id="rId19" Type="http://schemas.openxmlformats.org/officeDocument/2006/relationships/image" Target="../media/image50.wmf"/><Relationship Id="rId4" Type="http://schemas.openxmlformats.org/officeDocument/2006/relationships/image" Target="../media/image35.emf"/><Relationship Id="rId9" Type="http://schemas.openxmlformats.org/officeDocument/2006/relationships/image" Target="../media/image40.emf"/><Relationship Id="rId14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49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2.wmf"/><Relationship Id="rId3" Type="http://schemas.openxmlformats.org/officeDocument/2006/relationships/image" Target="../media/image53.wmf"/><Relationship Id="rId7" Type="http://schemas.openxmlformats.org/officeDocument/2006/relationships/image" Target="../media/image66.wmf"/><Relationship Id="rId12" Type="http://schemas.openxmlformats.org/officeDocument/2006/relationships/image" Target="../media/image71.wmf"/><Relationship Id="rId17" Type="http://schemas.openxmlformats.org/officeDocument/2006/relationships/image" Target="../media/image76.wmf"/><Relationship Id="rId2" Type="http://schemas.openxmlformats.org/officeDocument/2006/relationships/image" Target="../media/image52.wmf"/><Relationship Id="rId16" Type="http://schemas.openxmlformats.org/officeDocument/2006/relationships/image" Target="../media/image75.wmf"/><Relationship Id="rId1" Type="http://schemas.openxmlformats.org/officeDocument/2006/relationships/image" Target="../media/image49.wmf"/><Relationship Id="rId6" Type="http://schemas.openxmlformats.org/officeDocument/2006/relationships/image" Target="../media/image65.wmf"/><Relationship Id="rId11" Type="http://schemas.openxmlformats.org/officeDocument/2006/relationships/image" Target="../media/image70.wmf"/><Relationship Id="rId5" Type="http://schemas.openxmlformats.org/officeDocument/2006/relationships/image" Target="../media/image64.wmf"/><Relationship Id="rId15" Type="http://schemas.openxmlformats.org/officeDocument/2006/relationships/image" Target="../media/image74.wmf"/><Relationship Id="rId10" Type="http://schemas.openxmlformats.org/officeDocument/2006/relationships/image" Target="../media/image69.wmf"/><Relationship Id="rId4" Type="http://schemas.openxmlformats.org/officeDocument/2006/relationships/image" Target="../media/image63.wmf"/><Relationship Id="rId9" Type="http://schemas.openxmlformats.org/officeDocument/2006/relationships/image" Target="../media/image68.wmf"/><Relationship Id="rId14" Type="http://schemas.openxmlformats.org/officeDocument/2006/relationships/image" Target="../media/image7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image" Target="../media/image99.emf"/><Relationship Id="rId3" Type="http://schemas.openxmlformats.org/officeDocument/2006/relationships/image" Target="../media/image89.emf"/><Relationship Id="rId7" Type="http://schemas.openxmlformats.org/officeDocument/2006/relationships/image" Target="../media/image93.wmf"/><Relationship Id="rId12" Type="http://schemas.openxmlformats.org/officeDocument/2006/relationships/image" Target="../media/image98.e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11" Type="http://schemas.openxmlformats.org/officeDocument/2006/relationships/image" Target="../media/image97.emf"/><Relationship Id="rId5" Type="http://schemas.openxmlformats.org/officeDocument/2006/relationships/image" Target="../media/image91.emf"/><Relationship Id="rId15" Type="http://schemas.openxmlformats.org/officeDocument/2006/relationships/image" Target="../media/image101.wmf"/><Relationship Id="rId10" Type="http://schemas.openxmlformats.org/officeDocument/2006/relationships/image" Target="../media/image96.emf"/><Relationship Id="rId4" Type="http://schemas.openxmlformats.org/officeDocument/2006/relationships/image" Target="../media/image90.emf"/><Relationship Id="rId9" Type="http://schemas.openxmlformats.org/officeDocument/2006/relationships/image" Target="../media/image95.emf"/><Relationship Id="rId14" Type="http://schemas.openxmlformats.org/officeDocument/2006/relationships/image" Target="../media/image100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3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12" Type="http://schemas.openxmlformats.org/officeDocument/2006/relationships/image" Target="../media/image112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1.wmf"/><Relationship Id="rId5" Type="http://schemas.openxmlformats.org/officeDocument/2006/relationships/image" Target="../media/image106.wmf"/><Relationship Id="rId15" Type="http://schemas.openxmlformats.org/officeDocument/2006/relationships/image" Target="../media/image115.wmf"/><Relationship Id="rId10" Type="http://schemas.openxmlformats.org/officeDocument/2006/relationships/image" Target="../media/image9.e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Relationship Id="rId14" Type="http://schemas.openxmlformats.org/officeDocument/2006/relationships/image" Target="../media/image1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10" Type="http://schemas.openxmlformats.org/officeDocument/2006/relationships/image" Target="../media/image128.w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12" Type="http://schemas.openxmlformats.org/officeDocument/2006/relationships/image" Target="../media/image140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133.wmf"/><Relationship Id="rId10" Type="http://schemas.openxmlformats.org/officeDocument/2006/relationships/image" Target="../media/image138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53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11" Type="http://schemas.openxmlformats.org/officeDocument/2006/relationships/image" Target="../media/image151.wmf"/><Relationship Id="rId5" Type="http://schemas.openxmlformats.org/officeDocument/2006/relationships/image" Target="../media/image14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Relationship Id="rId14" Type="http://schemas.openxmlformats.org/officeDocument/2006/relationships/image" Target="../media/image15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12" Type="http://schemas.openxmlformats.org/officeDocument/2006/relationships/image" Target="../media/image165.wmf"/><Relationship Id="rId2" Type="http://schemas.openxmlformats.org/officeDocument/2006/relationships/image" Target="../media/image129.wmf"/><Relationship Id="rId1" Type="http://schemas.openxmlformats.org/officeDocument/2006/relationships/image" Target="../media/image155.wmf"/><Relationship Id="rId6" Type="http://schemas.openxmlformats.org/officeDocument/2006/relationships/image" Target="../media/image159.wmf"/><Relationship Id="rId11" Type="http://schemas.openxmlformats.org/officeDocument/2006/relationships/image" Target="../media/image164.wmf"/><Relationship Id="rId5" Type="http://schemas.openxmlformats.org/officeDocument/2006/relationships/image" Target="../media/image158.wmf"/><Relationship Id="rId10" Type="http://schemas.openxmlformats.org/officeDocument/2006/relationships/image" Target="../media/image163.wmf"/><Relationship Id="rId4" Type="http://schemas.openxmlformats.org/officeDocument/2006/relationships/image" Target="../media/image157.wmf"/><Relationship Id="rId9" Type="http://schemas.openxmlformats.org/officeDocument/2006/relationships/image" Target="../media/image16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image" Target="../media/image178.wmf"/><Relationship Id="rId3" Type="http://schemas.openxmlformats.org/officeDocument/2006/relationships/image" Target="../media/image168.wmf"/><Relationship Id="rId7" Type="http://schemas.openxmlformats.org/officeDocument/2006/relationships/image" Target="../media/image172.wmf"/><Relationship Id="rId12" Type="http://schemas.openxmlformats.org/officeDocument/2006/relationships/image" Target="../media/image177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11" Type="http://schemas.openxmlformats.org/officeDocument/2006/relationships/image" Target="../media/image176.wmf"/><Relationship Id="rId5" Type="http://schemas.openxmlformats.org/officeDocument/2006/relationships/image" Target="../media/image170.wmf"/><Relationship Id="rId10" Type="http://schemas.openxmlformats.org/officeDocument/2006/relationships/image" Target="../media/image175.wmf"/><Relationship Id="rId4" Type="http://schemas.openxmlformats.org/officeDocument/2006/relationships/image" Target="../media/image169.wmf"/><Relationship Id="rId9" Type="http://schemas.openxmlformats.org/officeDocument/2006/relationships/image" Target="../media/image174.wmf"/><Relationship Id="rId14" Type="http://schemas.openxmlformats.org/officeDocument/2006/relationships/image" Target="../media/image179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emf"/><Relationship Id="rId13" Type="http://schemas.openxmlformats.org/officeDocument/2006/relationships/image" Target="../media/image191.emf"/><Relationship Id="rId18" Type="http://schemas.openxmlformats.org/officeDocument/2006/relationships/image" Target="../media/image179.wmf"/><Relationship Id="rId3" Type="http://schemas.openxmlformats.org/officeDocument/2006/relationships/image" Target="../media/image182.emf"/><Relationship Id="rId7" Type="http://schemas.openxmlformats.org/officeDocument/2006/relationships/image" Target="../media/image186.emf"/><Relationship Id="rId12" Type="http://schemas.openxmlformats.org/officeDocument/2006/relationships/image" Target="../media/image190.wmf"/><Relationship Id="rId17" Type="http://schemas.openxmlformats.org/officeDocument/2006/relationships/image" Target="../media/image195.wmf"/><Relationship Id="rId2" Type="http://schemas.openxmlformats.org/officeDocument/2006/relationships/image" Target="../media/image181.emf"/><Relationship Id="rId16" Type="http://schemas.openxmlformats.org/officeDocument/2006/relationships/image" Target="../media/image194.wmf"/><Relationship Id="rId1" Type="http://schemas.openxmlformats.org/officeDocument/2006/relationships/image" Target="../media/image180.emf"/><Relationship Id="rId6" Type="http://schemas.openxmlformats.org/officeDocument/2006/relationships/image" Target="../media/image185.emf"/><Relationship Id="rId11" Type="http://schemas.openxmlformats.org/officeDocument/2006/relationships/image" Target="../media/image101.wmf"/><Relationship Id="rId5" Type="http://schemas.openxmlformats.org/officeDocument/2006/relationships/image" Target="../media/image184.emf"/><Relationship Id="rId15" Type="http://schemas.openxmlformats.org/officeDocument/2006/relationships/image" Target="../media/image193.emf"/><Relationship Id="rId10" Type="http://schemas.openxmlformats.org/officeDocument/2006/relationships/image" Target="../media/image189.wmf"/><Relationship Id="rId4" Type="http://schemas.openxmlformats.org/officeDocument/2006/relationships/image" Target="../media/image183.emf"/><Relationship Id="rId9" Type="http://schemas.openxmlformats.org/officeDocument/2006/relationships/image" Target="../media/image188.wmf"/><Relationship Id="rId14" Type="http://schemas.openxmlformats.org/officeDocument/2006/relationships/image" Target="../media/image192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image" Target="../media/image204.wmf"/><Relationship Id="rId18" Type="http://schemas.openxmlformats.org/officeDocument/2006/relationships/image" Target="../media/image209.wmf"/><Relationship Id="rId3" Type="http://schemas.openxmlformats.org/officeDocument/2006/relationships/image" Target="../media/image197.wmf"/><Relationship Id="rId7" Type="http://schemas.openxmlformats.org/officeDocument/2006/relationships/image" Target="../media/image198.wmf"/><Relationship Id="rId12" Type="http://schemas.openxmlformats.org/officeDocument/2006/relationships/image" Target="../media/image203.wmf"/><Relationship Id="rId17" Type="http://schemas.openxmlformats.org/officeDocument/2006/relationships/image" Target="../media/image208.wmf"/><Relationship Id="rId2" Type="http://schemas.openxmlformats.org/officeDocument/2006/relationships/image" Target="../media/image196.wmf"/><Relationship Id="rId16" Type="http://schemas.openxmlformats.org/officeDocument/2006/relationships/image" Target="../media/image207.wmf"/><Relationship Id="rId1" Type="http://schemas.openxmlformats.org/officeDocument/2006/relationships/image" Target="../media/image193.emf"/><Relationship Id="rId6" Type="http://schemas.openxmlformats.org/officeDocument/2006/relationships/image" Target="../media/image184.emf"/><Relationship Id="rId11" Type="http://schemas.openxmlformats.org/officeDocument/2006/relationships/image" Target="../media/image202.wmf"/><Relationship Id="rId5" Type="http://schemas.openxmlformats.org/officeDocument/2006/relationships/image" Target="../media/image183.emf"/><Relationship Id="rId15" Type="http://schemas.openxmlformats.org/officeDocument/2006/relationships/image" Target="../media/image206.wmf"/><Relationship Id="rId10" Type="http://schemas.openxmlformats.org/officeDocument/2006/relationships/image" Target="../media/image201.wmf"/><Relationship Id="rId4" Type="http://schemas.openxmlformats.org/officeDocument/2006/relationships/image" Target="../media/image182.emf"/><Relationship Id="rId9" Type="http://schemas.openxmlformats.org/officeDocument/2006/relationships/image" Target="../media/image200.wmf"/><Relationship Id="rId14" Type="http://schemas.openxmlformats.org/officeDocument/2006/relationships/image" Target="../media/image20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131.wmf"/><Relationship Id="rId7" Type="http://schemas.openxmlformats.org/officeDocument/2006/relationships/image" Target="../media/image214.wmf"/><Relationship Id="rId2" Type="http://schemas.openxmlformats.org/officeDocument/2006/relationships/image" Target="../media/image210.wmf"/><Relationship Id="rId1" Type="http://schemas.openxmlformats.org/officeDocument/2006/relationships/image" Target="../media/image129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7.wmf"/><Relationship Id="rId7" Type="http://schemas.openxmlformats.org/officeDocument/2006/relationships/image" Target="../media/image213.wmf"/><Relationship Id="rId2" Type="http://schemas.openxmlformats.org/officeDocument/2006/relationships/image" Target="../media/image216.wmf"/><Relationship Id="rId1" Type="http://schemas.openxmlformats.org/officeDocument/2006/relationships/image" Target="../media/image129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10" Type="http://schemas.openxmlformats.org/officeDocument/2006/relationships/image" Target="../media/image223.wmf"/><Relationship Id="rId4" Type="http://schemas.openxmlformats.org/officeDocument/2006/relationships/image" Target="../media/image218.wmf"/><Relationship Id="rId9" Type="http://schemas.openxmlformats.org/officeDocument/2006/relationships/image" Target="../media/image222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image" Target="../media/image226.wmf"/><Relationship Id="rId7" Type="http://schemas.openxmlformats.org/officeDocument/2006/relationships/image" Target="../media/image131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8.wmf"/><Relationship Id="rId11" Type="http://schemas.openxmlformats.org/officeDocument/2006/relationships/image" Target="../media/image222.wmf"/><Relationship Id="rId5" Type="http://schemas.openxmlformats.org/officeDocument/2006/relationships/image" Target="../media/image129.wmf"/><Relationship Id="rId10" Type="http://schemas.openxmlformats.org/officeDocument/2006/relationships/image" Target="../media/image213.wmf"/><Relationship Id="rId4" Type="http://schemas.openxmlformats.org/officeDocument/2006/relationships/image" Target="../media/image227.wmf"/><Relationship Id="rId9" Type="http://schemas.openxmlformats.org/officeDocument/2006/relationships/image" Target="../media/image21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image" Target="../media/image241.wmf"/><Relationship Id="rId3" Type="http://schemas.openxmlformats.org/officeDocument/2006/relationships/image" Target="../media/image231.wmf"/><Relationship Id="rId7" Type="http://schemas.openxmlformats.org/officeDocument/2006/relationships/image" Target="../media/image235.wmf"/><Relationship Id="rId12" Type="http://schemas.openxmlformats.org/officeDocument/2006/relationships/image" Target="../media/image240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11" Type="http://schemas.openxmlformats.org/officeDocument/2006/relationships/image" Target="../media/image239.wmf"/><Relationship Id="rId5" Type="http://schemas.openxmlformats.org/officeDocument/2006/relationships/image" Target="../media/image233.wmf"/><Relationship Id="rId15" Type="http://schemas.openxmlformats.org/officeDocument/2006/relationships/image" Target="../media/image243.wmf"/><Relationship Id="rId10" Type="http://schemas.openxmlformats.org/officeDocument/2006/relationships/image" Target="../media/image238.wmf"/><Relationship Id="rId4" Type="http://schemas.openxmlformats.org/officeDocument/2006/relationships/image" Target="../media/image232.wmf"/><Relationship Id="rId9" Type="http://schemas.openxmlformats.org/officeDocument/2006/relationships/image" Target="../media/image237.wmf"/><Relationship Id="rId14" Type="http://schemas.openxmlformats.org/officeDocument/2006/relationships/image" Target="../media/image24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13" Type="http://schemas.openxmlformats.org/officeDocument/2006/relationships/image" Target="../media/image255.wmf"/><Relationship Id="rId18" Type="http://schemas.openxmlformats.org/officeDocument/2006/relationships/image" Target="../media/image260.wmf"/><Relationship Id="rId26" Type="http://schemas.openxmlformats.org/officeDocument/2006/relationships/image" Target="../media/image268.wmf"/><Relationship Id="rId3" Type="http://schemas.openxmlformats.org/officeDocument/2006/relationships/image" Target="../media/image245.wmf"/><Relationship Id="rId21" Type="http://schemas.openxmlformats.org/officeDocument/2006/relationships/image" Target="../media/image263.wmf"/><Relationship Id="rId7" Type="http://schemas.openxmlformats.org/officeDocument/2006/relationships/image" Target="../media/image249.wmf"/><Relationship Id="rId12" Type="http://schemas.openxmlformats.org/officeDocument/2006/relationships/image" Target="../media/image254.wmf"/><Relationship Id="rId17" Type="http://schemas.openxmlformats.org/officeDocument/2006/relationships/image" Target="../media/image259.wmf"/><Relationship Id="rId25" Type="http://schemas.openxmlformats.org/officeDocument/2006/relationships/image" Target="../media/image267.wmf"/><Relationship Id="rId2" Type="http://schemas.openxmlformats.org/officeDocument/2006/relationships/image" Target="../media/image243.wmf"/><Relationship Id="rId16" Type="http://schemas.openxmlformats.org/officeDocument/2006/relationships/image" Target="../media/image258.wmf"/><Relationship Id="rId20" Type="http://schemas.openxmlformats.org/officeDocument/2006/relationships/image" Target="../media/image262.wmf"/><Relationship Id="rId1" Type="http://schemas.openxmlformats.org/officeDocument/2006/relationships/image" Target="../media/image244.wmf"/><Relationship Id="rId6" Type="http://schemas.openxmlformats.org/officeDocument/2006/relationships/image" Target="../media/image248.wmf"/><Relationship Id="rId11" Type="http://schemas.openxmlformats.org/officeDocument/2006/relationships/image" Target="../media/image253.wmf"/><Relationship Id="rId24" Type="http://schemas.openxmlformats.org/officeDocument/2006/relationships/image" Target="../media/image266.wmf"/><Relationship Id="rId5" Type="http://schemas.openxmlformats.org/officeDocument/2006/relationships/image" Target="../media/image247.wmf"/><Relationship Id="rId15" Type="http://schemas.openxmlformats.org/officeDocument/2006/relationships/image" Target="../media/image257.wmf"/><Relationship Id="rId23" Type="http://schemas.openxmlformats.org/officeDocument/2006/relationships/image" Target="../media/image265.wmf"/><Relationship Id="rId10" Type="http://schemas.openxmlformats.org/officeDocument/2006/relationships/image" Target="../media/image252.wmf"/><Relationship Id="rId19" Type="http://schemas.openxmlformats.org/officeDocument/2006/relationships/image" Target="../media/image261.wmf"/><Relationship Id="rId4" Type="http://schemas.openxmlformats.org/officeDocument/2006/relationships/image" Target="../media/image246.wmf"/><Relationship Id="rId9" Type="http://schemas.openxmlformats.org/officeDocument/2006/relationships/image" Target="../media/image251.wmf"/><Relationship Id="rId14" Type="http://schemas.openxmlformats.org/officeDocument/2006/relationships/image" Target="../media/image256.wmf"/><Relationship Id="rId22" Type="http://schemas.openxmlformats.org/officeDocument/2006/relationships/image" Target="../media/image264.wmf"/><Relationship Id="rId27" Type="http://schemas.openxmlformats.org/officeDocument/2006/relationships/image" Target="../media/image26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image" Target="../media/image282.wmf"/><Relationship Id="rId18" Type="http://schemas.openxmlformats.org/officeDocument/2006/relationships/image" Target="../media/image287.wmf"/><Relationship Id="rId3" Type="http://schemas.openxmlformats.org/officeDocument/2006/relationships/image" Target="../media/image272.wmf"/><Relationship Id="rId7" Type="http://schemas.openxmlformats.org/officeDocument/2006/relationships/image" Target="../media/image276.wmf"/><Relationship Id="rId12" Type="http://schemas.openxmlformats.org/officeDocument/2006/relationships/image" Target="../media/image281.wmf"/><Relationship Id="rId17" Type="http://schemas.openxmlformats.org/officeDocument/2006/relationships/image" Target="../media/image286.wmf"/><Relationship Id="rId2" Type="http://schemas.openxmlformats.org/officeDocument/2006/relationships/image" Target="../media/image271.wmf"/><Relationship Id="rId16" Type="http://schemas.openxmlformats.org/officeDocument/2006/relationships/image" Target="../media/image285.wmf"/><Relationship Id="rId1" Type="http://schemas.openxmlformats.org/officeDocument/2006/relationships/image" Target="../media/image270.wmf"/><Relationship Id="rId6" Type="http://schemas.openxmlformats.org/officeDocument/2006/relationships/image" Target="../media/image275.wmf"/><Relationship Id="rId11" Type="http://schemas.openxmlformats.org/officeDocument/2006/relationships/image" Target="../media/image280.wmf"/><Relationship Id="rId5" Type="http://schemas.openxmlformats.org/officeDocument/2006/relationships/image" Target="../media/image274.wmf"/><Relationship Id="rId15" Type="http://schemas.openxmlformats.org/officeDocument/2006/relationships/image" Target="../media/image284.wmf"/><Relationship Id="rId10" Type="http://schemas.openxmlformats.org/officeDocument/2006/relationships/image" Target="../media/image279.wmf"/><Relationship Id="rId4" Type="http://schemas.openxmlformats.org/officeDocument/2006/relationships/image" Target="../media/image273.wmf"/><Relationship Id="rId9" Type="http://schemas.openxmlformats.org/officeDocument/2006/relationships/image" Target="../media/image278.wmf"/><Relationship Id="rId14" Type="http://schemas.openxmlformats.org/officeDocument/2006/relationships/image" Target="../media/image283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3" Type="http://schemas.openxmlformats.org/officeDocument/2006/relationships/image" Target="../media/image290.wmf"/><Relationship Id="rId7" Type="http://schemas.openxmlformats.org/officeDocument/2006/relationships/image" Target="../media/image294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10" Type="http://schemas.openxmlformats.org/officeDocument/2006/relationships/image" Target="../media/image297.wmf"/><Relationship Id="rId4" Type="http://schemas.openxmlformats.org/officeDocument/2006/relationships/image" Target="../media/image291.wmf"/><Relationship Id="rId9" Type="http://schemas.openxmlformats.org/officeDocument/2006/relationships/image" Target="../media/image29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wmf"/><Relationship Id="rId11" Type="http://schemas.openxmlformats.org/officeDocument/2006/relationships/image" Target="../media/image308.wmf"/><Relationship Id="rId5" Type="http://schemas.openxmlformats.org/officeDocument/2006/relationships/image" Target="../media/image302.wmf"/><Relationship Id="rId10" Type="http://schemas.openxmlformats.org/officeDocument/2006/relationships/image" Target="../media/image307.wmf"/><Relationship Id="rId4" Type="http://schemas.openxmlformats.org/officeDocument/2006/relationships/image" Target="../media/image301.wmf"/><Relationship Id="rId9" Type="http://schemas.openxmlformats.org/officeDocument/2006/relationships/image" Target="../media/image30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image" Target="../media/image321.wmf"/><Relationship Id="rId3" Type="http://schemas.openxmlformats.org/officeDocument/2006/relationships/image" Target="../media/image311.wmf"/><Relationship Id="rId7" Type="http://schemas.openxmlformats.org/officeDocument/2006/relationships/image" Target="../media/image315.wmf"/><Relationship Id="rId12" Type="http://schemas.openxmlformats.org/officeDocument/2006/relationships/image" Target="../media/image320.w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Relationship Id="rId6" Type="http://schemas.openxmlformats.org/officeDocument/2006/relationships/image" Target="../media/image314.wmf"/><Relationship Id="rId11" Type="http://schemas.openxmlformats.org/officeDocument/2006/relationships/image" Target="../media/image319.wmf"/><Relationship Id="rId5" Type="http://schemas.openxmlformats.org/officeDocument/2006/relationships/image" Target="../media/image313.wmf"/><Relationship Id="rId10" Type="http://schemas.openxmlformats.org/officeDocument/2006/relationships/image" Target="../media/image318.wmf"/><Relationship Id="rId4" Type="http://schemas.openxmlformats.org/officeDocument/2006/relationships/image" Target="../media/image312.wmf"/><Relationship Id="rId9" Type="http://schemas.openxmlformats.org/officeDocument/2006/relationships/image" Target="../media/image317.wmf"/><Relationship Id="rId14" Type="http://schemas.openxmlformats.org/officeDocument/2006/relationships/image" Target="../media/image322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3" Type="http://schemas.openxmlformats.org/officeDocument/2006/relationships/image" Target="../media/image317.wmf"/><Relationship Id="rId7" Type="http://schemas.openxmlformats.org/officeDocument/2006/relationships/image" Target="../media/image327.wmf"/><Relationship Id="rId2" Type="http://schemas.openxmlformats.org/officeDocument/2006/relationships/image" Target="../media/image316.wmf"/><Relationship Id="rId1" Type="http://schemas.openxmlformats.org/officeDocument/2006/relationships/image" Target="../media/image323.wmf"/><Relationship Id="rId6" Type="http://schemas.openxmlformats.org/officeDocument/2006/relationships/image" Target="../media/image326.wmf"/><Relationship Id="rId5" Type="http://schemas.openxmlformats.org/officeDocument/2006/relationships/image" Target="../media/image325.wmf"/><Relationship Id="rId4" Type="http://schemas.openxmlformats.org/officeDocument/2006/relationships/image" Target="../media/image32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3" Type="http://schemas.openxmlformats.org/officeDocument/2006/relationships/image" Target="../media/image329.wmf"/><Relationship Id="rId7" Type="http://schemas.openxmlformats.org/officeDocument/2006/relationships/image" Target="../media/image332.wmf"/><Relationship Id="rId2" Type="http://schemas.openxmlformats.org/officeDocument/2006/relationships/image" Target="../media/image328.wmf"/><Relationship Id="rId1" Type="http://schemas.openxmlformats.org/officeDocument/2006/relationships/image" Target="../media/image316.wmf"/><Relationship Id="rId6" Type="http://schemas.openxmlformats.org/officeDocument/2006/relationships/image" Target="../media/image302.wmf"/><Relationship Id="rId5" Type="http://schemas.openxmlformats.org/officeDocument/2006/relationships/image" Target="../media/image331.wmf"/><Relationship Id="rId4" Type="http://schemas.openxmlformats.org/officeDocument/2006/relationships/image" Target="../media/image330.wmf"/><Relationship Id="rId9" Type="http://schemas.openxmlformats.org/officeDocument/2006/relationships/image" Target="../media/image334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3" Type="http://schemas.openxmlformats.org/officeDocument/2006/relationships/image" Target="../media/image336.wmf"/><Relationship Id="rId7" Type="http://schemas.openxmlformats.org/officeDocument/2006/relationships/image" Target="../media/image340.wmf"/><Relationship Id="rId2" Type="http://schemas.openxmlformats.org/officeDocument/2006/relationships/image" Target="../media/image307.wmf"/><Relationship Id="rId1" Type="http://schemas.openxmlformats.org/officeDocument/2006/relationships/image" Target="../media/image335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10" Type="http://schemas.openxmlformats.org/officeDocument/2006/relationships/image" Target="../media/image343.wmf"/><Relationship Id="rId4" Type="http://schemas.openxmlformats.org/officeDocument/2006/relationships/image" Target="../media/image337.wmf"/><Relationship Id="rId9" Type="http://schemas.openxmlformats.org/officeDocument/2006/relationships/image" Target="../media/image342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image" Target="../media/image356.wmf"/><Relationship Id="rId3" Type="http://schemas.openxmlformats.org/officeDocument/2006/relationships/image" Target="../media/image346.wmf"/><Relationship Id="rId7" Type="http://schemas.openxmlformats.org/officeDocument/2006/relationships/image" Target="../media/image350.wmf"/><Relationship Id="rId12" Type="http://schemas.openxmlformats.org/officeDocument/2006/relationships/image" Target="../media/image355.wmf"/><Relationship Id="rId17" Type="http://schemas.openxmlformats.org/officeDocument/2006/relationships/image" Target="../media/image360.wmf"/><Relationship Id="rId2" Type="http://schemas.openxmlformats.org/officeDocument/2006/relationships/image" Target="../media/image345.wmf"/><Relationship Id="rId16" Type="http://schemas.openxmlformats.org/officeDocument/2006/relationships/image" Target="../media/image359.wmf"/><Relationship Id="rId1" Type="http://schemas.openxmlformats.org/officeDocument/2006/relationships/image" Target="../media/image344.wmf"/><Relationship Id="rId6" Type="http://schemas.openxmlformats.org/officeDocument/2006/relationships/image" Target="../media/image349.wmf"/><Relationship Id="rId11" Type="http://schemas.openxmlformats.org/officeDocument/2006/relationships/image" Target="../media/image354.wmf"/><Relationship Id="rId5" Type="http://schemas.openxmlformats.org/officeDocument/2006/relationships/image" Target="../media/image348.wmf"/><Relationship Id="rId15" Type="http://schemas.openxmlformats.org/officeDocument/2006/relationships/image" Target="../media/image358.wmf"/><Relationship Id="rId10" Type="http://schemas.openxmlformats.org/officeDocument/2006/relationships/image" Target="../media/image353.wmf"/><Relationship Id="rId4" Type="http://schemas.openxmlformats.org/officeDocument/2006/relationships/image" Target="../media/image347.wmf"/><Relationship Id="rId9" Type="http://schemas.openxmlformats.org/officeDocument/2006/relationships/image" Target="../media/image352.wmf"/><Relationship Id="rId14" Type="http://schemas.openxmlformats.org/officeDocument/2006/relationships/image" Target="../media/image357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wmf"/><Relationship Id="rId3" Type="http://schemas.openxmlformats.org/officeDocument/2006/relationships/image" Target="../media/image363.wmf"/><Relationship Id="rId7" Type="http://schemas.openxmlformats.org/officeDocument/2006/relationships/image" Target="../media/image367.wmf"/><Relationship Id="rId12" Type="http://schemas.openxmlformats.org/officeDocument/2006/relationships/image" Target="../media/image372.wmf"/><Relationship Id="rId2" Type="http://schemas.openxmlformats.org/officeDocument/2006/relationships/image" Target="../media/image362.wmf"/><Relationship Id="rId1" Type="http://schemas.openxmlformats.org/officeDocument/2006/relationships/image" Target="../media/image361.wmf"/><Relationship Id="rId6" Type="http://schemas.openxmlformats.org/officeDocument/2006/relationships/image" Target="../media/image366.wmf"/><Relationship Id="rId11" Type="http://schemas.openxmlformats.org/officeDocument/2006/relationships/image" Target="../media/image371.wmf"/><Relationship Id="rId5" Type="http://schemas.openxmlformats.org/officeDocument/2006/relationships/image" Target="../media/image365.wmf"/><Relationship Id="rId10" Type="http://schemas.openxmlformats.org/officeDocument/2006/relationships/image" Target="../media/image370.wmf"/><Relationship Id="rId4" Type="http://schemas.openxmlformats.org/officeDocument/2006/relationships/image" Target="../media/image364.wmf"/><Relationship Id="rId9" Type="http://schemas.openxmlformats.org/officeDocument/2006/relationships/image" Target="../media/image36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wmf"/><Relationship Id="rId2" Type="http://schemas.openxmlformats.org/officeDocument/2006/relationships/image" Target="../media/image373.wmf"/><Relationship Id="rId1" Type="http://schemas.openxmlformats.org/officeDocument/2006/relationships/image" Target="../media/image368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3" Type="http://schemas.openxmlformats.org/officeDocument/2006/relationships/image" Target="../media/image377.wmf"/><Relationship Id="rId7" Type="http://schemas.openxmlformats.org/officeDocument/2006/relationships/image" Target="../media/image381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Relationship Id="rId6" Type="http://schemas.openxmlformats.org/officeDocument/2006/relationships/image" Target="../media/image380.wmf"/><Relationship Id="rId5" Type="http://schemas.openxmlformats.org/officeDocument/2006/relationships/image" Target="../media/image379.wmf"/><Relationship Id="rId4" Type="http://schemas.openxmlformats.org/officeDocument/2006/relationships/image" Target="../media/image378.wmf"/><Relationship Id="rId9" Type="http://schemas.openxmlformats.org/officeDocument/2006/relationships/image" Target="../media/image38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3" Type="http://schemas.openxmlformats.org/officeDocument/2006/relationships/image" Target="../media/image385.wmf"/><Relationship Id="rId7" Type="http://schemas.openxmlformats.org/officeDocument/2006/relationships/image" Target="../media/image389.wmf"/><Relationship Id="rId2" Type="http://schemas.openxmlformats.org/officeDocument/2006/relationships/image" Target="../media/image384.wmf"/><Relationship Id="rId1" Type="http://schemas.openxmlformats.org/officeDocument/2006/relationships/image" Target="../media/image375.wmf"/><Relationship Id="rId6" Type="http://schemas.openxmlformats.org/officeDocument/2006/relationships/image" Target="../media/image388.wmf"/><Relationship Id="rId5" Type="http://schemas.openxmlformats.org/officeDocument/2006/relationships/image" Target="../media/image387.wmf"/><Relationship Id="rId4" Type="http://schemas.openxmlformats.org/officeDocument/2006/relationships/image" Target="../media/image386.wmf"/><Relationship Id="rId9" Type="http://schemas.openxmlformats.org/officeDocument/2006/relationships/image" Target="../media/image391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wmf"/><Relationship Id="rId3" Type="http://schemas.openxmlformats.org/officeDocument/2006/relationships/image" Target="../media/image394.wmf"/><Relationship Id="rId7" Type="http://schemas.openxmlformats.org/officeDocument/2006/relationships/image" Target="../media/image398.wmf"/><Relationship Id="rId2" Type="http://schemas.openxmlformats.org/officeDocument/2006/relationships/image" Target="../media/image393.wmf"/><Relationship Id="rId1" Type="http://schemas.openxmlformats.org/officeDocument/2006/relationships/image" Target="../media/image392.wmf"/><Relationship Id="rId6" Type="http://schemas.openxmlformats.org/officeDocument/2006/relationships/image" Target="../media/image397.wmf"/><Relationship Id="rId5" Type="http://schemas.openxmlformats.org/officeDocument/2006/relationships/image" Target="../media/image396.wmf"/><Relationship Id="rId10" Type="http://schemas.openxmlformats.org/officeDocument/2006/relationships/image" Target="../media/image401.wmf"/><Relationship Id="rId4" Type="http://schemas.openxmlformats.org/officeDocument/2006/relationships/image" Target="../media/image395.wmf"/><Relationship Id="rId9" Type="http://schemas.openxmlformats.org/officeDocument/2006/relationships/image" Target="../media/image40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wmf"/><Relationship Id="rId13" Type="http://schemas.openxmlformats.org/officeDocument/2006/relationships/image" Target="../media/image414.wmf"/><Relationship Id="rId3" Type="http://schemas.openxmlformats.org/officeDocument/2006/relationships/image" Target="../media/image404.wmf"/><Relationship Id="rId7" Type="http://schemas.openxmlformats.org/officeDocument/2006/relationships/image" Target="../media/image408.wmf"/><Relationship Id="rId12" Type="http://schemas.openxmlformats.org/officeDocument/2006/relationships/image" Target="../media/image413.wmf"/><Relationship Id="rId2" Type="http://schemas.openxmlformats.org/officeDocument/2006/relationships/image" Target="../media/image403.wmf"/><Relationship Id="rId1" Type="http://schemas.openxmlformats.org/officeDocument/2006/relationships/image" Target="../media/image402.wmf"/><Relationship Id="rId6" Type="http://schemas.openxmlformats.org/officeDocument/2006/relationships/image" Target="../media/image407.wmf"/><Relationship Id="rId11" Type="http://schemas.openxmlformats.org/officeDocument/2006/relationships/image" Target="../media/image412.wmf"/><Relationship Id="rId5" Type="http://schemas.openxmlformats.org/officeDocument/2006/relationships/image" Target="../media/image406.wmf"/><Relationship Id="rId15" Type="http://schemas.openxmlformats.org/officeDocument/2006/relationships/image" Target="../media/image416.wmf"/><Relationship Id="rId10" Type="http://schemas.openxmlformats.org/officeDocument/2006/relationships/image" Target="../media/image411.wmf"/><Relationship Id="rId4" Type="http://schemas.openxmlformats.org/officeDocument/2006/relationships/image" Target="../media/image405.wmf"/><Relationship Id="rId9" Type="http://schemas.openxmlformats.org/officeDocument/2006/relationships/image" Target="../media/image410.wmf"/><Relationship Id="rId14" Type="http://schemas.openxmlformats.org/officeDocument/2006/relationships/image" Target="../media/image415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wmf"/><Relationship Id="rId13" Type="http://schemas.openxmlformats.org/officeDocument/2006/relationships/image" Target="../media/image429.wmf"/><Relationship Id="rId3" Type="http://schemas.openxmlformats.org/officeDocument/2006/relationships/image" Target="../media/image419.wmf"/><Relationship Id="rId7" Type="http://schemas.openxmlformats.org/officeDocument/2006/relationships/image" Target="../media/image423.wmf"/><Relationship Id="rId12" Type="http://schemas.openxmlformats.org/officeDocument/2006/relationships/image" Target="../media/image428.wmf"/><Relationship Id="rId2" Type="http://schemas.openxmlformats.org/officeDocument/2006/relationships/image" Target="../media/image418.wmf"/><Relationship Id="rId1" Type="http://schemas.openxmlformats.org/officeDocument/2006/relationships/image" Target="../media/image417.wmf"/><Relationship Id="rId6" Type="http://schemas.openxmlformats.org/officeDocument/2006/relationships/image" Target="../media/image422.wmf"/><Relationship Id="rId11" Type="http://schemas.openxmlformats.org/officeDocument/2006/relationships/image" Target="../media/image427.wmf"/><Relationship Id="rId5" Type="http://schemas.openxmlformats.org/officeDocument/2006/relationships/image" Target="../media/image421.wmf"/><Relationship Id="rId10" Type="http://schemas.openxmlformats.org/officeDocument/2006/relationships/image" Target="../media/image426.wmf"/><Relationship Id="rId4" Type="http://schemas.openxmlformats.org/officeDocument/2006/relationships/image" Target="../media/image420.wmf"/><Relationship Id="rId9" Type="http://schemas.openxmlformats.org/officeDocument/2006/relationships/image" Target="../media/image425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wmf"/><Relationship Id="rId3" Type="http://schemas.openxmlformats.org/officeDocument/2006/relationships/image" Target="../media/image432.wmf"/><Relationship Id="rId7" Type="http://schemas.openxmlformats.org/officeDocument/2006/relationships/image" Target="../media/image436.wmf"/><Relationship Id="rId2" Type="http://schemas.openxmlformats.org/officeDocument/2006/relationships/image" Target="../media/image431.wmf"/><Relationship Id="rId1" Type="http://schemas.openxmlformats.org/officeDocument/2006/relationships/image" Target="../media/image430.wmf"/><Relationship Id="rId6" Type="http://schemas.openxmlformats.org/officeDocument/2006/relationships/image" Target="../media/image435.wmf"/><Relationship Id="rId5" Type="http://schemas.openxmlformats.org/officeDocument/2006/relationships/image" Target="../media/image434.wmf"/><Relationship Id="rId10" Type="http://schemas.openxmlformats.org/officeDocument/2006/relationships/image" Target="../media/image429.wmf"/><Relationship Id="rId4" Type="http://schemas.openxmlformats.org/officeDocument/2006/relationships/image" Target="../media/image433.wmf"/><Relationship Id="rId9" Type="http://schemas.openxmlformats.org/officeDocument/2006/relationships/image" Target="../media/image4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CC27E-DF4C-45EB-9E1C-5E003C8EDBCB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3C278-08F4-462E-B47D-35BFACA310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57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下面给出最大值最小值存在的充分条件。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236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5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14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641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三角不等式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77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000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44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将这两种情况合起来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468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3C278-08F4-462E-B47D-35BFACA3103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41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97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9.bin"/><Relationship Id="rId39" Type="http://schemas.openxmlformats.org/officeDocument/2006/relationships/oleObject" Target="../embeddings/oleObject27.bin"/><Relationship Id="rId21" Type="http://schemas.openxmlformats.org/officeDocument/2006/relationships/image" Target="../media/image16.emf"/><Relationship Id="rId34" Type="http://schemas.openxmlformats.org/officeDocument/2006/relationships/image" Target="../media/image20.w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4.emf"/><Relationship Id="rId25" Type="http://schemas.openxmlformats.org/officeDocument/2006/relationships/oleObject" Target="../embeddings/oleObject18.bin"/><Relationship Id="rId33" Type="http://schemas.openxmlformats.org/officeDocument/2006/relationships/oleObject" Target="../embeddings/oleObject24.bin"/><Relationship Id="rId38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7.bin"/><Relationship Id="rId32" Type="http://schemas.openxmlformats.org/officeDocument/2006/relationships/image" Target="../media/image19.emf"/><Relationship Id="rId37" Type="http://schemas.openxmlformats.org/officeDocument/2006/relationships/oleObject" Target="../embeddings/oleObject26.bin"/><Relationship Id="rId40" Type="http://schemas.openxmlformats.org/officeDocument/2006/relationships/image" Target="../media/image23.wmf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23" Type="http://schemas.openxmlformats.org/officeDocument/2006/relationships/image" Target="../media/image17.emf"/><Relationship Id="rId28" Type="http://schemas.openxmlformats.org/officeDocument/2006/relationships/image" Target="../media/image18.emf"/><Relationship Id="rId36" Type="http://schemas.openxmlformats.org/officeDocument/2006/relationships/image" Target="../media/image21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5.emf"/><Relationship Id="rId31" Type="http://schemas.openxmlformats.org/officeDocument/2006/relationships/oleObject" Target="../embeddings/oleObject23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oleObject" Target="../embeddings/oleObject20.bin"/><Relationship Id="rId30" Type="http://schemas.openxmlformats.org/officeDocument/2006/relationships/oleObject" Target="../embeddings/oleObject22.bin"/><Relationship Id="rId35" Type="http://schemas.openxmlformats.org/officeDocument/2006/relationships/oleObject" Target="../embeddings/oleObject25.bin"/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2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41.bin"/><Relationship Id="rId26" Type="http://schemas.openxmlformats.org/officeDocument/2006/relationships/oleObject" Target="../embeddings/oleObject45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8.e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14.emf"/><Relationship Id="rId25" Type="http://schemas.openxmlformats.org/officeDocument/2006/relationships/image" Target="../media/image1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2.bin"/><Relationship Id="rId29" Type="http://schemas.openxmlformats.org/officeDocument/2006/relationships/image" Target="../media/image30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44.bin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23" Type="http://schemas.openxmlformats.org/officeDocument/2006/relationships/image" Target="../media/image16.emf"/><Relationship Id="rId28" Type="http://schemas.openxmlformats.org/officeDocument/2006/relationships/oleObject" Target="../embeddings/oleObject46.bin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15.emf"/><Relationship Id="rId31" Type="http://schemas.openxmlformats.org/officeDocument/2006/relationships/image" Target="../media/image31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3.bin"/><Relationship Id="rId27" Type="http://schemas.openxmlformats.org/officeDocument/2006/relationships/image" Target="../media/image19.emf"/><Relationship Id="rId30" Type="http://schemas.openxmlformats.org/officeDocument/2006/relationships/oleObject" Target="../embeddings/oleObject47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emf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59.bin"/><Relationship Id="rId39" Type="http://schemas.openxmlformats.org/officeDocument/2006/relationships/image" Target="../media/image49.wmf"/><Relationship Id="rId21" Type="http://schemas.openxmlformats.org/officeDocument/2006/relationships/image" Target="../media/image40.emf"/><Relationship Id="rId34" Type="http://schemas.openxmlformats.org/officeDocument/2006/relationships/oleObject" Target="../embeddings/oleObject63.bin"/><Relationship Id="rId42" Type="http://schemas.openxmlformats.org/officeDocument/2006/relationships/oleObject" Target="../embeddings/oleObject67.bin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29" Type="http://schemas.openxmlformats.org/officeDocument/2006/relationships/image" Target="../media/image44.wmf"/><Relationship Id="rId41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35.emf"/><Relationship Id="rId24" Type="http://schemas.openxmlformats.org/officeDocument/2006/relationships/oleObject" Target="../embeddings/oleObject58.bin"/><Relationship Id="rId32" Type="http://schemas.openxmlformats.org/officeDocument/2006/relationships/oleObject" Target="../embeddings/oleObject62.bin"/><Relationship Id="rId37" Type="http://schemas.openxmlformats.org/officeDocument/2006/relationships/image" Target="../media/image48.wmf"/><Relationship Id="rId40" Type="http://schemas.openxmlformats.org/officeDocument/2006/relationships/oleObject" Target="../embeddings/oleObject66.bin"/><Relationship Id="rId5" Type="http://schemas.openxmlformats.org/officeDocument/2006/relationships/image" Target="../media/image32.emf"/><Relationship Id="rId15" Type="http://schemas.openxmlformats.org/officeDocument/2006/relationships/image" Target="../media/image37.emf"/><Relationship Id="rId23" Type="http://schemas.openxmlformats.org/officeDocument/2006/relationships/image" Target="../media/image41.emf"/><Relationship Id="rId28" Type="http://schemas.openxmlformats.org/officeDocument/2006/relationships/oleObject" Target="../embeddings/oleObject60.bin"/><Relationship Id="rId36" Type="http://schemas.openxmlformats.org/officeDocument/2006/relationships/oleObject" Target="../embeddings/oleObject64.bin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39.emf"/><Relationship Id="rId31" Type="http://schemas.openxmlformats.org/officeDocument/2006/relationships/image" Target="../media/image45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34.e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43.wmf"/><Relationship Id="rId30" Type="http://schemas.openxmlformats.org/officeDocument/2006/relationships/oleObject" Target="../embeddings/oleObject61.bin"/><Relationship Id="rId35" Type="http://schemas.openxmlformats.org/officeDocument/2006/relationships/image" Target="../media/image47.wmf"/><Relationship Id="rId43" Type="http://schemas.openxmlformats.org/officeDocument/2006/relationships/image" Target="../media/image51.wmf"/><Relationship Id="rId8" Type="http://schemas.openxmlformats.org/officeDocument/2006/relationships/oleObject" Target="../embeddings/oleObject50.bin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38.emf"/><Relationship Id="rId25" Type="http://schemas.openxmlformats.org/officeDocument/2006/relationships/image" Target="../media/image42.wmf"/><Relationship Id="rId33" Type="http://schemas.openxmlformats.org/officeDocument/2006/relationships/image" Target="../media/image46.wmf"/><Relationship Id="rId38" Type="http://schemas.openxmlformats.org/officeDocument/2006/relationships/oleObject" Target="../embeddings/oleObject6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69.bin"/><Relationship Id="rId18" Type="http://schemas.openxmlformats.org/officeDocument/2006/relationships/oleObject" Target="../embeddings/oleObject72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54.wmf"/><Relationship Id="rId7" Type="http://schemas.openxmlformats.org/officeDocument/2006/relationships/image" Target="../media/image59.emf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3.wmf"/><Relationship Id="rId20" Type="http://schemas.openxmlformats.org/officeDocument/2006/relationships/oleObject" Target="../embeddings/oleObject74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8.emf"/><Relationship Id="rId11" Type="http://schemas.openxmlformats.org/officeDocument/2006/relationships/oleObject" Target="../embeddings/oleObject68.bin"/><Relationship Id="rId5" Type="http://schemas.openxmlformats.org/officeDocument/2006/relationships/image" Target="../media/image57.emf"/><Relationship Id="rId15" Type="http://schemas.openxmlformats.org/officeDocument/2006/relationships/oleObject" Target="../embeddings/oleObject70.bin"/><Relationship Id="rId23" Type="http://schemas.openxmlformats.org/officeDocument/2006/relationships/image" Target="../media/image55.wmf"/><Relationship Id="rId10" Type="http://schemas.openxmlformats.org/officeDocument/2006/relationships/image" Target="../media/image62.e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56.emf"/><Relationship Id="rId9" Type="http://schemas.openxmlformats.org/officeDocument/2006/relationships/image" Target="../media/image61.emf"/><Relationship Id="rId14" Type="http://schemas.openxmlformats.org/officeDocument/2006/relationships/image" Target="../media/image52.wmf"/><Relationship Id="rId22" Type="http://schemas.openxmlformats.org/officeDocument/2006/relationships/oleObject" Target="../embeddings/oleObject75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wmf"/><Relationship Id="rId18" Type="http://schemas.openxmlformats.org/officeDocument/2006/relationships/oleObject" Target="../embeddings/oleObject84.bin"/><Relationship Id="rId26" Type="http://schemas.openxmlformats.org/officeDocument/2006/relationships/oleObject" Target="../embeddings/oleObject88.bin"/><Relationship Id="rId39" Type="http://schemas.openxmlformats.org/officeDocument/2006/relationships/image" Target="../media/image75.wmf"/><Relationship Id="rId21" Type="http://schemas.openxmlformats.org/officeDocument/2006/relationships/image" Target="../media/image67.wmf"/><Relationship Id="rId34" Type="http://schemas.openxmlformats.org/officeDocument/2006/relationships/oleObject" Target="../embeddings/oleObject92.bin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29" Type="http://schemas.openxmlformats.org/officeDocument/2006/relationships/image" Target="../media/image71.wmf"/><Relationship Id="rId41" Type="http://schemas.openxmlformats.org/officeDocument/2006/relationships/image" Target="../media/image76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7.bin"/><Relationship Id="rId11" Type="http://schemas.openxmlformats.org/officeDocument/2006/relationships/oleObject" Target="../embeddings/oleObject80.bin"/><Relationship Id="rId24" Type="http://schemas.openxmlformats.org/officeDocument/2006/relationships/oleObject" Target="../embeddings/oleObject87.bin"/><Relationship Id="rId32" Type="http://schemas.openxmlformats.org/officeDocument/2006/relationships/oleObject" Target="../embeddings/oleObject91.bin"/><Relationship Id="rId37" Type="http://schemas.openxmlformats.org/officeDocument/2006/relationships/image" Target="../media/image74.wmf"/><Relationship Id="rId40" Type="http://schemas.openxmlformats.org/officeDocument/2006/relationships/oleObject" Target="../embeddings/oleObject96.bin"/><Relationship Id="rId5" Type="http://schemas.openxmlformats.org/officeDocument/2006/relationships/image" Target="../media/image49.wmf"/><Relationship Id="rId15" Type="http://schemas.openxmlformats.org/officeDocument/2006/relationships/image" Target="../media/image64.wmf"/><Relationship Id="rId23" Type="http://schemas.openxmlformats.org/officeDocument/2006/relationships/image" Target="../media/image68.wmf"/><Relationship Id="rId28" Type="http://schemas.openxmlformats.org/officeDocument/2006/relationships/oleObject" Target="../embeddings/oleObject89.bin"/><Relationship Id="rId36" Type="http://schemas.openxmlformats.org/officeDocument/2006/relationships/oleObject" Target="../embeddings/oleObject94.bin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66.wmf"/><Relationship Id="rId31" Type="http://schemas.openxmlformats.org/officeDocument/2006/relationships/image" Target="../media/image72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Relationship Id="rId27" Type="http://schemas.openxmlformats.org/officeDocument/2006/relationships/image" Target="../media/image70.wmf"/><Relationship Id="rId30" Type="http://schemas.openxmlformats.org/officeDocument/2006/relationships/oleObject" Target="../embeddings/oleObject90.bin"/><Relationship Id="rId35" Type="http://schemas.openxmlformats.org/officeDocument/2006/relationships/oleObject" Target="../embeddings/oleObject93.bin"/><Relationship Id="rId8" Type="http://schemas.openxmlformats.org/officeDocument/2006/relationships/oleObject" Target="../embeddings/oleObject78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65.wmf"/><Relationship Id="rId25" Type="http://schemas.openxmlformats.org/officeDocument/2006/relationships/image" Target="../media/image69.wmf"/><Relationship Id="rId33" Type="http://schemas.openxmlformats.org/officeDocument/2006/relationships/image" Target="../media/image73.wmf"/><Relationship Id="rId38" Type="http://schemas.openxmlformats.org/officeDocument/2006/relationships/oleObject" Target="../embeddings/oleObject9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oleObject" Target="../embeddings/oleObject102.bin"/><Relationship Id="rId18" Type="http://schemas.openxmlformats.org/officeDocument/2006/relationships/oleObject" Target="../embeddings/oleObject10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101.bin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1.wmf"/><Relationship Id="rId20" Type="http://schemas.openxmlformats.org/officeDocument/2006/relationships/oleObject" Target="../embeddings/oleObject10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oleObject" Target="../embeddings/oleObject104.bin"/><Relationship Id="rId10" Type="http://schemas.openxmlformats.org/officeDocument/2006/relationships/oleObject" Target="../embeddings/oleObject100.bin"/><Relationship Id="rId19" Type="http://schemas.openxmlformats.org/officeDocument/2006/relationships/oleObject" Target="../embeddings/oleObject107.bin"/><Relationship Id="rId4" Type="http://schemas.openxmlformats.org/officeDocument/2006/relationships/oleObject" Target="../embeddings/oleObject9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10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81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86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94.wmf"/><Relationship Id="rId26" Type="http://schemas.openxmlformats.org/officeDocument/2006/relationships/image" Target="../media/image98.e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34" Type="http://schemas.openxmlformats.org/officeDocument/2006/relationships/oleObject" Target="../embeddings/oleObject131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91.emf"/><Relationship Id="rId17" Type="http://schemas.openxmlformats.org/officeDocument/2006/relationships/oleObject" Target="../embeddings/oleObject122.bin"/><Relationship Id="rId25" Type="http://schemas.openxmlformats.org/officeDocument/2006/relationships/oleObject" Target="../embeddings/oleObject126.bin"/><Relationship Id="rId33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3.wmf"/><Relationship Id="rId20" Type="http://schemas.openxmlformats.org/officeDocument/2006/relationships/image" Target="../media/image95.emf"/><Relationship Id="rId29" Type="http://schemas.openxmlformats.org/officeDocument/2006/relationships/oleObject" Target="../embeddings/oleObject128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97.emf"/><Relationship Id="rId32" Type="http://schemas.openxmlformats.org/officeDocument/2006/relationships/image" Target="../media/image101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28" Type="http://schemas.openxmlformats.org/officeDocument/2006/relationships/image" Target="../media/image99.emf"/><Relationship Id="rId10" Type="http://schemas.openxmlformats.org/officeDocument/2006/relationships/image" Target="../media/image90.emf"/><Relationship Id="rId19" Type="http://schemas.openxmlformats.org/officeDocument/2006/relationships/oleObject" Target="../embeddings/oleObject123.bin"/><Relationship Id="rId31" Type="http://schemas.openxmlformats.org/officeDocument/2006/relationships/oleObject" Target="../embeddings/oleObject129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92.wmf"/><Relationship Id="rId22" Type="http://schemas.openxmlformats.org/officeDocument/2006/relationships/image" Target="../media/image96.emf"/><Relationship Id="rId27" Type="http://schemas.openxmlformats.org/officeDocument/2006/relationships/oleObject" Target="../embeddings/oleObject127.bin"/><Relationship Id="rId30" Type="http://schemas.openxmlformats.org/officeDocument/2006/relationships/image" Target="../media/image100.emf"/><Relationship Id="rId8" Type="http://schemas.openxmlformats.org/officeDocument/2006/relationships/image" Target="../media/image89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140.bin"/><Relationship Id="rId26" Type="http://schemas.openxmlformats.org/officeDocument/2006/relationships/image" Target="../media/image111.wmf"/><Relationship Id="rId3" Type="http://schemas.openxmlformats.org/officeDocument/2006/relationships/oleObject" Target="../embeddings/oleObject132.bin"/><Relationship Id="rId21" Type="http://schemas.openxmlformats.org/officeDocument/2006/relationships/oleObject" Target="../embeddings/oleObject142.bin"/><Relationship Id="rId34" Type="http://schemas.openxmlformats.org/officeDocument/2006/relationships/image" Target="../media/image115.wmf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08.wmf"/><Relationship Id="rId25" Type="http://schemas.openxmlformats.org/officeDocument/2006/relationships/oleObject" Target="../embeddings/oleObject144.bin"/><Relationship Id="rId33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29" Type="http://schemas.openxmlformats.org/officeDocument/2006/relationships/oleObject" Target="../embeddings/oleObject146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36.bin"/><Relationship Id="rId24" Type="http://schemas.openxmlformats.org/officeDocument/2006/relationships/image" Target="../media/image9.emf"/><Relationship Id="rId32" Type="http://schemas.openxmlformats.org/officeDocument/2006/relationships/image" Target="../media/image114.wmf"/><Relationship Id="rId5" Type="http://schemas.openxmlformats.org/officeDocument/2006/relationships/oleObject" Target="../embeddings/oleObject133.bin"/><Relationship Id="rId15" Type="http://schemas.openxmlformats.org/officeDocument/2006/relationships/image" Target="../media/image107.wmf"/><Relationship Id="rId23" Type="http://schemas.openxmlformats.org/officeDocument/2006/relationships/oleObject" Target="../embeddings/oleObject143.bin"/><Relationship Id="rId28" Type="http://schemas.openxmlformats.org/officeDocument/2006/relationships/image" Target="../media/image112.wmf"/><Relationship Id="rId10" Type="http://schemas.openxmlformats.org/officeDocument/2006/relationships/image" Target="../media/image105.wmf"/><Relationship Id="rId19" Type="http://schemas.openxmlformats.org/officeDocument/2006/relationships/image" Target="../media/image109.wmf"/><Relationship Id="rId31" Type="http://schemas.openxmlformats.org/officeDocument/2006/relationships/oleObject" Target="../embeddings/oleObject147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35.bin"/><Relationship Id="rId14" Type="http://schemas.openxmlformats.org/officeDocument/2006/relationships/oleObject" Target="../embeddings/oleObject138.bin"/><Relationship Id="rId22" Type="http://schemas.openxmlformats.org/officeDocument/2006/relationships/image" Target="../media/image110.wmf"/><Relationship Id="rId27" Type="http://schemas.openxmlformats.org/officeDocument/2006/relationships/oleObject" Target="../embeddings/oleObject145.bin"/><Relationship Id="rId30" Type="http://schemas.openxmlformats.org/officeDocument/2006/relationships/image" Target="../media/image113.wmf"/><Relationship Id="rId8" Type="http://schemas.openxmlformats.org/officeDocument/2006/relationships/image" Target="../media/image104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1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26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20" Type="http://schemas.openxmlformats.org/officeDocument/2006/relationships/image" Target="../media/image12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24.wmf"/><Relationship Id="rId22" Type="http://schemas.openxmlformats.org/officeDocument/2006/relationships/image" Target="../media/image12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36.wmf"/><Relationship Id="rId26" Type="http://schemas.openxmlformats.org/officeDocument/2006/relationships/oleObject" Target="../embeddings/oleObject174.bin"/><Relationship Id="rId3" Type="http://schemas.openxmlformats.org/officeDocument/2006/relationships/oleObject" Target="../embeddings/oleObject162.bin"/><Relationship Id="rId21" Type="http://schemas.openxmlformats.org/officeDocument/2006/relationships/oleObject" Target="../embeddings/oleObject171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69.bin"/><Relationship Id="rId25" Type="http://schemas.openxmlformats.org/officeDocument/2006/relationships/oleObject" Target="../embeddings/oleObject17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5.wmf"/><Relationship Id="rId20" Type="http://schemas.openxmlformats.org/officeDocument/2006/relationships/image" Target="../media/image13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66.bin"/><Relationship Id="rId24" Type="http://schemas.openxmlformats.org/officeDocument/2006/relationships/image" Target="../media/image139.wmf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23" Type="http://schemas.openxmlformats.org/officeDocument/2006/relationships/oleObject" Target="../embeddings/oleObject172.bin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70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34.wmf"/><Relationship Id="rId22" Type="http://schemas.openxmlformats.org/officeDocument/2006/relationships/image" Target="../media/image138.wmf"/><Relationship Id="rId27" Type="http://schemas.openxmlformats.org/officeDocument/2006/relationships/image" Target="../media/image14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45.wmf"/><Relationship Id="rId18" Type="http://schemas.openxmlformats.org/officeDocument/2006/relationships/oleObject" Target="../embeddings/oleObject182.bin"/><Relationship Id="rId26" Type="http://schemas.openxmlformats.org/officeDocument/2006/relationships/oleObject" Target="../embeddings/oleObject186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49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47.wmf"/><Relationship Id="rId25" Type="http://schemas.openxmlformats.org/officeDocument/2006/relationships/image" Target="../media/image15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1.bin"/><Relationship Id="rId20" Type="http://schemas.openxmlformats.org/officeDocument/2006/relationships/oleObject" Target="../embeddings/oleObject183.bin"/><Relationship Id="rId29" Type="http://schemas.openxmlformats.org/officeDocument/2006/relationships/image" Target="../media/image153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44.wmf"/><Relationship Id="rId24" Type="http://schemas.openxmlformats.org/officeDocument/2006/relationships/oleObject" Target="../embeddings/oleObject185.bin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23" Type="http://schemas.openxmlformats.org/officeDocument/2006/relationships/image" Target="../media/image150.wmf"/><Relationship Id="rId28" Type="http://schemas.openxmlformats.org/officeDocument/2006/relationships/oleObject" Target="../embeddings/oleObject187.bin"/><Relationship Id="rId10" Type="http://schemas.openxmlformats.org/officeDocument/2006/relationships/oleObject" Target="../embeddings/oleObject178.bin"/><Relationship Id="rId19" Type="http://schemas.openxmlformats.org/officeDocument/2006/relationships/image" Target="../media/image148.wmf"/><Relationship Id="rId31" Type="http://schemas.openxmlformats.org/officeDocument/2006/relationships/image" Target="../media/image154.w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80.bin"/><Relationship Id="rId22" Type="http://schemas.openxmlformats.org/officeDocument/2006/relationships/oleObject" Target="../embeddings/oleObject184.bin"/><Relationship Id="rId27" Type="http://schemas.openxmlformats.org/officeDocument/2006/relationships/image" Target="../media/image152.wmf"/><Relationship Id="rId30" Type="http://schemas.openxmlformats.org/officeDocument/2006/relationships/oleObject" Target="../embeddings/oleObject18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161.wmf"/><Relationship Id="rId26" Type="http://schemas.openxmlformats.org/officeDocument/2006/relationships/image" Target="../media/image165.wmf"/><Relationship Id="rId3" Type="http://schemas.openxmlformats.org/officeDocument/2006/relationships/oleObject" Target="../embeddings/oleObject189.bin"/><Relationship Id="rId21" Type="http://schemas.openxmlformats.org/officeDocument/2006/relationships/oleObject" Target="../embeddings/oleObject198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96.bin"/><Relationship Id="rId25" Type="http://schemas.openxmlformats.org/officeDocument/2006/relationships/oleObject" Target="../embeddings/oleObject2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0.wmf"/><Relationship Id="rId20" Type="http://schemas.openxmlformats.org/officeDocument/2006/relationships/image" Target="../media/image162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93.bin"/><Relationship Id="rId24" Type="http://schemas.openxmlformats.org/officeDocument/2006/relationships/image" Target="../media/image164.wmf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199.bin"/><Relationship Id="rId10" Type="http://schemas.openxmlformats.org/officeDocument/2006/relationships/image" Target="../media/image157.wmf"/><Relationship Id="rId19" Type="http://schemas.openxmlformats.org/officeDocument/2006/relationships/oleObject" Target="../embeddings/oleObject197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59.wmf"/><Relationship Id="rId22" Type="http://schemas.openxmlformats.org/officeDocument/2006/relationships/image" Target="../media/image163.wmf"/><Relationship Id="rId27" Type="http://schemas.openxmlformats.org/officeDocument/2006/relationships/oleObject" Target="../embeddings/oleObject20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73.wmf"/><Relationship Id="rId26" Type="http://schemas.openxmlformats.org/officeDocument/2006/relationships/image" Target="../media/image177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29" Type="http://schemas.openxmlformats.org/officeDocument/2006/relationships/oleObject" Target="../embeddings/oleObject215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176.w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28" Type="http://schemas.openxmlformats.org/officeDocument/2006/relationships/image" Target="../media/image178.wmf"/><Relationship Id="rId10" Type="http://schemas.openxmlformats.org/officeDocument/2006/relationships/image" Target="../media/image169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71.wmf"/><Relationship Id="rId22" Type="http://schemas.openxmlformats.org/officeDocument/2006/relationships/image" Target="../media/image175.wmf"/><Relationship Id="rId27" Type="http://schemas.openxmlformats.org/officeDocument/2006/relationships/oleObject" Target="../embeddings/oleObject214.bin"/><Relationship Id="rId30" Type="http://schemas.openxmlformats.org/officeDocument/2006/relationships/image" Target="../media/image179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1.bin"/><Relationship Id="rId18" Type="http://schemas.openxmlformats.org/officeDocument/2006/relationships/image" Target="../media/image187.emf"/><Relationship Id="rId26" Type="http://schemas.openxmlformats.org/officeDocument/2006/relationships/image" Target="../media/image190.wmf"/><Relationship Id="rId21" Type="http://schemas.openxmlformats.org/officeDocument/2006/relationships/oleObject" Target="../embeddings/oleObject225.bin"/><Relationship Id="rId34" Type="http://schemas.openxmlformats.org/officeDocument/2006/relationships/image" Target="../media/image194.wmf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184.emf"/><Relationship Id="rId17" Type="http://schemas.openxmlformats.org/officeDocument/2006/relationships/oleObject" Target="../embeddings/oleObject223.bin"/><Relationship Id="rId25" Type="http://schemas.openxmlformats.org/officeDocument/2006/relationships/oleObject" Target="../embeddings/oleObject227.bin"/><Relationship Id="rId33" Type="http://schemas.openxmlformats.org/officeDocument/2006/relationships/oleObject" Target="../embeddings/oleObject231.bin"/><Relationship Id="rId38" Type="http://schemas.openxmlformats.org/officeDocument/2006/relationships/image" Target="../media/image179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86.emf"/><Relationship Id="rId20" Type="http://schemas.openxmlformats.org/officeDocument/2006/relationships/image" Target="../media/image188.wmf"/><Relationship Id="rId29" Type="http://schemas.openxmlformats.org/officeDocument/2006/relationships/oleObject" Target="../embeddings/oleObject229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1.emf"/><Relationship Id="rId11" Type="http://schemas.openxmlformats.org/officeDocument/2006/relationships/oleObject" Target="../embeddings/oleObject220.bin"/><Relationship Id="rId24" Type="http://schemas.openxmlformats.org/officeDocument/2006/relationships/image" Target="../media/image101.wmf"/><Relationship Id="rId32" Type="http://schemas.openxmlformats.org/officeDocument/2006/relationships/image" Target="../media/image193.emf"/><Relationship Id="rId37" Type="http://schemas.openxmlformats.org/officeDocument/2006/relationships/oleObject" Target="../embeddings/oleObject233.bin"/><Relationship Id="rId5" Type="http://schemas.openxmlformats.org/officeDocument/2006/relationships/oleObject" Target="../embeddings/oleObject217.bin"/><Relationship Id="rId15" Type="http://schemas.openxmlformats.org/officeDocument/2006/relationships/oleObject" Target="../embeddings/oleObject222.bin"/><Relationship Id="rId23" Type="http://schemas.openxmlformats.org/officeDocument/2006/relationships/oleObject" Target="../embeddings/oleObject226.bin"/><Relationship Id="rId28" Type="http://schemas.openxmlformats.org/officeDocument/2006/relationships/image" Target="../media/image191.emf"/><Relationship Id="rId36" Type="http://schemas.openxmlformats.org/officeDocument/2006/relationships/image" Target="../media/image195.wmf"/><Relationship Id="rId10" Type="http://schemas.openxmlformats.org/officeDocument/2006/relationships/image" Target="../media/image183.emf"/><Relationship Id="rId19" Type="http://schemas.openxmlformats.org/officeDocument/2006/relationships/oleObject" Target="../embeddings/oleObject224.bin"/><Relationship Id="rId31" Type="http://schemas.openxmlformats.org/officeDocument/2006/relationships/oleObject" Target="../embeddings/oleObject230.bin"/><Relationship Id="rId4" Type="http://schemas.openxmlformats.org/officeDocument/2006/relationships/image" Target="../media/image180.e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185.emf"/><Relationship Id="rId22" Type="http://schemas.openxmlformats.org/officeDocument/2006/relationships/image" Target="../media/image189.wmf"/><Relationship Id="rId27" Type="http://schemas.openxmlformats.org/officeDocument/2006/relationships/oleObject" Target="../embeddings/oleObject228.bin"/><Relationship Id="rId30" Type="http://schemas.openxmlformats.org/officeDocument/2006/relationships/image" Target="../media/image192.emf"/><Relationship Id="rId35" Type="http://schemas.openxmlformats.org/officeDocument/2006/relationships/oleObject" Target="../embeddings/oleObject232.bin"/><Relationship Id="rId8" Type="http://schemas.openxmlformats.org/officeDocument/2006/relationships/image" Target="../media/image182.emf"/><Relationship Id="rId3" Type="http://schemas.openxmlformats.org/officeDocument/2006/relationships/oleObject" Target="../embeddings/oleObject216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9.bin"/><Relationship Id="rId18" Type="http://schemas.openxmlformats.org/officeDocument/2006/relationships/image" Target="../media/image199.wmf"/><Relationship Id="rId26" Type="http://schemas.openxmlformats.org/officeDocument/2006/relationships/image" Target="../media/image203.wmf"/><Relationship Id="rId21" Type="http://schemas.openxmlformats.org/officeDocument/2006/relationships/oleObject" Target="../embeddings/oleObject243.bin"/><Relationship Id="rId34" Type="http://schemas.openxmlformats.org/officeDocument/2006/relationships/image" Target="../media/image207.wmf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183.emf"/><Relationship Id="rId17" Type="http://schemas.openxmlformats.org/officeDocument/2006/relationships/oleObject" Target="../embeddings/oleObject241.bin"/><Relationship Id="rId25" Type="http://schemas.openxmlformats.org/officeDocument/2006/relationships/oleObject" Target="../embeddings/oleObject245.bin"/><Relationship Id="rId33" Type="http://schemas.openxmlformats.org/officeDocument/2006/relationships/oleObject" Target="../embeddings/oleObject249.bin"/><Relationship Id="rId38" Type="http://schemas.openxmlformats.org/officeDocument/2006/relationships/image" Target="../media/image209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8.wmf"/><Relationship Id="rId20" Type="http://schemas.openxmlformats.org/officeDocument/2006/relationships/image" Target="../media/image200.wmf"/><Relationship Id="rId29" Type="http://schemas.openxmlformats.org/officeDocument/2006/relationships/oleObject" Target="../embeddings/oleObject24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238.bin"/><Relationship Id="rId24" Type="http://schemas.openxmlformats.org/officeDocument/2006/relationships/image" Target="../media/image202.wmf"/><Relationship Id="rId32" Type="http://schemas.openxmlformats.org/officeDocument/2006/relationships/image" Target="../media/image206.wmf"/><Relationship Id="rId37" Type="http://schemas.openxmlformats.org/officeDocument/2006/relationships/oleObject" Target="../embeddings/oleObject251.bin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0.bin"/><Relationship Id="rId23" Type="http://schemas.openxmlformats.org/officeDocument/2006/relationships/oleObject" Target="../embeddings/oleObject244.bin"/><Relationship Id="rId28" Type="http://schemas.openxmlformats.org/officeDocument/2006/relationships/image" Target="../media/image204.wmf"/><Relationship Id="rId36" Type="http://schemas.openxmlformats.org/officeDocument/2006/relationships/image" Target="../media/image208.wmf"/><Relationship Id="rId10" Type="http://schemas.openxmlformats.org/officeDocument/2006/relationships/image" Target="../media/image182.emf"/><Relationship Id="rId19" Type="http://schemas.openxmlformats.org/officeDocument/2006/relationships/oleObject" Target="../embeddings/oleObject242.bin"/><Relationship Id="rId31" Type="http://schemas.openxmlformats.org/officeDocument/2006/relationships/oleObject" Target="../embeddings/oleObject248.bin"/><Relationship Id="rId4" Type="http://schemas.openxmlformats.org/officeDocument/2006/relationships/image" Target="../media/image193.emf"/><Relationship Id="rId9" Type="http://schemas.openxmlformats.org/officeDocument/2006/relationships/oleObject" Target="../embeddings/oleObject237.bin"/><Relationship Id="rId14" Type="http://schemas.openxmlformats.org/officeDocument/2006/relationships/image" Target="../media/image184.emf"/><Relationship Id="rId22" Type="http://schemas.openxmlformats.org/officeDocument/2006/relationships/image" Target="../media/image201.wmf"/><Relationship Id="rId27" Type="http://schemas.openxmlformats.org/officeDocument/2006/relationships/oleObject" Target="../embeddings/oleObject246.bin"/><Relationship Id="rId30" Type="http://schemas.openxmlformats.org/officeDocument/2006/relationships/image" Target="../media/image205.wmf"/><Relationship Id="rId35" Type="http://schemas.openxmlformats.org/officeDocument/2006/relationships/oleObject" Target="../embeddings/oleObject250.bin"/><Relationship Id="rId8" Type="http://schemas.openxmlformats.org/officeDocument/2006/relationships/image" Target="../media/image197.wmf"/><Relationship Id="rId3" Type="http://schemas.openxmlformats.org/officeDocument/2006/relationships/oleObject" Target="../embeddings/oleObject23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257.bin"/><Relationship Id="rId18" Type="http://schemas.openxmlformats.org/officeDocument/2006/relationships/image" Target="../media/image215.w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5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1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211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1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3.bin"/><Relationship Id="rId13" Type="http://schemas.openxmlformats.org/officeDocument/2006/relationships/image" Target="../media/image219.wmf"/><Relationship Id="rId18" Type="http://schemas.openxmlformats.org/officeDocument/2006/relationships/oleObject" Target="../embeddings/oleObject268.bin"/><Relationship Id="rId3" Type="http://schemas.openxmlformats.org/officeDocument/2006/relationships/oleObject" Target="../embeddings/oleObject260.bin"/><Relationship Id="rId21" Type="http://schemas.openxmlformats.org/officeDocument/2006/relationships/image" Target="../media/image222.wmf"/><Relationship Id="rId7" Type="http://schemas.openxmlformats.org/officeDocument/2006/relationships/oleObject" Target="../embeddings/oleObject262.bin"/><Relationship Id="rId12" Type="http://schemas.openxmlformats.org/officeDocument/2006/relationships/oleObject" Target="../embeddings/oleObject265.bin"/><Relationship Id="rId17" Type="http://schemas.openxmlformats.org/officeDocument/2006/relationships/image" Target="../media/image213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67.bin"/><Relationship Id="rId20" Type="http://schemas.openxmlformats.org/officeDocument/2006/relationships/oleObject" Target="../embeddings/oleObject269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16.wmf"/><Relationship Id="rId11" Type="http://schemas.openxmlformats.org/officeDocument/2006/relationships/image" Target="../media/image218.wmf"/><Relationship Id="rId5" Type="http://schemas.openxmlformats.org/officeDocument/2006/relationships/oleObject" Target="../embeddings/oleObject261.bin"/><Relationship Id="rId15" Type="http://schemas.openxmlformats.org/officeDocument/2006/relationships/image" Target="../media/image220.wmf"/><Relationship Id="rId23" Type="http://schemas.openxmlformats.org/officeDocument/2006/relationships/image" Target="../media/image223.wmf"/><Relationship Id="rId10" Type="http://schemas.openxmlformats.org/officeDocument/2006/relationships/oleObject" Target="../embeddings/oleObject264.bin"/><Relationship Id="rId19" Type="http://schemas.openxmlformats.org/officeDocument/2006/relationships/image" Target="../media/image221.wmf"/><Relationship Id="rId4" Type="http://schemas.openxmlformats.org/officeDocument/2006/relationships/image" Target="../media/image129.wmf"/><Relationship Id="rId9" Type="http://schemas.openxmlformats.org/officeDocument/2006/relationships/image" Target="../media/image217.wmf"/><Relationship Id="rId14" Type="http://schemas.openxmlformats.org/officeDocument/2006/relationships/oleObject" Target="../embeddings/oleObject266.bin"/><Relationship Id="rId22" Type="http://schemas.openxmlformats.org/officeDocument/2006/relationships/oleObject" Target="../embeddings/oleObject27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76.bin"/><Relationship Id="rId18" Type="http://schemas.openxmlformats.org/officeDocument/2006/relationships/image" Target="../media/image211.wmf"/><Relationship Id="rId3" Type="http://schemas.openxmlformats.org/officeDocument/2006/relationships/oleObject" Target="../embeddings/oleObject271.bin"/><Relationship Id="rId21" Type="http://schemas.openxmlformats.org/officeDocument/2006/relationships/oleObject" Target="../embeddings/oleObject280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27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1.wmf"/><Relationship Id="rId20" Type="http://schemas.openxmlformats.org/officeDocument/2006/relationships/image" Target="../media/image21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75.bin"/><Relationship Id="rId24" Type="http://schemas.openxmlformats.org/officeDocument/2006/relationships/image" Target="../media/image222.wmf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23" Type="http://schemas.openxmlformats.org/officeDocument/2006/relationships/oleObject" Target="../embeddings/oleObject281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79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28.wmf"/><Relationship Id="rId22" Type="http://schemas.openxmlformats.org/officeDocument/2006/relationships/image" Target="../media/image21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287.bin"/><Relationship Id="rId18" Type="http://schemas.openxmlformats.org/officeDocument/2006/relationships/image" Target="../media/image236.wmf"/><Relationship Id="rId26" Type="http://schemas.openxmlformats.org/officeDocument/2006/relationships/image" Target="../media/image240.wmf"/><Relationship Id="rId3" Type="http://schemas.openxmlformats.org/officeDocument/2006/relationships/oleObject" Target="../embeddings/oleObject282.bin"/><Relationship Id="rId21" Type="http://schemas.openxmlformats.org/officeDocument/2006/relationships/oleObject" Target="../embeddings/oleObject291.bin"/><Relationship Id="rId7" Type="http://schemas.openxmlformats.org/officeDocument/2006/relationships/oleObject" Target="../embeddings/oleObject284.bin"/><Relationship Id="rId12" Type="http://schemas.openxmlformats.org/officeDocument/2006/relationships/image" Target="../media/image233.wmf"/><Relationship Id="rId17" Type="http://schemas.openxmlformats.org/officeDocument/2006/relationships/oleObject" Target="../embeddings/oleObject289.bin"/><Relationship Id="rId25" Type="http://schemas.openxmlformats.org/officeDocument/2006/relationships/oleObject" Target="../embeddings/oleObject2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5.wmf"/><Relationship Id="rId20" Type="http://schemas.openxmlformats.org/officeDocument/2006/relationships/image" Target="../media/image237.wmf"/><Relationship Id="rId29" Type="http://schemas.openxmlformats.org/officeDocument/2006/relationships/oleObject" Target="../embeddings/oleObject295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86.bin"/><Relationship Id="rId24" Type="http://schemas.openxmlformats.org/officeDocument/2006/relationships/image" Target="../media/image239.wmf"/><Relationship Id="rId32" Type="http://schemas.openxmlformats.org/officeDocument/2006/relationships/image" Target="../media/image243.wmf"/><Relationship Id="rId5" Type="http://schemas.openxmlformats.org/officeDocument/2006/relationships/oleObject" Target="../embeddings/oleObject283.bin"/><Relationship Id="rId15" Type="http://schemas.openxmlformats.org/officeDocument/2006/relationships/oleObject" Target="../embeddings/oleObject288.bin"/><Relationship Id="rId23" Type="http://schemas.openxmlformats.org/officeDocument/2006/relationships/oleObject" Target="../embeddings/oleObject292.bin"/><Relationship Id="rId28" Type="http://schemas.openxmlformats.org/officeDocument/2006/relationships/image" Target="../media/image241.wmf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290.bin"/><Relationship Id="rId31" Type="http://schemas.openxmlformats.org/officeDocument/2006/relationships/oleObject" Target="../embeddings/oleObject296.bin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85.bin"/><Relationship Id="rId14" Type="http://schemas.openxmlformats.org/officeDocument/2006/relationships/image" Target="../media/image234.wmf"/><Relationship Id="rId22" Type="http://schemas.openxmlformats.org/officeDocument/2006/relationships/image" Target="../media/image238.wmf"/><Relationship Id="rId27" Type="http://schemas.openxmlformats.org/officeDocument/2006/relationships/oleObject" Target="../embeddings/oleObject294.bin"/><Relationship Id="rId30" Type="http://schemas.openxmlformats.org/officeDocument/2006/relationships/image" Target="../media/image242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2.bin"/><Relationship Id="rId18" Type="http://schemas.openxmlformats.org/officeDocument/2006/relationships/image" Target="../media/image250.wmf"/><Relationship Id="rId26" Type="http://schemas.openxmlformats.org/officeDocument/2006/relationships/image" Target="../media/image254.wmf"/><Relationship Id="rId39" Type="http://schemas.openxmlformats.org/officeDocument/2006/relationships/oleObject" Target="../embeddings/oleObject315.bin"/><Relationship Id="rId21" Type="http://schemas.openxmlformats.org/officeDocument/2006/relationships/oleObject" Target="../embeddings/oleObject306.bin"/><Relationship Id="rId34" Type="http://schemas.openxmlformats.org/officeDocument/2006/relationships/image" Target="../media/image258.wmf"/><Relationship Id="rId42" Type="http://schemas.openxmlformats.org/officeDocument/2006/relationships/image" Target="../media/image262.wmf"/><Relationship Id="rId47" Type="http://schemas.openxmlformats.org/officeDocument/2006/relationships/oleObject" Target="../embeddings/oleObject319.bin"/><Relationship Id="rId50" Type="http://schemas.openxmlformats.org/officeDocument/2006/relationships/image" Target="../media/image266.wmf"/><Relationship Id="rId55" Type="http://schemas.openxmlformats.org/officeDocument/2006/relationships/oleObject" Target="../embeddings/oleObject323.bin"/><Relationship Id="rId7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9.wmf"/><Relationship Id="rId29" Type="http://schemas.openxmlformats.org/officeDocument/2006/relationships/oleObject" Target="../embeddings/oleObject310.bin"/><Relationship Id="rId11" Type="http://schemas.openxmlformats.org/officeDocument/2006/relationships/oleObject" Target="../embeddings/oleObject301.bin"/><Relationship Id="rId24" Type="http://schemas.openxmlformats.org/officeDocument/2006/relationships/image" Target="../media/image253.wmf"/><Relationship Id="rId32" Type="http://schemas.openxmlformats.org/officeDocument/2006/relationships/image" Target="../media/image257.wmf"/><Relationship Id="rId37" Type="http://schemas.openxmlformats.org/officeDocument/2006/relationships/oleObject" Target="../embeddings/oleObject314.bin"/><Relationship Id="rId40" Type="http://schemas.openxmlformats.org/officeDocument/2006/relationships/image" Target="../media/image261.wmf"/><Relationship Id="rId45" Type="http://schemas.openxmlformats.org/officeDocument/2006/relationships/oleObject" Target="../embeddings/oleObject318.bin"/><Relationship Id="rId53" Type="http://schemas.openxmlformats.org/officeDocument/2006/relationships/oleObject" Target="../embeddings/oleObject322.bin"/><Relationship Id="rId5" Type="http://schemas.openxmlformats.org/officeDocument/2006/relationships/oleObject" Target="../embeddings/oleObject298.bin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305.bin"/><Relationship Id="rId31" Type="http://schemas.openxmlformats.org/officeDocument/2006/relationships/oleObject" Target="../embeddings/oleObject311.bin"/><Relationship Id="rId44" Type="http://schemas.openxmlformats.org/officeDocument/2006/relationships/image" Target="../media/image263.wmf"/><Relationship Id="rId52" Type="http://schemas.openxmlformats.org/officeDocument/2006/relationships/image" Target="../media/image267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300.bin"/><Relationship Id="rId14" Type="http://schemas.openxmlformats.org/officeDocument/2006/relationships/image" Target="../media/image248.wmf"/><Relationship Id="rId22" Type="http://schemas.openxmlformats.org/officeDocument/2006/relationships/image" Target="../media/image252.wmf"/><Relationship Id="rId27" Type="http://schemas.openxmlformats.org/officeDocument/2006/relationships/oleObject" Target="../embeddings/oleObject309.bin"/><Relationship Id="rId30" Type="http://schemas.openxmlformats.org/officeDocument/2006/relationships/image" Target="../media/image256.wmf"/><Relationship Id="rId35" Type="http://schemas.openxmlformats.org/officeDocument/2006/relationships/oleObject" Target="../embeddings/oleObject313.bin"/><Relationship Id="rId43" Type="http://schemas.openxmlformats.org/officeDocument/2006/relationships/oleObject" Target="../embeddings/oleObject317.bin"/><Relationship Id="rId48" Type="http://schemas.openxmlformats.org/officeDocument/2006/relationships/image" Target="../media/image265.wmf"/><Relationship Id="rId56" Type="http://schemas.openxmlformats.org/officeDocument/2006/relationships/image" Target="../media/image269.wmf"/><Relationship Id="rId8" Type="http://schemas.openxmlformats.org/officeDocument/2006/relationships/image" Target="../media/image245.wmf"/><Relationship Id="rId51" Type="http://schemas.openxmlformats.org/officeDocument/2006/relationships/oleObject" Target="../embeddings/oleObject321.bin"/><Relationship Id="rId3" Type="http://schemas.openxmlformats.org/officeDocument/2006/relationships/oleObject" Target="../embeddings/oleObject297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304.bin"/><Relationship Id="rId25" Type="http://schemas.openxmlformats.org/officeDocument/2006/relationships/oleObject" Target="../embeddings/oleObject308.bin"/><Relationship Id="rId33" Type="http://schemas.openxmlformats.org/officeDocument/2006/relationships/oleObject" Target="../embeddings/oleObject312.bin"/><Relationship Id="rId38" Type="http://schemas.openxmlformats.org/officeDocument/2006/relationships/image" Target="../media/image260.wmf"/><Relationship Id="rId46" Type="http://schemas.openxmlformats.org/officeDocument/2006/relationships/image" Target="../media/image264.wmf"/><Relationship Id="rId20" Type="http://schemas.openxmlformats.org/officeDocument/2006/relationships/image" Target="../media/image251.wmf"/><Relationship Id="rId41" Type="http://schemas.openxmlformats.org/officeDocument/2006/relationships/oleObject" Target="../embeddings/oleObject316.bin"/><Relationship Id="rId54" Type="http://schemas.openxmlformats.org/officeDocument/2006/relationships/image" Target="../media/image26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43.wmf"/><Relationship Id="rId15" Type="http://schemas.openxmlformats.org/officeDocument/2006/relationships/oleObject" Target="../embeddings/oleObject303.bin"/><Relationship Id="rId23" Type="http://schemas.openxmlformats.org/officeDocument/2006/relationships/oleObject" Target="../embeddings/oleObject307.bin"/><Relationship Id="rId28" Type="http://schemas.openxmlformats.org/officeDocument/2006/relationships/image" Target="../media/image255.wmf"/><Relationship Id="rId36" Type="http://schemas.openxmlformats.org/officeDocument/2006/relationships/image" Target="../media/image259.wmf"/><Relationship Id="rId49" Type="http://schemas.openxmlformats.org/officeDocument/2006/relationships/oleObject" Target="../embeddings/oleObject320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9.bin"/><Relationship Id="rId18" Type="http://schemas.openxmlformats.org/officeDocument/2006/relationships/image" Target="../media/image277.wmf"/><Relationship Id="rId26" Type="http://schemas.openxmlformats.org/officeDocument/2006/relationships/image" Target="../media/image281.wmf"/><Relationship Id="rId21" Type="http://schemas.openxmlformats.org/officeDocument/2006/relationships/oleObject" Target="../embeddings/oleObject333.bin"/><Relationship Id="rId34" Type="http://schemas.openxmlformats.org/officeDocument/2006/relationships/image" Target="../media/image285.wmf"/><Relationship Id="rId7" Type="http://schemas.openxmlformats.org/officeDocument/2006/relationships/oleObject" Target="../embeddings/oleObject326.bin"/><Relationship Id="rId12" Type="http://schemas.openxmlformats.org/officeDocument/2006/relationships/image" Target="../media/image274.wmf"/><Relationship Id="rId17" Type="http://schemas.openxmlformats.org/officeDocument/2006/relationships/oleObject" Target="../embeddings/oleObject331.bin"/><Relationship Id="rId25" Type="http://schemas.openxmlformats.org/officeDocument/2006/relationships/oleObject" Target="../embeddings/oleObject335.bin"/><Relationship Id="rId33" Type="http://schemas.openxmlformats.org/officeDocument/2006/relationships/oleObject" Target="../embeddings/oleObject339.bin"/><Relationship Id="rId38" Type="http://schemas.openxmlformats.org/officeDocument/2006/relationships/image" Target="../media/image287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76.wmf"/><Relationship Id="rId20" Type="http://schemas.openxmlformats.org/officeDocument/2006/relationships/image" Target="../media/image278.wmf"/><Relationship Id="rId29" Type="http://schemas.openxmlformats.org/officeDocument/2006/relationships/oleObject" Target="../embeddings/oleObject337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328.bin"/><Relationship Id="rId24" Type="http://schemas.openxmlformats.org/officeDocument/2006/relationships/image" Target="../media/image280.wmf"/><Relationship Id="rId32" Type="http://schemas.openxmlformats.org/officeDocument/2006/relationships/image" Target="../media/image284.wmf"/><Relationship Id="rId37" Type="http://schemas.openxmlformats.org/officeDocument/2006/relationships/oleObject" Target="../embeddings/oleObject341.bin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0.bin"/><Relationship Id="rId23" Type="http://schemas.openxmlformats.org/officeDocument/2006/relationships/oleObject" Target="../embeddings/oleObject334.bin"/><Relationship Id="rId28" Type="http://schemas.openxmlformats.org/officeDocument/2006/relationships/image" Target="../media/image282.wmf"/><Relationship Id="rId36" Type="http://schemas.openxmlformats.org/officeDocument/2006/relationships/image" Target="../media/image286.wmf"/><Relationship Id="rId10" Type="http://schemas.openxmlformats.org/officeDocument/2006/relationships/image" Target="../media/image273.wmf"/><Relationship Id="rId19" Type="http://schemas.openxmlformats.org/officeDocument/2006/relationships/oleObject" Target="../embeddings/oleObject332.bin"/><Relationship Id="rId31" Type="http://schemas.openxmlformats.org/officeDocument/2006/relationships/oleObject" Target="../embeddings/oleObject338.bin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275.wmf"/><Relationship Id="rId22" Type="http://schemas.openxmlformats.org/officeDocument/2006/relationships/image" Target="../media/image279.wmf"/><Relationship Id="rId27" Type="http://schemas.openxmlformats.org/officeDocument/2006/relationships/oleObject" Target="../embeddings/oleObject336.bin"/><Relationship Id="rId30" Type="http://schemas.openxmlformats.org/officeDocument/2006/relationships/image" Target="../media/image283.wmf"/><Relationship Id="rId35" Type="http://schemas.openxmlformats.org/officeDocument/2006/relationships/oleObject" Target="../embeddings/oleObject340.bin"/><Relationship Id="rId8" Type="http://schemas.openxmlformats.org/officeDocument/2006/relationships/image" Target="../media/image272.wmf"/><Relationship Id="rId3" Type="http://schemas.openxmlformats.org/officeDocument/2006/relationships/oleObject" Target="../embeddings/oleObject32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oleObject" Target="../embeddings/oleObject347.bin"/><Relationship Id="rId18" Type="http://schemas.openxmlformats.org/officeDocument/2006/relationships/image" Target="../media/image295.wmf"/><Relationship Id="rId3" Type="http://schemas.openxmlformats.org/officeDocument/2006/relationships/oleObject" Target="../embeddings/oleObject342.bin"/><Relationship Id="rId21" Type="http://schemas.openxmlformats.org/officeDocument/2006/relationships/oleObject" Target="../embeddings/oleObject351.bin"/><Relationship Id="rId7" Type="http://schemas.openxmlformats.org/officeDocument/2006/relationships/oleObject" Target="../embeddings/oleObject344.bin"/><Relationship Id="rId12" Type="http://schemas.openxmlformats.org/officeDocument/2006/relationships/image" Target="../media/image292.wmf"/><Relationship Id="rId17" Type="http://schemas.openxmlformats.org/officeDocument/2006/relationships/oleObject" Target="../embeddings/oleObject3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4.wmf"/><Relationship Id="rId20" Type="http://schemas.openxmlformats.org/officeDocument/2006/relationships/image" Target="../media/image296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89.wmf"/><Relationship Id="rId11" Type="http://schemas.openxmlformats.org/officeDocument/2006/relationships/oleObject" Target="../embeddings/oleObject346.bin"/><Relationship Id="rId5" Type="http://schemas.openxmlformats.org/officeDocument/2006/relationships/oleObject" Target="../embeddings/oleObject343.bin"/><Relationship Id="rId15" Type="http://schemas.openxmlformats.org/officeDocument/2006/relationships/oleObject" Target="../embeddings/oleObject348.bin"/><Relationship Id="rId10" Type="http://schemas.openxmlformats.org/officeDocument/2006/relationships/image" Target="../media/image291.wmf"/><Relationship Id="rId19" Type="http://schemas.openxmlformats.org/officeDocument/2006/relationships/oleObject" Target="../embeddings/oleObject350.bin"/><Relationship Id="rId4" Type="http://schemas.openxmlformats.org/officeDocument/2006/relationships/image" Target="../media/image288.wmf"/><Relationship Id="rId9" Type="http://schemas.openxmlformats.org/officeDocument/2006/relationships/oleObject" Target="../embeddings/oleObject345.bin"/><Relationship Id="rId14" Type="http://schemas.openxmlformats.org/officeDocument/2006/relationships/image" Target="../media/image293.wmf"/><Relationship Id="rId22" Type="http://schemas.openxmlformats.org/officeDocument/2006/relationships/image" Target="../media/image29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oleObject" Target="../embeddings/oleObject357.bin"/><Relationship Id="rId18" Type="http://schemas.openxmlformats.org/officeDocument/2006/relationships/image" Target="../media/image305.wmf"/><Relationship Id="rId26" Type="http://schemas.openxmlformats.org/officeDocument/2006/relationships/oleObject" Target="../embeddings/oleObject364.bin"/><Relationship Id="rId3" Type="http://schemas.openxmlformats.org/officeDocument/2006/relationships/oleObject" Target="../embeddings/oleObject352.bin"/><Relationship Id="rId21" Type="http://schemas.openxmlformats.org/officeDocument/2006/relationships/oleObject" Target="../embeddings/oleObject361.bin"/><Relationship Id="rId7" Type="http://schemas.openxmlformats.org/officeDocument/2006/relationships/oleObject" Target="../embeddings/oleObject354.bin"/><Relationship Id="rId12" Type="http://schemas.openxmlformats.org/officeDocument/2006/relationships/image" Target="../media/image302.wmf"/><Relationship Id="rId17" Type="http://schemas.openxmlformats.org/officeDocument/2006/relationships/oleObject" Target="../embeddings/oleObject359.bin"/><Relationship Id="rId25" Type="http://schemas.openxmlformats.org/officeDocument/2006/relationships/image" Target="../media/image30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4.wmf"/><Relationship Id="rId20" Type="http://schemas.openxmlformats.org/officeDocument/2006/relationships/image" Target="../media/image30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356.bin"/><Relationship Id="rId24" Type="http://schemas.openxmlformats.org/officeDocument/2006/relationships/oleObject" Target="../embeddings/oleObject363.bin"/><Relationship Id="rId5" Type="http://schemas.openxmlformats.org/officeDocument/2006/relationships/oleObject" Target="../embeddings/oleObject353.bin"/><Relationship Id="rId15" Type="http://schemas.openxmlformats.org/officeDocument/2006/relationships/oleObject" Target="../embeddings/oleObject358.bin"/><Relationship Id="rId23" Type="http://schemas.openxmlformats.org/officeDocument/2006/relationships/oleObject" Target="../embeddings/oleObject362.bin"/><Relationship Id="rId10" Type="http://schemas.openxmlformats.org/officeDocument/2006/relationships/image" Target="../media/image301.wmf"/><Relationship Id="rId19" Type="http://schemas.openxmlformats.org/officeDocument/2006/relationships/oleObject" Target="../embeddings/oleObject360.bin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55.bin"/><Relationship Id="rId14" Type="http://schemas.openxmlformats.org/officeDocument/2006/relationships/image" Target="../media/image303.wmf"/><Relationship Id="rId22" Type="http://schemas.openxmlformats.org/officeDocument/2006/relationships/image" Target="../media/image30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openxmlformats.org/officeDocument/2006/relationships/oleObject" Target="../embeddings/oleObject370.bin"/><Relationship Id="rId18" Type="http://schemas.openxmlformats.org/officeDocument/2006/relationships/image" Target="../media/image316.wmf"/><Relationship Id="rId26" Type="http://schemas.openxmlformats.org/officeDocument/2006/relationships/image" Target="../media/image320.wmf"/><Relationship Id="rId3" Type="http://schemas.openxmlformats.org/officeDocument/2006/relationships/oleObject" Target="../embeddings/oleObject365.bin"/><Relationship Id="rId21" Type="http://schemas.openxmlformats.org/officeDocument/2006/relationships/oleObject" Target="../embeddings/oleObject374.bin"/><Relationship Id="rId7" Type="http://schemas.openxmlformats.org/officeDocument/2006/relationships/oleObject" Target="../embeddings/oleObject367.bin"/><Relationship Id="rId12" Type="http://schemas.openxmlformats.org/officeDocument/2006/relationships/image" Target="../media/image313.wmf"/><Relationship Id="rId17" Type="http://schemas.openxmlformats.org/officeDocument/2006/relationships/oleObject" Target="../embeddings/oleObject372.bin"/><Relationship Id="rId25" Type="http://schemas.openxmlformats.org/officeDocument/2006/relationships/oleObject" Target="../embeddings/oleObject3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5.wmf"/><Relationship Id="rId20" Type="http://schemas.openxmlformats.org/officeDocument/2006/relationships/image" Target="../media/image317.wmf"/><Relationship Id="rId29" Type="http://schemas.openxmlformats.org/officeDocument/2006/relationships/oleObject" Target="../embeddings/oleObject378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369.bin"/><Relationship Id="rId24" Type="http://schemas.openxmlformats.org/officeDocument/2006/relationships/image" Target="../media/image319.wmf"/><Relationship Id="rId5" Type="http://schemas.openxmlformats.org/officeDocument/2006/relationships/oleObject" Target="../embeddings/oleObject366.bin"/><Relationship Id="rId15" Type="http://schemas.openxmlformats.org/officeDocument/2006/relationships/oleObject" Target="../embeddings/oleObject371.bin"/><Relationship Id="rId23" Type="http://schemas.openxmlformats.org/officeDocument/2006/relationships/oleObject" Target="../embeddings/oleObject375.bin"/><Relationship Id="rId28" Type="http://schemas.openxmlformats.org/officeDocument/2006/relationships/image" Target="../media/image321.wmf"/><Relationship Id="rId10" Type="http://schemas.openxmlformats.org/officeDocument/2006/relationships/image" Target="../media/image312.wmf"/><Relationship Id="rId19" Type="http://schemas.openxmlformats.org/officeDocument/2006/relationships/oleObject" Target="../embeddings/oleObject373.bin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368.bin"/><Relationship Id="rId14" Type="http://schemas.openxmlformats.org/officeDocument/2006/relationships/image" Target="../media/image314.wmf"/><Relationship Id="rId22" Type="http://schemas.openxmlformats.org/officeDocument/2006/relationships/image" Target="../media/image318.wmf"/><Relationship Id="rId27" Type="http://schemas.openxmlformats.org/officeDocument/2006/relationships/oleObject" Target="../embeddings/oleObject377.bin"/><Relationship Id="rId30" Type="http://schemas.openxmlformats.org/officeDocument/2006/relationships/image" Target="../media/image32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13" Type="http://schemas.openxmlformats.org/officeDocument/2006/relationships/oleObject" Target="../embeddings/oleObject384.bin"/><Relationship Id="rId18" Type="http://schemas.openxmlformats.org/officeDocument/2006/relationships/image" Target="../media/image320.wmf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325.wmf"/><Relationship Id="rId17" Type="http://schemas.openxmlformats.org/officeDocument/2006/relationships/oleObject" Target="../embeddings/oleObject3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7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16.wmf"/><Relationship Id="rId11" Type="http://schemas.openxmlformats.org/officeDocument/2006/relationships/oleObject" Target="../embeddings/oleObject383.bin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10" Type="http://schemas.openxmlformats.org/officeDocument/2006/relationships/image" Target="../media/image324.wmf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32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8.bin"/><Relationship Id="rId13" Type="http://schemas.openxmlformats.org/officeDocument/2006/relationships/image" Target="../media/image331.wmf"/><Relationship Id="rId18" Type="http://schemas.openxmlformats.org/officeDocument/2006/relationships/oleObject" Target="../embeddings/oleObject393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334.wmf"/><Relationship Id="rId7" Type="http://schemas.openxmlformats.org/officeDocument/2006/relationships/image" Target="../media/image328.wmf"/><Relationship Id="rId12" Type="http://schemas.openxmlformats.org/officeDocument/2006/relationships/oleObject" Target="../embeddings/oleObject390.bin"/><Relationship Id="rId17" Type="http://schemas.openxmlformats.org/officeDocument/2006/relationships/image" Target="../media/image3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2.bin"/><Relationship Id="rId20" Type="http://schemas.openxmlformats.org/officeDocument/2006/relationships/oleObject" Target="../embeddings/oleObject394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87.bin"/><Relationship Id="rId11" Type="http://schemas.openxmlformats.org/officeDocument/2006/relationships/image" Target="../media/image330.wmf"/><Relationship Id="rId5" Type="http://schemas.openxmlformats.org/officeDocument/2006/relationships/image" Target="../media/image316.wmf"/><Relationship Id="rId15" Type="http://schemas.openxmlformats.org/officeDocument/2006/relationships/image" Target="../media/image302.wmf"/><Relationship Id="rId10" Type="http://schemas.openxmlformats.org/officeDocument/2006/relationships/oleObject" Target="../embeddings/oleObject389.bin"/><Relationship Id="rId19" Type="http://schemas.openxmlformats.org/officeDocument/2006/relationships/image" Target="../media/image333.wmf"/><Relationship Id="rId4" Type="http://schemas.openxmlformats.org/officeDocument/2006/relationships/oleObject" Target="../embeddings/oleObject386.bin"/><Relationship Id="rId9" Type="http://schemas.openxmlformats.org/officeDocument/2006/relationships/image" Target="../media/image329.wmf"/><Relationship Id="rId14" Type="http://schemas.openxmlformats.org/officeDocument/2006/relationships/oleObject" Target="../embeddings/oleObject39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oleObject" Target="../embeddings/oleObject400.bin"/><Relationship Id="rId18" Type="http://schemas.openxmlformats.org/officeDocument/2006/relationships/oleObject" Target="../embeddings/oleObject403.bin"/><Relationship Id="rId3" Type="http://schemas.openxmlformats.org/officeDocument/2006/relationships/oleObject" Target="../embeddings/oleObject395.bin"/><Relationship Id="rId21" Type="http://schemas.openxmlformats.org/officeDocument/2006/relationships/image" Target="../media/image342.wmf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338.wmf"/><Relationship Id="rId17" Type="http://schemas.openxmlformats.org/officeDocument/2006/relationships/image" Target="../media/image34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2.bin"/><Relationship Id="rId20" Type="http://schemas.openxmlformats.org/officeDocument/2006/relationships/oleObject" Target="../embeddings/oleObject404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399.bin"/><Relationship Id="rId5" Type="http://schemas.openxmlformats.org/officeDocument/2006/relationships/oleObject" Target="../embeddings/oleObject396.bin"/><Relationship Id="rId15" Type="http://schemas.openxmlformats.org/officeDocument/2006/relationships/image" Target="../media/image339.wmf"/><Relationship Id="rId23" Type="http://schemas.openxmlformats.org/officeDocument/2006/relationships/image" Target="../media/image343.wmf"/><Relationship Id="rId10" Type="http://schemas.openxmlformats.org/officeDocument/2006/relationships/image" Target="../media/image337.wmf"/><Relationship Id="rId19" Type="http://schemas.openxmlformats.org/officeDocument/2006/relationships/image" Target="../media/image341.wmf"/><Relationship Id="rId4" Type="http://schemas.openxmlformats.org/officeDocument/2006/relationships/image" Target="../media/image335.wmf"/><Relationship Id="rId9" Type="http://schemas.openxmlformats.org/officeDocument/2006/relationships/oleObject" Target="../embeddings/oleObject398.bin"/><Relationship Id="rId14" Type="http://schemas.openxmlformats.org/officeDocument/2006/relationships/oleObject" Target="../embeddings/oleObject401.bin"/><Relationship Id="rId22" Type="http://schemas.openxmlformats.org/officeDocument/2006/relationships/oleObject" Target="../embeddings/oleObject405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1.bin"/><Relationship Id="rId18" Type="http://schemas.openxmlformats.org/officeDocument/2006/relationships/image" Target="../media/image351.wmf"/><Relationship Id="rId26" Type="http://schemas.openxmlformats.org/officeDocument/2006/relationships/image" Target="../media/image355.wmf"/><Relationship Id="rId3" Type="http://schemas.openxmlformats.org/officeDocument/2006/relationships/oleObject" Target="../embeddings/oleObject406.bin"/><Relationship Id="rId21" Type="http://schemas.openxmlformats.org/officeDocument/2006/relationships/oleObject" Target="../embeddings/oleObject415.bin"/><Relationship Id="rId34" Type="http://schemas.openxmlformats.org/officeDocument/2006/relationships/image" Target="../media/image359.wmf"/><Relationship Id="rId7" Type="http://schemas.openxmlformats.org/officeDocument/2006/relationships/oleObject" Target="../embeddings/oleObject408.bin"/><Relationship Id="rId12" Type="http://schemas.openxmlformats.org/officeDocument/2006/relationships/image" Target="../media/image348.wmf"/><Relationship Id="rId17" Type="http://schemas.openxmlformats.org/officeDocument/2006/relationships/oleObject" Target="../embeddings/oleObject413.bin"/><Relationship Id="rId25" Type="http://schemas.openxmlformats.org/officeDocument/2006/relationships/oleObject" Target="../embeddings/oleObject417.bin"/><Relationship Id="rId33" Type="http://schemas.openxmlformats.org/officeDocument/2006/relationships/oleObject" Target="../embeddings/oleObject4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0.wmf"/><Relationship Id="rId20" Type="http://schemas.openxmlformats.org/officeDocument/2006/relationships/image" Target="../media/image352.wmf"/><Relationship Id="rId29" Type="http://schemas.openxmlformats.org/officeDocument/2006/relationships/oleObject" Target="../embeddings/oleObject419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45.wmf"/><Relationship Id="rId11" Type="http://schemas.openxmlformats.org/officeDocument/2006/relationships/oleObject" Target="../embeddings/oleObject410.bin"/><Relationship Id="rId24" Type="http://schemas.openxmlformats.org/officeDocument/2006/relationships/image" Target="../media/image354.wmf"/><Relationship Id="rId32" Type="http://schemas.openxmlformats.org/officeDocument/2006/relationships/image" Target="../media/image358.wmf"/><Relationship Id="rId5" Type="http://schemas.openxmlformats.org/officeDocument/2006/relationships/oleObject" Target="../embeddings/oleObject407.bin"/><Relationship Id="rId15" Type="http://schemas.openxmlformats.org/officeDocument/2006/relationships/oleObject" Target="../embeddings/oleObject412.bin"/><Relationship Id="rId23" Type="http://schemas.openxmlformats.org/officeDocument/2006/relationships/oleObject" Target="../embeddings/oleObject416.bin"/><Relationship Id="rId28" Type="http://schemas.openxmlformats.org/officeDocument/2006/relationships/image" Target="../media/image356.wmf"/><Relationship Id="rId36" Type="http://schemas.openxmlformats.org/officeDocument/2006/relationships/image" Target="../media/image360.wmf"/><Relationship Id="rId10" Type="http://schemas.openxmlformats.org/officeDocument/2006/relationships/image" Target="../media/image347.wmf"/><Relationship Id="rId19" Type="http://schemas.openxmlformats.org/officeDocument/2006/relationships/oleObject" Target="../embeddings/oleObject414.bin"/><Relationship Id="rId31" Type="http://schemas.openxmlformats.org/officeDocument/2006/relationships/oleObject" Target="../embeddings/oleObject420.bin"/><Relationship Id="rId4" Type="http://schemas.openxmlformats.org/officeDocument/2006/relationships/image" Target="../media/image344.wmf"/><Relationship Id="rId9" Type="http://schemas.openxmlformats.org/officeDocument/2006/relationships/oleObject" Target="../embeddings/oleObject409.bin"/><Relationship Id="rId14" Type="http://schemas.openxmlformats.org/officeDocument/2006/relationships/image" Target="../media/image349.wmf"/><Relationship Id="rId22" Type="http://schemas.openxmlformats.org/officeDocument/2006/relationships/image" Target="../media/image353.wmf"/><Relationship Id="rId27" Type="http://schemas.openxmlformats.org/officeDocument/2006/relationships/oleObject" Target="../embeddings/oleObject418.bin"/><Relationship Id="rId30" Type="http://schemas.openxmlformats.org/officeDocument/2006/relationships/image" Target="../media/image357.wmf"/><Relationship Id="rId35" Type="http://schemas.openxmlformats.org/officeDocument/2006/relationships/oleObject" Target="../embeddings/oleObject422.bin"/><Relationship Id="rId8" Type="http://schemas.openxmlformats.org/officeDocument/2006/relationships/image" Target="../media/image34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wmf"/><Relationship Id="rId13" Type="http://schemas.openxmlformats.org/officeDocument/2006/relationships/oleObject" Target="../embeddings/oleObject428.bin"/><Relationship Id="rId18" Type="http://schemas.openxmlformats.org/officeDocument/2006/relationships/image" Target="../media/image368.wmf"/><Relationship Id="rId26" Type="http://schemas.openxmlformats.org/officeDocument/2006/relationships/image" Target="../media/image372.wmf"/><Relationship Id="rId3" Type="http://schemas.openxmlformats.org/officeDocument/2006/relationships/oleObject" Target="../embeddings/oleObject423.bin"/><Relationship Id="rId21" Type="http://schemas.openxmlformats.org/officeDocument/2006/relationships/oleObject" Target="../embeddings/oleObject432.bin"/><Relationship Id="rId7" Type="http://schemas.openxmlformats.org/officeDocument/2006/relationships/oleObject" Target="../embeddings/oleObject425.bin"/><Relationship Id="rId12" Type="http://schemas.openxmlformats.org/officeDocument/2006/relationships/image" Target="../media/image365.wmf"/><Relationship Id="rId17" Type="http://schemas.openxmlformats.org/officeDocument/2006/relationships/oleObject" Target="../embeddings/oleObject430.bin"/><Relationship Id="rId25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7.wmf"/><Relationship Id="rId20" Type="http://schemas.openxmlformats.org/officeDocument/2006/relationships/image" Target="../media/image369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62.wmf"/><Relationship Id="rId11" Type="http://schemas.openxmlformats.org/officeDocument/2006/relationships/oleObject" Target="../embeddings/oleObject427.bin"/><Relationship Id="rId24" Type="http://schemas.openxmlformats.org/officeDocument/2006/relationships/image" Target="../media/image371.wmf"/><Relationship Id="rId5" Type="http://schemas.openxmlformats.org/officeDocument/2006/relationships/oleObject" Target="../embeddings/oleObject424.bin"/><Relationship Id="rId15" Type="http://schemas.openxmlformats.org/officeDocument/2006/relationships/oleObject" Target="../embeddings/oleObject429.bin"/><Relationship Id="rId23" Type="http://schemas.openxmlformats.org/officeDocument/2006/relationships/oleObject" Target="../embeddings/oleObject433.bin"/><Relationship Id="rId10" Type="http://schemas.openxmlformats.org/officeDocument/2006/relationships/image" Target="../media/image364.wmf"/><Relationship Id="rId19" Type="http://schemas.openxmlformats.org/officeDocument/2006/relationships/oleObject" Target="../embeddings/oleObject431.bin"/><Relationship Id="rId4" Type="http://schemas.openxmlformats.org/officeDocument/2006/relationships/image" Target="../media/image361.wmf"/><Relationship Id="rId9" Type="http://schemas.openxmlformats.org/officeDocument/2006/relationships/oleObject" Target="../embeddings/oleObject426.bin"/><Relationship Id="rId14" Type="http://schemas.openxmlformats.org/officeDocument/2006/relationships/image" Target="../media/image366.wmf"/><Relationship Id="rId22" Type="http://schemas.openxmlformats.org/officeDocument/2006/relationships/image" Target="../media/image37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wmf"/><Relationship Id="rId3" Type="http://schemas.openxmlformats.org/officeDocument/2006/relationships/oleObject" Target="../embeddings/oleObject435.bin"/><Relationship Id="rId7" Type="http://schemas.openxmlformats.org/officeDocument/2006/relationships/oleObject" Target="../embeddings/oleObject4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73.wmf"/><Relationship Id="rId5" Type="http://schemas.openxmlformats.org/officeDocument/2006/relationships/oleObject" Target="../embeddings/oleObject436.bin"/><Relationship Id="rId4" Type="http://schemas.openxmlformats.org/officeDocument/2006/relationships/image" Target="../media/image36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13" Type="http://schemas.openxmlformats.org/officeDocument/2006/relationships/oleObject" Target="../embeddings/oleObject443.bin"/><Relationship Id="rId18" Type="http://schemas.openxmlformats.org/officeDocument/2006/relationships/oleObject" Target="../embeddings/oleObject446.bin"/><Relationship Id="rId3" Type="http://schemas.openxmlformats.org/officeDocument/2006/relationships/oleObject" Target="../embeddings/oleObject438.bin"/><Relationship Id="rId21" Type="http://schemas.openxmlformats.org/officeDocument/2006/relationships/oleObject" Target="../embeddings/oleObject448.bin"/><Relationship Id="rId7" Type="http://schemas.openxmlformats.org/officeDocument/2006/relationships/oleObject" Target="../embeddings/oleObject440.bin"/><Relationship Id="rId12" Type="http://schemas.openxmlformats.org/officeDocument/2006/relationships/image" Target="../media/image379.wmf"/><Relationship Id="rId17" Type="http://schemas.openxmlformats.org/officeDocument/2006/relationships/image" Target="../media/image38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5.bin"/><Relationship Id="rId20" Type="http://schemas.openxmlformats.org/officeDocument/2006/relationships/image" Target="../media/image382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76.wmf"/><Relationship Id="rId11" Type="http://schemas.openxmlformats.org/officeDocument/2006/relationships/oleObject" Target="../embeddings/oleObject442.bin"/><Relationship Id="rId5" Type="http://schemas.openxmlformats.org/officeDocument/2006/relationships/oleObject" Target="../embeddings/oleObject439.bin"/><Relationship Id="rId15" Type="http://schemas.openxmlformats.org/officeDocument/2006/relationships/image" Target="../media/image380.wmf"/><Relationship Id="rId10" Type="http://schemas.openxmlformats.org/officeDocument/2006/relationships/image" Target="../media/image378.wmf"/><Relationship Id="rId19" Type="http://schemas.openxmlformats.org/officeDocument/2006/relationships/oleObject" Target="../embeddings/oleObject447.bin"/><Relationship Id="rId4" Type="http://schemas.openxmlformats.org/officeDocument/2006/relationships/image" Target="../media/image375.wmf"/><Relationship Id="rId9" Type="http://schemas.openxmlformats.org/officeDocument/2006/relationships/oleObject" Target="../embeddings/oleObject441.bin"/><Relationship Id="rId14" Type="http://schemas.openxmlformats.org/officeDocument/2006/relationships/oleObject" Target="../embeddings/oleObject444.bin"/><Relationship Id="rId22" Type="http://schemas.openxmlformats.org/officeDocument/2006/relationships/image" Target="../media/image38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2.bin"/><Relationship Id="rId13" Type="http://schemas.openxmlformats.org/officeDocument/2006/relationships/oleObject" Target="../embeddings/oleObject456.bin"/><Relationship Id="rId18" Type="http://schemas.openxmlformats.org/officeDocument/2006/relationships/image" Target="../media/image388.wmf"/><Relationship Id="rId3" Type="http://schemas.openxmlformats.org/officeDocument/2006/relationships/oleObject" Target="../embeddings/oleObject449.bin"/><Relationship Id="rId21" Type="http://schemas.openxmlformats.org/officeDocument/2006/relationships/oleObject" Target="../embeddings/oleObject460.bin"/><Relationship Id="rId7" Type="http://schemas.openxmlformats.org/officeDocument/2006/relationships/oleObject" Target="../embeddings/oleObject451.bin"/><Relationship Id="rId12" Type="http://schemas.openxmlformats.org/officeDocument/2006/relationships/oleObject" Target="../embeddings/oleObject455.bin"/><Relationship Id="rId17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7.wmf"/><Relationship Id="rId20" Type="http://schemas.openxmlformats.org/officeDocument/2006/relationships/image" Target="../media/image389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84.wmf"/><Relationship Id="rId11" Type="http://schemas.openxmlformats.org/officeDocument/2006/relationships/oleObject" Target="../embeddings/oleObject454.bin"/><Relationship Id="rId24" Type="http://schemas.openxmlformats.org/officeDocument/2006/relationships/image" Target="../media/image391.wmf"/><Relationship Id="rId5" Type="http://schemas.openxmlformats.org/officeDocument/2006/relationships/oleObject" Target="../embeddings/oleObject450.bin"/><Relationship Id="rId15" Type="http://schemas.openxmlformats.org/officeDocument/2006/relationships/oleObject" Target="../embeddings/oleObject457.bin"/><Relationship Id="rId23" Type="http://schemas.openxmlformats.org/officeDocument/2006/relationships/oleObject" Target="../embeddings/oleObject461.bin"/><Relationship Id="rId10" Type="http://schemas.openxmlformats.org/officeDocument/2006/relationships/oleObject" Target="../embeddings/oleObject453.bin"/><Relationship Id="rId19" Type="http://schemas.openxmlformats.org/officeDocument/2006/relationships/oleObject" Target="../embeddings/oleObject459.bin"/><Relationship Id="rId4" Type="http://schemas.openxmlformats.org/officeDocument/2006/relationships/image" Target="../media/image375.wmf"/><Relationship Id="rId9" Type="http://schemas.openxmlformats.org/officeDocument/2006/relationships/image" Target="../media/image385.wmf"/><Relationship Id="rId14" Type="http://schemas.openxmlformats.org/officeDocument/2006/relationships/image" Target="../media/image386.wmf"/><Relationship Id="rId22" Type="http://schemas.openxmlformats.org/officeDocument/2006/relationships/image" Target="../media/image390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wmf"/><Relationship Id="rId13" Type="http://schemas.openxmlformats.org/officeDocument/2006/relationships/oleObject" Target="../embeddings/oleObject467.bin"/><Relationship Id="rId18" Type="http://schemas.openxmlformats.org/officeDocument/2006/relationships/image" Target="../media/image399.wmf"/><Relationship Id="rId3" Type="http://schemas.openxmlformats.org/officeDocument/2006/relationships/oleObject" Target="../embeddings/oleObject462.bin"/><Relationship Id="rId21" Type="http://schemas.openxmlformats.org/officeDocument/2006/relationships/oleObject" Target="../embeddings/oleObject471.bin"/><Relationship Id="rId7" Type="http://schemas.openxmlformats.org/officeDocument/2006/relationships/oleObject" Target="../embeddings/oleObject464.bin"/><Relationship Id="rId12" Type="http://schemas.openxmlformats.org/officeDocument/2006/relationships/image" Target="../media/image396.wmf"/><Relationship Id="rId17" Type="http://schemas.openxmlformats.org/officeDocument/2006/relationships/oleObject" Target="../embeddings/oleObject4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8.wmf"/><Relationship Id="rId20" Type="http://schemas.openxmlformats.org/officeDocument/2006/relationships/image" Target="../media/image400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93.wmf"/><Relationship Id="rId11" Type="http://schemas.openxmlformats.org/officeDocument/2006/relationships/oleObject" Target="../embeddings/oleObject466.bin"/><Relationship Id="rId24" Type="http://schemas.openxmlformats.org/officeDocument/2006/relationships/oleObject" Target="../embeddings/oleObject473.bin"/><Relationship Id="rId5" Type="http://schemas.openxmlformats.org/officeDocument/2006/relationships/oleObject" Target="../embeddings/oleObject463.bin"/><Relationship Id="rId15" Type="http://schemas.openxmlformats.org/officeDocument/2006/relationships/oleObject" Target="../embeddings/oleObject468.bin"/><Relationship Id="rId23" Type="http://schemas.openxmlformats.org/officeDocument/2006/relationships/oleObject" Target="../embeddings/oleObject472.bin"/><Relationship Id="rId10" Type="http://schemas.openxmlformats.org/officeDocument/2006/relationships/image" Target="../media/image395.wmf"/><Relationship Id="rId19" Type="http://schemas.openxmlformats.org/officeDocument/2006/relationships/oleObject" Target="../embeddings/oleObject470.bin"/><Relationship Id="rId4" Type="http://schemas.openxmlformats.org/officeDocument/2006/relationships/image" Target="../media/image392.wmf"/><Relationship Id="rId9" Type="http://schemas.openxmlformats.org/officeDocument/2006/relationships/oleObject" Target="../embeddings/oleObject465.bin"/><Relationship Id="rId14" Type="http://schemas.openxmlformats.org/officeDocument/2006/relationships/image" Target="../media/image397.wmf"/><Relationship Id="rId22" Type="http://schemas.openxmlformats.org/officeDocument/2006/relationships/image" Target="../media/image401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9.bin"/><Relationship Id="rId18" Type="http://schemas.openxmlformats.org/officeDocument/2006/relationships/image" Target="../media/image409.wmf"/><Relationship Id="rId26" Type="http://schemas.openxmlformats.org/officeDocument/2006/relationships/oleObject" Target="../embeddings/oleObject486.bin"/><Relationship Id="rId3" Type="http://schemas.openxmlformats.org/officeDocument/2006/relationships/oleObject" Target="../embeddings/oleObject474.bin"/><Relationship Id="rId21" Type="http://schemas.openxmlformats.org/officeDocument/2006/relationships/image" Target="../media/image410.wmf"/><Relationship Id="rId7" Type="http://schemas.openxmlformats.org/officeDocument/2006/relationships/oleObject" Target="../embeddings/oleObject476.bin"/><Relationship Id="rId12" Type="http://schemas.openxmlformats.org/officeDocument/2006/relationships/image" Target="../media/image406.wmf"/><Relationship Id="rId17" Type="http://schemas.openxmlformats.org/officeDocument/2006/relationships/oleObject" Target="../embeddings/oleObject481.bin"/><Relationship Id="rId25" Type="http://schemas.openxmlformats.org/officeDocument/2006/relationships/image" Target="../media/image412.wmf"/><Relationship Id="rId33" Type="http://schemas.openxmlformats.org/officeDocument/2006/relationships/image" Target="../media/image41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8.wmf"/><Relationship Id="rId20" Type="http://schemas.openxmlformats.org/officeDocument/2006/relationships/oleObject" Target="../embeddings/oleObject483.bin"/><Relationship Id="rId29" Type="http://schemas.openxmlformats.org/officeDocument/2006/relationships/image" Target="../media/image414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403.wmf"/><Relationship Id="rId11" Type="http://schemas.openxmlformats.org/officeDocument/2006/relationships/oleObject" Target="../embeddings/oleObject478.bin"/><Relationship Id="rId24" Type="http://schemas.openxmlformats.org/officeDocument/2006/relationships/oleObject" Target="../embeddings/oleObject485.bin"/><Relationship Id="rId32" Type="http://schemas.openxmlformats.org/officeDocument/2006/relationships/oleObject" Target="../embeddings/oleObject489.bin"/><Relationship Id="rId5" Type="http://schemas.openxmlformats.org/officeDocument/2006/relationships/oleObject" Target="../embeddings/oleObject475.bin"/><Relationship Id="rId15" Type="http://schemas.openxmlformats.org/officeDocument/2006/relationships/oleObject" Target="../embeddings/oleObject480.bin"/><Relationship Id="rId23" Type="http://schemas.openxmlformats.org/officeDocument/2006/relationships/image" Target="../media/image411.wmf"/><Relationship Id="rId28" Type="http://schemas.openxmlformats.org/officeDocument/2006/relationships/oleObject" Target="../embeddings/oleObject487.bin"/><Relationship Id="rId10" Type="http://schemas.openxmlformats.org/officeDocument/2006/relationships/image" Target="../media/image405.wmf"/><Relationship Id="rId19" Type="http://schemas.openxmlformats.org/officeDocument/2006/relationships/oleObject" Target="../embeddings/oleObject482.bin"/><Relationship Id="rId31" Type="http://schemas.openxmlformats.org/officeDocument/2006/relationships/image" Target="../media/image415.wmf"/><Relationship Id="rId4" Type="http://schemas.openxmlformats.org/officeDocument/2006/relationships/image" Target="../media/image402.wmf"/><Relationship Id="rId9" Type="http://schemas.openxmlformats.org/officeDocument/2006/relationships/oleObject" Target="../embeddings/oleObject477.bin"/><Relationship Id="rId14" Type="http://schemas.openxmlformats.org/officeDocument/2006/relationships/image" Target="../media/image407.wmf"/><Relationship Id="rId22" Type="http://schemas.openxmlformats.org/officeDocument/2006/relationships/oleObject" Target="../embeddings/oleObject484.bin"/><Relationship Id="rId27" Type="http://schemas.openxmlformats.org/officeDocument/2006/relationships/image" Target="../media/image413.wmf"/><Relationship Id="rId30" Type="http://schemas.openxmlformats.org/officeDocument/2006/relationships/oleObject" Target="../embeddings/oleObject488.bin"/><Relationship Id="rId8" Type="http://schemas.openxmlformats.org/officeDocument/2006/relationships/image" Target="../media/image40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wmf"/><Relationship Id="rId13" Type="http://schemas.openxmlformats.org/officeDocument/2006/relationships/oleObject" Target="../embeddings/oleObject495.bin"/><Relationship Id="rId18" Type="http://schemas.openxmlformats.org/officeDocument/2006/relationships/image" Target="../media/image424.wmf"/><Relationship Id="rId26" Type="http://schemas.openxmlformats.org/officeDocument/2006/relationships/image" Target="../media/image428.wmf"/><Relationship Id="rId3" Type="http://schemas.openxmlformats.org/officeDocument/2006/relationships/oleObject" Target="../embeddings/oleObject490.bin"/><Relationship Id="rId21" Type="http://schemas.openxmlformats.org/officeDocument/2006/relationships/oleObject" Target="../embeddings/oleObject499.bin"/><Relationship Id="rId7" Type="http://schemas.openxmlformats.org/officeDocument/2006/relationships/oleObject" Target="../embeddings/oleObject492.bin"/><Relationship Id="rId12" Type="http://schemas.openxmlformats.org/officeDocument/2006/relationships/image" Target="../media/image421.wmf"/><Relationship Id="rId17" Type="http://schemas.openxmlformats.org/officeDocument/2006/relationships/oleObject" Target="../embeddings/oleObject497.bin"/><Relationship Id="rId25" Type="http://schemas.openxmlformats.org/officeDocument/2006/relationships/oleObject" Target="../embeddings/oleObject5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3.wmf"/><Relationship Id="rId20" Type="http://schemas.openxmlformats.org/officeDocument/2006/relationships/image" Target="../media/image425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418.wmf"/><Relationship Id="rId11" Type="http://schemas.openxmlformats.org/officeDocument/2006/relationships/oleObject" Target="../embeddings/oleObject494.bin"/><Relationship Id="rId24" Type="http://schemas.openxmlformats.org/officeDocument/2006/relationships/image" Target="../media/image427.wmf"/><Relationship Id="rId5" Type="http://schemas.openxmlformats.org/officeDocument/2006/relationships/oleObject" Target="../embeddings/oleObject491.bin"/><Relationship Id="rId15" Type="http://schemas.openxmlformats.org/officeDocument/2006/relationships/oleObject" Target="../embeddings/oleObject496.bin"/><Relationship Id="rId23" Type="http://schemas.openxmlformats.org/officeDocument/2006/relationships/oleObject" Target="../embeddings/oleObject500.bin"/><Relationship Id="rId28" Type="http://schemas.openxmlformats.org/officeDocument/2006/relationships/image" Target="../media/image429.wmf"/><Relationship Id="rId10" Type="http://schemas.openxmlformats.org/officeDocument/2006/relationships/image" Target="../media/image420.wmf"/><Relationship Id="rId19" Type="http://schemas.openxmlformats.org/officeDocument/2006/relationships/oleObject" Target="../embeddings/oleObject498.bin"/><Relationship Id="rId4" Type="http://schemas.openxmlformats.org/officeDocument/2006/relationships/image" Target="../media/image417.wmf"/><Relationship Id="rId9" Type="http://schemas.openxmlformats.org/officeDocument/2006/relationships/oleObject" Target="../embeddings/oleObject493.bin"/><Relationship Id="rId14" Type="http://schemas.openxmlformats.org/officeDocument/2006/relationships/image" Target="../media/image422.wmf"/><Relationship Id="rId22" Type="http://schemas.openxmlformats.org/officeDocument/2006/relationships/image" Target="../media/image426.wmf"/><Relationship Id="rId27" Type="http://schemas.openxmlformats.org/officeDocument/2006/relationships/oleObject" Target="../embeddings/oleObject50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wmf"/><Relationship Id="rId13" Type="http://schemas.openxmlformats.org/officeDocument/2006/relationships/oleObject" Target="../embeddings/oleObject508.bin"/><Relationship Id="rId18" Type="http://schemas.openxmlformats.org/officeDocument/2006/relationships/image" Target="../media/image437.wmf"/><Relationship Id="rId3" Type="http://schemas.openxmlformats.org/officeDocument/2006/relationships/oleObject" Target="../embeddings/oleObject503.bin"/><Relationship Id="rId21" Type="http://schemas.openxmlformats.org/officeDocument/2006/relationships/oleObject" Target="../embeddings/oleObject512.bin"/><Relationship Id="rId7" Type="http://schemas.openxmlformats.org/officeDocument/2006/relationships/oleObject" Target="../embeddings/oleObject505.bin"/><Relationship Id="rId12" Type="http://schemas.openxmlformats.org/officeDocument/2006/relationships/image" Target="../media/image434.wmf"/><Relationship Id="rId17" Type="http://schemas.openxmlformats.org/officeDocument/2006/relationships/oleObject" Target="../embeddings/oleObject5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6.wmf"/><Relationship Id="rId20" Type="http://schemas.openxmlformats.org/officeDocument/2006/relationships/image" Target="../media/image428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431.wmf"/><Relationship Id="rId11" Type="http://schemas.openxmlformats.org/officeDocument/2006/relationships/oleObject" Target="../embeddings/oleObject507.bin"/><Relationship Id="rId5" Type="http://schemas.openxmlformats.org/officeDocument/2006/relationships/oleObject" Target="../embeddings/oleObject504.bin"/><Relationship Id="rId15" Type="http://schemas.openxmlformats.org/officeDocument/2006/relationships/oleObject" Target="../embeddings/oleObject509.bin"/><Relationship Id="rId10" Type="http://schemas.openxmlformats.org/officeDocument/2006/relationships/image" Target="../media/image433.wmf"/><Relationship Id="rId19" Type="http://schemas.openxmlformats.org/officeDocument/2006/relationships/oleObject" Target="../embeddings/oleObject511.bin"/><Relationship Id="rId4" Type="http://schemas.openxmlformats.org/officeDocument/2006/relationships/image" Target="../media/image430.wmf"/><Relationship Id="rId9" Type="http://schemas.openxmlformats.org/officeDocument/2006/relationships/oleObject" Target="../embeddings/oleObject506.bin"/><Relationship Id="rId14" Type="http://schemas.openxmlformats.org/officeDocument/2006/relationships/image" Target="../media/image435.wmf"/><Relationship Id="rId22" Type="http://schemas.openxmlformats.org/officeDocument/2006/relationships/image" Target="../media/image429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4A8C1-A86B-4001-A908-3F73C79E8D9E}"/>
              </a:ext>
            </a:extLst>
          </p:cNvPr>
          <p:cNvSpPr txBox="1">
            <a:spLocks/>
          </p:cNvSpPr>
          <p:nvPr/>
        </p:nvSpPr>
        <p:spPr>
          <a:xfrm>
            <a:off x="838200" y="974725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A2D178-D464-4AB6-935A-1B9F7B5BCA53}"/>
              </a:ext>
            </a:extLst>
          </p:cNvPr>
          <p:cNvSpPr txBox="1">
            <a:spLocks/>
          </p:cNvSpPr>
          <p:nvPr/>
        </p:nvSpPr>
        <p:spPr>
          <a:xfrm>
            <a:off x="1691680" y="2243336"/>
            <a:ext cx="6400800" cy="656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第九节  闭区间上连续函数的性质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E2E6C6-0BF6-4F19-9A13-3B0333F4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219822"/>
            <a:ext cx="5249111" cy="5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42">
            <a:extLst>
              <a:ext uri="{FF2B5EF4-FFF2-40B4-BE49-F238E27FC236}">
                <a16:creationId xmlns:a16="http://schemas.microsoft.com/office/drawing/2014/main" id="{A6CC92EC-F2A8-4192-AD5A-6B840FD5A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7819" y="3820879"/>
            <a:ext cx="2254501" cy="559769"/>
          </a:xfrm>
          <a:prstGeom prst="rect">
            <a:avLst/>
          </a:prstGeom>
          <a:solidFill>
            <a:srgbClr val="FFFF00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xtLst/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latin typeface="+mn-ea"/>
                <a:ea typeface="+mn-ea"/>
              </a:rPr>
              <a:t>     (</a:t>
            </a:r>
            <a:r>
              <a:rPr lang="zh-CN" altLang="en-US" sz="2400" b="1" dirty="0">
                <a:latin typeface="+mn-ea"/>
                <a:ea typeface="+mn-ea"/>
              </a:rPr>
              <a:t>最小值</a:t>
            </a:r>
            <a:r>
              <a:rPr lang="en-US" altLang="zh-CN" sz="2400" b="1" dirty="0">
                <a:latin typeface="+mn-ea"/>
                <a:ea typeface="+mn-ea"/>
              </a:rPr>
              <a:t>).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4112" name="Text Box 20"/>
          <p:cNvSpPr txBox="1">
            <a:spLocks noChangeArrowheads="1"/>
          </p:cNvSpPr>
          <p:nvPr/>
        </p:nvSpPr>
        <p:spPr bwMode="auto">
          <a:xfrm>
            <a:off x="893335" y="941914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893874" y="291085"/>
            <a:ext cx="5328592" cy="514350"/>
          </a:xfrm>
          <a:noFill/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一、最大值最小值定理</a:t>
            </a:r>
          </a:p>
        </p:txBody>
      </p:sp>
      <p:graphicFrame>
        <p:nvGraphicFramePr>
          <p:cNvPr id="2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461327"/>
              </p:ext>
            </p:extLst>
          </p:nvPr>
        </p:nvGraphicFramePr>
        <p:xfrm>
          <a:off x="2405503" y="3000548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05" name="Equation" r:id="rId3" imgW="1625400" imgH="380880" progId="Equation.DSMT4">
                  <p:embed/>
                </p:oleObj>
              </mc:Choice>
              <mc:Fallback>
                <p:oleObj name="Equation" r:id="rId3" imgW="1625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503" y="3000548"/>
                        <a:ext cx="1625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893335" y="1545523"/>
            <a:ext cx="7099312" cy="609600"/>
            <a:chOff x="1036576" y="2067694"/>
            <a:chExt cx="7099312" cy="609600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EF7D4F2F-AFE3-443C-AFBC-7EAF2238415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6576" y="2067694"/>
              <a:ext cx="7099312" cy="609600"/>
            </a:xfrm>
            <a:prstGeom prst="rect">
              <a:avLst/>
            </a:prstGeom>
            <a:noFill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+mn-cs"/>
                </a:rPr>
                <a:t>在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  <a:cs typeface="+mn-cs"/>
                </a:rPr>
                <a:t>区间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zh-CN" altLang="en-US" sz="2400" b="1" dirty="0">
                  <a:latin typeface="+mn-ea"/>
                  <a:ea typeface="+mn-ea"/>
                  <a:cs typeface="+mn-cs"/>
                </a:rPr>
                <a:t>上有定义的函数     ，如果有     ，使得</a:t>
              </a:r>
              <a:endParaRPr lang="zh-CN" altLang="en-US" sz="2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0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32811"/>
                </p:ext>
              </p:extLst>
            </p:nvPr>
          </p:nvGraphicFramePr>
          <p:xfrm>
            <a:off x="4363965" y="2133246"/>
            <a:ext cx="64842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06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3965" y="2133246"/>
                          <a:ext cx="64842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8526313"/>
                </p:ext>
              </p:extLst>
            </p:nvPr>
          </p:nvGraphicFramePr>
          <p:xfrm>
            <a:off x="6365168" y="2108916"/>
            <a:ext cx="7810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07" name="Equation" r:id="rId7" imgW="749160" imgH="380880" progId="Equation.DSMT4">
                    <p:embed/>
                  </p:oleObj>
                </mc:Choice>
                <mc:Fallback>
                  <p:oleObj name="Equation" r:id="rId7" imgW="7491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5168" y="2108916"/>
                          <a:ext cx="7810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395536" y="2129934"/>
            <a:ext cx="3513906" cy="646331"/>
            <a:chOff x="467544" y="2643758"/>
            <a:chExt cx="3513906" cy="646331"/>
          </a:xfrm>
        </p:grpSpPr>
        <p:sp>
          <p:nvSpPr>
            <p:cNvPr id="25" name="Text Box 42">
              <a:extLst>
                <a:ext uri="{FF2B5EF4-FFF2-40B4-BE49-F238E27FC236}">
                  <a16:creationId xmlns:a16="http://schemas.microsoft.com/office/drawing/2014/main" id="{A6CC92EC-F2A8-4192-AD5A-6B840FD5A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2643758"/>
              <a:ext cx="351390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对于任一     ，都有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0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3675130"/>
                </p:ext>
              </p:extLst>
            </p:nvPr>
          </p:nvGraphicFramePr>
          <p:xfrm>
            <a:off x="1893503" y="2838822"/>
            <a:ext cx="63468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08" name="Equation" r:id="rId9" imgW="634680" imgH="279360" progId="Equation.DSMT4">
                    <p:embed/>
                  </p:oleObj>
                </mc:Choice>
                <mc:Fallback>
                  <p:oleObj name="Equation" r:id="rId9" imgW="6346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3503" y="2838822"/>
                          <a:ext cx="634680" cy="279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66480"/>
              </p:ext>
            </p:extLst>
          </p:nvPr>
        </p:nvGraphicFramePr>
        <p:xfrm>
          <a:off x="4328950" y="3016174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09" name="Equation" r:id="rId11" imgW="1828800" imgH="380880" progId="Equation.DSMT4">
                  <p:embed/>
                </p:oleObj>
              </mc:Choice>
              <mc:Fallback>
                <p:oleObj name="Equation" r:id="rId11" imgW="1828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950" y="3016174"/>
                        <a:ext cx="1828800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965343" y="3820879"/>
            <a:ext cx="5256584" cy="576248"/>
            <a:chOff x="971600" y="4085659"/>
            <a:chExt cx="5256584" cy="576248"/>
          </a:xfrm>
        </p:grpSpPr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A6CC92EC-F2A8-4192-AD5A-6B840FD5A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4085659"/>
              <a:ext cx="5256584" cy="57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则称      是函数在区间</a:t>
              </a:r>
              <a:r>
                <a:rPr lang="en-US" altLang="zh-CN" sz="24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zh-CN" altLang="en-US" sz="2400" b="1" dirty="0">
                  <a:latin typeface="+mn-ea"/>
                  <a:ea typeface="+mn-ea"/>
                </a:rPr>
                <a:t>上的最大值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3928604"/>
                </p:ext>
              </p:extLst>
            </p:nvPr>
          </p:nvGraphicFramePr>
          <p:xfrm>
            <a:off x="1761297" y="4218324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10" name="Equation" r:id="rId13" imgW="736560" imgH="380880" progId="Equation.DSMT4">
                    <p:embed/>
                  </p:oleObj>
                </mc:Choice>
                <mc:Fallback>
                  <p:oleObj name="Equation" r:id="rId13" imgW="7365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297" y="4218324"/>
                          <a:ext cx="736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2049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8"/>
          <p:cNvSpPr txBox="1">
            <a:spLocks noChangeArrowheads="1"/>
          </p:cNvSpPr>
          <p:nvPr/>
        </p:nvSpPr>
        <p:spPr bwMode="auto">
          <a:xfrm>
            <a:off x="899592" y="195486"/>
            <a:ext cx="5363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问题 </a:t>
            </a:r>
            <a:r>
              <a:rPr lang="zh-CN" altLang="en-US" sz="2400" b="1" dirty="0">
                <a:latin typeface="+mn-ea"/>
                <a:ea typeface="+mn-ea"/>
              </a:rPr>
              <a:t>下面函数一定有最大值最小值吗？</a:t>
            </a:r>
          </a:p>
        </p:txBody>
      </p:sp>
      <p:sp>
        <p:nvSpPr>
          <p:cNvPr id="18" name="Text Box 78"/>
          <p:cNvSpPr txBox="1">
            <a:spLocks noChangeArrowheads="1"/>
          </p:cNvSpPr>
          <p:nvPr/>
        </p:nvSpPr>
        <p:spPr bwMode="auto">
          <a:xfrm>
            <a:off x="484729" y="4119591"/>
            <a:ext cx="26599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无最大值与最小值</a:t>
            </a:r>
          </a:p>
        </p:txBody>
      </p:sp>
      <p:grpSp>
        <p:nvGrpSpPr>
          <p:cNvPr id="47" name="Group 8"/>
          <p:cNvGrpSpPr>
            <a:grpSpLocks/>
          </p:cNvGrpSpPr>
          <p:nvPr/>
        </p:nvGrpSpPr>
        <p:grpSpPr bwMode="auto">
          <a:xfrm>
            <a:off x="1078022" y="1165100"/>
            <a:ext cx="1584176" cy="1391098"/>
            <a:chOff x="3602" y="419"/>
            <a:chExt cx="1073" cy="973"/>
          </a:xfrm>
        </p:grpSpPr>
        <p:grpSp>
          <p:nvGrpSpPr>
            <p:cNvPr id="48" name="Group 9"/>
            <p:cNvGrpSpPr>
              <a:grpSpLocks/>
            </p:cNvGrpSpPr>
            <p:nvPr/>
          </p:nvGrpSpPr>
          <p:grpSpPr bwMode="auto">
            <a:xfrm>
              <a:off x="3602" y="419"/>
              <a:ext cx="1073" cy="973"/>
              <a:chOff x="3602" y="419"/>
              <a:chExt cx="1073" cy="973"/>
            </a:xfrm>
          </p:grpSpPr>
          <p:sp>
            <p:nvSpPr>
              <p:cNvPr id="50" name="Line 10"/>
              <p:cNvSpPr>
                <a:spLocks noChangeShapeType="1"/>
              </p:cNvSpPr>
              <p:nvPr/>
            </p:nvSpPr>
            <p:spPr bwMode="auto">
              <a:xfrm flipH="1">
                <a:off x="3801" y="739"/>
                <a:ext cx="46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51" name="Group 11"/>
              <p:cNvGrpSpPr>
                <a:grpSpLocks/>
              </p:cNvGrpSpPr>
              <p:nvPr/>
            </p:nvGrpSpPr>
            <p:grpSpPr bwMode="auto">
              <a:xfrm>
                <a:off x="3602" y="419"/>
                <a:ext cx="1073" cy="973"/>
                <a:chOff x="3602" y="419"/>
                <a:chExt cx="1073" cy="973"/>
              </a:xfrm>
            </p:grpSpPr>
            <p:sp>
              <p:nvSpPr>
                <p:cNvPr id="53" name="Line 12"/>
                <p:cNvSpPr>
                  <a:spLocks noChangeShapeType="1"/>
                </p:cNvSpPr>
                <p:nvPr/>
              </p:nvSpPr>
              <p:spPr bwMode="auto">
                <a:xfrm>
                  <a:off x="3800" y="1224"/>
                  <a:ext cx="84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800" y="419"/>
                  <a:ext cx="0" cy="8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aphicFrame>
              <p:nvGraphicFramePr>
                <p:cNvPr id="55" name="Object 14"/>
                <p:cNvGraphicFramePr>
                  <a:graphicFrameLocks noChangeAspect="1"/>
                </p:cNvGraphicFramePr>
                <p:nvPr/>
              </p:nvGraphicFramePr>
              <p:xfrm>
                <a:off x="4560" y="1270"/>
                <a:ext cx="115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6517" name="Equation" r:id="rId4" imgW="220926" imgH="236148" progId="Equation.3">
                        <p:embed/>
                      </p:oleObj>
                    </mc:Choice>
                    <mc:Fallback>
                      <p:oleObj name="Equation" r:id="rId4" imgW="220926" imgH="23614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1270"/>
                              <a:ext cx="115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6" name="Object 15"/>
                <p:cNvGraphicFramePr>
                  <a:graphicFrameLocks noChangeAspect="1"/>
                </p:cNvGraphicFramePr>
                <p:nvPr/>
              </p:nvGraphicFramePr>
              <p:xfrm>
                <a:off x="3642" y="1231"/>
                <a:ext cx="109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6518" name="Equation" r:id="rId6" imgW="205794" imgH="236148" progId="Equation.3">
                        <p:embed/>
                      </p:oleObj>
                    </mc:Choice>
                    <mc:Fallback>
                      <p:oleObj name="Equation" r:id="rId6" imgW="205794" imgH="23614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42" y="1231"/>
                              <a:ext cx="109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7" name="Object 16"/>
                <p:cNvGraphicFramePr>
                  <a:graphicFrameLocks noChangeAspect="1"/>
                </p:cNvGraphicFramePr>
                <p:nvPr/>
              </p:nvGraphicFramePr>
              <p:xfrm>
                <a:off x="3602" y="454"/>
                <a:ext cx="122" cy="1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6519" name="Equation" r:id="rId8" imgW="236274" imgH="312492" progId="Equation.3">
                        <p:embed/>
                      </p:oleObj>
                    </mc:Choice>
                    <mc:Fallback>
                      <p:oleObj name="Equation" r:id="rId8" imgW="236274" imgH="31249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02" y="454"/>
                              <a:ext cx="122" cy="16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8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791" y="729"/>
                  <a:ext cx="499" cy="498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295" y="729"/>
                  <a:ext cx="0" cy="49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aphicFrame>
              <p:nvGraphicFramePr>
                <p:cNvPr id="60" name="Object 19"/>
                <p:cNvGraphicFramePr>
                  <a:graphicFrameLocks noChangeAspect="1"/>
                </p:cNvGraphicFramePr>
                <p:nvPr/>
              </p:nvGraphicFramePr>
              <p:xfrm>
                <a:off x="4262" y="1237"/>
                <a:ext cx="77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6520" name="Equation" r:id="rId10" imgW="144834" imgH="297180" progId="Equation.3">
                        <p:embed/>
                      </p:oleObj>
                    </mc:Choice>
                    <mc:Fallback>
                      <p:oleObj name="Equation" r:id="rId10" imgW="144834" imgH="2971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62" y="1237"/>
                              <a:ext cx="77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" name="Object 20"/>
                <p:cNvGraphicFramePr>
                  <a:graphicFrameLocks noChangeAspect="1"/>
                </p:cNvGraphicFramePr>
                <p:nvPr/>
              </p:nvGraphicFramePr>
              <p:xfrm>
                <a:off x="3667" y="672"/>
                <a:ext cx="77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6521" name="Equation" r:id="rId12" imgW="144834" imgH="297180" progId="Equation.3">
                        <p:embed/>
                      </p:oleObj>
                    </mc:Choice>
                    <mc:Fallback>
                      <p:oleObj name="Equation" r:id="rId12" imgW="144834" imgH="2971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67" y="672"/>
                              <a:ext cx="77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2" name="Oval 21"/>
              <p:cNvSpPr>
                <a:spLocks noChangeArrowheads="1"/>
              </p:cNvSpPr>
              <p:nvPr/>
            </p:nvSpPr>
            <p:spPr bwMode="auto">
              <a:xfrm>
                <a:off x="4260" y="722"/>
                <a:ext cx="46" cy="4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49" name="Oval 22"/>
            <p:cNvSpPr>
              <a:spLocks noChangeArrowheads="1"/>
            </p:cNvSpPr>
            <p:nvPr/>
          </p:nvSpPr>
          <p:spPr bwMode="auto">
            <a:xfrm>
              <a:off x="3785" y="1212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5" name="Group 24"/>
          <p:cNvGrpSpPr>
            <a:grpSpLocks/>
          </p:cNvGrpSpPr>
          <p:nvPr/>
        </p:nvGrpSpPr>
        <p:grpSpPr bwMode="auto">
          <a:xfrm>
            <a:off x="3360102" y="900014"/>
            <a:ext cx="2182416" cy="1658541"/>
            <a:chOff x="3207" y="2109"/>
            <a:chExt cx="1833" cy="1393"/>
          </a:xfrm>
        </p:grpSpPr>
        <p:sp>
          <p:nvSpPr>
            <p:cNvPr id="66" name="Line 25"/>
            <p:cNvSpPr>
              <a:spLocks noChangeShapeType="1"/>
            </p:cNvSpPr>
            <p:nvPr/>
          </p:nvSpPr>
          <p:spPr bwMode="auto">
            <a:xfrm flipV="1">
              <a:off x="3207" y="2928"/>
              <a:ext cx="1816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Line 26"/>
            <p:cNvSpPr>
              <a:spLocks noChangeShapeType="1"/>
            </p:cNvSpPr>
            <p:nvPr/>
          </p:nvSpPr>
          <p:spPr bwMode="auto">
            <a:xfrm flipV="1">
              <a:off x="3906" y="2109"/>
              <a:ext cx="0" cy="13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68" name="Object 27"/>
            <p:cNvGraphicFramePr>
              <a:graphicFrameLocks noChangeAspect="1"/>
            </p:cNvGraphicFramePr>
            <p:nvPr/>
          </p:nvGraphicFramePr>
          <p:xfrm>
            <a:off x="4910" y="2983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2" name="Equation" r:id="rId14" imgW="220926" imgH="236148" progId="Equation.3">
                    <p:embed/>
                  </p:oleObj>
                </mc:Choice>
                <mc:Fallback>
                  <p:oleObj name="Equation" r:id="rId14" imgW="220926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0" y="2983"/>
                          <a:ext cx="13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28"/>
            <p:cNvGraphicFramePr>
              <a:graphicFrameLocks noChangeAspect="1"/>
            </p:cNvGraphicFramePr>
            <p:nvPr/>
          </p:nvGraphicFramePr>
          <p:xfrm>
            <a:off x="3766" y="2903"/>
            <a:ext cx="122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3" name="Equation" r:id="rId16" imgW="205794" imgH="236148" progId="Equation.3">
                    <p:embed/>
                  </p:oleObj>
                </mc:Choice>
                <mc:Fallback>
                  <p:oleObj name="Equation" r:id="rId16" imgW="205794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2903"/>
                          <a:ext cx="122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0503484"/>
                </p:ext>
              </p:extLst>
            </p:nvPr>
          </p:nvGraphicFramePr>
          <p:xfrm>
            <a:off x="3744" y="2109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4" name="Equation" r:id="rId18" imgW="236274" imgH="312492" progId="Equation.3">
                    <p:embed/>
                  </p:oleObj>
                </mc:Choice>
                <mc:Fallback>
                  <p:oleObj name="Equation" r:id="rId18" imgW="236274" imgH="312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09"/>
                          <a:ext cx="13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3494646" y="1203549"/>
            <a:ext cx="690563" cy="1251347"/>
            <a:chOff x="2221" y="3237"/>
            <a:chExt cx="580" cy="1051"/>
          </a:xfrm>
        </p:grpSpPr>
        <p:graphicFrame>
          <p:nvGraphicFramePr>
            <p:cNvPr id="7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6432641"/>
                </p:ext>
              </p:extLst>
            </p:nvPr>
          </p:nvGraphicFramePr>
          <p:xfrm>
            <a:off x="2715" y="3237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5" name="Equation" r:id="rId20" imgW="144834" imgH="297180" progId="Equation.3">
                    <p:embed/>
                  </p:oleObj>
                </mc:Choice>
                <mc:Fallback>
                  <p:oleObj name="Equation" r:id="rId20" imgW="14483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5" y="3237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Line 33"/>
            <p:cNvSpPr>
              <a:spLocks noChangeShapeType="1"/>
            </p:cNvSpPr>
            <p:nvPr/>
          </p:nvSpPr>
          <p:spPr bwMode="auto">
            <a:xfrm>
              <a:off x="2221" y="4285"/>
              <a:ext cx="580" cy="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76" name="Group 35"/>
          <p:cNvGrpSpPr>
            <a:grpSpLocks/>
          </p:cNvGrpSpPr>
          <p:nvPr/>
        </p:nvGrpSpPr>
        <p:grpSpPr bwMode="auto">
          <a:xfrm>
            <a:off x="4206859" y="1180633"/>
            <a:ext cx="945357" cy="112858"/>
            <a:chOff x="3924" y="2970"/>
            <a:chExt cx="794" cy="2890240"/>
          </a:xfrm>
        </p:grpSpPr>
        <p:graphicFrame>
          <p:nvGraphicFramePr>
            <p:cNvPr id="78" name="Object 37"/>
            <p:cNvGraphicFramePr>
              <a:graphicFrameLocks noChangeAspect="1"/>
            </p:cNvGraphicFramePr>
            <p:nvPr/>
          </p:nvGraphicFramePr>
          <p:xfrm>
            <a:off x="4611" y="2970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6" name="Equation" r:id="rId22" imgW="205794" imgH="297180" progId="Equation.3">
                    <p:embed/>
                  </p:oleObj>
                </mc:Choice>
                <mc:Fallback>
                  <p:oleObj name="Equation" r:id="rId22" imgW="20579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1" y="2970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Line 39"/>
            <p:cNvSpPr>
              <a:spLocks noChangeShapeType="1"/>
            </p:cNvSpPr>
            <p:nvPr/>
          </p:nvSpPr>
          <p:spPr bwMode="auto">
            <a:xfrm>
              <a:off x="3924" y="2893210"/>
              <a:ext cx="61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83" name="Oval 4"/>
          <p:cNvSpPr>
            <a:spLocks noChangeArrowheads="1"/>
          </p:cNvSpPr>
          <p:nvPr/>
        </p:nvSpPr>
        <p:spPr bwMode="auto">
          <a:xfrm>
            <a:off x="4174360" y="1848936"/>
            <a:ext cx="53150" cy="53150"/>
          </a:xfrm>
          <a:prstGeom prst="ellipse">
            <a:avLst/>
          </a:prstGeom>
          <a:solidFill>
            <a:schemeClr val="bg1"/>
          </a:solidFill>
          <a:ln w="158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6" name="Group 2"/>
          <p:cNvGrpSpPr>
            <a:grpSpLocks/>
          </p:cNvGrpSpPr>
          <p:nvPr/>
        </p:nvGrpSpPr>
        <p:grpSpPr bwMode="auto">
          <a:xfrm>
            <a:off x="7085920" y="1357784"/>
            <a:ext cx="59532" cy="919163"/>
            <a:chOff x="4280" y="2160"/>
            <a:chExt cx="50" cy="772"/>
          </a:xfrm>
        </p:grpSpPr>
        <p:sp>
          <p:nvSpPr>
            <p:cNvPr id="87" name="Line 3"/>
            <p:cNvSpPr>
              <a:spLocks noChangeShapeType="1"/>
            </p:cNvSpPr>
            <p:nvPr/>
          </p:nvSpPr>
          <p:spPr bwMode="auto">
            <a:xfrm flipV="1">
              <a:off x="4303" y="2160"/>
              <a:ext cx="0" cy="7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Oval 4"/>
            <p:cNvSpPr>
              <a:spLocks noChangeArrowheads="1"/>
            </p:cNvSpPr>
            <p:nvPr/>
          </p:nvSpPr>
          <p:spPr bwMode="auto">
            <a:xfrm>
              <a:off x="4280" y="2524"/>
              <a:ext cx="50" cy="5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9" name="Group 24"/>
          <p:cNvGrpSpPr>
            <a:grpSpLocks/>
          </p:cNvGrpSpPr>
          <p:nvPr/>
        </p:nvGrpSpPr>
        <p:grpSpPr bwMode="auto">
          <a:xfrm>
            <a:off x="6447740" y="972022"/>
            <a:ext cx="1543050" cy="1528763"/>
            <a:chOff x="3744" y="1836"/>
            <a:chExt cx="1296" cy="1284"/>
          </a:xfrm>
        </p:grpSpPr>
        <p:sp>
          <p:nvSpPr>
            <p:cNvPr id="90" name="Line 25"/>
            <p:cNvSpPr>
              <a:spLocks noChangeShapeType="1"/>
            </p:cNvSpPr>
            <p:nvPr/>
          </p:nvSpPr>
          <p:spPr bwMode="auto">
            <a:xfrm>
              <a:off x="3924" y="2928"/>
              <a:ext cx="10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Line 26"/>
            <p:cNvSpPr>
              <a:spLocks noChangeShapeType="1"/>
            </p:cNvSpPr>
            <p:nvPr/>
          </p:nvSpPr>
          <p:spPr bwMode="auto">
            <a:xfrm flipV="1">
              <a:off x="3924" y="1880"/>
              <a:ext cx="0" cy="10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92" name="Object 27"/>
            <p:cNvGraphicFramePr>
              <a:graphicFrameLocks noChangeAspect="1"/>
            </p:cNvGraphicFramePr>
            <p:nvPr/>
          </p:nvGraphicFramePr>
          <p:xfrm>
            <a:off x="4910" y="2983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7" name="Equation" r:id="rId24" imgW="220926" imgH="236148" progId="Equation.3">
                    <p:embed/>
                  </p:oleObj>
                </mc:Choice>
                <mc:Fallback>
                  <p:oleObj name="Equation" r:id="rId24" imgW="220926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0" y="2983"/>
                          <a:ext cx="13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Object 28"/>
            <p:cNvGraphicFramePr>
              <a:graphicFrameLocks noChangeAspect="1"/>
            </p:cNvGraphicFramePr>
            <p:nvPr/>
          </p:nvGraphicFramePr>
          <p:xfrm>
            <a:off x="3766" y="2903"/>
            <a:ext cx="122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8" name="Equation" r:id="rId25" imgW="205794" imgH="236148" progId="Equation.3">
                    <p:embed/>
                  </p:oleObj>
                </mc:Choice>
                <mc:Fallback>
                  <p:oleObj name="Equation" r:id="rId25" imgW="205794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2903"/>
                          <a:ext cx="122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Object 29"/>
            <p:cNvGraphicFramePr>
              <a:graphicFrameLocks noChangeAspect="1"/>
            </p:cNvGraphicFramePr>
            <p:nvPr/>
          </p:nvGraphicFramePr>
          <p:xfrm>
            <a:off x="3744" y="1836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29" name="Equation" r:id="rId26" imgW="236274" imgH="312492" progId="Equation.3">
                    <p:embed/>
                  </p:oleObj>
                </mc:Choice>
                <mc:Fallback>
                  <p:oleObj name="Equation" r:id="rId26" imgW="236274" imgH="312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836"/>
                          <a:ext cx="13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Group 30"/>
          <p:cNvGrpSpPr>
            <a:grpSpLocks/>
          </p:cNvGrpSpPr>
          <p:nvPr/>
        </p:nvGrpSpPr>
        <p:grpSpPr bwMode="auto">
          <a:xfrm>
            <a:off x="6527513" y="1744738"/>
            <a:ext cx="663178" cy="756047"/>
            <a:chOff x="3811" y="2485"/>
            <a:chExt cx="557" cy="635"/>
          </a:xfrm>
        </p:grpSpPr>
        <p:graphicFrame>
          <p:nvGraphicFramePr>
            <p:cNvPr id="96" name="Object 31"/>
            <p:cNvGraphicFramePr>
              <a:graphicFrameLocks noChangeAspect="1"/>
            </p:cNvGraphicFramePr>
            <p:nvPr/>
          </p:nvGraphicFramePr>
          <p:xfrm>
            <a:off x="4291" y="2965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30" name="Equation" r:id="rId27" imgW="144834" imgH="297180" progId="Equation.3">
                    <p:embed/>
                  </p:oleObj>
                </mc:Choice>
                <mc:Fallback>
                  <p:oleObj name="Equation" r:id="rId27" imgW="14483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2965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32"/>
            <p:cNvGraphicFramePr>
              <a:graphicFrameLocks noChangeAspect="1"/>
            </p:cNvGraphicFramePr>
            <p:nvPr/>
          </p:nvGraphicFramePr>
          <p:xfrm>
            <a:off x="3811" y="2485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31" name="Equation" r:id="rId29" imgW="144834" imgH="297180" progId="Equation.3">
                    <p:embed/>
                  </p:oleObj>
                </mc:Choice>
                <mc:Fallback>
                  <p:oleObj name="Equation" r:id="rId29" imgW="14483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2485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3919" y="2544"/>
              <a:ext cx="384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9" name="Oval 34"/>
            <p:cNvSpPr>
              <a:spLocks noChangeArrowheads="1"/>
            </p:cNvSpPr>
            <p:nvPr/>
          </p:nvSpPr>
          <p:spPr bwMode="auto">
            <a:xfrm>
              <a:off x="4297" y="2915"/>
              <a:ext cx="47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00" name="Group 35"/>
          <p:cNvGrpSpPr>
            <a:grpSpLocks/>
          </p:cNvGrpSpPr>
          <p:nvPr/>
        </p:nvGrpSpPr>
        <p:grpSpPr bwMode="auto">
          <a:xfrm>
            <a:off x="6491794" y="1293491"/>
            <a:ext cx="1115615" cy="1207294"/>
            <a:chOff x="3781" y="2106"/>
            <a:chExt cx="937" cy="1014"/>
          </a:xfrm>
        </p:grpSpPr>
        <p:sp>
          <p:nvSpPr>
            <p:cNvPr id="101" name="Line 36"/>
            <p:cNvSpPr>
              <a:spLocks noChangeShapeType="1"/>
            </p:cNvSpPr>
            <p:nvPr/>
          </p:nvSpPr>
          <p:spPr bwMode="auto">
            <a:xfrm flipH="1">
              <a:off x="3907" y="2160"/>
              <a:ext cx="3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102" name="Object 37"/>
            <p:cNvGraphicFramePr>
              <a:graphicFrameLocks noChangeAspect="1"/>
            </p:cNvGraphicFramePr>
            <p:nvPr/>
          </p:nvGraphicFramePr>
          <p:xfrm>
            <a:off x="4611" y="2970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32" name="Equation" r:id="rId30" imgW="205794" imgH="297180" progId="Equation.3">
                    <p:embed/>
                  </p:oleObj>
                </mc:Choice>
                <mc:Fallback>
                  <p:oleObj name="Equation" r:id="rId30" imgW="20579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1" y="2970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Object 38"/>
            <p:cNvGraphicFramePr>
              <a:graphicFrameLocks noChangeAspect="1"/>
            </p:cNvGraphicFramePr>
            <p:nvPr/>
          </p:nvGraphicFramePr>
          <p:xfrm>
            <a:off x="3781" y="2106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33" name="Equation" r:id="rId31" imgW="205794" imgH="297180" progId="Equation.3">
                    <p:embed/>
                  </p:oleObj>
                </mc:Choice>
                <mc:Fallback>
                  <p:oleObj name="Equation" r:id="rId31" imgW="20579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1" y="2106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Line 39"/>
            <p:cNvSpPr>
              <a:spLocks noChangeShapeType="1"/>
            </p:cNvSpPr>
            <p:nvPr/>
          </p:nvSpPr>
          <p:spPr bwMode="auto">
            <a:xfrm>
              <a:off x="4296" y="2156"/>
              <a:ext cx="384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Oval 40"/>
            <p:cNvSpPr>
              <a:spLocks noChangeArrowheads="1"/>
            </p:cNvSpPr>
            <p:nvPr/>
          </p:nvSpPr>
          <p:spPr bwMode="auto">
            <a:xfrm>
              <a:off x="4280" y="2140"/>
              <a:ext cx="47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Line 41"/>
            <p:cNvSpPr>
              <a:spLocks noChangeShapeType="1"/>
            </p:cNvSpPr>
            <p:nvPr/>
          </p:nvSpPr>
          <p:spPr bwMode="auto">
            <a:xfrm>
              <a:off x="4665" y="2544"/>
              <a:ext cx="0" cy="3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aphicFrame>
        <p:nvGraphicFramePr>
          <p:cNvPr id="10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057212"/>
              </p:ext>
            </p:extLst>
          </p:nvPr>
        </p:nvGraphicFramePr>
        <p:xfrm>
          <a:off x="3452292" y="3082477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34" name="Equation" r:id="rId33" imgW="1587240" imgH="736560" progId="Equation.DSMT4">
                  <p:embed/>
                </p:oleObj>
              </mc:Choice>
              <mc:Fallback>
                <p:oleObj name="Equation" r:id="rId33" imgW="15872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292" y="3082477"/>
                        <a:ext cx="1587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150461"/>
              </p:ext>
            </p:extLst>
          </p:nvPr>
        </p:nvGraphicFramePr>
        <p:xfrm>
          <a:off x="1287671" y="3082477"/>
          <a:ext cx="105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35" name="Equation" r:id="rId35" imgW="1054080" imgH="736560" progId="Equation.DSMT4">
                  <p:embed/>
                </p:oleObj>
              </mc:Choice>
              <mc:Fallback>
                <p:oleObj name="Equation" r:id="rId35" imgW="10540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671" y="3082477"/>
                        <a:ext cx="1054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691236"/>
              </p:ext>
            </p:extLst>
          </p:nvPr>
        </p:nvGraphicFramePr>
        <p:xfrm>
          <a:off x="5562089" y="2793182"/>
          <a:ext cx="30480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36" name="Equation" r:id="rId37" imgW="3047760" imgH="1346040" progId="Equation.DSMT4">
                  <p:embed/>
                </p:oleObj>
              </mc:Choice>
              <mc:Fallback>
                <p:oleObj name="Equation" r:id="rId37" imgW="304776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089" y="2793182"/>
                        <a:ext cx="30480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869887"/>
              </p:ext>
            </p:extLst>
          </p:nvPr>
        </p:nvGraphicFramePr>
        <p:xfrm>
          <a:off x="4264848" y="2355230"/>
          <a:ext cx="191397" cy="20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37" name="Equation" r:id="rId39" imgW="253800" imgH="266400" progId="Equation.DSMT4">
                  <p:embed/>
                </p:oleObj>
              </mc:Choice>
              <mc:Fallback>
                <p:oleObj name="Equation" r:id="rId39" imgW="253800" imgH="266400" progId="Equation.DSMT4">
                  <p:embed/>
                  <p:pic>
                    <p:nvPicPr>
                      <p:cNvPr id="108" name="Object 2">
                        <a:extLst>
                          <a:ext uri="{FF2B5EF4-FFF2-40B4-BE49-F238E27FC236}">
                            <a16:creationId xmlns:a16="http://schemas.microsoft.com/office/drawing/2014/main" id="{514C9EA2-5373-42ED-A914-7460D1DC3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848" y="2355230"/>
                        <a:ext cx="191397" cy="200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78">
            <a:extLst>
              <a:ext uri="{FF2B5EF4-FFF2-40B4-BE49-F238E27FC236}">
                <a16:creationId xmlns:a16="http://schemas.microsoft.com/office/drawing/2014/main" id="{97852D6B-A00A-413F-AAF7-B219F4DA2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712" y="4132191"/>
            <a:ext cx="28633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最大值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，最小值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Text Box 78">
            <a:extLst>
              <a:ext uri="{FF2B5EF4-FFF2-40B4-BE49-F238E27FC236}">
                <a16:creationId xmlns:a16="http://schemas.microsoft.com/office/drawing/2014/main" id="{67FB7BA0-09F8-49B4-A264-461341002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236" y="4147150"/>
            <a:ext cx="26599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无最大值与最小值</a:t>
            </a:r>
          </a:p>
        </p:txBody>
      </p:sp>
    </p:spTree>
    <p:extLst>
      <p:ext uri="{BB962C8B-B14F-4D97-AF65-F5344CB8AC3E}">
        <p14:creationId xmlns:p14="http://schemas.microsoft.com/office/powerpoint/2010/main" val="44374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83" grpId="0" animBg="1"/>
      <p:bldP spid="62" grpId="0" autoUpdateAnimBg="0"/>
      <p:bldP spid="6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3" name="Text Box 5"/>
          <p:cNvSpPr txBox="1">
            <a:spLocks noChangeArrowheads="1"/>
          </p:cNvSpPr>
          <p:nvPr/>
        </p:nvSpPr>
        <p:spPr bwMode="auto">
          <a:xfrm>
            <a:off x="940644" y="897060"/>
            <a:ext cx="5188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 </a:t>
            </a:r>
            <a:r>
              <a:rPr kumimoji="1" lang="zh-CN" altLang="en-US" sz="2400" b="1" dirty="0">
                <a:latin typeface="+mn-ea"/>
                <a:ea typeface="+mn-ea"/>
              </a:rPr>
              <a:t>闭区间上连续函数</a:t>
            </a:r>
          </a:p>
        </p:txBody>
      </p:sp>
      <p:sp>
        <p:nvSpPr>
          <p:cNvPr id="631814" name="Text Box 6"/>
          <p:cNvSpPr txBox="1">
            <a:spLocks noChangeArrowheads="1"/>
          </p:cNvSpPr>
          <p:nvPr/>
        </p:nvSpPr>
        <p:spPr bwMode="auto">
          <a:xfrm>
            <a:off x="301443" y="1474820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即设</a:t>
            </a:r>
          </a:p>
        </p:txBody>
      </p:sp>
      <p:sp>
        <p:nvSpPr>
          <p:cNvPr id="631834" name="Text Box 26"/>
          <p:cNvSpPr txBox="1">
            <a:spLocks noChangeArrowheads="1"/>
          </p:cNvSpPr>
          <p:nvPr/>
        </p:nvSpPr>
        <p:spPr bwMode="auto">
          <a:xfrm>
            <a:off x="2992039" y="144769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则</a:t>
            </a:r>
          </a:p>
        </p:txBody>
      </p:sp>
      <p:sp>
        <p:nvSpPr>
          <p:cNvPr id="631836" name="Text Box 28"/>
          <p:cNvSpPr txBox="1">
            <a:spLocks noChangeArrowheads="1"/>
          </p:cNvSpPr>
          <p:nvPr/>
        </p:nvSpPr>
        <p:spPr bwMode="auto">
          <a:xfrm>
            <a:off x="281270" y="2171773"/>
            <a:ext cx="5012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sp>
        <p:nvSpPr>
          <p:cNvPr id="631841" name="Text Box 33"/>
          <p:cNvSpPr txBox="1">
            <a:spLocks noChangeArrowheads="1"/>
          </p:cNvSpPr>
          <p:nvPr/>
        </p:nvSpPr>
        <p:spPr bwMode="auto">
          <a:xfrm>
            <a:off x="4355976" y="901236"/>
            <a:ext cx="4616558" cy="458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在该区间上一定有最大值最小值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631842" name="Text Box 34"/>
          <p:cNvSpPr txBox="1">
            <a:spLocks noChangeArrowheads="1"/>
          </p:cNvSpPr>
          <p:nvPr/>
        </p:nvSpPr>
        <p:spPr bwMode="auto">
          <a:xfrm>
            <a:off x="262197" y="3007421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或</a:t>
            </a:r>
          </a:p>
        </p:txBody>
      </p:sp>
      <p:graphicFrame>
        <p:nvGraphicFramePr>
          <p:cNvPr id="63185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8824"/>
              </p:ext>
            </p:extLst>
          </p:nvPr>
        </p:nvGraphicFramePr>
        <p:xfrm>
          <a:off x="833438" y="3088875"/>
          <a:ext cx="39878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89" name="Equation" r:id="rId3" imgW="3987720" imgH="380880" progId="Equation.DSMT4">
                  <p:embed/>
                </p:oleObj>
              </mc:Choice>
              <mc:Fallback>
                <p:oleObj name="Equation" r:id="rId3" imgW="3987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3088875"/>
                        <a:ext cx="39878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110"/>
          <p:cNvSpPr>
            <a:spLocks noChangeShapeType="1"/>
          </p:cNvSpPr>
          <p:nvPr/>
        </p:nvSpPr>
        <p:spPr bwMode="auto">
          <a:xfrm>
            <a:off x="7199313" y="1886645"/>
            <a:ext cx="684212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grpSp>
        <p:nvGrpSpPr>
          <p:cNvPr id="37" name="Group 111"/>
          <p:cNvGrpSpPr>
            <a:grpSpLocks/>
          </p:cNvGrpSpPr>
          <p:nvPr/>
        </p:nvGrpSpPr>
        <p:grpSpPr bwMode="auto">
          <a:xfrm>
            <a:off x="5151156" y="1870140"/>
            <a:ext cx="3624541" cy="2213032"/>
            <a:chOff x="792" y="2446"/>
            <a:chExt cx="1512" cy="1103"/>
          </a:xfrm>
        </p:grpSpPr>
        <p:grpSp>
          <p:nvGrpSpPr>
            <p:cNvPr id="38" name="Group 112"/>
            <p:cNvGrpSpPr>
              <a:grpSpLocks/>
            </p:cNvGrpSpPr>
            <p:nvPr/>
          </p:nvGrpSpPr>
          <p:grpSpPr bwMode="auto">
            <a:xfrm>
              <a:off x="864" y="2446"/>
              <a:ext cx="1440" cy="984"/>
              <a:chOff x="768" y="2446"/>
              <a:chExt cx="1440" cy="984"/>
            </a:xfrm>
          </p:grpSpPr>
          <p:sp>
            <p:nvSpPr>
              <p:cNvPr id="42" name="Line 113"/>
              <p:cNvSpPr>
                <a:spLocks noChangeShapeType="1"/>
              </p:cNvSpPr>
              <p:nvPr/>
            </p:nvSpPr>
            <p:spPr bwMode="auto">
              <a:xfrm>
                <a:off x="768" y="3360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" name="Line 114"/>
              <p:cNvSpPr>
                <a:spLocks noChangeShapeType="1"/>
              </p:cNvSpPr>
              <p:nvPr/>
            </p:nvSpPr>
            <p:spPr bwMode="auto">
              <a:xfrm flipH="1" flipV="1">
                <a:off x="814" y="2446"/>
                <a:ext cx="15" cy="9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" name="Text Box 115"/>
            <p:cNvSpPr txBox="1">
              <a:spLocks noChangeArrowheads="1"/>
            </p:cNvSpPr>
            <p:nvPr/>
          </p:nvSpPr>
          <p:spPr bwMode="auto">
            <a:xfrm>
              <a:off x="912" y="2473"/>
              <a:ext cx="12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0" name="Text Box 116"/>
            <p:cNvSpPr txBox="1">
              <a:spLocks noChangeArrowheads="1"/>
            </p:cNvSpPr>
            <p:nvPr/>
          </p:nvSpPr>
          <p:spPr bwMode="auto">
            <a:xfrm>
              <a:off x="2153" y="3309"/>
              <a:ext cx="12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1" name="Text Box 117"/>
            <p:cNvSpPr txBox="1">
              <a:spLocks noChangeArrowheads="1"/>
            </p:cNvSpPr>
            <p:nvPr/>
          </p:nvSpPr>
          <p:spPr bwMode="auto">
            <a:xfrm>
              <a:off x="792" y="3334"/>
              <a:ext cx="16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grpSp>
        <p:nvGrpSpPr>
          <p:cNvPr id="44" name="Group 118"/>
          <p:cNvGrpSpPr>
            <a:grpSpLocks/>
          </p:cNvGrpSpPr>
          <p:nvPr/>
        </p:nvGrpSpPr>
        <p:grpSpPr bwMode="auto">
          <a:xfrm>
            <a:off x="5792791" y="3142361"/>
            <a:ext cx="325438" cy="922338"/>
            <a:chOff x="1392" y="3386"/>
            <a:chExt cx="205" cy="581"/>
          </a:xfrm>
        </p:grpSpPr>
        <p:sp>
          <p:nvSpPr>
            <p:cNvPr id="45" name="Line 119"/>
            <p:cNvSpPr>
              <a:spLocks noChangeShapeType="1"/>
            </p:cNvSpPr>
            <p:nvPr/>
          </p:nvSpPr>
          <p:spPr bwMode="auto">
            <a:xfrm>
              <a:off x="1479" y="3386"/>
              <a:ext cx="9" cy="34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Text Box 120"/>
            <p:cNvSpPr txBox="1">
              <a:spLocks noChangeArrowheads="1"/>
            </p:cNvSpPr>
            <p:nvPr/>
          </p:nvSpPr>
          <p:spPr bwMode="auto">
            <a:xfrm>
              <a:off x="1392" y="3696"/>
              <a:ext cx="205" cy="27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47" name="Group 121"/>
          <p:cNvGrpSpPr>
            <a:grpSpLocks/>
          </p:cNvGrpSpPr>
          <p:nvPr/>
        </p:nvGrpSpPr>
        <p:grpSpPr bwMode="auto">
          <a:xfrm>
            <a:off x="7899400" y="2334321"/>
            <a:ext cx="325438" cy="1725613"/>
            <a:chOff x="2719" y="2877"/>
            <a:chExt cx="205" cy="1087"/>
          </a:xfrm>
        </p:grpSpPr>
        <p:sp>
          <p:nvSpPr>
            <p:cNvPr id="48" name="Line 122"/>
            <p:cNvSpPr>
              <a:spLocks noChangeShapeType="1"/>
            </p:cNvSpPr>
            <p:nvPr/>
          </p:nvSpPr>
          <p:spPr bwMode="auto">
            <a:xfrm>
              <a:off x="2832" y="2877"/>
              <a:ext cx="0" cy="84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Text Box 123"/>
            <p:cNvSpPr txBox="1">
              <a:spLocks noChangeArrowheads="1"/>
            </p:cNvSpPr>
            <p:nvPr/>
          </p:nvSpPr>
          <p:spPr bwMode="auto">
            <a:xfrm>
              <a:off x="2719" y="3693"/>
              <a:ext cx="205" cy="27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50" name="Line 124"/>
          <p:cNvSpPr>
            <a:spLocks noChangeShapeType="1"/>
          </p:cNvSpPr>
          <p:nvPr/>
        </p:nvSpPr>
        <p:spPr bwMode="auto">
          <a:xfrm>
            <a:off x="6816725" y="3586858"/>
            <a:ext cx="423863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Line 126"/>
          <p:cNvSpPr>
            <a:spLocks noChangeShapeType="1"/>
          </p:cNvSpPr>
          <p:nvPr/>
        </p:nvSpPr>
        <p:spPr bwMode="auto">
          <a:xfrm flipH="1">
            <a:off x="7548394" y="1881884"/>
            <a:ext cx="2684" cy="1809750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Text Box 127"/>
          <p:cNvSpPr txBox="1">
            <a:spLocks noChangeArrowheads="1"/>
          </p:cNvSpPr>
          <p:nvPr/>
        </p:nvSpPr>
        <p:spPr bwMode="auto">
          <a:xfrm>
            <a:off x="6746023" y="3693478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2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ξ</a:t>
            </a:r>
            <a:r>
              <a:rPr kumimoji="1" lang="en-US" altLang="zh-CN" sz="2200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200" i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129"/>
          <p:cNvSpPr>
            <a:spLocks noChangeShapeType="1"/>
          </p:cNvSpPr>
          <p:nvPr/>
        </p:nvSpPr>
        <p:spPr bwMode="auto">
          <a:xfrm>
            <a:off x="6979422" y="3586857"/>
            <a:ext cx="0" cy="128588"/>
          </a:xfrm>
          <a:prstGeom prst="line">
            <a:avLst/>
          </a:prstGeom>
          <a:noFill/>
          <a:ln w="28575" cap="rnd">
            <a:solidFill>
              <a:srgbClr val="FF33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Text Box 130"/>
          <p:cNvSpPr txBox="1">
            <a:spLocks noChangeArrowheads="1"/>
          </p:cNvSpPr>
          <p:nvPr/>
        </p:nvSpPr>
        <p:spPr bwMode="auto">
          <a:xfrm>
            <a:off x="7415236" y="3626937"/>
            <a:ext cx="5572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2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ξ</a:t>
            </a:r>
            <a:r>
              <a:rPr kumimoji="1" lang="en-US" altLang="zh-CN" sz="2200" i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200" i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" name="Group 131"/>
          <p:cNvGrpSpPr>
            <a:grpSpLocks/>
          </p:cNvGrpSpPr>
          <p:nvPr/>
        </p:nvGrpSpPr>
        <p:grpSpPr bwMode="auto">
          <a:xfrm>
            <a:off x="5930901" y="1767583"/>
            <a:ext cx="2147888" cy="1927225"/>
            <a:chOff x="1479" y="2520"/>
            <a:chExt cx="1353" cy="1214"/>
          </a:xfrm>
        </p:grpSpPr>
        <p:sp>
          <p:nvSpPr>
            <p:cNvPr id="58" name="Line 132"/>
            <p:cNvSpPr>
              <a:spLocks noChangeShapeType="1"/>
            </p:cNvSpPr>
            <p:nvPr/>
          </p:nvSpPr>
          <p:spPr bwMode="auto">
            <a:xfrm flipV="1">
              <a:off x="1479" y="2877"/>
              <a:ext cx="1353" cy="5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grpSp>
          <p:nvGrpSpPr>
            <p:cNvPr id="59" name="Group 133"/>
            <p:cNvGrpSpPr>
              <a:grpSpLocks/>
            </p:cNvGrpSpPr>
            <p:nvPr/>
          </p:nvGrpSpPr>
          <p:grpSpPr bwMode="auto">
            <a:xfrm>
              <a:off x="1479" y="2520"/>
              <a:ext cx="1353" cy="1214"/>
              <a:chOff x="1479" y="2520"/>
              <a:chExt cx="1353" cy="1214"/>
            </a:xfrm>
          </p:grpSpPr>
          <p:sp>
            <p:nvSpPr>
              <p:cNvPr id="60" name="Freeform 134"/>
              <p:cNvSpPr>
                <a:spLocks/>
              </p:cNvSpPr>
              <p:nvPr/>
            </p:nvSpPr>
            <p:spPr bwMode="auto">
              <a:xfrm>
                <a:off x="1479" y="2520"/>
                <a:ext cx="1353" cy="1214"/>
              </a:xfrm>
              <a:custGeom>
                <a:avLst/>
                <a:gdLst>
                  <a:gd name="T0" fmla="*/ 0 w 1056"/>
                  <a:gd name="T1" fmla="*/ 1019 h 1032"/>
                  <a:gd name="T2" fmla="*/ 315 w 1056"/>
                  <a:gd name="T3" fmla="*/ 620 h 1032"/>
                  <a:gd name="T4" fmla="*/ 867 w 1056"/>
                  <a:gd name="T5" fmla="*/ 1350 h 1032"/>
                  <a:gd name="T6" fmla="*/ 1183 w 1056"/>
                  <a:gd name="T7" fmla="*/ 155 h 1032"/>
                  <a:gd name="T8" fmla="*/ 1734 w 1056"/>
                  <a:gd name="T9" fmla="*/ 421 h 10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6"/>
                  <a:gd name="T16" fmla="*/ 0 h 1032"/>
                  <a:gd name="T17" fmla="*/ 1056 w 1056"/>
                  <a:gd name="T18" fmla="*/ 1032 h 10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6" h="1032">
                    <a:moveTo>
                      <a:pt x="0" y="736"/>
                    </a:moveTo>
                    <a:cubicBezTo>
                      <a:pt x="52" y="572"/>
                      <a:pt x="104" y="408"/>
                      <a:pt x="192" y="448"/>
                    </a:cubicBezTo>
                    <a:cubicBezTo>
                      <a:pt x="280" y="488"/>
                      <a:pt x="440" y="1032"/>
                      <a:pt x="528" y="976"/>
                    </a:cubicBezTo>
                    <a:cubicBezTo>
                      <a:pt x="616" y="920"/>
                      <a:pt x="632" y="224"/>
                      <a:pt x="720" y="112"/>
                    </a:cubicBezTo>
                    <a:cubicBezTo>
                      <a:pt x="808" y="0"/>
                      <a:pt x="932" y="152"/>
                      <a:pt x="1056" y="304"/>
                    </a:cubicBez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61" name="Object 1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4674254"/>
                  </p:ext>
                </p:extLst>
              </p:nvPr>
            </p:nvGraphicFramePr>
            <p:xfrm>
              <a:off x="1664" y="2838"/>
              <a:ext cx="64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890" name="Equation" r:id="rId5" imgW="1015920" imgH="317160" progId="Equation.DSMT4">
                      <p:embed/>
                    </p:oleObj>
                  </mc:Choice>
                  <mc:Fallback>
                    <p:oleObj name="Equation" r:id="rId5" imgW="1015920" imgH="31716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64" y="2838"/>
                            <a:ext cx="64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971600" y="267494"/>
            <a:ext cx="32896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最大值最小值定理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63" name="Text Box 49"/>
          <p:cNvSpPr txBox="1">
            <a:spLocks noChangeArrowheads="1"/>
          </p:cNvSpPr>
          <p:nvPr/>
        </p:nvSpPr>
        <p:spPr bwMode="auto">
          <a:xfrm>
            <a:off x="684931" y="3662700"/>
            <a:ext cx="15776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几何意义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64" name="Text Box 49"/>
          <p:cNvSpPr txBox="1">
            <a:spLocks noChangeArrowheads="1"/>
          </p:cNvSpPr>
          <p:nvPr/>
        </p:nvSpPr>
        <p:spPr bwMode="auto">
          <a:xfrm>
            <a:off x="639238" y="4207778"/>
            <a:ext cx="5820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闭区间上的连续曲线必有最低点和最高点</a:t>
            </a:r>
            <a:r>
              <a:rPr kumimoji="1" lang="en-US" altLang="zh-CN" sz="2100" b="1" dirty="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6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863307"/>
              </p:ext>
            </p:extLst>
          </p:nvPr>
        </p:nvGraphicFramePr>
        <p:xfrm>
          <a:off x="1182458" y="1558525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91" name="Equation" r:id="rId7" imgW="1815840" imgH="342720" progId="Equation.DSMT4">
                  <p:embed/>
                </p:oleObj>
              </mc:Choice>
              <mc:Fallback>
                <p:oleObj name="Equation" r:id="rId7" imgW="1815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458" y="1558525"/>
                        <a:ext cx="181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65669"/>
              </p:ext>
            </p:extLst>
          </p:nvPr>
        </p:nvGraphicFramePr>
        <p:xfrm>
          <a:off x="685800" y="2258329"/>
          <a:ext cx="2273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92" name="Equation" r:id="rId9" imgW="2273040" imgH="507960" progId="Equation.DSMT4">
                  <p:embed/>
                </p:oleObj>
              </mc:Choice>
              <mc:Fallback>
                <p:oleObj name="Equation" r:id="rId9" imgW="22730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58329"/>
                        <a:ext cx="2273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922118"/>
              </p:ext>
            </p:extLst>
          </p:nvPr>
        </p:nvGraphicFramePr>
        <p:xfrm>
          <a:off x="3000375" y="2247500"/>
          <a:ext cx="2286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93" name="Equation" r:id="rId11" imgW="2286000" imgH="520560" progId="Equation.DSMT4">
                  <p:embed/>
                </p:oleObj>
              </mc:Choice>
              <mc:Fallback>
                <p:oleObj name="Equation" r:id="rId11" imgW="22860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247500"/>
                        <a:ext cx="2286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E7F04D4-DEF8-4F56-AE36-B8A8ECE28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75694"/>
              </p:ext>
            </p:extLst>
          </p:nvPr>
        </p:nvGraphicFramePr>
        <p:xfrm>
          <a:off x="3495675" y="1539475"/>
          <a:ext cx="179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94" name="Equation" r:id="rId13" imgW="1790640" imgH="380880" progId="Equation.DSMT4">
                  <p:embed/>
                </p:oleObj>
              </mc:Choice>
              <mc:Fallback>
                <p:oleObj name="Equation" r:id="rId13" imgW="1790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95675" y="1539475"/>
                        <a:ext cx="1790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46327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31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3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631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6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3" grpId="0" autoUpdateAnimBg="0"/>
      <p:bldP spid="631814" grpId="0" autoUpdateAnimBg="0"/>
      <p:bldP spid="631834" grpId="0" autoUpdateAnimBg="0"/>
      <p:bldP spid="631836" grpId="0" autoUpdateAnimBg="0"/>
      <p:bldP spid="631841" grpId="0" build="p" autoUpdateAnimBg="0"/>
      <p:bldP spid="631842" grpId="0" build="p" autoUpdateAnimBg="0"/>
      <p:bldP spid="36" grpId="0" animBg="1"/>
      <p:bldP spid="50" grpId="0" animBg="1"/>
      <p:bldP spid="52" grpId="0" animBg="1"/>
      <p:bldP spid="53" grpId="0"/>
      <p:bldP spid="55" grpId="0" animBg="1"/>
      <p:bldP spid="56" grpId="0"/>
      <p:bldP spid="63" grpId="0" build="p" autoUpdateAnimBg="0"/>
      <p:bldP spid="64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004597" y="3140001"/>
            <a:ext cx="42863" cy="919163"/>
            <a:chOff x="4280" y="2160"/>
            <a:chExt cx="36" cy="772"/>
          </a:xfrm>
        </p:grpSpPr>
        <p:sp>
          <p:nvSpPr>
            <p:cNvPr id="6192" name="Line 3"/>
            <p:cNvSpPr>
              <a:spLocks noChangeShapeType="1"/>
            </p:cNvSpPr>
            <p:nvPr/>
          </p:nvSpPr>
          <p:spPr bwMode="auto">
            <a:xfrm flipV="1">
              <a:off x="4303" y="2160"/>
              <a:ext cx="0" cy="7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6193" name="Oval 4"/>
            <p:cNvSpPr>
              <a:spLocks noChangeArrowheads="1"/>
            </p:cNvSpPr>
            <p:nvPr/>
          </p:nvSpPr>
          <p:spPr bwMode="auto">
            <a:xfrm>
              <a:off x="4280" y="2524"/>
              <a:ext cx="36" cy="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</p:grpSp>
      <p:sp>
        <p:nvSpPr>
          <p:cNvPr id="632839" name="Text Box 7"/>
          <p:cNvSpPr txBox="1">
            <a:spLocks noChangeArrowheads="1"/>
          </p:cNvSpPr>
          <p:nvPr/>
        </p:nvSpPr>
        <p:spPr bwMode="auto">
          <a:xfrm>
            <a:off x="3106666" y="1607415"/>
            <a:ext cx="31672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无最大值和最小值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318797" y="1055857"/>
            <a:ext cx="1277540" cy="1158479"/>
            <a:chOff x="3602" y="419"/>
            <a:chExt cx="1073" cy="973"/>
          </a:xfrm>
        </p:grpSpPr>
        <p:grpSp>
          <p:nvGrpSpPr>
            <p:cNvPr id="6178" name="Group 9"/>
            <p:cNvGrpSpPr>
              <a:grpSpLocks/>
            </p:cNvGrpSpPr>
            <p:nvPr/>
          </p:nvGrpSpPr>
          <p:grpSpPr bwMode="auto">
            <a:xfrm>
              <a:off x="3602" y="419"/>
              <a:ext cx="1073" cy="973"/>
              <a:chOff x="3602" y="419"/>
              <a:chExt cx="1073" cy="973"/>
            </a:xfrm>
          </p:grpSpPr>
          <p:sp>
            <p:nvSpPr>
              <p:cNvPr id="6180" name="Line 10"/>
              <p:cNvSpPr>
                <a:spLocks noChangeShapeType="1"/>
              </p:cNvSpPr>
              <p:nvPr/>
            </p:nvSpPr>
            <p:spPr bwMode="auto">
              <a:xfrm flipH="1">
                <a:off x="3801" y="739"/>
                <a:ext cx="46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6181" name="Group 11"/>
              <p:cNvGrpSpPr>
                <a:grpSpLocks/>
              </p:cNvGrpSpPr>
              <p:nvPr/>
            </p:nvGrpSpPr>
            <p:grpSpPr bwMode="auto">
              <a:xfrm>
                <a:off x="3602" y="419"/>
                <a:ext cx="1073" cy="973"/>
                <a:chOff x="3602" y="419"/>
                <a:chExt cx="1073" cy="973"/>
              </a:xfrm>
            </p:grpSpPr>
            <p:sp>
              <p:nvSpPr>
                <p:cNvPr id="6183" name="Line 12"/>
                <p:cNvSpPr>
                  <a:spLocks noChangeShapeType="1"/>
                </p:cNvSpPr>
                <p:nvPr/>
              </p:nvSpPr>
              <p:spPr bwMode="auto">
                <a:xfrm>
                  <a:off x="3800" y="1224"/>
                  <a:ext cx="84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8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800" y="419"/>
                  <a:ext cx="0" cy="80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aphicFrame>
              <p:nvGraphicFramePr>
                <p:cNvPr id="6185" name="Object 14"/>
                <p:cNvGraphicFramePr>
                  <a:graphicFrameLocks noChangeAspect="1"/>
                </p:cNvGraphicFramePr>
                <p:nvPr/>
              </p:nvGraphicFramePr>
              <p:xfrm>
                <a:off x="4560" y="1270"/>
                <a:ext cx="115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2310" name="Equation" r:id="rId4" imgW="220926" imgH="236148" progId="Equation.3">
                        <p:embed/>
                      </p:oleObj>
                    </mc:Choice>
                    <mc:Fallback>
                      <p:oleObj name="Equation" r:id="rId4" imgW="220926" imgH="23614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1270"/>
                              <a:ext cx="115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86" name="Object 15"/>
                <p:cNvGraphicFramePr>
                  <a:graphicFrameLocks noChangeAspect="1"/>
                </p:cNvGraphicFramePr>
                <p:nvPr/>
              </p:nvGraphicFramePr>
              <p:xfrm>
                <a:off x="3642" y="1231"/>
                <a:ext cx="109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2311" name="Equation" r:id="rId6" imgW="205794" imgH="236148" progId="Equation.3">
                        <p:embed/>
                      </p:oleObj>
                    </mc:Choice>
                    <mc:Fallback>
                      <p:oleObj name="Equation" r:id="rId6" imgW="205794" imgH="23614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42" y="1231"/>
                              <a:ext cx="109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87" name="Object 16"/>
                <p:cNvGraphicFramePr>
                  <a:graphicFrameLocks noChangeAspect="1"/>
                </p:cNvGraphicFramePr>
                <p:nvPr/>
              </p:nvGraphicFramePr>
              <p:xfrm>
                <a:off x="3602" y="454"/>
                <a:ext cx="122" cy="1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2312" name="Equation" r:id="rId8" imgW="236274" imgH="312492" progId="Equation.3">
                        <p:embed/>
                      </p:oleObj>
                    </mc:Choice>
                    <mc:Fallback>
                      <p:oleObj name="Equation" r:id="rId8" imgW="236274" imgH="31249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02" y="454"/>
                              <a:ext cx="122" cy="16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88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791" y="729"/>
                  <a:ext cx="499" cy="498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89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295" y="729"/>
                  <a:ext cx="0" cy="49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aphicFrame>
              <p:nvGraphicFramePr>
                <p:cNvPr id="6190" name="Object 19"/>
                <p:cNvGraphicFramePr>
                  <a:graphicFrameLocks noChangeAspect="1"/>
                </p:cNvGraphicFramePr>
                <p:nvPr/>
              </p:nvGraphicFramePr>
              <p:xfrm>
                <a:off x="4262" y="1237"/>
                <a:ext cx="77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2313" name="Equation" r:id="rId10" imgW="144834" imgH="297180" progId="Equation.3">
                        <p:embed/>
                      </p:oleObj>
                    </mc:Choice>
                    <mc:Fallback>
                      <p:oleObj name="Equation" r:id="rId10" imgW="144834" imgH="2971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62" y="1237"/>
                              <a:ext cx="77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91" name="Object 20"/>
                <p:cNvGraphicFramePr>
                  <a:graphicFrameLocks noChangeAspect="1"/>
                </p:cNvGraphicFramePr>
                <p:nvPr/>
              </p:nvGraphicFramePr>
              <p:xfrm>
                <a:off x="3667" y="672"/>
                <a:ext cx="77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2314" name="Equation" r:id="rId12" imgW="144834" imgH="297180" progId="Equation.3">
                        <p:embed/>
                      </p:oleObj>
                    </mc:Choice>
                    <mc:Fallback>
                      <p:oleObj name="Equation" r:id="rId12" imgW="144834" imgH="2971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67" y="672"/>
                              <a:ext cx="77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182" name="Oval 21"/>
              <p:cNvSpPr>
                <a:spLocks noChangeArrowheads="1"/>
              </p:cNvSpPr>
              <p:nvPr/>
            </p:nvSpPr>
            <p:spPr bwMode="auto">
              <a:xfrm>
                <a:off x="4260" y="722"/>
                <a:ext cx="46" cy="4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179" name="Oval 22"/>
            <p:cNvSpPr>
              <a:spLocks noChangeArrowheads="1"/>
            </p:cNvSpPr>
            <p:nvPr/>
          </p:nvSpPr>
          <p:spPr bwMode="auto">
            <a:xfrm>
              <a:off x="3785" y="1212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6366422" y="2754239"/>
            <a:ext cx="1543050" cy="1528763"/>
            <a:chOff x="3744" y="1836"/>
            <a:chExt cx="1296" cy="1284"/>
          </a:xfrm>
        </p:grpSpPr>
        <p:sp>
          <p:nvSpPr>
            <p:cNvPr id="6173" name="Line 25"/>
            <p:cNvSpPr>
              <a:spLocks noChangeShapeType="1"/>
            </p:cNvSpPr>
            <p:nvPr/>
          </p:nvSpPr>
          <p:spPr bwMode="auto">
            <a:xfrm>
              <a:off x="3924" y="2928"/>
              <a:ext cx="10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74" name="Line 26"/>
            <p:cNvSpPr>
              <a:spLocks noChangeShapeType="1"/>
            </p:cNvSpPr>
            <p:nvPr/>
          </p:nvSpPr>
          <p:spPr bwMode="auto">
            <a:xfrm flipV="1">
              <a:off x="3924" y="1880"/>
              <a:ext cx="0" cy="10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6175" name="Object 27"/>
            <p:cNvGraphicFramePr>
              <a:graphicFrameLocks noChangeAspect="1"/>
            </p:cNvGraphicFramePr>
            <p:nvPr/>
          </p:nvGraphicFramePr>
          <p:xfrm>
            <a:off x="4910" y="2983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5" name="Equation" r:id="rId14" imgW="220926" imgH="236148" progId="Equation.3">
                    <p:embed/>
                  </p:oleObj>
                </mc:Choice>
                <mc:Fallback>
                  <p:oleObj name="Equation" r:id="rId14" imgW="220926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0" y="2983"/>
                          <a:ext cx="13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6" name="Object 28"/>
            <p:cNvGraphicFramePr>
              <a:graphicFrameLocks noChangeAspect="1"/>
            </p:cNvGraphicFramePr>
            <p:nvPr/>
          </p:nvGraphicFramePr>
          <p:xfrm>
            <a:off x="3766" y="2903"/>
            <a:ext cx="122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6" name="Equation" r:id="rId16" imgW="205794" imgH="236148" progId="Equation.3">
                    <p:embed/>
                  </p:oleObj>
                </mc:Choice>
                <mc:Fallback>
                  <p:oleObj name="Equation" r:id="rId16" imgW="205794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2903"/>
                          <a:ext cx="122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7" name="Object 29"/>
            <p:cNvGraphicFramePr>
              <a:graphicFrameLocks noChangeAspect="1"/>
            </p:cNvGraphicFramePr>
            <p:nvPr/>
          </p:nvGraphicFramePr>
          <p:xfrm>
            <a:off x="3744" y="1836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7" name="Equation" r:id="rId18" imgW="236274" imgH="312492" progId="Equation.3">
                    <p:embed/>
                  </p:oleObj>
                </mc:Choice>
                <mc:Fallback>
                  <p:oleObj name="Equation" r:id="rId18" imgW="236274" imgH="312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836"/>
                          <a:ext cx="13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6446195" y="3526955"/>
            <a:ext cx="663178" cy="756047"/>
            <a:chOff x="3811" y="2485"/>
            <a:chExt cx="557" cy="635"/>
          </a:xfrm>
        </p:grpSpPr>
        <p:graphicFrame>
          <p:nvGraphicFramePr>
            <p:cNvPr id="6169" name="Object 31"/>
            <p:cNvGraphicFramePr>
              <a:graphicFrameLocks noChangeAspect="1"/>
            </p:cNvGraphicFramePr>
            <p:nvPr/>
          </p:nvGraphicFramePr>
          <p:xfrm>
            <a:off x="4291" y="2965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8" name="Equation" r:id="rId20" imgW="144834" imgH="297180" progId="Equation.3">
                    <p:embed/>
                  </p:oleObj>
                </mc:Choice>
                <mc:Fallback>
                  <p:oleObj name="Equation" r:id="rId20" imgW="14483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2965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0" name="Object 32"/>
            <p:cNvGraphicFramePr>
              <a:graphicFrameLocks noChangeAspect="1"/>
            </p:cNvGraphicFramePr>
            <p:nvPr/>
          </p:nvGraphicFramePr>
          <p:xfrm>
            <a:off x="3811" y="2485"/>
            <a:ext cx="7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9" name="Equation" r:id="rId22" imgW="144834" imgH="297180" progId="Equation.3">
                    <p:embed/>
                  </p:oleObj>
                </mc:Choice>
                <mc:Fallback>
                  <p:oleObj name="Equation" r:id="rId22" imgW="14483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2485"/>
                          <a:ext cx="7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Line 33"/>
            <p:cNvSpPr>
              <a:spLocks noChangeShapeType="1"/>
            </p:cNvSpPr>
            <p:nvPr/>
          </p:nvSpPr>
          <p:spPr bwMode="auto">
            <a:xfrm>
              <a:off x="3919" y="2544"/>
              <a:ext cx="384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72" name="Oval 34"/>
            <p:cNvSpPr>
              <a:spLocks noChangeArrowheads="1"/>
            </p:cNvSpPr>
            <p:nvPr/>
          </p:nvSpPr>
          <p:spPr bwMode="auto">
            <a:xfrm>
              <a:off x="4297" y="2915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6410476" y="3075708"/>
            <a:ext cx="1115615" cy="1207294"/>
            <a:chOff x="3781" y="2106"/>
            <a:chExt cx="937" cy="1014"/>
          </a:xfrm>
        </p:grpSpPr>
        <p:sp>
          <p:nvSpPr>
            <p:cNvPr id="6163" name="Line 36"/>
            <p:cNvSpPr>
              <a:spLocks noChangeShapeType="1"/>
            </p:cNvSpPr>
            <p:nvPr/>
          </p:nvSpPr>
          <p:spPr bwMode="auto">
            <a:xfrm flipH="1">
              <a:off x="3907" y="2160"/>
              <a:ext cx="3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6164" name="Object 37"/>
            <p:cNvGraphicFramePr>
              <a:graphicFrameLocks noChangeAspect="1"/>
            </p:cNvGraphicFramePr>
            <p:nvPr/>
          </p:nvGraphicFramePr>
          <p:xfrm>
            <a:off x="4611" y="2970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20" name="Equation" r:id="rId24" imgW="205794" imgH="297180" progId="Equation.3">
                    <p:embed/>
                  </p:oleObj>
                </mc:Choice>
                <mc:Fallback>
                  <p:oleObj name="Equation" r:id="rId24" imgW="20579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1" y="2970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38"/>
            <p:cNvGraphicFramePr>
              <a:graphicFrameLocks noChangeAspect="1"/>
            </p:cNvGraphicFramePr>
            <p:nvPr/>
          </p:nvGraphicFramePr>
          <p:xfrm>
            <a:off x="3781" y="2106"/>
            <a:ext cx="10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21" name="Equation" r:id="rId26" imgW="205794" imgH="297180" progId="Equation.3">
                    <p:embed/>
                  </p:oleObj>
                </mc:Choice>
                <mc:Fallback>
                  <p:oleObj name="Equation" r:id="rId26" imgW="205794" imgH="2971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1" y="2106"/>
                          <a:ext cx="10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6" name="Line 39"/>
            <p:cNvSpPr>
              <a:spLocks noChangeShapeType="1"/>
            </p:cNvSpPr>
            <p:nvPr/>
          </p:nvSpPr>
          <p:spPr bwMode="auto">
            <a:xfrm>
              <a:off x="4296" y="2156"/>
              <a:ext cx="384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67" name="Oval 40"/>
            <p:cNvSpPr>
              <a:spLocks noChangeArrowheads="1"/>
            </p:cNvSpPr>
            <p:nvPr/>
          </p:nvSpPr>
          <p:spPr bwMode="auto">
            <a:xfrm>
              <a:off x="4280" y="2140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168" name="Line 41"/>
            <p:cNvSpPr>
              <a:spLocks noChangeShapeType="1"/>
            </p:cNvSpPr>
            <p:nvPr/>
          </p:nvSpPr>
          <p:spPr bwMode="auto">
            <a:xfrm>
              <a:off x="4665" y="2544"/>
              <a:ext cx="0" cy="3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632874" name="Text Box 42"/>
          <p:cNvSpPr txBox="1">
            <a:spLocks noChangeArrowheads="1"/>
          </p:cNvSpPr>
          <p:nvPr/>
        </p:nvSpPr>
        <p:spPr bwMode="auto">
          <a:xfrm>
            <a:off x="333907" y="4221432"/>
            <a:ext cx="46590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在</a:t>
            </a:r>
            <a:r>
              <a:rPr kumimoji="1" lang="en-US" altLang="zh-CN" sz="2400" b="1" dirty="0">
                <a:latin typeface="+mn-ea"/>
                <a:ea typeface="+mn-ea"/>
              </a:rPr>
              <a:t>[0,2]</a:t>
            </a:r>
            <a:r>
              <a:rPr kumimoji="1" lang="zh-CN" altLang="en-US" sz="2400" b="1" dirty="0">
                <a:latin typeface="+mn-ea"/>
                <a:ea typeface="+mn-ea"/>
              </a:rPr>
              <a:t>上也无最大值和最小值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632875" name="Text Box 43"/>
          <p:cNvSpPr txBox="1">
            <a:spLocks noChangeArrowheads="1"/>
          </p:cNvSpPr>
          <p:nvPr/>
        </p:nvSpPr>
        <p:spPr bwMode="auto">
          <a:xfrm>
            <a:off x="553639" y="2449470"/>
            <a:ext cx="971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又如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632888" name="Text Box 56"/>
          <p:cNvSpPr txBox="1">
            <a:spLocks noChangeArrowheads="1"/>
          </p:cNvSpPr>
          <p:nvPr/>
        </p:nvSpPr>
        <p:spPr bwMode="auto">
          <a:xfrm>
            <a:off x="971600" y="267494"/>
            <a:ext cx="7992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若定理条件不满足，即函数在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开区间</a:t>
            </a:r>
            <a:r>
              <a:rPr kumimoji="1" lang="zh-CN" altLang="en-US" sz="2400" b="1" dirty="0">
                <a:latin typeface="+mn-ea"/>
                <a:ea typeface="+mn-ea"/>
              </a:rPr>
              <a:t>上连续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或在闭区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632889" name="Text Box 57"/>
          <p:cNvSpPr txBox="1">
            <a:spLocks noChangeArrowheads="1"/>
          </p:cNvSpPr>
          <p:nvPr/>
        </p:nvSpPr>
        <p:spPr bwMode="auto">
          <a:xfrm>
            <a:off x="2307433" y="825024"/>
            <a:ext cx="35040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定理的结论不一定成立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32890" name="Text Box 58"/>
          <p:cNvSpPr txBox="1">
            <a:spLocks noChangeArrowheads="1"/>
          </p:cNvSpPr>
          <p:nvPr/>
        </p:nvSpPr>
        <p:spPr bwMode="auto">
          <a:xfrm>
            <a:off x="292160" y="842055"/>
            <a:ext cx="21196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间内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有间断点</a:t>
            </a:r>
            <a:r>
              <a:rPr kumimoji="1" lang="zh-CN" altLang="en-US" sz="2400" b="1" dirty="0">
                <a:latin typeface="+mn-ea"/>
                <a:ea typeface="+mn-ea"/>
              </a:rPr>
              <a:t>，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549501" y="1615898"/>
            <a:ext cx="971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例如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</a:p>
        </p:txBody>
      </p:sp>
      <p:graphicFrame>
        <p:nvGraphicFramePr>
          <p:cNvPr id="4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757483"/>
              </p:ext>
            </p:extLst>
          </p:nvPr>
        </p:nvGraphicFramePr>
        <p:xfrm>
          <a:off x="1412083" y="1705145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22" name="Equation" r:id="rId28" imgW="1790640" imgH="342720" progId="Equation.DSMT4">
                  <p:embed/>
                </p:oleObj>
              </mc:Choice>
              <mc:Fallback>
                <p:oleObj name="Equation" r:id="rId28" imgW="17906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083" y="1705145"/>
                        <a:ext cx="1790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813813"/>
              </p:ext>
            </p:extLst>
          </p:nvPr>
        </p:nvGraphicFramePr>
        <p:xfrm>
          <a:off x="1355726" y="2568745"/>
          <a:ext cx="30607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23" name="Equation" r:id="rId30" imgW="3060360" imgH="1346040" progId="Equation.DSMT4">
                  <p:embed/>
                </p:oleObj>
              </mc:Choice>
              <mc:Fallback>
                <p:oleObj name="Equation" r:id="rId30" imgW="306036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6" y="2568745"/>
                        <a:ext cx="30607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161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3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3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3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3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63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9" grpId="0" autoUpdateAnimBg="0"/>
      <p:bldP spid="632874" grpId="0" autoUpdateAnimBg="0"/>
      <p:bldP spid="632875" grpId="0" autoUpdateAnimBg="0"/>
      <p:bldP spid="632888" grpId="0" autoUpdateAnimBg="0"/>
      <p:bldP spid="632889" grpId="0" autoUpdateAnimBg="0"/>
      <p:bldP spid="632890" grpId="0" build="p" autoUpdateAnimBg="0"/>
      <p:bldP spid="5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660232" y="1646830"/>
            <a:ext cx="1940220" cy="1770807"/>
            <a:chOff x="2117" y="1344"/>
            <a:chExt cx="1819" cy="1697"/>
          </a:xfrm>
        </p:grpSpPr>
        <p:sp>
          <p:nvSpPr>
            <p:cNvPr id="7190" name="Line 4"/>
            <p:cNvSpPr>
              <a:spLocks noChangeShapeType="1"/>
            </p:cNvSpPr>
            <p:nvPr/>
          </p:nvSpPr>
          <p:spPr bwMode="auto">
            <a:xfrm>
              <a:off x="3542" y="2313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 b="1"/>
            </a:p>
          </p:txBody>
        </p:sp>
        <p:grpSp>
          <p:nvGrpSpPr>
            <p:cNvPr id="7191" name="Group 5"/>
            <p:cNvGrpSpPr>
              <a:grpSpLocks/>
            </p:cNvGrpSpPr>
            <p:nvPr/>
          </p:nvGrpSpPr>
          <p:grpSpPr bwMode="auto">
            <a:xfrm>
              <a:off x="2117" y="1344"/>
              <a:ext cx="1819" cy="1697"/>
              <a:chOff x="2117" y="1344"/>
              <a:chExt cx="1819" cy="1697"/>
            </a:xfrm>
          </p:grpSpPr>
          <p:graphicFrame>
            <p:nvGraphicFramePr>
              <p:cNvPr id="7192" name="Object 6"/>
              <p:cNvGraphicFramePr>
                <a:graphicFrameLocks noChangeAspect="1"/>
              </p:cNvGraphicFramePr>
              <p:nvPr/>
            </p:nvGraphicFramePr>
            <p:xfrm>
              <a:off x="3473" y="2735"/>
              <a:ext cx="199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401" name="Equation" r:id="rId4" imgW="121920" imgH="167568" progId="Equation.3">
                      <p:embed/>
                    </p:oleObj>
                  </mc:Choice>
                  <mc:Fallback>
                    <p:oleObj name="Equation" r:id="rId4" imgW="121920" imgH="16756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3" y="2735"/>
                            <a:ext cx="199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193" name="Group 7"/>
              <p:cNvGrpSpPr>
                <a:grpSpLocks/>
              </p:cNvGrpSpPr>
              <p:nvPr/>
            </p:nvGrpSpPr>
            <p:grpSpPr bwMode="auto">
              <a:xfrm>
                <a:off x="2117" y="1344"/>
                <a:ext cx="1819" cy="1697"/>
                <a:chOff x="2112" y="1344"/>
                <a:chExt cx="1819" cy="1697"/>
              </a:xfrm>
            </p:grpSpPr>
            <p:sp>
              <p:nvSpPr>
                <p:cNvPr id="7194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2352" y="1392"/>
                  <a:ext cx="0" cy="133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 b="1"/>
                </a:p>
              </p:txBody>
            </p:sp>
            <p:grpSp>
              <p:nvGrpSpPr>
                <p:cNvPr id="7195" name="Group 9"/>
                <p:cNvGrpSpPr>
                  <a:grpSpLocks/>
                </p:cNvGrpSpPr>
                <p:nvPr/>
              </p:nvGrpSpPr>
              <p:grpSpPr bwMode="auto">
                <a:xfrm>
                  <a:off x="2112" y="1344"/>
                  <a:ext cx="1819" cy="1697"/>
                  <a:chOff x="2112" y="1344"/>
                  <a:chExt cx="1819" cy="1697"/>
                </a:xfrm>
              </p:grpSpPr>
              <p:sp>
                <p:nvSpPr>
                  <p:cNvPr id="719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2725"/>
                    <a:ext cx="1507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 b="1"/>
                  </a:p>
                </p:txBody>
              </p:sp>
              <p:graphicFrame>
                <p:nvGraphicFramePr>
                  <p:cNvPr id="7197" name="Object 11"/>
                  <p:cNvGraphicFramePr>
                    <a:graphicFrameLocks noChangeAspect="1"/>
                  </p:cNvGraphicFramePr>
                  <p:nvPr/>
                </p:nvGraphicFramePr>
                <p:xfrm>
                  <a:off x="3692" y="2768"/>
                  <a:ext cx="239" cy="26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402" name="Equation" r:id="rId6" imgW="121920" imgH="129612" progId="Equation.3">
                          <p:embed/>
                        </p:oleObj>
                      </mc:Choice>
                      <mc:Fallback>
                        <p:oleObj name="Equation" r:id="rId6" imgW="121920" imgH="12961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92" y="2768"/>
                                <a:ext cx="239" cy="26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7198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246" y="2725"/>
                  <a:ext cx="240" cy="26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403" name="Equation" r:id="rId8" imgW="121920" imgH="129612" progId="Equation.3">
                          <p:embed/>
                        </p:oleObj>
                      </mc:Choice>
                      <mc:Fallback>
                        <p:oleObj name="Equation" r:id="rId8" imgW="121920" imgH="12961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46" y="2725"/>
                                <a:ext cx="240" cy="26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7199" name="Object 13"/>
                  <p:cNvGraphicFramePr>
                    <a:graphicFrameLocks noChangeAspect="1"/>
                  </p:cNvGraphicFramePr>
                  <p:nvPr/>
                </p:nvGraphicFramePr>
                <p:xfrm>
                  <a:off x="2112" y="1344"/>
                  <a:ext cx="264" cy="31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404" name="Equation" r:id="rId10" imgW="129486" imgH="160020" progId="Equation.3">
                          <p:embed/>
                        </p:oleObj>
                      </mc:Choice>
                      <mc:Fallback>
                        <p:oleObj name="Equation" r:id="rId10" imgW="129486" imgH="16002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12" y="1344"/>
                                <a:ext cx="264" cy="31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7200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2519" y="2785"/>
                  <a:ext cx="199" cy="21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405" name="Equation" r:id="rId12" imgW="121920" imgH="129612" progId="Equation.3">
                          <p:embed/>
                        </p:oleObj>
                      </mc:Choice>
                      <mc:Fallback>
                        <p:oleObj name="Equation" r:id="rId12" imgW="121920" imgH="12961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19" y="2785"/>
                                <a:ext cx="199" cy="21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7201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592" y="2129"/>
                    <a:ext cx="26" cy="59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 b="1"/>
                  </a:p>
                </p:txBody>
              </p:sp>
              <p:graphicFrame>
                <p:nvGraphicFramePr>
                  <p:cNvPr id="7202" name="Object 16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730866436"/>
                      </p:ext>
                    </p:extLst>
                  </p:nvPr>
                </p:nvGraphicFramePr>
                <p:xfrm>
                  <a:off x="2677" y="1437"/>
                  <a:ext cx="916" cy="31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7406" name="Equation" r:id="rId14" imgW="579120" imgH="198192" progId="Equation.3">
                          <p:embed/>
                        </p:oleObj>
                      </mc:Choice>
                      <mc:Fallback>
                        <p:oleObj name="Equation" r:id="rId14" imgW="579120" imgH="19819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677" y="1437"/>
                                <a:ext cx="916" cy="31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7203" name="Freeform 17"/>
                  <p:cNvSpPr>
                    <a:spLocks/>
                  </p:cNvSpPr>
                  <p:nvPr/>
                </p:nvSpPr>
                <p:spPr bwMode="auto">
                  <a:xfrm>
                    <a:off x="2592" y="1809"/>
                    <a:ext cx="950" cy="763"/>
                  </a:xfrm>
                  <a:custGeom>
                    <a:avLst/>
                    <a:gdLst>
                      <a:gd name="T0" fmla="*/ 0 w 1056"/>
                      <a:gd name="T1" fmla="*/ 268 h 848"/>
                      <a:gd name="T2" fmla="*/ 105 w 1056"/>
                      <a:gd name="T3" fmla="*/ 443 h 848"/>
                      <a:gd name="T4" fmla="*/ 210 w 1056"/>
                      <a:gd name="T5" fmla="*/ 548 h 848"/>
                      <a:gd name="T6" fmla="*/ 419 w 1056"/>
                      <a:gd name="T7" fmla="*/ 23 h 848"/>
                      <a:gd name="T8" fmla="*/ 769 w 1056"/>
                      <a:gd name="T9" fmla="*/ 408 h 84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56"/>
                      <a:gd name="T16" fmla="*/ 0 h 848"/>
                      <a:gd name="T17" fmla="*/ 1056 w 1056"/>
                      <a:gd name="T18" fmla="*/ 848 h 84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56" h="848">
                        <a:moveTo>
                          <a:pt x="0" y="368"/>
                        </a:moveTo>
                        <a:cubicBezTo>
                          <a:pt x="48" y="456"/>
                          <a:pt x="96" y="544"/>
                          <a:pt x="144" y="608"/>
                        </a:cubicBezTo>
                        <a:cubicBezTo>
                          <a:pt x="192" y="672"/>
                          <a:pt x="216" y="848"/>
                          <a:pt x="288" y="752"/>
                        </a:cubicBezTo>
                        <a:cubicBezTo>
                          <a:pt x="360" y="656"/>
                          <a:pt x="448" y="64"/>
                          <a:pt x="576" y="32"/>
                        </a:cubicBezTo>
                        <a:cubicBezTo>
                          <a:pt x="704" y="0"/>
                          <a:pt x="976" y="472"/>
                          <a:pt x="1056" y="560"/>
                        </a:cubicBezTo>
                      </a:path>
                    </a:pathLst>
                  </a:cu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 b="1"/>
                  </a:p>
                </p:txBody>
              </p:sp>
              <p:grpSp>
                <p:nvGrpSpPr>
                  <p:cNvPr id="7204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2698" y="2529"/>
                    <a:ext cx="240" cy="512"/>
                    <a:chOff x="4342" y="1152"/>
                    <a:chExt cx="266" cy="569"/>
                  </a:xfrm>
                </p:grpSpPr>
                <p:sp>
                  <p:nvSpPr>
                    <p:cNvPr id="7208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64" y="1152"/>
                      <a:ext cx="0" cy="19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4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350" b="1"/>
                    </a:p>
                  </p:txBody>
                </p:sp>
                <p:graphicFrame>
                  <p:nvGraphicFramePr>
                    <p:cNvPr id="7209" name="Object 2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342" y="1344"/>
                    <a:ext cx="266" cy="37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07407" name="Equation" r:id="rId16" imgW="144834" imgH="205740" progId="Equation.3">
                            <p:embed/>
                          </p:oleObj>
                        </mc:Choice>
                        <mc:Fallback>
                          <p:oleObj name="Equation" r:id="rId16" imgW="144834" imgH="205740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342" y="1344"/>
                                  <a:ext cx="266" cy="37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7205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2988" y="1838"/>
                    <a:ext cx="279" cy="1190"/>
                    <a:chOff x="4712" y="384"/>
                    <a:chExt cx="310" cy="1322"/>
                  </a:xfrm>
                </p:grpSpPr>
                <p:sp>
                  <p:nvSpPr>
                    <p:cNvPr id="7206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48" y="384"/>
                      <a:ext cx="0" cy="96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4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350" b="1"/>
                    </a:p>
                  </p:txBody>
                </p:sp>
                <p:graphicFrame>
                  <p:nvGraphicFramePr>
                    <p:cNvPr id="7207" name="Object 2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712" y="1330"/>
                    <a:ext cx="310" cy="3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07408" name="Equation" r:id="rId18" imgW="167748" imgH="205740" progId="Equation.3">
                            <p:embed/>
                          </p:oleObj>
                        </mc:Choice>
                        <mc:Fallback>
                          <p:oleObj name="Equation" r:id="rId18" imgW="167748" imgH="205740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9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712" y="1330"/>
                                  <a:ext cx="310" cy="3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</p:grpSp>
        </p:grpSp>
      </p:grpSp>
      <p:sp>
        <p:nvSpPr>
          <p:cNvPr id="7188" name="Line 25"/>
          <p:cNvSpPr>
            <a:spLocks noChangeShapeType="1"/>
          </p:cNvSpPr>
          <p:nvPr/>
        </p:nvSpPr>
        <p:spPr bwMode="auto">
          <a:xfrm flipH="1">
            <a:off x="6928552" y="2874762"/>
            <a:ext cx="487334" cy="8153"/>
          </a:xfrm>
          <a:prstGeom prst="line">
            <a:avLst/>
          </a:prstGeom>
          <a:noFill/>
          <a:ln w="19050">
            <a:solidFill>
              <a:srgbClr val="0064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/>
          </a:p>
        </p:txBody>
      </p:sp>
      <p:graphicFrame>
        <p:nvGraphicFramePr>
          <p:cNvPr id="7189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761823"/>
              </p:ext>
            </p:extLst>
          </p:nvPr>
        </p:nvGraphicFramePr>
        <p:xfrm>
          <a:off x="6625196" y="2774489"/>
          <a:ext cx="252313" cy="245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09" name="Equation" r:id="rId20" imgW="159966" imgH="129612" progId="Equation.3">
                  <p:embed/>
                </p:oleObj>
              </mc:Choice>
              <mc:Fallback>
                <p:oleObj name="Equation" r:id="rId20" imgW="159966" imgH="1296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5196" y="2774489"/>
                        <a:ext cx="252313" cy="245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6572550" y="2038301"/>
            <a:ext cx="1156612" cy="246459"/>
            <a:chOff x="2016" y="1680"/>
            <a:chExt cx="1104" cy="273"/>
          </a:xfrm>
        </p:grpSpPr>
        <p:sp>
          <p:nvSpPr>
            <p:cNvPr id="7186" name="Line 28"/>
            <p:cNvSpPr>
              <a:spLocks noChangeShapeType="1"/>
            </p:cNvSpPr>
            <p:nvPr/>
          </p:nvSpPr>
          <p:spPr bwMode="auto">
            <a:xfrm flipH="1">
              <a:off x="2352" y="1824"/>
              <a:ext cx="768" cy="0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 b="1"/>
            </a:p>
          </p:txBody>
        </p:sp>
        <p:graphicFrame>
          <p:nvGraphicFramePr>
            <p:cNvPr id="7187" name="Object 29"/>
            <p:cNvGraphicFramePr>
              <a:graphicFrameLocks noChangeAspect="1"/>
            </p:cNvGraphicFramePr>
            <p:nvPr/>
          </p:nvGraphicFramePr>
          <p:xfrm>
            <a:off x="2016" y="1680"/>
            <a:ext cx="33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10" name="Equation" r:id="rId22" imgW="198228" imgH="160020" progId="Equation.3">
                    <p:embed/>
                  </p:oleObj>
                </mc:Choice>
                <mc:Fallback>
                  <p:oleObj name="Equation" r:id="rId22" imgW="198228" imgH="1600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680"/>
                          <a:ext cx="33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3887" name="Text Box 31"/>
          <p:cNvSpPr txBox="1">
            <a:spLocks noChangeArrowheads="1"/>
          </p:cNvSpPr>
          <p:nvPr/>
        </p:nvSpPr>
        <p:spPr bwMode="auto">
          <a:xfrm>
            <a:off x="3901258" y="1758168"/>
            <a:ext cx="25202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由定理</a:t>
            </a:r>
            <a:r>
              <a:rPr kumimoji="1" lang="en-US" altLang="zh-CN" sz="2400" b="1" dirty="0">
                <a:latin typeface="+mn-ea"/>
                <a:ea typeface="+mn-ea"/>
              </a:rPr>
              <a:t>1</a:t>
            </a:r>
            <a:r>
              <a:rPr kumimoji="1" lang="zh-CN" altLang="en-US" sz="2400" b="1" dirty="0">
                <a:latin typeface="+mn-ea"/>
                <a:ea typeface="+mn-ea"/>
              </a:rPr>
              <a:t>可知有</a:t>
            </a:r>
          </a:p>
        </p:txBody>
      </p:sp>
      <p:sp>
        <p:nvSpPr>
          <p:cNvPr id="633891" name="Text Box 35"/>
          <p:cNvSpPr txBox="1">
            <a:spLocks noChangeArrowheads="1"/>
          </p:cNvSpPr>
          <p:nvPr/>
        </p:nvSpPr>
        <p:spPr bwMode="auto">
          <a:xfrm>
            <a:off x="859521" y="1766392"/>
            <a:ext cx="1634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 </a:t>
            </a:r>
            <a:r>
              <a:rPr kumimoji="1"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设</a:t>
            </a:r>
          </a:p>
        </p:txBody>
      </p:sp>
      <p:sp>
        <p:nvSpPr>
          <p:cNvPr id="7185" name="Text Box 71"/>
          <p:cNvSpPr txBox="1">
            <a:spLocks noChangeArrowheads="1"/>
          </p:cNvSpPr>
          <p:nvPr/>
        </p:nvSpPr>
        <p:spPr bwMode="auto">
          <a:xfrm>
            <a:off x="4547364" y="1003941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在该区间上必有界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835998" y="1015996"/>
            <a:ext cx="5188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 </a:t>
            </a:r>
            <a:r>
              <a:rPr kumimoji="1" lang="zh-CN" altLang="en-US" sz="2400" b="1" dirty="0">
                <a:latin typeface="+mn-ea"/>
                <a:ea typeface="+mn-ea"/>
              </a:rPr>
              <a:t>闭区间上的连续函数</a:t>
            </a:r>
          </a:p>
        </p:txBody>
      </p:sp>
      <p:graphicFrame>
        <p:nvGraphicFramePr>
          <p:cNvPr id="4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66361"/>
              </p:ext>
            </p:extLst>
          </p:nvPr>
        </p:nvGraphicFramePr>
        <p:xfrm>
          <a:off x="1573213" y="3598863"/>
          <a:ext cx="26749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1" name="Equation" r:id="rId24" imgW="2565360" imgH="342720" progId="Equation.DSMT4">
                  <p:embed/>
                </p:oleObj>
              </mc:Choice>
              <mc:Fallback>
                <p:oleObj name="Equation" r:id="rId24" imgW="2565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3598863"/>
                        <a:ext cx="26749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942704"/>
              </p:ext>
            </p:extLst>
          </p:nvPr>
        </p:nvGraphicFramePr>
        <p:xfrm>
          <a:off x="4332288" y="3611563"/>
          <a:ext cx="14144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2" name="Equation" r:id="rId26" imgW="1358640" imgH="330120" progId="Equation.DSMT4">
                  <p:embed/>
                </p:oleObj>
              </mc:Choice>
              <mc:Fallback>
                <p:oleObj name="Equation" r:id="rId26" imgW="1358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3611563"/>
                        <a:ext cx="141446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515334"/>
              </p:ext>
            </p:extLst>
          </p:nvPr>
        </p:nvGraphicFramePr>
        <p:xfrm>
          <a:off x="5797550" y="3598863"/>
          <a:ext cx="1336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3" name="Equation" r:id="rId28" imgW="1282680" imgH="342720" progId="Equation.DSMT4">
                  <p:embed/>
                </p:oleObj>
              </mc:Choice>
              <mc:Fallback>
                <p:oleObj name="Equation" r:id="rId28" imgW="1282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550" y="3598863"/>
                        <a:ext cx="13366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564287"/>
              </p:ext>
            </p:extLst>
          </p:nvPr>
        </p:nvGraphicFramePr>
        <p:xfrm>
          <a:off x="2001838" y="1844675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4" name="Equation" r:id="rId30" imgW="1815840" imgH="342720" progId="Equation.DSMT4">
                  <p:embed/>
                </p:oleObj>
              </mc:Choice>
              <mc:Fallback>
                <p:oleObj name="Equation" r:id="rId30" imgW="1815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838" y="1844675"/>
                        <a:ext cx="181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065080"/>
              </p:ext>
            </p:extLst>
          </p:nvPr>
        </p:nvGraphicFramePr>
        <p:xfrm>
          <a:off x="1770063" y="2312988"/>
          <a:ext cx="182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5" name="Equation" r:id="rId32" imgW="1828800" imgH="507960" progId="Equation.DSMT4">
                  <p:embed/>
                </p:oleObj>
              </mc:Choice>
              <mc:Fallback>
                <p:oleObj name="Equation" r:id="rId32" imgW="18288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2312988"/>
                        <a:ext cx="1828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722859"/>
              </p:ext>
            </p:extLst>
          </p:nvPr>
        </p:nvGraphicFramePr>
        <p:xfrm>
          <a:off x="3873500" y="2295525"/>
          <a:ext cx="1879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6" name="Equation" r:id="rId34" imgW="1879560" imgH="520560" progId="Equation.DSMT4">
                  <p:embed/>
                </p:oleObj>
              </mc:Choice>
              <mc:Fallback>
                <p:oleObj name="Equation" r:id="rId34" imgW="18795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2295525"/>
                        <a:ext cx="1879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208042"/>
              </p:ext>
            </p:extLst>
          </p:nvPr>
        </p:nvGraphicFramePr>
        <p:xfrm>
          <a:off x="1855788" y="2990850"/>
          <a:ext cx="1358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17" name="Equation" r:id="rId36" imgW="1358640" imgH="330120" progId="Equation.DSMT4">
                  <p:embed/>
                </p:oleObj>
              </mc:Choice>
              <mc:Fallback>
                <p:oleObj name="Equation" r:id="rId36" imgW="1358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2990850"/>
                        <a:ext cx="1358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475656" y="4155926"/>
            <a:ext cx="3909378" cy="461665"/>
            <a:chOff x="3635896" y="4155926"/>
            <a:chExt cx="3909378" cy="461665"/>
          </a:xfrm>
        </p:grpSpPr>
        <p:sp>
          <p:nvSpPr>
            <p:cNvPr id="633894" name="Text Box 38"/>
            <p:cNvSpPr txBox="1">
              <a:spLocks noChangeArrowheads="1"/>
            </p:cNvSpPr>
            <p:nvPr/>
          </p:nvSpPr>
          <p:spPr bwMode="auto">
            <a:xfrm>
              <a:off x="3635896" y="4155926"/>
              <a:ext cx="3909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故函数    在    上有界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5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2185381"/>
                </p:ext>
              </p:extLst>
            </p:nvPr>
          </p:nvGraphicFramePr>
          <p:xfrm>
            <a:off x="4654727" y="424908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18" name="Equation" r:id="rId38" imgW="622080" imgH="342720" progId="Equation.DSMT4">
                    <p:embed/>
                  </p:oleObj>
                </mc:Choice>
                <mc:Fallback>
                  <p:oleObj name="Equation" r:id="rId38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4727" y="424908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962310"/>
                </p:ext>
              </p:extLst>
            </p:nvPr>
          </p:nvGraphicFramePr>
          <p:xfrm>
            <a:off x="5595185" y="424033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19" name="Equation" r:id="rId40" imgW="634680" imgH="330120" progId="Equation.DSMT4">
                    <p:embed/>
                  </p:oleObj>
                </mc:Choice>
                <mc:Fallback>
                  <p:oleObj name="Equation" r:id="rId40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5185" y="4240330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Rectangle 4">
            <a:extLst>
              <a:ext uri="{FF2B5EF4-FFF2-40B4-BE49-F238E27FC236}">
                <a16:creationId xmlns:a16="http://schemas.microsoft.com/office/drawing/2014/main" id="{664D0A9D-BE06-49A1-A3E7-D9DD0F726C9E}"/>
              </a:ext>
            </a:extLst>
          </p:cNvPr>
          <p:cNvSpPr txBox="1">
            <a:spLocks noChangeArrowheads="1"/>
          </p:cNvSpPr>
          <p:nvPr/>
        </p:nvSpPr>
        <p:spPr>
          <a:xfrm>
            <a:off x="934567" y="279884"/>
            <a:ext cx="3313583" cy="51435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二、有界性定理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02478A6-2B1A-4388-8535-4092478C1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29488"/>
              </p:ext>
            </p:extLst>
          </p:nvPr>
        </p:nvGraphicFramePr>
        <p:xfrm>
          <a:off x="3484048" y="3014093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20" name="Equation" r:id="rId42" imgW="1803240" imgH="342720" progId="Equation.DSMT4">
                  <p:embed/>
                </p:oleObj>
              </mc:Choice>
              <mc:Fallback>
                <p:oleObj name="Equation" r:id="rId42" imgW="1803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484048" y="3014093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84218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3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3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" grpId="0" animBg="1"/>
      <p:bldP spid="633887" grpId="0" autoUpdateAnimBg="0"/>
      <p:bldP spid="6338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5"/>
          <p:cNvSpPr>
            <a:spLocks noChangeArrowheads="1"/>
          </p:cNvSpPr>
          <p:nvPr/>
        </p:nvSpPr>
        <p:spPr bwMode="auto">
          <a:xfrm>
            <a:off x="5754867" y="1960400"/>
            <a:ext cx="1935716" cy="1278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sp>
        <p:nvSpPr>
          <p:cNvPr id="5" name="Rectangle 64"/>
          <p:cNvSpPr>
            <a:spLocks noChangeArrowheads="1"/>
          </p:cNvSpPr>
          <p:nvPr/>
        </p:nvSpPr>
        <p:spPr bwMode="auto">
          <a:xfrm>
            <a:off x="7690583" y="2559959"/>
            <a:ext cx="879871" cy="50253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sp>
        <p:nvSpPr>
          <p:cNvPr id="6" name="Rectangle 63"/>
          <p:cNvSpPr>
            <a:spLocks noChangeArrowheads="1"/>
          </p:cNvSpPr>
          <p:nvPr/>
        </p:nvSpPr>
        <p:spPr bwMode="auto">
          <a:xfrm>
            <a:off x="4874996" y="2559959"/>
            <a:ext cx="879871" cy="50253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cxnSp>
        <p:nvCxnSpPr>
          <p:cNvPr id="36898" name="Line 34"/>
          <p:cNvCxnSpPr>
            <a:cxnSpLocks noChangeShapeType="1"/>
          </p:cNvCxnSpPr>
          <p:nvPr/>
        </p:nvCxnSpPr>
        <p:spPr bwMode="auto">
          <a:xfrm>
            <a:off x="4874996" y="2811224"/>
            <a:ext cx="369545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Freeform 43"/>
          <p:cNvSpPr>
            <a:spLocks/>
          </p:cNvSpPr>
          <p:nvPr/>
        </p:nvSpPr>
        <p:spPr bwMode="auto">
          <a:xfrm>
            <a:off x="4962983" y="1990425"/>
            <a:ext cx="3519484" cy="1228407"/>
          </a:xfrm>
          <a:custGeom>
            <a:avLst/>
            <a:gdLst>
              <a:gd name="T0" fmla="*/ 0 w 1920"/>
              <a:gd name="T1" fmla="*/ 2147483647 h 704"/>
              <a:gd name="T2" fmla="*/ 2147483647 w 1920"/>
              <a:gd name="T3" fmla="*/ 2147483647 h 704"/>
              <a:gd name="T4" fmla="*/ 2147483647 w 1920"/>
              <a:gd name="T5" fmla="*/ 2147483647 h 704"/>
              <a:gd name="T6" fmla="*/ 2147483647 w 1920"/>
              <a:gd name="T7" fmla="*/ 2147483647 h 704"/>
              <a:gd name="T8" fmla="*/ 2147483647 w 1920"/>
              <a:gd name="T9" fmla="*/ 2147483647 h 704"/>
              <a:gd name="T10" fmla="*/ 2147483647 w 1920"/>
              <a:gd name="T11" fmla="*/ 2147483647 h 704"/>
              <a:gd name="T12" fmla="*/ 2147483647 w 1920"/>
              <a:gd name="T13" fmla="*/ 2147483647 h 704"/>
              <a:gd name="T14" fmla="*/ 2147483647 w 1920"/>
              <a:gd name="T15" fmla="*/ 2147483647 h 704"/>
              <a:gd name="T16" fmla="*/ 2147483647 w 1920"/>
              <a:gd name="T17" fmla="*/ 2147483647 h 704"/>
              <a:gd name="T18" fmla="*/ 2147483647 w 1920"/>
              <a:gd name="T19" fmla="*/ 2147483647 h 704"/>
              <a:gd name="T20" fmla="*/ 2147483647 w 1920"/>
              <a:gd name="T21" fmla="*/ 2147483647 h 704"/>
              <a:gd name="T22" fmla="*/ 2147483647 w 1920"/>
              <a:gd name="T23" fmla="*/ 2147483647 h 704"/>
              <a:gd name="T24" fmla="*/ 2147483647 w 1920"/>
              <a:gd name="T25" fmla="*/ 2147483647 h 704"/>
              <a:gd name="T26" fmla="*/ 2147483647 w 1920"/>
              <a:gd name="T27" fmla="*/ 2147483647 h 704"/>
              <a:gd name="T28" fmla="*/ 2147483647 w 1920"/>
              <a:gd name="T29" fmla="*/ 2147483647 h 70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920"/>
              <a:gd name="T46" fmla="*/ 0 h 704"/>
              <a:gd name="T47" fmla="*/ 1920 w 1920"/>
              <a:gd name="T48" fmla="*/ 704 h 70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920" h="704">
                <a:moveTo>
                  <a:pt x="0" y="424"/>
                </a:moveTo>
                <a:cubicBezTo>
                  <a:pt x="68" y="472"/>
                  <a:pt x="136" y="520"/>
                  <a:pt x="192" y="520"/>
                </a:cubicBezTo>
                <a:cubicBezTo>
                  <a:pt x="248" y="520"/>
                  <a:pt x="288" y="424"/>
                  <a:pt x="336" y="424"/>
                </a:cubicBezTo>
                <a:cubicBezTo>
                  <a:pt x="384" y="424"/>
                  <a:pt x="432" y="480"/>
                  <a:pt x="480" y="520"/>
                </a:cubicBezTo>
                <a:cubicBezTo>
                  <a:pt x="528" y="560"/>
                  <a:pt x="576" y="648"/>
                  <a:pt x="624" y="664"/>
                </a:cubicBezTo>
                <a:cubicBezTo>
                  <a:pt x="672" y="680"/>
                  <a:pt x="704" y="704"/>
                  <a:pt x="768" y="616"/>
                </a:cubicBezTo>
                <a:cubicBezTo>
                  <a:pt x="832" y="528"/>
                  <a:pt x="952" y="232"/>
                  <a:pt x="1008" y="136"/>
                </a:cubicBezTo>
                <a:cubicBezTo>
                  <a:pt x="1064" y="40"/>
                  <a:pt x="1072" y="0"/>
                  <a:pt x="1104" y="40"/>
                </a:cubicBezTo>
                <a:cubicBezTo>
                  <a:pt x="1136" y="80"/>
                  <a:pt x="1152" y="280"/>
                  <a:pt x="1200" y="376"/>
                </a:cubicBezTo>
                <a:cubicBezTo>
                  <a:pt x="1248" y="472"/>
                  <a:pt x="1344" y="584"/>
                  <a:pt x="1392" y="616"/>
                </a:cubicBezTo>
                <a:cubicBezTo>
                  <a:pt x="1440" y="648"/>
                  <a:pt x="1456" y="592"/>
                  <a:pt x="1488" y="568"/>
                </a:cubicBezTo>
                <a:cubicBezTo>
                  <a:pt x="1520" y="544"/>
                  <a:pt x="1560" y="504"/>
                  <a:pt x="1584" y="472"/>
                </a:cubicBezTo>
                <a:cubicBezTo>
                  <a:pt x="1608" y="440"/>
                  <a:pt x="1600" y="384"/>
                  <a:pt x="1632" y="376"/>
                </a:cubicBezTo>
                <a:cubicBezTo>
                  <a:pt x="1664" y="368"/>
                  <a:pt x="1728" y="400"/>
                  <a:pt x="1776" y="424"/>
                </a:cubicBezTo>
                <a:cubicBezTo>
                  <a:pt x="1824" y="448"/>
                  <a:pt x="1888" y="504"/>
                  <a:pt x="1920" y="520"/>
                </a:cubicBezTo>
              </a:path>
            </a:pathLst>
          </a:custGeom>
          <a:noFill/>
          <a:ln w="19050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4874996" y="2559959"/>
            <a:ext cx="3783445" cy="502530"/>
            <a:chOff x="0" y="1008062"/>
            <a:chExt cx="2064" cy="288"/>
          </a:xfrm>
        </p:grpSpPr>
        <p:sp>
          <p:nvSpPr>
            <p:cNvPr id="24" name="Line 44"/>
            <p:cNvSpPr>
              <a:spLocks noChangeShapeType="1"/>
            </p:cNvSpPr>
            <p:nvPr/>
          </p:nvSpPr>
          <p:spPr bwMode="auto">
            <a:xfrm>
              <a:off x="0" y="1008062"/>
              <a:ext cx="2064" cy="0"/>
            </a:xfrm>
            <a:prstGeom prst="line">
              <a:avLst/>
            </a:prstGeom>
            <a:noFill/>
            <a:ln w="19050">
              <a:solidFill>
                <a:srgbClr val="C0504D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/>
            </a:p>
          </p:txBody>
        </p:sp>
        <p:sp>
          <p:nvSpPr>
            <p:cNvPr id="25" name="Line 45"/>
            <p:cNvSpPr>
              <a:spLocks noChangeShapeType="1"/>
            </p:cNvSpPr>
            <p:nvPr/>
          </p:nvSpPr>
          <p:spPr bwMode="auto">
            <a:xfrm>
              <a:off x="0" y="1008350"/>
              <a:ext cx="2064" cy="0"/>
            </a:xfrm>
            <a:prstGeom prst="line">
              <a:avLst/>
            </a:prstGeom>
            <a:noFill/>
            <a:ln w="19050">
              <a:solidFill>
                <a:srgbClr val="C0504D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/>
            </a:p>
          </p:txBody>
        </p:sp>
      </p:grpSp>
      <p:pic>
        <p:nvPicPr>
          <p:cNvPr id="9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473" y="2087703"/>
            <a:ext cx="695098" cy="38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5557644" y="2559959"/>
            <a:ext cx="2364653" cy="1439540"/>
            <a:chOff x="441419" y="1008062"/>
            <a:chExt cx="1290" cy="825"/>
          </a:xfrm>
        </p:grpSpPr>
        <p:grpSp>
          <p:nvGrpSpPr>
            <p:cNvPr id="17" name="Group 49"/>
            <p:cNvGrpSpPr>
              <a:grpSpLocks/>
            </p:cNvGrpSpPr>
            <p:nvPr/>
          </p:nvGrpSpPr>
          <p:grpSpPr bwMode="auto">
            <a:xfrm>
              <a:off x="441527" y="1008062"/>
              <a:ext cx="1056" cy="576"/>
              <a:chOff x="441527" y="1008062"/>
              <a:chExt cx="1056" cy="288"/>
            </a:xfrm>
          </p:grpSpPr>
          <p:sp>
            <p:nvSpPr>
              <p:cNvPr id="22" name="Line 47"/>
              <p:cNvSpPr>
                <a:spLocks noChangeShapeType="1"/>
              </p:cNvSpPr>
              <p:nvPr/>
            </p:nvSpPr>
            <p:spPr bwMode="auto">
              <a:xfrm>
                <a:off x="441527" y="1008062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  <p:sp>
            <p:nvSpPr>
              <p:cNvPr id="23" name="Line 48"/>
              <p:cNvSpPr>
                <a:spLocks noChangeShapeType="1"/>
              </p:cNvSpPr>
              <p:nvPr/>
            </p:nvSpPr>
            <p:spPr bwMode="auto">
              <a:xfrm>
                <a:off x="442583" y="1008062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</p:grpSp>
        <p:pic>
          <p:nvPicPr>
            <p:cNvPr id="20" name="图片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419" y="1008727"/>
              <a:ext cx="284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" name="图片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541" y="1008733"/>
              <a:ext cx="16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11" name="图片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726" y="2646326"/>
            <a:ext cx="306098" cy="315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3" name="Group 67"/>
          <p:cNvGrpSpPr>
            <a:grpSpLocks/>
          </p:cNvGrpSpPr>
          <p:nvPr/>
        </p:nvGrpSpPr>
        <p:grpSpPr bwMode="auto">
          <a:xfrm>
            <a:off x="4962983" y="1481962"/>
            <a:ext cx="3697292" cy="2531844"/>
            <a:chOff x="76200" y="11"/>
            <a:chExt cx="2017" cy="1451"/>
          </a:xfrm>
        </p:grpSpPr>
        <p:pic>
          <p:nvPicPr>
            <p:cNvPr id="16" name="图片 1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17" y="82"/>
              <a:ext cx="143" cy="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" name="Line 69"/>
            <p:cNvSpPr>
              <a:spLocks noChangeShapeType="1"/>
            </p:cNvSpPr>
            <p:nvPr/>
          </p:nvSpPr>
          <p:spPr bwMode="auto">
            <a:xfrm flipV="1">
              <a:off x="77160" y="11"/>
              <a:ext cx="0" cy="14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/>
            </a:p>
          </p:txBody>
        </p:sp>
        <p:pic>
          <p:nvPicPr>
            <p:cNvPr id="18" name="图片 1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8" y="1191"/>
              <a:ext cx="1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9" name="图片 1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74" y="1294"/>
              <a:ext cx="143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" name="Line 72"/>
            <p:cNvSpPr>
              <a:spLocks noChangeShapeType="1"/>
            </p:cNvSpPr>
            <p:nvPr/>
          </p:nvSpPr>
          <p:spPr bwMode="auto">
            <a:xfrm>
              <a:off x="76200" y="1211"/>
              <a:ext cx="20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27584" y="267494"/>
            <a:ext cx="8244408" cy="461665"/>
            <a:chOff x="4113266" y="4023332"/>
            <a:chExt cx="8244408" cy="461665"/>
          </a:xfrm>
        </p:grpSpPr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4113266" y="4023332"/>
              <a:ext cx="82444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1</a:t>
              </a:r>
              <a:r>
                <a:rPr kumimoji="1" lang="en-US" altLang="zh-CN" sz="2400" b="1" dirty="0">
                  <a:latin typeface="+mn-ea"/>
                  <a:ea typeface="+mn-ea"/>
                </a:rPr>
                <a:t> </a:t>
              </a:r>
              <a:r>
                <a:rPr kumimoji="1" lang="zh-CN" altLang="en-US" sz="2400" b="1" dirty="0">
                  <a:latin typeface="+mn-ea"/>
                  <a:ea typeface="+mn-ea"/>
                </a:rPr>
                <a:t>证明 若函数    在        上连续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且        存在，    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6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1003773"/>
                </p:ext>
              </p:extLst>
            </p:nvPr>
          </p:nvGraphicFramePr>
          <p:xfrm>
            <a:off x="6536408" y="411392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084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6408" y="411392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5755065"/>
                </p:ext>
              </p:extLst>
            </p:nvPr>
          </p:nvGraphicFramePr>
          <p:xfrm>
            <a:off x="7501781" y="4114351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085" name="Equation" r:id="rId13" imgW="1143000" imgH="342720" progId="Equation.DSMT4">
                    <p:embed/>
                  </p:oleObj>
                </mc:Choice>
                <mc:Fallback>
                  <p:oleObj name="Equation" r:id="rId13" imgW="114300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1781" y="4114351"/>
                          <a:ext cx="1143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998249"/>
              </p:ext>
            </p:extLst>
          </p:nvPr>
        </p:nvGraphicFramePr>
        <p:xfrm>
          <a:off x="6906802" y="350081"/>
          <a:ext cx="107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86" name="Equation" r:id="rId15" imgW="1079280" imgH="482400" progId="Equation.DSMT4">
                  <p:embed/>
                </p:oleObj>
              </mc:Choice>
              <mc:Fallback>
                <p:oleObj name="Equation" r:id="rId15" imgW="1079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6802" y="350081"/>
                        <a:ext cx="1079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232756" y="979331"/>
            <a:ext cx="4717032" cy="461665"/>
            <a:chOff x="189338" y="1349412"/>
            <a:chExt cx="4717032" cy="461665"/>
          </a:xfrm>
        </p:grpSpPr>
        <p:grpSp>
          <p:nvGrpSpPr>
            <p:cNvPr id="31" name="组合 30"/>
            <p:cNvGrpSpPr/>
            <p:nvPr/>
          </p:nvGrpSpPr>
          <p:grpSpPr>
            <a:xfrm>
              <a:off x="189338" y="1349412"/>
              <a:ext cx="4717032" cy="461665"/>
              <a:chOff x="3501706" y="4115333"/>
              <a:chExt cx="4717032" cy="461665"/>
            </a:xfrm>
          </p:grpSpPr>
          <p:sp>
            <p:nvSpPr>
              <p:cNvPr id="33" name="Text Box 38"/>
              <p:cNvSpPr txBox="1">
                <a:spLocks noChangeArrowheads="1"/>
              </p:cNvSpPr>
              <p:nvPr/>
            </p:nvSpPr>
            <p:spPr bwMode="auto">
              <a:xfrm>
                <a:off x="3501706" y="4115333"/>
                <a:ext cx="47170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则函数    在        内必有界</a:t>
                </a:r>
                <a:r>
                  <a:rPr kumimoji="1" lang="en-US" altLang="zh-CN" sz="2400" b="1" dirty="0">
                    <a:latin typeface="+mn-ea"/>
                    <a:ea typeface="+mn-ea"/>
                  </a:rPr>
                  <a:t>.</a:t>
                </a:r>
                <a:r>
                  <a:rPr kumimoji="1" lang="zh-CN" altLang="en-US" sz="2400" b="1" dirty="0">
                    <a:latin typeface="+mn-ea"/>
                    <a:ea typeface="+mn-ea"/>
                  </a:rPr>
                  <a:t>    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34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0699060"/>
                  </p:ext>
                </p:extLst>
              </p:nvPr>
            </p:nvGraphicFramePr>
            <p:xfrm>
              <a:off x="4496900" y="4223147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087" name="Equation" r:id="rId17" imgW="622080" imgH="342720" progId="Equation.DSMT4">
                      <p:embed/>
                    </p:oleObj>
                  </mc:Choice>
                  <mc:Fallback>
                    <p:oleObj name="Equation" r:id="rId17" imgW="6220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6900" y="4223147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8654219"/>
                </p:ext>
              </p:extLst>
            </p:nvPr>
          </p:nvGraphicFramePr>
          <p:xfrm>
            <a:off x="2190419" y="1444813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088" name="Equation" r:id="rId18" imgW="1143000" imgH="342720" progId="Equation.DSMT4">
                    <p:embed/>
                  </p:oleObj>
                </mc:Choice>
                <mc:Fallback>
                  <p:oleObj name="Equation" r:id="rId18" imgW="114300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0419" y="1444813"/>
                          <a:ext cx="1143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780366" y="2431659"/>
            <a:ext cx="2356055" cy="529267"/>
            <a:chOff x="1115616" y="2072190"/>
            <a:chExt cx="2356055" cy="529267"/>
          </a:xfrm>
        </p:grpSpPr>
        <p:graphicFrame>
          <p:nvGraphicFramePr>
            <p:cNvPr id="38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7961922"/>
                </p:ext>
              </p:extLst>
            </p:nvPr>
          </p:nvGraphicFramePr>
          <p:xfrm>
            <a:off x="1115616" y="2118857"/>
            <a:ext cx="1079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089" name="Equation" r:id="rId19" imgW="1079280" imgH="482400" progId="Equation.DSMT4">
                    <p:embed/>
                  </p:oleObj>
                </mc:Choice>
                <mc:Fallback>
                  <p:oleObj name="Equation" r:id="rId19" imgW="107928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2118857"/>
                          <a:ext cx="10795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2204249" y="2072190"/>
              <a:ext cx="12674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存在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40" name="右箭头 39"/>
          <p:cNvSpPr/>
          <p:nvPr/>
        </p:nvSpPr>
        <p:spPr>
          <a:xfrm>
            <a:off x="2626206" y="2599730"/>
            <a:ext cx="661356" cy="196087"/>
          </a:xfrm>
          <a:prstGeom prst="rightArrow">
            <a:avLst/>
          </a:prstGeom>
          <a:noFill/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5" name="Text Box 38"/>
          <p:cNvSpPr txBox="1">
            <a:spLocks noChangeArrowheads="1"/>
          </p:cNvSpPr>
          <p:nvPr/>
        </p:nvSpPr>
        <p:spPr bwMode="auto">
          <a:xfrm>
            <a:off x="2956107" y="3114172"/>
            <a:ext cx="1691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局部有界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56943"/>
              </p:ext>
            </p:extLst>
          </p:nvPr>
        </p:nvGraphicFramePr>
        <p:xfrm>
          <a:off x="3418219" y="2550883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90" name="Equation" r:id="rId20" imgW="825480" imgH="330120" progId="Equation.DSMT4">
                  <p:embed/>
                </p:oleObj>
              </mc:Choice>
              <mc:Fallback>
                <p:oleObj name="Equation" r:id="rId20" imgW="825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8219" y="2550883"/>
                        <a:ext cx="825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右箭头 56"/>
          <p:cNvSpPr/>
          <p:nvPr/>
        </p:nvSpPr>
        <p:spPr>
          <a:xfrm>
            <a:off x="2922980" y="3930220"/>
            <a:ext cx="674271" cy="196087"/>
          </a:xfrm>
          <a:prstGeom prst="rightArrow">
            <a:avLst/>
          </a:prstGeom>
          <a:noFill/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8" name="Text Box 38"/>
          <p:cNvSpPr txBox="1">
            <a:spLocks noChangeArrowheads="1"/>
          </p:cNvSpPr>
          <p:nvPr/>
        </p:nvSpPr>
        <p:spPr bwMode="auto">
          <a:xfrm>
            <a:off x="3643609" y="3768666"/>
            <a:ext cx="14036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必有界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61" name="Text Box 35"/>
          <p:cNvSpPr txBox="1">
            <a:spLocks noChangeArrowheads="1"/>
          </p:cNvSpPr>
          <p:nvPr/>
        </p:nvSpPr>
        <p:spPr bwMode="auto">
          <a:xfrm>
            <a:off x="780366" y="1681904"/>
            <a:ext cx="1634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几何解释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05B8E40-543E-4428-ACBD-2BCD368DE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764673"/>
              </p:ext>
            </p:extLst>
          </p:nvPr>
        </p:nvGraphicFramePr>
        <p:xfrm>
          <a:off x="699133" y="3865142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91" name="Equation" r:id="rId22" imgW="2120760" imgH="342720" progId="Equation.DSMT4">
                  <p:embed/>
                </p:oleObj>
              </mc:Choice>
              <mc:Fallback>
                <p:oleObj name="Equation" r:id="rId22" imgW="2120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99133" y="3865142"/>
                        <a:ext cx="2120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288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40" grpId="0" animBg="1"/>
      <p:bldP spid="55" grpId="0"/>
      <p:bldP spid="57" grpId="0" animBg="1"/>
      <p:bldP spid="58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60040" y="339502"/>
            <a:ext cx="8244408" cy="893713"/>
            <a:chOff x="360040" y="555526"/>
            <a:chExt cx="8244408" cy="893713"/>
          </a:xfrm>
        </p:grpSpPr>
        <p:grpSp>
          <p:nvGrpSpPr>
            <p:cNvPr id="2" name="组合 1"/>
            <p:cNvGrpSpPr/>
            <p:nvPr/>
          </p:nvGrpSpPr>
          <p:grpSpPr>
            <a:xfrm>
              <a:off x="360040" y="555526"/>
              <a:ext cx="8244408" cy="461665"/>
              <a:chOff x="3635896" y="4155926"/>
              <a:chExt cx="8244408" cy="461665"/>
            </a:xfrm>
          </p:grpSpPr>
          <p:sp>
            <p:nvSpPr>
              <p:cNvPr id="3" name="Text Box 38"/>
              <p:cNvSpPr txBox="1">
                <a:spLocks noChangeArrowheads="1"/>
              </p:cNvSpPr>
              <p:nvPr/>
            </p:nvSpPr>
            <p:spPr bwMode="auto">
              <a:xfrm>
                <a:off x="3635896" y="4155926"/>
                <a:ext cx="824440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1</a:t>
                </a:r>
                <a:r>
                  <a:rPr kumimoji="1" lang="en-US" altLang="zh-CN" sz="2400" b="1" dirty="0">
                    <a:latin typeface="+mn-ea"/>
                    <a:ea typeface="+mn-ea"/>
                  </a:rPr>
                  <a:t> </a:t>
                </a:r>
                <a:r>
                  <a:rPr kumimoji="1" lang="zh-CN" altLang="en-US" sz="2400" b="1" dirty="0">
                    <a:latin typeface="+mn-ea"/>
                    <a:ea typeface="+mn-ea"/>
                  </a:rPr>
                  <a:t>证明  若函数    在        上连续，且        存在，    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4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5836500"/>
                  </p:ext>
                </p:extLst>
              </p:nvPr>
            </p:nvGraphicFramePr>
            <p:xfrm>
              <a:off x="6156176" y="4229410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477" name="Equation" r:id="rId4" imgW="622080" imgH="342720" progId="Equation.DSMT4">
                      <p:embed/>
                    </p:oleObj>
                  </mc:Choice>
                  <mc:Fallback>
                    <p:oleObj name="Equation" r:id="rId4" imgW="6220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56176" y="4229410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0565172"/>
                  </p:ext>
                </p:extLst>
              </p:nvPr>
            </p:nvGraphicFramePr>
            <p:xfrm>
              <a:off x="7173416" y="4223147"/>
              <a:ext cx="1143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478" name="Equation" r:id="rId6" imgW="1143000" imgH="342720" progId="Equation.DSMT4">
                      <p:embed/>
                    </p:oleObj>
                  </mc:Choice>
                  <mc:Fallback>
                    <p:oleObj name="Equation" r:id="rId6" imgW="114300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73416" y="4223147"/>
                            <a:ext cx="11430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6634554"/>
                </p:ext>
              </p:extLst>
            </p:nvPr>
          </p:nvGraphicFramePr>
          <p:xfrm>
            <a:off x="6683371" y="637376"/>
            <a:ext cx="1079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79" name="Equation" r:id="rId8" imgW="1079280" imgH="482400" progId="Equation.DSMT4">
                    <p:embed/>
                  </p:oleObj>
                </mc:Choice>
                <mc:Fallback>
                  <p:oleObj name="Equation" r:id="rId8" imgW="107928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3371" y="637376"/>
                          <a:ext cx="10795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组合 11"/>
            <p:cNvGrpSpPr/>
            <p:nvPr/>
          </p:nvGrpSpPr>
          <p:grpSpPr>
            <a:xfrm>
              <a:off x="971600" y="987574"/>
              <a:ext cx="4717032" cy="461665"/>
              <a:chOff x="323528" y="1216660"/>
              <a:chExt cx="4717032" cy="461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23528" y="1216660"/>
                <a:ext cx="4717032" cy="461665"/>
                <a:chOff x="3635896" y="3982581"/>
                <a:chExt cx="4717032" cy="461665"/>
              </a:xfrm>
            </p:grpSpPr>
            <p:sp>
              <p:nvSpPr>
                <p:cNvPr id="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635896" y="3982581"/>
                  <a:ext cx="471703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b="1" dirty="0">
                      <a:latin typeface="+mn-ea"/>
                      <a:ea typeface="+mn-ea"/>
                    </a:rPr>
                    <a:t>则函数    在        内必有界</a:t>
                  </a:r>
                  <a:r>
                    <a:rPr kumimoji="1" lang="en-US" altLang="zh-CN" sz="2400" b="1" dirty="0">
                      <a:latin typeface="+mn-ea"/>
                      <a:ea typeface="+mn-ea"/>
                    </a:rPr>
                    <a:t>.</a:t>
                  </a:r>
                  <a:r>
                    <a:rPr kumimoji="1" lang="zh-CN" altLang="en-US" sz="2400" b="1" dirty="0">
                      <a:latin typeface="+mn-ea"/>
                      <a:ea typeface="+mn-ea"/>
                    </a:rPr>
                    <a:t>    </a:t>
                  </a:r>
                  <a:endParaRPr kumimoji="1" lang="en-US" altLang="zh-CN" sz="2400" b="1" dirty="0">
                    <a:latin typeface="+mn-ea"/>
                    <a:ea typeface="+mn-ea"/>
                  </a:endParaRPr>
                </a:p>
              </p:txBody>
            </p:sp>
            <p:graphicFrame>
              <p:nvGraphicFramePr>
                <p:cNvPr id="9" name="Object 2">
                  <a:extLst>
                    <a:ext uri="{FF2B5EF4-FFF2-40B4-BE49-F238E27FC236}">
                      <a16:creationId xmlns:a16="http://schemas.microsoft.com/office/drawing/2014/main" id="{514C9EA2-5373-42ED-A914-7460D1DC35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98742200"/>
                    </p:ext>
                  </p:extLst>
                </p:nvPr>
              </p:nvGraphicFramePr>
              <p:xfrm>
                <a:off x="4644008" y="4054589"/>
                <a:ext cx="622300" cy="342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5480" name="Equation" r:id="rId10" imgW="622080" imgH="342720" progId="Equation.DSMT4">
                        <p:embed/>
                      </p:oleObj>
                    </mc:Choice>
                    <mc:Fallback>
                      <p:oleObj name="Equation" r:id="rId10" imgW="622080" imgH="34272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44008" y="4054589"/>
                              <a:ext cx="622300" cy="3429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1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1351478"/>
                  </p:ext>
                </p:extLst>
              </p:nvPr>
            </p:nvGraphicFramePr>
            <p:xfrm>
              <a:off x="2267744" y="1288668"/>
              <a:ext cx="1143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481" name="Equation" r:id="rId11" imgW="1143000" imgH="342720" progId="Equation.DSMT4">
                      <p:embed/>
                    </p:oleObj>
                  </mc:Choice>
                  <mc:Fallback>
                    <p:oleObj name="Equation" r:id="rId11" imgW="114300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7744" y="1288668"/>
                            <a:ext cx="11430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" name="Text Box 38"/>
          <p:cNvSpPr txBox="1">
            <a:spLocks noChangeArrowheads="1"/>
          </p:cNvSpPr>
          <p:nvPr/>
        </p:nvSpPr>
        <p:spPr bwMode="auto">
          <a:xfrm>
            <a:off x="1007096" y="1335492"/>
            <a:ext cx="2772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不妨设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026549"/>
              </p:ext>
            </p:extLst>
          </p:nvPr>
        </p:nvGraphicFramePr>
        <p:xfrm>
          <a:off x="2054225" y="1398588"/>
          <a:ext cx="165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2" name="Equation" r:id="rId12" imgW="1650960" imgH="482400" progId="Equation.DSMT4">
                  <p:embed/>
                </p:oleObj>
              </mc:Choice>
              <mc:Fallback>
                <p:oleObj name="Equation" r:id="rId12" imgW="1650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398588"/>
                        <a:ext cx="1651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3708920" y="1335492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则对于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987782"/>
              </p:ext>
            </p:extLst>
          </p:nvPr>
        </p:nvGraphicFramePr>
        <p:xfrm>
          <a:off x="5538847" y="1460615"/>
          <a:ext cx="965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3" name="Equation" r:id="rId14" imgW="965160" imgH="330120" progId="Equation.DSMT4">
                  <p:embed/>
                </p:oleObj>
              </mc:Choice>
              <mc:Fallback>
                <p:oleObj name="Equation" r:id="rId14" imgW="965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847" y="1460615"/>
                        <a:ext cx="965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/>
          <p:cNvGrpSpPr/>
          <p:nvPr/>
        </p:nvGrpSpPr>
        <p:grpSpPr>
          <a:xfrm>
            <a:off x="6504047" y="1348453"/>
            <a:ext cx="1740361" cy="461665"/>
            <a:chOff x="6504047" y="1678037"/>
            <a:chExt cx="1740361" cy="461665"/>
          </a:xfrm>
        </p:grpSpPr>
        <p:sp>
          <p:nvSpPr>
            <p:cNvPr id="22" name="Text Box 38"/>
            <p:cNvSpPr txBox="1">
              <a:spLocks noChangeArrowheads="1"/>
            </p:cNvSpPr>
            <p:nvPr/>
          </p:nvSpPr>
          <p:spPr bwMode="auto">
            <a:xfrm>
              <a:off x="6504047" y="1678037"/>
              <a:ext cx="174036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当      时，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1891675"/>
                </p:ext>
              </p:extLst>
            </p:nvPr>
          </p:nvGraphicFramePr>
          <p:xfrm>
            <a:off x="6924675" y="1758156"/>
            <a:ext cx="825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84" name="Equation" r:id="rId16" imgW="825480" imgH="330120" progId="Equation.DSMT4">
                    <p:embed/>
                  </p:oleObj>
                </mc:Choice>
                <mc:Fallback>
                  <p:oleObj name="Equation" r:id="rId16" imgW="8254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4675" y="1758156"/>
                          <a:ext cx="8255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59861"/>
              </p:ext>
            </p:extLst>
          </p:nvPr>
        </p:nvGraphicFramePr>
        <p:xfrm>
          <a:off x="1156499" y="1997286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5" name="Equation" r:id="rId18" imgW="2082600" imgH="342720" progId="Equation.DSMT4">
                  <p:embed/>
                </p:oleObj>
              </mc:Choice>
              <mc:Fallback>
                <p:oleObj name="Equation" r:id="rId18" imgW="2082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499" y="1997286"/>
                        <a:ext cx="2082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822850"/>
              </p:ext>
            </p:extLst>
          </p:nvPr>
        </p:nvGraphicFramePr>
        <p:xfrm>
          <a:off x="3952871" y="1997286"/>
          <a:ext cx="273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6" name="Equation" r:id="rId20" imgW="2730240" imgH="342720" progId="Equation.DSMT4">
                  <p:embed/>
                </p:oleObj>
              </mc:Choice>
              <mc:Fallback>
                <p:oleObj name="Equation" r:id="rId20" imgW="27302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1" y="1997286"/>
                        <a:ext cx="2730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8"/>
          <p:cNvSpPr txBox="1">
            <a:spLocks noChangeArrowheads="1"/>
          </p:cNvSpPr>
          <p:nvPr/>
        </p:nvSpPr>
        <p:spPr bwMode="auto">
          <a:xfrm>
            <a:off x="3297312" y="1904802"/>
            <a:ext cx="48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28" name="Text Box 38"/>
          <p:cNvSpPr txBox="1">
            <a:spLocks noChangeArrowheads="1"/>
          </p:cNvSpPr>
          <p:nvPr/>
        </p:nvSpPr>
        <p:spPr bwMode="auto">
          <a:xfrm>
            <a:off x="1043608" y="2529359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又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903389"/>
              </p:ext>
            </p:extLst>
          </p:nvPr>
        </p:nvGraphicFramePr>
        <p:xfrm>
          <a:off x="1467147" y="2601367"/>
          <a:ext cx="220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7" name="Equation" r:id="rId22" imgW="2209680" imgH="342720" progId="Equation.DSMT4">
                  <p:embed/>
                </p:oleObj>
              </mc:Choice>
              <mc:Fallback>
                <p:oleObj name="Equation" r:id="rId22" imgW="2209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147" y="2601367"/>
                        <a:ext cx="2209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8"/>
          <p:cNvSpPr txBox="1">
            <a:spLocks noChangeArrowheads="1"/>
          </p:cNvSpPr>
          <p:nvPr/>
        </p:nvSpPr>
        <p:spPr bwMode="auto">
          <a:xfrm>
            <a:off x="3713534" y="2499742"/>
            <a:ext cx="2772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根据有界性定理，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92309"/>
              </p:ext>
            </p:extLst>
          </p:nvPr>
        </p:nvGraphicFramePr>
        <p:xfrm>
          <a:off x="6183609" y="2601367"/>
          <a:ext cx="1028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8" name="Equation" r:id="rId24" imgW="1028520" imgH="330120" progId="Equation.DSMT4">
                  <p:embed/>
                </p:oleObj>
              </mc:Choice>
              <mc:Fallback>
                <p:oleObj name="Equation" r:id="rId24" imgW="1028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609" y="2601367"/>
                        <a:ext cx="1028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8"/>
          <p:cNvSpPr txBox="1">
            <a:spLocks noChangeArrowheads="1"/>
          </p:cNvSpPr>
          <p:nvPr/>
        </p:nvSpPr>
        <p:spPr bwMode="auto">
          <a:xfrm>
            <a:off x="7212309" y="2457351"/>
            <a:ext cx="858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使得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479851"/>
              </p:ext>
            </p:extLst>
          </p:nvPr>
        </p:nvGraphicFramePr>
        <p:xfrm>
          <a:off x="1187624" y="3177431"/>
          <a:ext cx="175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9" name="Equation" r:id="rId26" imgW="1752480" imgH="330120" progId="Equation.DSMT4">
                  <p:embed/>
                </p:oleObj>
              </mc:Choice>
              <mc:Fallback>
                <p:oleObj name="Equation" r:id="rId26" imgW="1752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177431"/>
                        <a:ext cx="1752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640109"/>
              </p:ext>
            </p:extLst>
          </p:nvPr>
        </p:nvGraphicFramePr>
        <p:xfrm>
          <a:off x="3168650" y="3149600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0" name="Equation" r:id="rId28" imgW="1320480" imgH="342720" progId="Equation.DSMT4">
                  <p:embed/>
                </p:oleObj>
              </mc:Choice>
              <mc:Fallback>
                <p:oleObj name="Equation" r:id="rId28" imgW="13204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3149600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448446"/>
              </p:ext>
            </p:extLst>
          </p:nvPr>
        </p:nvGraphicFramePr>
        <p:xfrm>
          <a:off x="5228417" y="3134555"/>
          <a:ext cx="241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1" name="Equation" r:id="rId30" imgW="2412720" imgH="342720" progId="Equation.DSMT4">
                  <p:embed/>
                </p:oleObj>
              </mc:Choice>
              <mc:Fallback>
                <p:oleObj name="Equation" r:id="rId30" imgW="24127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417" y="3134555"/>
                        <a:ext cx="241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8"/>
          <p:cNvSpPr txBox="1">
            <a:spLocks noChangeArrowheads="1"/>
          </p:cNvSpPr>
          <p:nvPr/>
        </p:nvSpPr>
        <p:spPr bwMode="auto">
          <a:xfrm>
            <a:off x="4670833" y="3033415"/>
            <a:ext cx="858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令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37" name="Text Box 38"/>
          <p:cNvSpPr txBox="1">
            <a:spLocks noChangeArrowheads="1"/>
          </p:cNvSpPr>
          <p:nvPr/>
        </p:nvSpPr>
        <p:spPr bwMode="auto">
          <a:xfrm>
            <a:off x="1054731" y="3681487"/>
            <a:ext cx="858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则对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00281"/>
              </p:ext>
            </p:extLst>
          </p:nvPr>
        </p:nvGraphicFramePr>
        <p:xfrm>
          <a:off x="1819472" y="3774181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2" name="Equation" r:id="rId32" imgW="1854000" imgH="342720" progId="Equation.DSMT4">
                  <p:embed/>
                </p:oleObj>
              </mc:Choice>
              <mc:Fallback>
                <p:oleObj name="Equation" r:id="rId32" imgW="1854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472" y="3774181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1092305" y="4205965"/>
            <a:ext cx="3647022" cy="461665"/>
            <a:chOff x="323528" y="1351548"/>
            <a:chExt cx="3647022" cy="461665"/>
          </a:xfrm>
        </p:grpSpPr>
        <p:grpSp>
          <p:nvGrpSpPr>
            <p:cNvPr id="41" name="组合 40"/>
            <p:cNvGrpSpPr/>
            <p:nvPr/>
          </p:nvGrpSpPr>
          <p:grpSpPr>
            <a:xfrm>
              <a:off x="323528" y="1351548"/>
              <a:ext cx="3647022" cy="461665"/>
              <a:chOff x="3635896" y="4117469"/>
              <a:chExt cx="3647022" cy="461665"/>
            </a:xfrm>
          </p:grpSpPr>
          <p:sp>
            <p:nvSpPr>
              <p:cNvPr id="43" name="Text Box 38"/>
              <p:cNvSpPr txBox="1">
                <a:spLocks noChangeArrowheads="1"/>
              </p:cNvSpPr>
              <p:nvPr/>
            </p:nvSpPr>
            <p:spPr bwMode="auto">
              <a:xfrm>
                <a:off x="3635896" y="4117469"/>
                <a:ext cx="364702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即    在        内有界</a:t>
                </a:r>
                <a:r>
                  <a:rPr kumimoji="1" lang="en-US" altLang="zh-CN" sz="2400" b="1" dirty="0">
                    <a:latin typeface="+mn-ea"/>
                    <a:ea typeface="+mn-ea"/>
                  </a:rPr>
                  <a:t>.</a:t>
                </a:r>
                <a:r>
                  <a:rPr kumimoji="1" lang="zh-CN" altLang="en-US" sz="2400" b="1" dirty="0">
                    <a:latin typeface="+mn-ea"/>
                    <a:ea typeface="+mn-ea"/>
                  </a:rPr>
                  <a:t>    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44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8481145"/>
                  </p:ext>
                </p:extLst>
              </p:nvPr>
            </p:nvGraphicFramePr>
            <p:xfrm>
              <a:off x="4042558" y="4223147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493" name="Equation" r:id="rId34" imgW="622080" imgH="342720" progId="Equation.DSMT4">
                      <p:embed/>
                    </p:oleObj>
                  </mc:Choice>
                  <mc:Fallback>
                    <p:oleObj name="Equation" r:id="rId34" imgW="6220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2558" y="4223147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2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1020703"/>
                </p:ext>
              </p:extLst>
            </p:nvPr>
          </p:nvGraphicFramePr>
          <p:xfrm>
            <a:off x="1666294" y="1457226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94" name="Equation" r:id="rId35" imgW="1143000" imgH="342720" progId="Equation.DSMT4">
                    <p:embed/>
                  </p:oleObj>
                </mc:Choice>
                <mc:Fallback>
                  <p:oleObj name="Equation" r:id="rId35" imgW="114300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294" y="1457226"/>
                          <a:ext cx="1143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416754" y="1335492"/>
            <a:ext cx="1634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71CB47F-EF1C-4070-8D25-2DE3B08BF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36619"/>
              </p:ext>
            </p:extLst>
          </p:nvPr>
        </p:nvGraphicFramePr>
        <p:xfrm>
          <a:off x="4768310" y="1464314"/>
          <a:ext cx="673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5" name="Equation" r:id="rId36" imgW="672840" imgH="330120" progId="Equation.DSMT4">
                  <p:embed/>
                </p:oleObj>
              </mc:Choice>
              <mc:Fallback>
                <p:oleObj name="Equation" r:id="rId36" imgW="6728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768310" y="1464314"/>
                        <a:ext cx="673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4273D35-872F-4478-B7DE-E32CA3155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875614"/>
              </p:ext>
            </p:extLst>
          </p:nvPr>
        </p:nvGraphicFramePr>
        <p:xfrm>
          <a:off x="6697959" y="1996561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6" name="Equation" r:id="rId38" imgW="647640" imgH="330120" progId="Equation.DSMT4">
                  <p:embed/>
                </p:oleObj>
              </mc:Choice>
              <mc:Fallback>
                <p:oleObj name="Equation" r:id="rId38" imgW="647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697959" y="1996561"/>
                        <a:ext cx="647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D34616C-8B5F-40B3-BC70-25557F961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615050"/>
              </p:ext>
            </p:extLst>
          </p:nvPr>
        </p:nvGraphicFramePr>
        <p:xfrm>
          <a:off x="3778250" y="3794125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7" name="Equation" r:id="rId40" imgW="1384200" imgH="342720" progId="Equation.DSMT4">
                  <p:embed/>
                </p:oleObj>
              </mc:Choice>
              <mc:Fallback>
                <p:oleObj name="Equation" r:id="rId40" imgW="1384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778250" y="3794125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263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7" grpId="0"/>
      <p:bldP spid="28" grpId="0"/>
      <p:bldP spid="30" grpId="0"/>
      <p:bldP spid="32" grpId="0"/>
      <p:bldP spid="36" grpId="0"/>
      <p:bldP spid="37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9"/>
          <p:cNvSpPr txBox="1">
            <a:spLocks noChangeArrowheads="1"/>
          </p:cNvSpPr>
          <p:nvPr/>
        </p:nvSpPr>
        <p:spPr bwMode="auto">
          <a:xfrm>
            <a:off x="943862" y="326109"/>
            <a:ext cx="30990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三、零点定理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75277" y="1851670"/>
            <a:ext cx="7393445" cy="464222"/>
            <a:chOff x="971600" y="1101973"/>
            <a:chExt cx="7393445" cy="464222"/>
          </a:xfrm>
        </p:grpSpPr>
        <p:grpSp>
          <p:nvGrpSpPr>
            <p:cNvPr id="36" name="组合 35"/>
            <p:cNvGrpSpPr/>
            <p:nvPr/>
          </p:nvGrpSpPr>
          <p:grpSpPr>
            <a:xfrm>
              <a:off x="971600" y="1101973"/>
              <a:ext cx="7393445" cy="464222"/>
              <a:chOff x="971600" y="555526"/>
              <a:chExt cx="7393445" cy="464222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971600" y="555526"/>
                <a:ext cx="3033663" cy="461665"/>
                <a:chOff x="4247456" y="4155926"/>
                <a:chExt cx="3033663" cy="461665"/>
              </a:xfrm>
            </p:grpSpPr>
            <p:sp>
              <p:nvSpPr>
                <p:cNvPr id="44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247456" y="4155926"/>
                  <a:ext cx="303366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b="1" dirty="0">
                      <a:latin typeface="+mn-ea"/>
                      <a:ea typeface="+mn-ea"/>
                    </a:rPr>
                    <a:t>如果存在  使得</a:t>
                  </a:r>
                  <a:endParaRPr kumimoji="1" lang="en-US" altLang="zh-CN" sz="2400" b="1" dirty="0">
                    <a:latin typeface="+mn-ea"/>
                    <a:ea typeface="+mn-ea"/>
                  </a:endParaRPr>
                </a:p>
              </p:txBody>
            </p:sp>
            <p:graphicFrame>
              <p:nvGraphicFramePr>
                <p:cNvPr id="45" name="Object 2">
                  <a:extLst>
                    <a:ext uri="{FF2B5EF4-FFF2-40B4-BE49-F238E27FC236}">
                      <a16:creationId xmlns:a16="http://schemas.microsoft.com/office/drawing/2014/main" id="{514C9EA2-5373-42ED-A914-7460D1DC35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1852826"/>
                    </p:ext>
                  </p:extLst>
                </p:nvPr>
              </p:nvGraphicFramePr>
              <p:xfrm>
                <a:off x="5569857" y="4191536"/>
                <a:ext cx="279400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0407" name="Equation" r:id="rId4" imgW="279360" imgH="380880" progId="Equation.DSMT4">
                        <p:embed/>
                      </p:oleObj>
                    </mc:Choice>
                    <mc:Fallback>
                      <p:oleObj name="Equation" r:id="rId4" imgW="279360" imgH="380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69857" y="4191536"/>
                              <a:ext cx="279400" cy="3810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0" name="组合 39"/>
              <p:cNvGrpSpPr/>
              <p:nvPr/>
            </p:nvGrpSpPr>
            <p:grpSpPr>
              <a:xfrm>
                <a:off x="3193272" y="558083"/>
                <a:ext cx="5171773" cy="461665"/>
                <a:chOff x="5857568" y="3553090"/>
                <a:chExt cx="5171773" cy="461665"/>
              </a:xfrm>
            </p:grpSpPr>
            <p:sp>
              <p:nvSpPr>
                <p:cNvPr id="4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6968767" y="3553090"/>
                  <a:ext cx="406057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sz="2400" b="1" dirty="0">
                      <a:latin typeface="+mn-ea"/>
                      <a:ea typeface="+mn-ea"/>
                    </a:rPr>
                    <a:t>,</a:t>
                  </a:r>
                  <a:r>
                    <a:rPr kumimoji="1" lang="zh-CN" altLang="en-US" sz="2400" b="1" dirty="0">
                      <a:latin typeface="+mn-ea"/>
                      <a:ea typeface="+mn-ea"/>
                    </a:rPr>
                    <a:t>则  称为函数    的零点</a:t>
                  </a:r>
                  <a:r>
                    <a:rPr kumimoji="1" lang="en-US" altLang="zh-CN" sz="2400" b="1" dirty="0">
                      <a:latin typeface="+mn-ea"/>
                      <a:ea typeface="+mn-ea"/>
                    </a:rPr>
                    <a:t>.</a:t>
                  </a:r>
                </a:p>
              </p:txBody>
            </p:sp>
            <p:graphicFrame>
              <p:nvGraphicFramePr>
                <p:cNvPr id="43" name="Object 2">
                  <a:extLst>
                    <a:ext uri="{FF2B5EF4-FFF2-40B4-BE49-F238E27FC236}">
                      <a16:creationId xmlns:a16="http://schemas.microsoft.com/office/drawing/2014/main" id="{514C9EA2-5373-42ED-A914-7460D1DC35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42717026"/>
                    </p:ext>
                  </p:extLst>
                </p:nvPr>
              </p:nvGraphicFramePr>
              <p:xfrm>
                <a:off x="5857568" y="3612473"/>
                <a:ext cx="1181100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0408" name="Equation" r:id="rId6" imgW="1180800" imgH="380880" progId="Equation.DSMT4">
                        <p:embed/>
                      </p:oleObj>
                    </mc:Choice>
                    <mc:Fallback>
                      <p:oleObj name="Equation" r:id="rId6" imgW="1180800" imgH="380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857568" y="3612473"/>
                              <a:ext cx="1181100" cy="3810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47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3246249"/>
                </p:ext>
              </p:extLst>
            </p:nvPr>
          </p:nvGraphicFramePr>
          <p:xfrm>
            <a:off x="4871569" y="114486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09" name="Equation" r:id="rId8" imgW="279360" imgH="380880" progId="Equation.DSMT4">
                    <p:embed/>
                  </p:oleObj>
                </mc:Choice>
                <mc:Fallback>
                  <p:oleObj name="Equation" r:id="rId8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1569" y="1144862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233830"/>
                </p:ext>
              </p:extLst>
            </p:nvPr>
          </p:nvGraphicFramePr>
          <p:xfrm>
            <a:off x="6362849" y="119810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0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2849" y="119810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Text Box 35"/>
          <p:cNvSpPr txBox="1">
            <a:spLocks noChangeArrowheads="1"/>
          </p:cNvSpPr>
          <p:nvPr/>
        </p:nvSpPr>
        <p:spPr bwMode="auto">
          <a:xfrm>
            <a:off x="900479" y="1114219"/>
            <a:ext cx="1634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定义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83846" y="2613421"/>
            <a:ext cx="4060574" cy="461665"/>
            <a:chOff x="3895802" y="1078965"/>
            <a:chExt cx="4060574" cy="461665"/>
          </a:xfrm>
        </p:grpSpPr>
        <p:sp>
          <p:nvSpPr>
            <p:cNvPr id="57" name="Text Box 38"/>
            <p:cNvSpPr txBox="1">
              <a:spLocks noChangeArrowheads="1"/>
            </p:cNvSpPr>
            <p:nvPr/>
          </p:nvSpPr>
          <p:spPr bwMode="auto">
            <a:xfrm>
              <a:off x="3895802" y="1078965"/>
              <a:ext cx="406057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   为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函数     的零点</a:t>
              </a:r>
              <a:endPara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5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3662694"/>
                </p:ext>
              </p:extLst>
            </p:nvPr>
          </p:nvGraphicFramePr>
          <p:xfrm>
            <a:off x="4067944" y="113001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1" name="Equation" r:id="rId12" imgW="279360" imgH="380880" progId="Equation.DSMT4">
                    <p:embed/>
                  </p:oleObj>
                </mc:Choice>
                <mc:Fallback>
                  <p:oleObj name="Equation" r:id="rId12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1130013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8761329"/>
                </p:ext>
              </p:extLst>
            </p:nvPr>
          </p:nvGraphicFramePr>
          <p:xfrm>
            <a:off x="5436096" y="116811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2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096" y="1168113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组合 60"/>
          <p:cNvGrpSpPr/>
          <p:nvPr/>
        </p:nvGrpSpPr>
        <p:grpSpPr>
          <a:xfrm>
            <a:off x="4732418" y="2618013"/>
            <a:ext cx="3455594" cy="461665"/>
            <a:chOff x="3895802" y="1078965"/>
            <a:chExt cx="3455594" cy="461665"/>
          </a:xfrm>
        </p:grpSpPr>
        <p:sp>
          <p:nvSpPr>
            <p:cNvPr id="62" name="Text Box 38"/>
            <p:cNvSpPr txBox="1">
              <a:spLocks noChangeArrowheads="1"/>
            </p:cNvSpPr>
            <p:nvPr/>
          </p:nvSpPr>
          <p:spPr bwMode="auto">
            <a:xfrm>
              <a:off x="3895802" y="1078965"/>
              <a:ext cx="345559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   为方程       的根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6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2610213"/>
                </p:ext>
              </p:extLst>
            </p:nvPr>
          </p:nvGraphicFramePr>
          <p:xfrm>
            <a:off x="4067944" y="113001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3" name="Equation" r:id="rId14" imgW="279360" imgH="380880" progId="Equation.DSMT4">
                    <p:embed/>
                  </p:oleObj>
                </mc:Choice>
                <mc:Fallback>
                  <p:oleObj name="Equation" r:id="rId14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1130013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994902"/>
                </p:ext>
              </p:extLst>
            </p:nvPr>
          </p:nvGraphicFramePr>
          <p:xfrm>
            <a:off x="5386339" y="1176554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4" name="Equation" r:id="rId15" imgW="1079280" imgH="342720" progId="Equation.DSMT4">
                    <p:embed/>
                  </p:oleObj>
                </mc:Choice>
                <mc:Fallback>
                  <p:oleObj name="Equation" r:id="rId15" imgW="10792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6339" y="1176554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左右箭头 4"/>
          <p:cNvSpPr/>
          <p:nvPr/>
        </p:nvSpPr>
        <p:spPr>
          <a:xfrm>
            <a:off x="4008650" y="2763968"/>
            <a:ext cx="766596" cy="236984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66" name="Text Box 35"/>
          <p:cNvSpPr txBox="1">
            <a:spLocks noChangeArrowheads="1"/>
          </p:cNvSpPr>
          <p:nvPr/>
        </p:nvSpPr>
        <p:spPr bwMode="auto">
          <a:xfrm>
            <a:off x="788115" y="3315404"/>
            <a:ext cx="1634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问题 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1729402" y="3324047"/>
            <a:ext cx="5328592" cy="461665"/>
            <a:chOff x="2699792" y="1078965"/>
            <a:chExt cx="5328592" cy="461665"/>
          </a:xfrm>
        </p:grpSpPr>
        <p:sp>
          <p:nvSpPr>
            <p:cNvPr id="68" name="Text Box 38"/>
            <p:cNvSpPr txBox="1">
              <a:spLocks noChangeArrowheads="1"/>
            </p:cNvSpPr>
            <p:nvPr/>
          </p:nvSpPr>
          <p:spPr bwMode="auto">
            <a:xfrm>
              <a:off x="2699792" y="1078965"/>
              <a:ext cx="53285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如何判断函数     的零点  的存在性？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69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8196616"/>
                </p:ext>
              </p:extLst>
            </p:nvPr>
          </p:nvGraphicFramePr>
          <p:xfrm>
            <a:off x="6350832" y="1119297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5" name="Equation" r:id="rId17" imgW="279360" imgH="380880" progId="Equation.DSMT4">
                    <p:embed/>
                  </p:oleObj>
                </mc:Choice>
                <mc:Fallback>
                  <p:oleObj name="Equation" r:id="rId17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832" y="1119297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085482"/>
                </p:ext>
              </p:extLst>
            </p:nvPr>
          </p:nvGraphicFramePr>
          <p:xfrm>
            <a:off x="4710667" y="117606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6" name="Equation" r:id="rId18" imgW="622080" imgH="342720" progId="Equation.DSMT4">
                    <p:embed/>
                  </p:oleObj>
                </mc:Choice>
                <mc:Fallback>
                  <p:oleObj name="Equation" r:id="rId18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0667" y="117606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/>
          <p:cNvGrpSpPr/>
          <p:nvPr/>
        </p:nvGrpSpPr>
        <p:grpSpPr>
          <a:xfrm>
            <a:off x="1729402" y="3900111"/>
            <a:ext cx="6120680" cy="461665"/>
            <a:chOff x="2671666" y="1078965"/>
            <a:chExt cx="6120680" cy="461665"/>
          </a:xfrm>
        </p:grpSpPr>
        <p:sp>
          <p:nvSpPr>
            <p:cNvPr id="72" name="Text Box 38"/>
            <p:cNvSpPr txBox="1">
              <a:spLocks noChangeArrowheads="1"/>
            </p:cNvSpPr>
            <p:nvPr/>
          </p:nvSpPr>
          <p:spPr bwMode="auto">
            <a:xfrm>
              <a:off x="2671666" y="1078965"/>
              <a:ext cx="61206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或如何判断方程       的根  的存在性？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5987327"/>
                </p:ext>
              </p:extLst>
            </p:nvPr>
          </p:nvGraphicFramePr>
          <p:xfrm>
            <a:off x="6602106" y="1119297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7" name="Equation" r:id="rId19" imgW="279360" imgH="380880" progId="Equation.DSMT4">
                    <p:embed/>
                  </p:oleObj>
                </mc:Choice>
                <mc:Fallback>
                  <p:oleObj name="Equation" r:id="rId19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2106" y="1119297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656531"/>
                </p:ext>
              </p:extLst>
            </p:nvPr>
          </p:nvGraphicFramePr>
          <p:xfrm>
            <a:off x="4917410" y="1175652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8" name="Equation" r:id="rId20" imgW="1079280" imgH="342720" progId="Equation.DSMT4">
                    <p:embed/>
                  </p:oleObj>
                </mc:Choice>
                <mc:Fallback>
                  <p:oleObj name="Equation" r:id="rId20" imgW="10792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7410" y="1175652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8470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" grpId="0" animBg="1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0"/>
          <p:cNvSpPr txBox="1">
            <a:spLocks noChangeArrowheads="1"/>
          </p:cNvSpPr>
          <p:nvPr/>
        </p:nvSpPr>
        <p:spPr bwMode="auto">
          <a:xfrm>
            <a:off x="842687" y="1081479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  </a:t>
            </a:r>
          </a:p>
        </p:txBody>
      </p:sp>
      <p:sp>
        <p:nvSpPr>
          <p:cNvPr id="9" name="Text Box 42"/>
          <p:cNvSpPr txBox="1">
            <a:spLocks noChangeArrowheads="1"/>
          </p:cNvSpPr>
          <p:nvPr/>
        </p:nvSpPr>
        <p:spPr bwMode="auto">
          <a:xfrm>
            <a:off x="2360461" y="1871909"/>
            <a:ext cx="1734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至少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有一点</a:t>
            </a:r>
          </a:p>
        </p:txBody>
      </p:sp>
      <p:sp>
        <p:nvSpPr>
          <p:cNvPr id="11" name="Text Box 45"/>
          <p:cNvSpPr txBox="1">
            <a:spLocks noChangeArrowheads="1"/>
          </p:cNvSpPr>
          <p:nvPr/>
        </p:nvSpPr>
        <p:spPr bwMode="auto">
          <a:xfrm>
            <a:off x="5372134" y="1857813"/>
            <a:ext cx="7434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sp>
        <p:nvSpPr>
          <p:cNvPr id="28" name="Text Box 69"/>
          <p:cNvSpPr txBox="1">
            <a:spLocks noChangeArrowheads="1"/>
          </p:cNvSpPr>
          <p:nvPr/>
        </p:nvSpPr>
        <p:spPr bwMode="auto">
          <a:xfrm>
            <a:off x="1674661" y="3573625"/>
            <a:ext cx="1578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证明略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899592" y="195486"/>
            <a:ext cx="2448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零点定理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861322"/>
              </p:ext>
            </p:extLst>
          </p:nvPr>
        </p:nvGraphicFramePr>
        <p:xfrm>
          <a:off x="2282520" y="1162219"/>
          <a:ext cx="1872311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893" name="Equation" r:id="rId3" imgW="1726920" imgH="342720" progId="Equation.DSMT4">
                  <p:embed/>
                </p:oleObj>
              </mc:Choice>
              <mc:Fallback>
                <p:oleObj name="Equation" r:id="rId3" imgW="17269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520" y="1162219"/>
                        <a:ext cx="1872311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35"/>
          <p:cNvSpPr txBox="1">
            <a:spLocks noChangeArrowheads="1"/>
          </p:cNvSpPr>
          <p:nvPr/>
        </p:nvSpPr>
        <p:spPr bwMode="auto">
          <a:xfrm>
            <a:off x="1775259" y="1081479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设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52" name="Text Box 35"/>
          <p:cNvSpPr txBox="1">
            <a:spLocks noChangeArrowheads="1"/>
          </p:cNvSpPr>
          <p:nvPr/>
        </p:nvSpPr>
        <p:spPr bwMode="auto">
          <a:xfrm>
            <a:off x="4161603" y="1048703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且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5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865389"/>
              </p:ext>
            </p:extLst>
          </p:nvPr>
        </p:nvGraphicFramePr>
        <p:xfrm>
          <a:off x="4601925" y="1140176"/>
          <a:ext cx="187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894" name="Equation" r:id="rId5" imgW="1879560" imgH="342720" progId="Equation.DSMT4">
                  <p:embed/>
                </p:oleObj>
              </mc:Choice>
              <mc:Fallback>
                <p:oleObj name="Equation" r:id="rId5" imgW="18795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1925" y="1140176"/>
                        <a:ext cx="1879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35"/>
          <p:cNvSpPr txBox="1">
            <a:spLocks noChangeArrowheads="1"/>
          </p:cNvSpPr>
          <p:nvPr/>
        </p:nvSpPr>
        <p:spPr bwMode="auto">
          <a:xfrm>
            <a:off x="1706783" y="1873567"/>
            <a:ext cx="9283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那么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5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90730"/>
              </p:ext>
            </p:extLst>
          </p:nvPr>
        </p:nvGraphicFramePr>
        <p:xfrm>
          <a:off x="5781153" y="1946393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895" name="Equation" r:id="rId7" imgW="1168200" imgH="342720" progId="Equation.DSMT4">
                  <p:embed/>
                </p:oleObj>
              </mc:Choice>
              <mc:Fallback>
                <p:oleObj name="Equation" r:id="rId7" imgW="11682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153" y="1946393"/>
                        <a:ext cx="116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826387" y="2769881"/>
            <a:ext cx="6130835" cy="407181"/>
            <a:chOff x="1639066" y="3936219"/>
            <a:chExt cx="6130835" cy="407181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1639066" y="3936219"/>
              <a:ext cx="6130835" cy="385764"/>
              <a:chOff x="619" y="3334"/>
              <a:chExt cx="5006" cy="324"/>
            </a:xfrm>
          </p:grpSpPr>
          <p:sp>
            <p:nvSpPr>
              <p:cNvPr id="8211" name="Rectangle 16"/>
              <p:cNvSpPr>
                <a:spLocks noChangeArrowheads="1"/>
              </p:cNvSpPr>
              <p:nvPr/>
            </p:nvSpPr>
            <p:spPr bwMode="auto">
              <a:xfrm>
                <a:off x="3129" y="3348"/>
                <a:ext cx="249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00000"/>
                    </a:solidFill>
                    <a:latin typeface="宋体-方正超大字符集" pitchFamily="65" charset="-122"/>
                  </a:rPr>
                  <a:t>内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宋体-方正超大字符集" pitchFamily="65" charset="-122"/>
                  </a:rPr>
                  <a:t>至少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宋体-方正超大字符集" pitchFamily="65" charset="-122"/>
                  </a:rPr>
                  <a:t>存在一个实根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宋体-方正超大字符集" pitchFamily="65" charset="-122"/>
                  </a:rPr>
                  <a:t>.</a:t>
                </a:r>
                <a:endParaRPr kumimoji="1" lang="zh-CN" altLang="en-US" sz="2400" b="1" dirty="0">
                  <a:latin typeface="Times New Roman" pitchFamily="18" charset="0"/>
                </a:endParaRPr>
              </a:p>
            </p:txBody>
          </p:sp>
          <p:sp>
            <p:nvSpPr>
              <p:cNvPr id="8212" name="Rectangle 17"/>
              <p:cNvSpPr>
                <a:spLocks noChangeArrowheads="1"/>
              </p:cNvSpPr>
              <p:nvPr/>
            </p:nvSpPr>
            <p:spPr bwMode="auto">
              <a:xfrm>
                <a:off x="2294" y="3334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00000"/>
                    </a:solidFill>
                    <a:latin typeface="宋体" pitchFamily="2" charset="-122"/>
                  </a:rPr>
                  <a:t>在</a:t>
                </a:r>
                <a:endParaRPr kumimoji="1" lang="zh-CN" altLang="en-US" sz="2400" b="1" dirty="0">
                  <a:latin typeface="宋体" pitchFamily="2" charset="-122"/>
                </a:endParaRPr>
              </a:p>
            </p:txBody>
          </p:sp>
          <p:sp>
            <p:nvSpPr>
              <p:cNvPr id="8213" name="Rectangle 18"/>
              <p:cNvSpPr>
                <a:spLocks noChangeArrowheads="1"/>
              </p:cNvSpPr>
              <p:nvPr/>
            </p:nvSpPr>
            <p:spPr bwMode="auto">
              <a:xfrm>
                <a:off x="619" y="3334"/>
                <a:ext cx="75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00000"/>
                    </a:solidFill>
                    <a:latin typeface="宋体" pitchFamily="2" charset="-122"/>
                  </a:rPr>
                  <a:t>即方程</a:t>
                </a:r>
                <a:endParaRPr kumimoji="1" lang="zh-CN" altLang="en-US" sz="2400" b="1" dirty="0">
                  <a:latin typeface="宋体" pitchFamily="2" charset="-122"/>
                </a:endParaRPr>
              </a:p>
            </p:txBody>
          </p:sp>
        </p:grpSp>
        <p:graphicFrame>
          <p:nvGraphicFramePr>
            <p:cNvPr id="57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7905619"/>
                </p:ext>
              </p:extLst>
            </p:nvPr>
          </p:nvGraphicFramePr>
          <p:xfrm>
            <a:off x="2590800" y="4000500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896" name="Equation" r:id="rId9" imgW="1079280" imgH="342720" progId="Equation.DSMT4">
                    <p:embed/>
                  </p:oleObj>
                </mc:Choice>
                <mc:Fallback>
                  <p:oleObj name="Equation" r:id="rId9" imgW="10792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4000500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1050259"/>
                </p:ext>
              </p:extLst>
            </p:nvPr>
          </p:nvGraphicFramePr>
          <p:xfrm>
            <a:off x="4002337" y="3979383"/>
            <a:ext cx="71437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897" name="Equation" r:id="rId11" imgW="660240" imgH="342720" progId="Equation.DSMT4">
                    <p:embed/>
                  </p:oleObj>
                </mc:Choice>
                <mc:Fallback>
                  <p:oleObj name="Equation" r:id="rId11" imgW="6602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2337" y="3979383"/>
                          <a:ext cx="71437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69">
            <a:extLst>
              <a:ext uri="{FF2B5EF4-FFF2-40B4-BE49-F238E27FC236}">
                <a16:creationId xmlns:a16="http://schemas.microsoft.com/office/drawing/2014/main" id="{016A8AFC-D68C-40C4-864C-12C5B74B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405" y="2332457"/>
            <a:ext cx="15787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开区间</a:t>
            </a:r>
            <a:endParaRPr kumimoji="1" lang="en-US" altLang="zh-CN" sz="20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B849F58-B9CE-40B8-8CE6-A50E264316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433739"/>
              </p:ext>
            </p:extLst>
          </p:nvPr>
        </p:nvGraphicFramePr>
        <p:xfrm>
          <a:off x="4111318" y="1940802"/>
          <a:ext cx="124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898" name="Equation" r:id="rId13" imgW="1244520" imgH="431640" progId="Equation.DSMT4">
                  <p:embed/>
                </p:oleObj>
              </mc:Choice>
              <mc:Fallback>
                <p:oleObj name="Equation" r:id="rId13" imgW="1244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11318" y="1940802"/>
                        <a:ext cx="1244600" cy="431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23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28" grpId="0"/>
      <p:bldP spid="51" grpId="0"/>
      <p:bldP spid="52" grpId="0"/>
      <p:bldP spid="54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45745" y="3241062"/>
            <a:ext cx="128588" cy="457200"/>
            <a:chOff x="2772" y="1584"/>
            <a:chExt cx="108" cy="384"/>
          </a:xfrm>
        </p:grpSpPr>
        <p:sp>
          <p:nvSpPr>
            <p:cNvPr id="9251" name="Line 5"/>
            <p:cNvSpPr>
              <a:spLocks noChangeShapeType="1"/>
            </p:cNvSpPr>
            <p:nvPr/>
          </p:nvSpPr>
          <p:spPr bwMode="auto">
            <a:xfrm flipV="1">
              <a:off x="2880" y="1584"/>
              <a:ext cx="0" cy="384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9252" name="Object 11"/>
            <p:cNvGraphicFramePr>
              <a:graphicFrameLocks noChangeAspect="1"/>
            </p:cNvGraphicFramePr>
            <p:nvPr/>
          </p:nvGraphicFramePr>
          <p:xfrm>
            <a:off x="2772" y="1620"/>
            <a:ext cx="100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82" name="公式" r:id="rId3" imgW="228600" imgH="241300" progId="Equation.3">
                    <p:embed/>
                  </p:oleObj>
                </mc:Choice>
                <mc:Fallback>
                  <p:oleObj name="公式" r:id="rId3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2" y="1620"/>
                          <a:ext cx="100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834089" y="3012462"/>
            <a:ext cx="111919" cy="421481"/>
            <a:chOff x="4442" y="1392"/>
            <a:chExt cx="94" cy="354"/>
          </a:xfrm>
        </p:grpSpPr>
        <p:sp>
          <p:nvSpPr>
            <p:cNvPr id="9249" name="Line 8"/>
            <p:cNvSpPr>
              <a:spLocks noChangeShapeType="1"/>
            </p:cNvSpPr>
            <p:nvPr/>
          </p:nvSpPr>
          <p:spPr bwMode="auto">
            <a:xfrm>
              <a:off x="4488" y="1392"/>
              <a:ext cx="0" cy="192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9250" name="Object 10"/>
            <p:cNvGraphicFramePr>
              <a:graphicFrameLocks noChangeAspect="1"/>
            </p:cNvGraphicFramePr>
            <p:nvPr/>
          </p:nvGraphicFramePr>
          <p:xfrm>
            <a:off x="4442" y="1608"/>
            <a:ext cx="94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83" name="公式" r:id="rId5" imgW="215619" imgH="317087" progId="Equation.3">
                    <p:embed/>
                  </p:oleObj>
                </mc:Choice>
                <mc:Fallback>
                  <p:oleObj name="公式" r:id="rId5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608"/>
                          <a:ext cx="94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331645" y="3212487"/>
            <a:ext cx="234553" cy="257175"/>
            <a:chOff x="4032" y="1560"/>
            <a:chExt cx="197" cy="216"/>
          </a:xfrm>
        </p:grpSpPr>
        <p:graphicFrame>
          <p:nvGraphicFramePr>
            <p:cNvPr id="9247" name="Object 9"/>
            <p:cNvGraphicFramePr>
              <a:graphicFrameLocks noChangeAspect="1"/>
            </p:cNvGraphicFramePr>
            <p:nvPr/>
          </p:nvGraphicFramePr>
          <p:xfrm>
            <a:off x="4080" y="1587"/>
            <a:ext cx="14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84" name="公式" r:id="rId7" imgW="335280" imgH="426792" progId="Equation.3">
                    <p:embed/>
                  </p:oleObj>
                </mc:Choice>
                <mc:Fallback>
                  <p:oleObj name="公式" r:id="rId7" imgW="335280" imgH="426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587"/>
                          <a:ext cx="14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8" name="Oval 12"/>
            <p:cNvSpPr>
              <a:spLocks noChangeArrowheads="1"/>
            </p:cNvSpPr>
            <p:nvPr/>
          </p:nvSpPr>
          <p:spPr bwMode="auto">
            <a:xfrm flipH="1">
              <a:off x="4032" y="15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5982791" y="3212487"/>
            <a:ext cx="177404" cy="257175"/>
            <a:chOff x="3739" y="1560"/>
            <a:chExt cx="149" cy="216"/>
          </a:xfrm>
        </p:grpSpPr>
        <p:graphicFrame>
          <p:nvGraphicFramePr>
            <p:cNvPr id="9245" name="Object 8"/>
            <p:cNvGraphicFramePr>
              <a:graphicFrameLocks noChangeAspect="1"/>
            </p:cNvGraphicFramePr>
            <p:nvPr/>
          </p:nvGraphicFramePr>
          <p:xfrm>
            <a:off x="3739" y="1592"/>
            <a:ext cx="14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85" name="公式" r:id="rId9" imgW="335280" imgH="411480" progId="Equation.3">
                    <p:embed/>
                  </p:oleObj>
                </mc:Choice>
                <mc:Fallback>
                  <p:oleObj name="公式" r:id="rId9" imgW="335280" imgH="411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9" y="1592"/>
                          <a:ext cx="14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6" name="Oval 15"/>
            <p:cNvSpPr>
              <a:spLocks noChangeArrowheads="1"/>
            </p:cNvSpPr>
            <p:nvPr/>
          </p:nvSpPr>
          <p:spPr bwMode="auto">
            <a:xfrm flipH="1">
              <a:off x="3792" y="15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5660132" y="3212487"/>
            <a:ext cx="171450" cy="257175"/>
            <a:chOff x="3456" y="1560"/>
            <a:chExt cx="144" cy="216"/>
          </a:xfrm>
        </p:grpSpPr>
        <p:graphicFrame>
          <p:nvGraphicFramePr>
            <p:cNvPr id="9243" name="Object 7"/>
            <p:cNvGraphicFramePr>
              <a:graphicFrameLocks noChangeAspect="1"/>
            </p:cNvGraphicFramePr>
            <p:nvPr/>
          </p:nvGraphicFramePr>
          <p:xfrm>
            <a:off x="3456" y="1592"/>
            <a:ext cx="14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86" name="公式" r:id="rId11" imgW="320148" imgH="411480" progId="Equation.3">
                    <p:embed/>
                  </p:oleObj>
                </mc:Choice>
                <mc:Fallback>
                  <p:oleObj name="公式" r:id="rId11" imgW="320148" imgH="411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592"/>
                          <a:ext cx="14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4" name="Oval 18"/>
            <p:cNvSpPr>
              <a:spLocks noChangeArrowheads="1"/>
            </p:cNvSpPr>
            <p:nvPr/>
          </p:nvSpPr>
          <p:spPr bwMode="auto">
            <a:xfrm flipH="1">
              <a:off x="3468" y="15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8931" name="Text Box 19"/>
          <p:cNvSpPr txBox="1">
            <a:spLocks noChangeArrowheads="1"/>
          </p:cNvSpPr>
          <p:nvPr/>
        </p:nvSpPr>
        <p:spPr bwMode="auto">
          <a:xfrm>
            <a:off x="1036034" y="529083"/>
            <a:ext cx="38713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几何解释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grpSp>
        <p:nvGrpSpPr>
          <p:cNvPr id="9234" name="Group 23"/>
          <p:cNvGrpSpPr>
            <a:grpSpLocks/>
          </p:cNvGrpSpPr>
          <p:nvPr/>
        </p:nvGrpSpPr>
        <p:grpSpPr bwMode="auto">
          <a:xfrm>
            <a:off x="4860032" y="2612412"/>
            <a:ext cx="2343150" cy="1600200"/>
            <a:chOff x="2784" y="1056"/>
            <a:chExt cx="1968" cy="1344"/>
          </a:xfrm>
        </p:grpSpPr>
        <p:grpSp>
          <p:nvGrpSpPr>
            <p:cNvPr id="9236" name="Group 24"/>
            <p:cNvGrpSpPr>
              <a:grpSpLocks/>
            </p:cNvGrpSpPr>
            <p:nvPr/>
          </p:nvGrpSpPr>
          <p:grpSpPr bwMode="auto">
            <a:xfrm>
              <a:off x="2784" y="1056"/>
              <a:ext cx="1968" cy="1344"/>
              <a:chOff x="2784" y="1056"/>
              <a:chExt cx="1968" cy="1344"/>
            </a:xfrm>
          </p:grpSpPr>
          <p:sp>
            <p:nvSpPr>
              <p:cNvPr id="9238" name="Line 25"/>
              <p:cNvSpPr>
                <a:spLocks noChangeShapeType="1"/>
              </p:cNvSpPr>
              <p:nvPr/>
            </p:nvSpPr>
            <p:spPr bwMode="auto">
              <a:xfrm flipV="1">
                <a:off x="3048" y="1056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39" name="Freeform 26"/>
              <p:cNvSpPr>
                <a:spLocks/>
              </p:cNvSpPr>
              <p:nvPr/>
            </p:nvSpPr>
            <p:spPr bwMode="auto">
              <a:xfrm>
                <a:off x="2880" y="1240"/>
                <a:ext cx="1624" cy="968"/>
              </a:xfrm>
              <a:custGeom>
                <a:avLst/>
                <a:gdLst>
                  <a:gd name="T0" fmla="*/ 0 w 1632"/>
                  <a:gd name="T1" fmla="*/ 591 h 1208"/>
                  <a:gd name="T2" fmla="*/ 96 w 1632"/>
                  <a:gd name="T3" fmla="*/ 714 h 1208"/>
                  <a:gd name="T4" fmla="*/ 238 w 1632"/>
                  <a:gd name="T5" fmla="*/ 776 h 1208"/>
                  <a:gd name="T6" fmla="*/ 380 w 1632"/>
                  <a:gd name="T7" fmla="*/ 714 h 1208"/>
                  <a:gd name="T8" fmla="*/ 476 w 1632"/>
                  <a:gd name="T9" fmla="*/ 560 h 1208"/>
                  <a:gd name="T10" fmla="*/ 522 w 1632"/>
                  <a:gd name="T11" fmla="*/ 437 h 1208"/>
                  <a:gd name="T12" fmla="*/ 618 w 1632"/>
                  <a:gd name="T13" fmla="*/ 252 h 1208"/>
                  <a:gd name="T14" fmla="*/ 712 w 1632"/>
                  <a:gd name="T15" fmla="*/ 190 h 1208"/>
                  <a:gd name="T16" fmla="*/ 808 w 1632"/>
                  <a:gd name="T17" fmla="*/ 190 h 1208"/>
                  <a:gd name="T18" fmla="*/ 904 w 1632"/>
                  <a:gd name="T19" fmla="*/ 252 h 1208"/>
                  <a:gd name="T20" fmla="*/ 950 w 1632"/>
                  <a:gd name="T21" fmla="*/ 313 h 1208"/>
                  <a:gd name="T22" fmla="*/ 1046 w 1632"/>
                  <a:gd name="T23" fmla="*/ 375 h 1208"/>
                  <a:gd name="T24" fmla="*/ 1140 w 1632"/>
                  <a:gd name="T25" fmla="*/ 313 h 1208"/>
                  <a:gd name="T26" fmla="*/ 1188 w 1632"/>
                  <a:gd name="T27" fmla="*/ 190 h 1208"/>
                  <a:gd name="T28" fmla="*/ 1284 w 1632"/>
                  <a:gd name="T29" fmla="*/ 67 h 1208"/>
                  <a:gd name="T30" fmla="*/ 1378 w 1632"/>
                  <a:gd name="T31" fmla="*/ 5 h 1208"/>
                  <a:gd name="T32" fmla="*/ 1521 w 1632"/>
                  <a:gd name="T33" fmla="*/ 36 h 1208"/>
                  <a:gd name="T34" fmla="*/ 1616 w 1632"/>
                  <a:gd name="T35" fmla="*/ 128 h 120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32"/>
                  <a:gd name="T55" fmla="*/ 0 h 1208"/>
                  <a:gd name="T56" fmla="*/ 1632 w 1632"/>
                  <a:gd name="T57" fmla="*/ 1208 h 120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32" h="1208">
                    <a:moveTo>
                      <a:pt x="0" y="920"/>
                    </a:moveTo>
                    <a:cubicBezTo>
                      <a:pt x="28" y="992"/>
                      <a:pt x="56" y="1064"/>
                      <a:pt x="96" y="1112"/>
                    </a:cubicBezTo>
                    <a:cubicBezTo>
                      <a:pt x="136" y="1160"/>
                      <a:pt x="192" y="1208"/>
                      <a:pt x="240" y="1208"/>
                    </a:cubicBezTo>
                    <a:cubicBezTo>
                      <a:pt x="288" y="1208"/>
                      <a:pt x="344" y="1168"/>
                      <a:pt x="384" y="1112"/>
                    </a:cubicBezTo>
                    <a:cubicBezTo>
                      <a:pt x="424" y="1056"/>
                      <a:pt x="456" y="944"/>
                      <a:pt x="480" y="872"/>
                    </a:cubicBezTo>
                    <a:cubicBezTo>
                      <a:pt x="504" y="800"/>
                      <a:pt x="504" y="760"/>
                      <a:pt x="528" y="680"/>
                    </a:cubicBezTo>
                    <a:cubicBezTo>
                      <a:pt x="552" y="600"/>
                      <a:pt x="592" y="456"/>
                      <a:pt x="624" y="392"/>
                    </a:cubicBezTo>
                    <a:cubicBezTo>
                      <a:pt x="656" y="328"/>
                      <a:pt x="688" y="312"/>
                      <a:pt x="720" y="296"/>
                    </a:cubicBezTo>
                    <a:cubicBezTo>
                      <a:pt x="752" y="280"/>
                      <a:pt x="784" y="280"/>
                      <a:pt x="816" y="296"/>
                    </a:cubicBezTo>
                    <a:cubicBezTo>
                      <a:pt x="848" y="312"/>
                      <a:pt x="888" y="360"/>
                      <a:pt x="912" y="392"/>
                    </a:cubicBezTo>
                    <a:cubicBezTo>
                      <a:pt x="936" y="424"/>
                      <a:pt x="936" y="456"/>
                      <a:pt x="960" y="488"/>
                    </a:cubicBezTo>
                    <a:cubicBezTo>
                      <a:pt x="984" y="520"/>
                      <a:pt x="1024" y="584"/>
                      <a:pt x="1056" y="584"/>
                    </a:cubicBezTo>
                    <a:cubicBezTo>
                      <a:pt x="1088" y="584"/>
                      <a:pt x="1128" y="536"/>
                      <a:pt x="1152" y="488"/>
                    </a:cubicBezTo>
                    <a:cubicBezTo>
                      <a:pt x="1176" y="440"/>
                      <a:pt x="1176" y="360"/>
                      <a:pt x="1200" y="296"/>
                    </a:cubicBezTo>
                    <a:cubicBezTo>
                      <a:pt x="1224" y="232"/>
                      <a:pt x="1264" y="152"/>
                      <a:pt x="1296" y="104"/>
                    </a:cubicBezTo>
                    <a:cubicBezTo>
                      <a:pt x="1328" y="56"/>
                      <a:pt x="1352" y="16"/>
                      <a:pt x="1392" y="8"/>
                    </a:cubicBezTo>
                    <a:cubicBezTo>
                      <a:pt x="1432" y="0"/>
                      <a:pt x="1496" y="24"/>
                      <a:pt x="1536" y="56"/>
                    </a:cubicBezTo>
                    <a:cubicBezTo>
                      <a:pt x="1576" y="88"/>
                      <a:pt x="1616" y="176"/>
                      <a:pt x="1632" y="2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40" name="Line 27"/>
              <p:cNvSpPr>
                <a:spLocks noChangeShapeType="1"/>
              </p:cNvSpPr>
              <p:nvPr/>
            </p:nvSpPr>
            <p:spPr bwMode="auto">
              <a:xfrm>
                <a:off x="2784" y="1584"/>
                <a:ext cx="19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9241" name="Object 5"/>
              <p:cNvGraphicFramePr>
                <a:graphicFrameLocks noChangeAspect="1"/>
              </p:cNvGraphicFramePr>
              <p:nvPr/>
            </p:nvGraphicFramePr>
            <p:xfrm>
              <a:off x="4641" y="1632"/>
              <a:ext cx="111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387" name="公式" r:id="rId13" imgW="253890" imgH="241195" progId="Equation.3">
                      <p:embed/>
                    </p:oleObj>
                  </mc:Choice>
                  <mc:Fallback>
                    <p:oleObj name="公式" r:id="rId13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1" y="1632"/>
                            <a:ext cx="111" cy="1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2" name="Object 6"/>
              <p:cNvGraphicFramePr>
                <a:graphicFrameLocks noChangeAspect="1"/>
              </p:cNvGraphicFramePr>
              <p:nvPr/>
            </p:nvGraphicFramePr>
            <p:xfrm>
              <a:off x="2914" y="1056"/>
              <a:ext cx="110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388" name="公式" r:id="rId15" imgW="253780" imgH="317225" progId="Equation.3">
                      <p:embed/>
                    </p:oleObj>
                  </mc:Choice>
                  <mc:Fallback>
                    <p:oleObj name="公式" r:id="rId15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4" y="1056"/>
                            <a:ext cx="110" cy="1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37" name="Object 4"/>
            <p:cNvGraphicFramePr>
              <a:graphicFrameLocks noChangeAspect="1"/>
            </p:cNvGraphicFramePr>
            <p:nvPr/>
          </p:nvGraphicFramePr>
          <p:xfrm>
            <a:off x="2942" y="1608"/>
            <a:ext cx="94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89" name="公式" r:id="rId17" imgW="215713" imgH="241091" progId="Equation.3">
                    <p:embed/>
                  </p:oleObj>
                </mc:Choice>
                <mc:Fallback>
                  <p:oleObj name="公式" r:id="rId17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2" y="1608"/>
                          <a:ext cx="94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46"/>
          <p:cNvGrpSpPr>
            <a:grpSpLocks/>
          </p:cNvGrpSpPr>
          <p:nvPr/>
        </p:nvGrpSpPr>
        <p:grpSpPr bwMode="auto">
          <a:xfrm>
            <a:off x="1075883" y="2694565"/>
            <a:ext cx="2370684" cy="1602755"/>
            <a:chOff x="4036" y="2381"/>
            <a:chExt cx="1407" cy="1020"/>
          </a:xfrm>
        </p:grpSpPr>
        <p:sp>
          <p:nvSpPr>
            <p:cNvPr id="39" name="Line 47"/>
            <p:cNvSpPr>
              <a:spLocks noChangeShapeType="1"/>
            </p:cNvSpPr>
            <p:nvPr/>
          </p:nvSpPr>
          <p:spPr bwMode="auto">
            <a:xfrm>
              <a:off x="4128" y="2986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0" name="Line 48"/>
            <p:cNvSpPr>
              <a:spLocks noChangeShapeType="1"/>
            </p:cNvSpPr>
            <p:nvPr/>
          </p:nvSpPr>
          <p:spPr bwMode="auto">
            <a:xfrm flipV="1">
              <a:off x="4248" y="2381"/>
              <a:ext cx="0" cy="10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grpSp>
          <p:nvGrpSpPr>
            <p:cNvPr id="41" name="Group 49"/>
            <p:cNvGrpSpPr>
              <a:grpSpLocks/>
            </p:cNvGrpSpPr>
            <p:nvPr/>
          </p:nvGrpSpPr>
          <p:grpSpPr bwMode="auto">
            <a:xfrm>
              <a:off x="4464" y="2640"/>
              <a:ext cx="672" cy="730"/>
              <a:chOff x="4464" y="2597"/>
              <a:chExt cx="821" cy="821"/>
            </a:xfrm>
          </p:grpSpPr>
          <p:sp>
            <p:nvSpPr>
              <p:cNvPr id="48" name="Freeform 50"/>
              <p:cNvSpPr>
                <a:spLocks/>
              </p:cNvSpPr>
              <p:nvPr/>
            </p:nvSpPr>
            <p:spPr bwMode="auto">
              <a:xfrm>
                <a:off x="4464" y="2597"/>
                <a:ext cx="821" cy="821"/>
              </a:xfrm>
              <a:custGeom>
                <a:avLst/>
                <a:gdLst>
                  <a:gd name="T0" fmla="*/ 0 w 912"/>
                  <a:gd name="T1" fmla="*/ 665 h 912"/>
                  <a:gd name="T2" fmla="*/ 210 w 912"/>
                  <a:gd name="T3" fmla="*/ 315 h 912"/>
                  <a:gd name="T4" fmla="*/ 665 w 912"/>
                  <a:gd name="T5" fmla="*/ 0 h 912"/>
                  <a:gd name="T6" fmla="*/ 0 60000 65536"/>
                  <a:gd name="T7" fmla="*/ 0 60000 65536"/>
                  <a:gd name="T8" fmla="*/ 0 60000 65536"/>
                  <a:gd name="T9" fmla="*/ 0 w 912"/>
                  <a:gd name="T10" fmla="*/ 0 h 912"/>
                  <a:gd name="T11" fmla="*/ 912 w 912"/>
                  <a:gd name="T12" fmla="*/ 912 h 9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2" h="912">
                    <a:moveTo>
                      <a:pt x="0" y="912"/>
                    </a:moveTo>
                    <a:cubicBezTo>
                      <a:pt x="68" y="748"/>
                      <a:pt x="136" y="584"/>
                      <a:pt x="288" y="432"/>
                    </a:cubicBezTo>
                    <a:cubicBezTo>
                      <a:pt x="440" y="280"/>
                      <a:pt x="808" y="72"/>
                      <a:pt x="912" y="0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49" name="Line 51"/>
              <p:cNvSpPr>
                <a:spLocks noChangeShapeType="1"/>
              </p:cNvSpPr>
              <p:nvPr/>
            </p:nvSpPr>
            <p:spPr bwMode="auto">
              <a:xfrm flipV="1">
                <a:off x="4464" y="2986"/>
                <a:ext cx="0" cy="432"/>
              </a:xfrm>
              <a:prstGeom prst="line">
                <a:avLst/>
              </a:prstGeom>
              <a:noFill/>
              <a:ln w="19050">
                <a:solidFill>
                  <a:srgbClr val="0064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50" name="Line 52"/>
              <p:cNvSpPr>
                <a:spLocks noChangeShapeType="1"/>
              </p:cNvSpPr>
              <p:nvPr/>
            </p:nvSpPr>
            <p:spPr bwMode="auto">
              <a:xfrm>
                <a:off x="5285" y="2597"/>
                <a:ext cx="0" cy="389"/>
              </a:xfrm>
              <a:prstGeom prst="line">
                <a:avLst/>
              </a:prstGeom>
              <a:noFill/>
              <a:ln w="19050">
                <a:solidFill>
                  <a:srgbClr val="0064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</p:grpSp>
        <p:graphicFrame>
          <p:nvGraphicFramePr>
            <p:cNvPr id="42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2686027"/>
                </p:ext>
              </p:extLst>
            </p:nvPr>
          </p:nvGraphicFramePr>
          <p:xfrm>
            <a:off x="5328" y="3024"/>
            <a:ext cx="88" cy="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0" name="Equation" r:id="rId19" imgW="220926" imgH="236148" progId="Equation.3">
                    <p:embed/>
                  </p:oleObj>
                </mc:Choice>
                <mc:Fallback>
                  <p:oleObj name="Equation" r:id="rId19" imgW="220926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3024"/>
                          <a:ext cx="88" cy="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9618195"/>
                </p:ext>
              </p:extLst>
            </p:nvPr>
          </p:nvGraphicFramePr>
          <p:xfrm>
            <a:off x="4036" y="2383"/>
            <a:ext cx="95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1" name="Equation" r:id="rId21" imgW="236274" imgH="312492" progId="Equation.3">
                    <p:embed/>
                  </p:oleObj>
                </mc:Choice>
                <mc:Fallback>
                  <p:oleObj name="Equation" r:id="rId21" imgW="236274" imgH="312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6" y="2383"/>
                          <a:ext cx="95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4493075"/>
                </p:ext>
              </p:extLst>
            </p:nvPr>
          </p:nvGraphicFramePr>
          <p:xfrm>
            <a:off x="4102" y="3024"/>
            <a:ext cx="80" cy="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2" name="Equation" r:id="rId23" imgW="205794" imgH="236148" progId="Equation.3">
                    <p:embed/>
                  </p:oleObj>
                </mc:Choice>
                <mc:Fallback>
                  <p:oleObj name="Equation" r:id="rId23" imgW="205794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" y="3024"/>
                          <a:ext cx="80" cy="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7390284"/>
                </p:ext>
              </p:extLst>
            </p:nvPr>
          </p:nvGraphicFramePr>
          <p:xfrm>
            <a:off x="4382" y="2884"/>
            <a:ext cx="100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3" name="Equation" r:id="rId25" imgW="220926" imgH="236148" progId="Equation.3">
                    <p:embed/>
                  </p:oleObj>
                </mc:Choice>
                <mc:Fallback>
                  <p:oleObj name="Equation" r:id="rId25" imgW="220926" imgH="2361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" y="2884"/>
                          <a:ext cx="100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6717750"/>
                </p:ext>
              </p:extLst>
            </p:nvPr>
          </p:nvGraphicFramePr>
          <p:xfrm>
            <a:off x="5088" y="3028"/>
            <a:ext cx="9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4" name="Equation" r:id="rId27" imgW="205794" imgH="320040" progId="Equation.3">
                    <p:embed/>
                  </p:oleObj>
                </mc:Choice>
                <mc:Fallback>
                  <p:oleObj name="Equation" r:id="rId27" imgW="205794" imgH="320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028"/>
                          <a:ext cx="9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458657"/>
                </p:ext>
              </p:extLst>
            </p:nvPr>
          </p:nvGraphicFramePr>
          <p:xfrm>
            <a:off x="4442" y="2523"/>
            <a:ext cx="493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5" name="Equation" r:id="rId29" imgW="1310640" imgH="396168" progId="Equation.3">
                    <p:embed/>
                  </p:oleObj>
                </mc:Choice>
                <mc:Fallback>
                  <p:oleObj name="Equation" r:id="rId29" imgW="1310640" imgH="3961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2523"/>
                          <a:ext cx="493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036034" y="1074134"/>
            <a:ext cx="6920342" cy="1130246"/>
            <a:chOff x="1036034" y="1074134"/>
            <a:chExt cx="6920342" cy="1130246"/>
          </a:xfrm>
        </p:grpSpPr>
        <p:sp>
          <p:nvSpPr>
            <p:cNvPr id="62" name="Text Box 38"/>
            <p:cNvSpPr txBox="1">
              <a:spLocks noChangeArrowheads="1"/>
            </p:cNvSpPr>
            <p:nvPr/>
          </p:nvSpPr>
          <p:spPr bwMode="auto">
            <a:xfrm>
              <a:off x="1036034" y="1074134"/>
              <a:ext cx="6920342" cy="1130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若连续曲线弧          的两个端点位于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1" lang="zh-CN" altLang="en-US" sz="2400" b="1" dirty="0">
                  <a:latin typeface="+mn-ea"/>
                  <a:ea typeface="+mn-ea"/>
                </a:rPr>
                <a:t>轴的不同侧，则曲线弧与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1" lang="zh-CN" altLang="en-US" sz="2400" b="1" dirty="0">
                  <a:latin typeface="+mn-ea"/>
                  <a:ea typeface="+mn-ea"/>
                </a:rPr>
                <a:t>轴至少有一个交点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6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363292"/>
                </p:ext>
              </p:extLst>
            </p:nvPr>
          </p:nvGraphicFramePr>
          <p:xfrm>
            <a:off x="3087243" y="1255036"/>
            <a:ext cx="1340741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6" name="Equation" r:id="rId31" imgW="1104840" imgH="342720" progId="Equation.DSMT4">
                    <p:embed/>
                  </p:oleObj>
                </mc:Choice>
                <mc:Fallback>
                  <p:oleObj name="Equation" r:id="rId31" imgW="11048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243" y="1255036"/>
                          <a:ext cx="1340741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247243"/>
              </p:ext>
            </p:extLst>
          </p:nvPr>
        </p:nvGraphicFramePr>
        <p:xfrm>
          <a:off x="5585709" y="2868512"/>
          <a:ext cx="830666" cy="238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97" name="Equation" r:id="rId33" imgW="1310640" imgH="396168" progId="Equation.3">
                  <p:embed/>
                </p:oleObj>
              </mc:Choice>
              <mc:Fallback>
                <p:oleObj name="Equation" r:id="rId33" imgW="1310640" imgH="396168" progId="Equation.3">
                  <p:embed/>
                  <p:pic>
                    <p:nvPicPr>
                      <p:cNvPr id="47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5709" y="2868512"/>
                        <a:ext cx="830666" cy="238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16"/>
          <p:cNvGrpSpPr>
            <a:grpSpLocks/>
          </p:cNvGrpSpPr>
          <p:nvPr/>
        </p:nvGrpSpPr>
        <p:grpSpPr bwMode="auto">
          <a:xfrm>
            <a:off x="2084746" y="3618490"/>
            <a:ext cx="178380" cy="365522"/>
            <a:chOff x="3432" y="1560"/>
            <a:chExt cx="144" cy="307"/>
          </a:xfrm>
        </p:grpSpPr>
        <p:graphicFrame>
          <p:nvGraphicFramePr>
            <p:cNvPr id="5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606530"/>
                </p:ext>
              </p:extLst>
            </p:nvPr>
          </p:nvGraphicFramePr>
          <p:xfrm>
            <a:off x="3432" y="1683"/>
            <a:ext cx="14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398" name="公式" r:id="rId34" imgW="320148" imgH="411480" progId="Equation.3">
                    <p:embed/>
                  </p:oleObj>
                </mc:Choice>
                <mc:Fallback>
                  <p:oleObj name="公式" r:id="rId34" imgW="320148" imgH="411480" progId="Equation.3">
                    <p:embed/>
                    <p:pic>
                      <p:nvPicPr>
                        <p:cNvPr id="924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2" y="1683"/>
                          <a:ext cx="14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Oval 18"/>
            <p:cNvSpPr>
              <a:spLocks noChangeArrowheads="1"/>
            </p:cNvSpPr>
            <p:nvPr/>
          </p:nvSpPr>
          <p:spPr bwMode="auto">
            <a:xfrm flipH="1">
              <a:off x="3468" y="1560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2012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7"/>
          <p:cNvSpPr txBox="1">
            <a:spLocks noChangeArrowheads="1"/>
          </p:cNvSpPr>
          <p:nvPr/>
        </p:nvSpPr>
        <p:spPr bwMode="auto">
          <a:xfrm>
            <a:off x="611560" y="195486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Times New Roman" pitchFamily="18" charset="0"/>
              </a:rPr>
              <a:t>下述命题是否正确？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83568" y="2321343"/>
            <a:ext cx="217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不正确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1869351" y="2318806"/>
            <a:ext cx="148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例如函数</a:t>
            </a:r>
          </a:p>
        </p:txBody>
      </p:sp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740899"/>
              </p:ext>
            </p:extLst>
          </p:nvPr>
        </p:nvGraphicFramePr>
        <p:xfrm>
          <a:off x="5126906" y="851904"/>
          <a:ext cx="1914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89" name="Equation" r:id="rId3" imgW="1765080" imgH="342720" progId="Equation.DSMT4">
                  <p:embed/>
                </p:oleObj>
              </mc:Choice>
              <mc:Fallback>
                <p:oleObj name="Equation" r:id="rId3" imgW="1765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906" y="851904"/>
                        <a:ext cx="1914525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755576" y="1376359"/>
            <a:ext cx="72842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且           ，那么     在      内必有零点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lang="zh-CN" altLang="en-US" sz="2400" b="1" dirty="0">
                <a:latin typeface="+mn-ea"/>
                <a:ea typeface="+mn-ea"/>
              </a:rPr>
              <a:t>         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07645"/>
              </p:ext>
            </p:extLst>
          </p:nvPr>
        </p:nvGraphicFramePr>
        <p:xfrm>
          <a:off x="1177925" y="1481543"/>
          <a:ext cx="16635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0" name="Equation" r:id="rId5" imgW="1663560" imgH="342720" progId="Equation.DSMT4">
                  <p:embed/>
                </p:oleObj>
              </mc:Choice>
              <mc:Fallback>
                <p:oleObj name="Equation" r:id="rId5" imgW="16635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1481543"/>
                        <a:ext cx="166356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8"/>
          <p:cNvSpPr txBox="1">
            <a:spLocks noChangeArrowheads="1"/>
          </p:cNvSpPr>
          <p:nvPr/>
        </p:nvSpPr>
        <p:spPr bwMode="auto">
          <a:xfrm>
            <a:off x="755576" y="680004"/>
            <a:ext cx="4536504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若函数     在      上有定义，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182356"/>
              </p:ext>
            </p:extLst>
          </p:nvPr>
        </p:nvGraphicFramePr>
        <p:xfrm>
          <a:off x="1783582" y="847599"/>
          <a:ext cx="755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1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3582" y="847599"/>
                        <a:ext cx="755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003895"/>
              </p:ext>
            </p:extLst>
          </p:nvPr>
        </p:nvGraphicFramePr>
        <p:xfrm>
          <a:off x="2937967" y="844886"/>
          <a:ext cx="7699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2" name="Equation" r:id="rId9" imgW="634680" imgH="330120" progId="Equation.DSMT4">
                  <p:embed/>
                </p:oleObj>
              </mc:Choice>
              <mc:Fallback>
                <p:oleObj name="Equation" r:id="rId9" imgW="634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967" y="844886"/>
                        <a:ext cx="76993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296869"/>
              </p:ext>
            </p:extLst>
          </p:nvPr>
        </p:nvGraphicFramePr>
        <p:xfrm>
          <a:off x="3739973" y="1460404"/>
          <a:ext cx="755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3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973" y="1460404"/>
                        <a:ext cx="755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334594"/>
              </p:ext>
            </p:extLst>
          </p:nvPr>
        </p:nvGraphicFramePr>
        <p:xfrm>
          <a:off x="4899744" y="1460404"/>
          <a:ext cx="815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4" name="Equation" r:id="rId12" imgW="672840" imgH="342720" progId="Equation.DSMT4">
                  <p:embed/>
                </p:oleObj>
              </mc:Choice>
              <mc:Fallback>
                <p:oleObj name="Equation" r:id="rId12" imgW="672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744" y="1460404"/>
                        <a:ext cx="815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058404"/>
              </p:ext>
            </p:extLst>
          </p:nvPr>
        </p:nvGraphicFramePr>
        <p:xfrm>
          <a:off x="3138488" y="2121305"/>
          <a:ext cx="2882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5" name="Equation" r:id="rId14" imgW="2654280" imgH="863280" progId="Equation.DSMT4">
                  <p:embed/>
                </p:oleObj>
              </mc:Choice>
              <mc:Fallback>
                <p:oleObj name="Equation" r:id="rId14" imgW="26542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2121305"/>
                        <a:ext cx="2882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888822"/>
              </p:ext>
            </p:extLst>
          </p:nvPr>
        </p:nvGraphicFramePr>
        <p:xfrm>
          <a:off x="946150" y="3240493"/>
          <a:ext cx="1914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6" name="Equation" r:id="rId16" imgW="1765080" imgH="342720" progId="Equation.DSMT4">
                  <p:embed/>
                </p:oleObj>
              </mc:Choice>
              <mc:Fallback>
                <p:oleObj name="Equation" r:id="rId16" imgW="1765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3240493"/>
                        <a:ext cx="19145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249193"/>
              </p:ext>
            </p:extLst>
          </p:nvPr>
        </p:nvGraphicFramePr>
        <p:xfrm>
          <a:off x="3028950" y="3240493"/>
          <a:ext cx="26320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7" name="Equation" r:id="rId18" imgW="2425680" imgH="342720" progId="Equation.DSMT4">
                  <p:embed/>
                </p:oleObj>
              </mc:Choice>
              <mc:Fallback>
                <p:oleObj name="Equation" r:id="rId18" imgW="2425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3240493"/>
                        <a:ext cx="26320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899592" y="3818739"/>
            <a:ext cx="4111053" cy="461665"/>
            <a:chOff x="2339752" y="4126309"/>
            <a:chExt cx="4111053" cy="461665"/>
          </a:xfrm>
        </p:grpSpPr>
        <p:sp>
          <p:nvSpPr>
            <p:cNvPr id="29" name="Text Box 35"/>
            <p:cNvSpPr txBox="1">
              <a:spLocks noChangeArrowheads="1"/>
            </p:cNvSpPr>
            <p:nvPr/>
          </p:nvSpPr>
          <p:spPr bwMode="auto">
            <a:xfrm>
              <a:off x="2339752" y="4126309"/>
              <a:ext cx="41110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但     在      内无零点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r>
                <a:rPr lang="zh-CN" altLang="en-US" sz="2400" b="1" dirty="0">
                  <a:latin typeface="+mn-ea"/>
                  <a:ea typeface="+mn-ea"/>
                </a:rPr>
                <a:t>         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0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769208"/>
                </p:ext>
              </p:extLst>
            </p:nvPr>
          </p:nvGraphicFramePr>
          <p:xfrm>
            <a:off x="2754015" y="4210354"/>
            <a:ext cx="7556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98" name="Equation" r:id="rId20" imgW="622080" imgH="342720" progId="Equation.DSMT4">
                    <p:embed/>
                  </p:oleObj>
                </mc:Choice>
                <mc:Fallback>
                  <p:oleObj name="Equation" r:id="rId20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4015" y="4210354"/>
                          <a:ext cx="75565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644486"/>
                </p:ext>
              </p:extLst>
            </p:nvPr>
          </p:nvGraphicFramePr>
          <p:xfrm>
            <a:off x="3942680" y="4244975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99" name="Equation" r:id="rId21" imgW="596880" imgH="342720" progId="Equation.DSMT4">
                    <p:embed/>
                  </p:oleObj>
                </mc:Choice>
                <mc:Fallback>
                  <p:oleObj name="Equation" r:id="rId21" imgW="5968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680" y="4244975"/>
                          <a:ext cx="723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Line 12"/>
          <p:cNvSpPr>
            <a:spLocks noChangeShapeType="1"/>
          </p:cNvSpPr>
          <p:nvPr/>
        </p:nvSpPr>
        <p:spPr bwMode="auto">
          <a:xfrm>
            <a:off x="6221016" y="3364763"/>
            <a:ext cx="1807368" cy="14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0" name="Line 13"/>
          <p:cNvSpPr>
            <a:spLocks noChangeShapeType="1"/>
          </p:cNvSpPr>
          <p:nvPr/>
        </p:nvSpPr>
        <p:spPr bwMode="auto">
          <a:xfrm flipH="1" flipV="1">
            <a:off x="6753225" y="2120559"/>
            <a:ext cx="33337" cy="230386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4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372826"/>
              </p:ext>
            </p:extLst>
          </p:nvPr>
        </p:nvGraphicFramePr>
        <p:xfrm>
          <a:off x="6563916" y="3390957"/>
          <a:ext cx="129778" cy="145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0" name="Equation" r:id="rId23" imgW="205794" imgH="236148" progId="Equation.3">
                  <p:embed/>
                </p:oleObj>
              </mc:Choice>
              <mc:Fallback>
                <p:oleObj name="Equation" r:id="rId23" imgW="205794" imgH="236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916" y="3390957"/>
                        <a:ext cx="129778" cy="145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Line 17"/>
          <p:cNvSpPr>
            <a:spLocks noChangeShapeType="1"/>
          </p:cNvSpPr>
          <p:nvPr/>
        </p:nvSpPr>
        <p:spPr bwMode="auto">
          <a:xfrm>
            <a:off x="6738938" y="2586094"/>
            <a:ext cx="5798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5" name="Line 18"/>
          <p:cNvSpPr>
            <a:spLocks noChangeShapeType="1"/>
          </p:cNvSpPr>
          <p:nvPr/>
        </p:nvSpPr>
        <p:spPr bwMode="auto">
          <a:xfrm flipH="1" flipV="1">
            <a:off x="7304484" y="2586094"/>
            <a:ext cx="14287" cy="787004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6731794" y="2574187"/>
            <a:ext cx="54769" cy="547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8" name="Oval 21"/>
          <p:cNvSpPr>
            <a:spLocks noChangeArrowheads="1"/>
          </p:cNvSpPr>
          <p:nvPr/>
        </p:nvSpPr>
        <p:spPr bwMode="auto">
          <a:xfrm>
            <a:off x="7267898" y="2568341"/>
            <a:ext cx="54769" cy="5476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6749553" y="3887992"/>
            <a:ext cx="54769" cy="5476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5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008541"/>
              </p:ext>
            </p:extLst>
          </p:nvPr>
        </p:nvGraphicFramePr>
        <p:xfrm>
          <a:off x="6508750" y="2502305"/>
          <a:ext cx="1317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1" name="Equation" r:id="rId25" imgW="164880" imgH="215640" progId="Equation.DSMT4">
                  <p:embed/>
                </p:oleObj>
              </mc:Choice>
              <mc:Fallback>
                <p:oleObj name="Equation" r:id="rId25" imgW="164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2502305"/>
                        <a:ext cx="13176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080286"/>
              </p:ext>
            </p:extLst>
          </p:nvPr>
        </p:nvGraphicFramePr>
        <p:xfrm>
          <a:off x="6382543" y="3769434"/>
          <a:ext cx="284256" cy="21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2" name="Equation" r:id="rId27" imgW="355320" imgH="266400" progId="Equation.DSMT4">
                  <p:embed/>
                </p:oleObj>
              </mc:Choice>
              <mc:Fallback>
                <p:oleObj name="Equation" r:id="rId27" imgW="3553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2543" y="3769434"/>
                        <a:ext cx="284256" cy="213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937562"/>
              </p:ext>
            </p:extLst>
          </p:nvPr>
        </p:nvGraphicFramePr>
        <p:xfrm>
          <a:off x="6804248" y="2080673"/>
          <a:ext cx="172512" cy="21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3" name="Equation" r:id="rId29" imgW="215640" imgH="266400" progId="Equation.DSMT4">
                  <p:embed/>
                </p:oleObj>
              </mc:Choice>
              <mc:Fallback>
                <p:oleObj name="Equation" r:id="rId29" imgW="2156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2080673"/>
                        <a:ext cx="172512" cy="213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115930"/>
              </p:ext>
            </p:extLst>
          </p:nvPr>
        </p:nvGraphicFramePr>
        <p:xfrm>
          <a:off x="7828682" y="3429132"/>
          <a:ext cx="152352" cy="162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4" name="Equation" r:id="rId31" imgW="190440" imgH="203040" progId="Equation.DSMT4">
                  <p:embed/>
                </p:oleObj>
              </mc:Choice>
              <mc:Fallback>
                <p:oleObj name="Equation" r:id="rId31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8682" y="3429132"/>
                        <a:ext cx="152352" cy="162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657693"/>
              </p:ext>
            </p:extLst>
          </p:nvPr>
        </p:nvGraphicFramePr>
        <p:xfrm>
          <a:off x="7308378" y="3365632"/>
          <a:ext cx="101376" cy="21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5" name="Equation" r:id="rId33" imgW="126720" imgH="266400" progId="Equation.DSMT4">
                  <p:embed/>
                </p:oleObj>
              </mc:Choice>
              <mc:Fallback>
                <p:oleObj name="Equation" r:id="rId33" imgW="1267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78" y="3365632"/>
                        <a:ext cx="101376" cy="213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69">
            <a:extLst>
              <a:ext uri="{FF2B5EF4-FFF2-40B4-BE49-F238E27FC236}">
                <a16:creationId xmlns:a16="http://schemas.microsoft.com/office/drawing/2014/main" id="{94131400-CEA7-4350-AB4C-0C00C6DF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791" y="811146"/>
            <a:ext cx="15787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开区间</a:t>
            </a:r>
            <a:endParaRPr kumimoji="1" lang="en-US" altLang="zh-CN" sz="20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Text Box 69">
            <a:extLst>
              <a:ext uri="{FF2B5EF4-FFF2-40B4-BE49-F238E27FC236}">
                <a16:creationId xmlns:a16="http://schemas.microsoft.com/office/drawing/2014/main" id="{EE8F1DD7-6721-4C66-8917-C6FACF6DF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776" y="4245684"/>
            <a:ext cx="15787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开区间</a:t>
            </a:r>
            <a:endParaRPr kumimoji="1" lang="en-US" altLang="zh-CN" sz="20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42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0246" grpId="0"/>
      <p:bldP spid="39" grpId="0" animBg="1"/>
      <p:bldP spid="40" grpId="0" animBg="1"/>
      <p:bldP spid="44" grpId="0" animBg="1"/>
      <p:bldP spid="45" grpId="0" animBg="1"/>
      <p:bldP spid="38" grpId="0" animBg="1"/>
      <p:bldP spid="48" grpId="0" animBg="1"/>
      <p:bldP spid="49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5"/>
          <p:cNvSpPr txBox="1">
            <a:spLocks noChangeArrowheads="1"/>
          </p:cNvSpPr>
          <p:nvPr/>
        </p:nvSpPr>
        <p:spPr bwMode="auto">
          <a:xfrm>
            <a:off x="544902" y="321083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</a:p>
        </p:txBody>
      </p:sp>
      <p:sp>
        <p:nvSpPr>
          <p:cNvPr id="3" name="Text Box 35"/>
          <p:cNvSpPr txBox="1">
            <a:spLocks noChangeArrowheads="1"/>
          </p:cNvSpPr>
          <p:nvPr/>
        </p:nvSpPr>
        <p:spPr bwMode="auto">
          <a:xfrm>
            <a:off x="1120966" y="339502"/>
            <a:ext cx="61206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  <a:ea typeface="+mn-ea"/>
              </a:rPr>
              <a:t>1) </a:t>
            </a:r>
            <a:r>
              <a:rPr lang="zh-CN" altLang="en-US" sz="2400" b="1" dirty="0">
                <a:latin typeface="+mn-ea"/>
                <a:ea typeface="+mn-ea"/>
              </a:rPr>
              <a:t>利用零点定理，可证明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方程根的存在性</a:t>
            </a:r>
            <a:endParaRPr kumimoji="1"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Text Box 35"/>
          <p:cNvSpPr txBox="1">
            <a:spLocks noChangeArrowheads="1"/>
          </p:cNvSpPr>
          <p:nvPr/>
        </p:nvSpPr>
        <p:spPr bwMode="auto">
          <a:xfrm>
            <a:off x="1120966" y="999914"/>
            <a:ext cx="76995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一般方程的根不易求出，</a:t>
            </a:r>
            <a:r>
              <a:rPr lang="zh-CN" altLang="en-US" sz="2400" b="1" dirty="0">
                <a:latin typeface="+mn-ea"/>
              </a:rPr>
              <a:t>常利用零点定理确定根的存在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588691" y="1660326"/>
            <a:ext cx="47753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范围，再利用数值方法求近似解</a:t>
            </a:r>
            <a:r>
              <a:rPr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1192974" y="2519485"/>
            <a:ext cx="40324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  <a:ea typeface="+mn-ea"/>
              </a:rPr>
              <a:t>2) </a:t>
            </a:r>
            <a:r>
              <a:rPr lang="zh-CN" altLang="en-US" sz="2400" b="1" dirty="0">
                <a:latin typeface="+mn-ea"/>
                <a:ea typeface="+mn-ea"/>
              </a:rPr>
              <a:t>与零点有关的命题的证法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Text Box 35">
            <a:extLst>
              <a:ext uri="{FF2B5EF4-FFF2-40B4-BE49-F238E27FC236}">
                <a16:creationId xmlns:a16="http://schemas.microsoft.com/office/drawing/2014/main" id="{97FECA80-F403-4429-9A61-7AF0BC478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967" y="3272270"/>
            <a:ext cx="74114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先作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辅助函数</a:t>
            </a:r>
            <a:r>
              <a:rPr lang="zh-CN" altLang="en-US" sz="2400" b="1" dirty="0">
                <a:latin typeface="+mn-ea"/>
                <a:ea typeface="+mn-ea"/>
              </a:rPr>
              <a:t>，再验证辅助函数满足</a:t>
            </a:r>
            <a:r>
              <a:rPr lang="zh-CN" altLang="en-US" sz="2400" b="1" dirty="0">
                <a:latin typeface="+mn-ea"/>
              </a:rPr>
              <a:t>零点定理的条件，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8" name="Text Box 35">
            <a:extLst>
              <a:ext uri="{FF2B5EF4-FFF2-40B4-BE49-F238E27FC236}">
                <a16:creationId xmlns:a16="http://schemas.microsoft.com/office/drawing/2014/main" id="{D5A606F2-7FC1-47D5-8194-8B137CA67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91" y="3951100"/>
            <a:ext cx="41993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由零点定理得出命题的结论</a:t>
            </a:r>
            <a:r>
              <a:rPr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160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0"/>
          <p:cNvSpPr txBox="1">
            <a:spLocks noChangeArrowheads="1"/>
          </p:cNvSpPr>
          <p:nvPr/>
        </p:nvSpPr>
        <p:spPr bwMode="auto">
          <a:xfrm>
            <a:off x="964732" y="339502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  </a:t>
            </a:r>
          </a:p>
        </p:txBody>
      </p:sp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323528" y="339502"/>
            <a:ext cx="79928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         证明 任一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奇数次代数方程</a:t>
            </a:r>
            <a:endParaRPr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至少有一个实根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其中             均为常数， 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077832"/>
              </p:ext>
            </p:extLst>
          </p:nvPr>
        </p:nvGraphicFramePr>
        <p:xfrm>
          <a:off x="2475975" y="924042"/>
          <a:ext cx="4695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68" name="Equation" r:id="rId4" imgW="4330440" imgH="419040" progId="Equation.DSMT4">
                  <p:embed/>
                </p:oleObj>
              </mc:Choice>
              <mc:Fallback>
                <p:oleObj name="Equation" r:id="rId4" imgW="4330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5975" y="924042"/>
                        <a:ext cx="46958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993767"/>
              </p:ext>
            </p:extLst>
          </p:nvPr>
        </p:nvGraphicFramePr>
        <p:xfrm>
          <a:off x="3361906" y="1495826"/>
          <a:ext cx="18303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69" name="Equation" r:id="rId6" imgW="1688760" imgH="380880" progId="Equation.DSMT4">
                  <p:embed/>
                </p:oleObj>
              </mc:Choice>
              <mc:Fallback>
                <p:oleObj name="Equation" r:id="rId6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906" y="1495826"/>
                        <a:ext cx="18303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382198"/>
              </p:ext>
            </p:extLst>
          </p:nvPr>
        </p:nvGraphicFramePr>
        <p:xfrm>
          <a:off x="6812015" y="1510911"/>
          <a:ext cx="17367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0" name="Equation" r:id="rId8" imgW="1600200" imgH="380880" progId="Equation.DSMT4">
                  <p:embed/>
                </p:oleObj>
              </mc:Choice>
              <mc:Fallback>
                <p:oleObj name="Equation" r:id="rId8" imgW="1600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2015" y="1510911"/>
                        <a:ext cx="17367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5"/>
          <p:cNvSpPr txBox="1">
            <a:spLocks noChangeArrowheads="1"/>
          </p:cNvSpPr>
          <p:nvPr/>
        </p:nvSpPr>
        <p:spPr bwMode="auto">
          <a:xfrm>
            <a:off x="1790293" y="2623836"/>
            <a:ext cx="54951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先构造辅助函数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25" name="Text Box 40"/>
          <p:cNvSpPr txBox="1">
            <a:spLocks noChangeArrowheads="1"/>
          </p:cNvSpPr>
          <p:nvPr/>
        </p:nvSpPr>
        <p:spPr bwMode="auto">
          <a:xfrm>
            <a:off x="964732" y="2623836"/>
            <a:ext cx="1296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分析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26" name="Text Box 40"/>
          <p:cNvSpPr txBox="1">
            <a:spLocks noChangeArrowheads="1"/>
          </p:cNvSpPr>
          <p:nvPr/>
        </p:nvSpPr>
        <p:spPr bwMode="auto">
          <a:xfrm>
            <a:off x="5000614" y="3085501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闭区间上连续；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27" name="Text Box 40"/>
          <p:cNvSpPr txBox="1">
            <a:spLocks noChangeArrowheads="1"/>
          </p:cNvSpPr>
          <p:nvPr/>
        </p:nvSpPr>
        <p:spPr bwMode="auto">
          <a:xfrm>
            <a:off x="5004048" y="3823582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两端点处的函数值异号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4834409" y="3350052"/>
            <a:ext cx="216024" cy="789184"/>
          </a:xfrm>
          <a:prstGeom prst="leftBrac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C456D1-3E66-42AB-8127-D33FB5D4E0A0}"/>
              </a:ext>
            </a:extLst>
          </p:cNvPr>
          <p:cNvSpPr/>
          <p:nvPr/>
        </p:nvSpPr>
        <p:spPr>
          <a:xfrm>
            <a:off x="1790293" y="3523544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再验证零点定理条件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9201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3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425636"/>
              </p:ext>
            </p:extLst>
          </p:nvPr>
        </p:nvGraphicFramePr>
        <p:xfrm>
          <a:off x="2255788" y="410940"/>
          <a:ext cx="908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1" name="Equation" r:id="rId3" imgW="838080" imgH="380880" progId="Equation.DSMT4">
                  <p:embed/>
                </p:oleObj>
              </mc:Choice>
              <mc:Fallback>
                <p:oleObj name="Equation" r:id="rId3" imgW="838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788" y="410940"/>
                        <a:ext cx="908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0"/>
          <p:cNvSpPr txBox="1">
            <a:spLocks noChangeArrowheads="1"/>
          </p:cNvSpPr>
          <p:nvPr/>
        </p:nvSpPr>
        <p:spPr bwMode="auto">
          <a:xfrm>
            <a:off x="495052" y="360344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4" name="Text Box 40"/>
          <p:cNvSpPr txBox="1">
            <a:spLocks noChangeArrowheads="1"/>
          </p:cNvSpPr>
          <p:nvPr/>
        </p:nvSpPr>
        <p:spPr bwMode="auto">
          <a:xfrm>
            <a:off x="1215131" y="353657"/>
            <a:ext cx="1503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不妨设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5" name="Text Box 40"/>
          <p:cNvSpPr txBox="1">
            <a:spLocks noChangeArrowheads="1"/>
          </p:cNvSpPr>
          <p:nvPr/>
        </p:nvSpPr>
        <p:spPr bwMode="auto">
          <a:xfrm>
            <a:off x="3159348" y="330895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令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953080"/>
              </p:ext>
            </p:extLst>
          </p:nvPr>
        </p:nvGraphicFramePr>
        <p:xfrm>
          <a:off x="3563888" y="339502"/>
          <a:ext cx="5207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2" name="Equation" r:id="rId5" imgW="4800600" imgH="419040" progId="Equation.DSMT4">
                  <p:embed/>
                </p:oleObj>
              </mc:Choice>
              <mc:Fallback>
                <p:oleObj name="Equation" r:id="rId5" imgW="4800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39502"/>
                        <a:ext cx="5207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868482"/>
              </p:ext>
            </p:extLst>
          </p:nvPr>
        </p:nvGraphicFramePr>
        <p:xfrm>
          <a:off x="1287140" y="762943"/>
          <a:ext cx="70151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3" name="Equation" r:id="rId7" imgW="6464160" imgH="736560" progId="Equation.DSMT4">
                  <p:embed/>
                </p:oleObj>
              </mc:Choice>
              <mc:Fallback>
                <p:oleObj name="Equation" r:id="rId7" imgW="64641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140" y="762943"/>
                        <a:ext cx="701516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859341"/>
              </p:ext>
            </p:extLst>
          </p:nvPr>
        </p:nvGraphicFramePr>
        <p:xfrm>
          <a:off x="1295350" y="2009552"/>
          <a:ext cx="70437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4" name="Equation" r:id="rId9" imgW="6489360" imgH="736560" progId="Equation.DSMT4">
                  <p:embed/>
                </p:oleObj>
              </mc:Choice>
              <mc:Fallback>
                <p:oleObj name="Equation" r:id="rId9" imgW="64893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50" y="2009552"/>
                        <a:ext cx="70437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11380"/>
              </p:ext>
            </p:extLst>
          </p:nvPr>
        </p:nvGraphicFramePr>
        <p:xfrm>
          <a:off x="1828750" y="1619027"/>
          <a:ext cx="23415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5" name="Equation" r:id="rId11" imgW="2158920" imgH="380880" progId="Equation.DSMT4">
                  <p:embed/>
                </p:oleObj>
              </mc:Choice>
              <mc:Fallback>
                <p:oleObj name="Equation" r:id="rId11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750" y="1619027"/>
                        <a:ext cx="2341563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0"/>
          <p:cNvSpPr txBox="1">
            <a:spLocks noChangeArrowheads="1"/>
          </p:cNvSpPr>
          <p:nvPr/>
        </p:nvSpPr>
        <p:spPr bwMode="auto">
          <a:xfrm>
            <a:off x="1287140" y="1547447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故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663399"/>
              </p:ext>
            </p:extLst>
          </p:nvPr>
        </p:nvGraphicFramePr>
        <p:xfrm>
          <a:off x="1828750" y="2873152"/>
          <a:ext cx="242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6" name="Equation" r:id="rId13" imgW="2234880" imgH="380880" progId="Equation.DSMT4">
                  <p:embed/>
                </p:oleObj>
              </mc:Choice>
              <mc:Fallback>
                <p:oleObj name="Equation" r:id="rId13" imgW="2234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750" y="2873152"/>
                        <a:ext cx="2425700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0"/>
          <p:cNvSpPr txBox="1">
            <a:spLocks noChangeArrowheads="1"/>
          </p:cNvSpPr>
          <p:nvPr/>
        </p:nvSpPr>
        <p:spPr bwMode="auto">
          <a:xfrm>
            <a:off x="1302618" y="2801200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故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1215132" y="3359093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又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11028"/>
              </p:ext>
            </p:extLst>
          </p:nvPr>
        </p:nvGraphicFramePr>
        <p:xfrm>
          <a:off x="4683075" y="2871565"/>
          <a:ext cx="2079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7" name="Equation" r:id="rId15" imgW="1917360" imgH="380880" progId="Equation.DSMT4">
                  <p:embed/>
                </p:oleObj>
              </mc:Choice>
              <mc:Fallback>
                <p:oleObj name="Equation" r:id="rId15" imgW="1917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075" y="2871565"/>
                        <a:ext cx="20796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0"/>
          <p:cNvSpPr txBox="1">
            <a:spLocks noChangeArrowheads="1"/>
          </p:cNvSpPr>
          <p:nvPr/>
        </p:nvSpPr>
        <p:spPr bwMode="auto">
          <a:xfrm>
            <a:off x="4325593" y="2815368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即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19" name="Text Box 35"/>
          <p:cNvSpPr txBox="1">
            <a:spLocks noChangeArrowheads="1"/>
          </p:cNvSpPr>
          <p:nvPr/>
        </p:nvSpPr>
        <p:spPr bwMode="auto">
          <a:xfrm>
            <a:off x="3895997" y="3359093"/>
            <a:ext cx="2641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则由零点定理知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20" name="Text Box 42"/>
          <p:cNvSpPr txBox="1">
            <a:spLocks noChangeArrowheads="1"/>
          </p:cNvSpPr>
          <p:nvPr/>
        </p:nvSpPr>
        <p:spPr bwMode="auto">
          <a:xfrm>
            <a:off x="6111676" y="3355231"/>
            <a:ext cx="2011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至少有一点</a:t>
            </a:r>
          </a:p>
        </p:txBody>
      </p:sp>
      <p:sp>
        <p:nvSpPr>
          <p:cNvPr id="21" name="Text Box 45"/>
          <p:cNvSpPr txBox="1">
            <a:spLocks noChangeArrowheads="1"/>
          </p:cNvSpPr>
          <p:nvPr/>
        </p:nvSpPr>
        <p:spPr bwMode="auto">
          <a:xfrm>
            <a:off x="4376345" y="3936628"/>
            <a:ext cx="7434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895346"/>
              </p:ext>
            </p:extLst>
          </p:nvPr>
        </p:nvGraphicFramePr>
        <p:xfrm>
          <a:off x="4798963" y="4006627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8" name="Equation" r:id="rId17" imgW="1168200" imgH="342720" progId="Equation.DSMT4">
                  <p:embed/>
                </p:oleObj>
              </mc:Choice>
              <mc:Fallback>
                <p:oleObj name="Equation" r:id="rId17" imgW="11682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8963" y="4006627"/>
                        <a:ext cx="116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274865"/>
              </p:ext>
            </p:extLst>
          </p:nvPr>
        </p:nvGraphicFramePr>
        <p:xfrm>
          <a:off x="1361683" y="4017293"/>
          <a:ext cx="30146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9" name="Equation" r:id="rId19" imgW="2781000" imgH="380880" progId="Equation.DSMT4">
                  <p:embed/>
                </p:oleObj>
              </mc:Choice>
              <mc:Fallback>
                <p:oleObj name="Equation" r:id="rId19" imgW="2781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683" y="4017293"/>
                        <a:ext cx="3014662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6040706" y="3898956"/>
            <a:ext cx="14300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得证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201D91-0477-49C3-8AAD-5C30014B4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548"/>
              </p:ext>
            </p:extLst>
          </p:nvPr>
        </p:nvGraphicFramePr>
        <p:xfrm>
          <a:off x="1824058" y="3405049"/>
          <a:ext cx="200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0" name="Equation" r:id="rId21" imgW="2006280" imgH="380880" progId="Equation.DSMT4">
                  <p:embed/>
                </p:oleObj>
              </mc:Choice>
              <mc:Fallback>
                <p:oleObj name="Equation" r:id="rId21" imgW="2006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24058" y="3405049"/>
                        <a:ext cx="2006600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19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1"/>
      <p:bldP spid="5" grpId="1"/>
      <p:bldP spid="12" grpId="1"/>
      <p:bldP spid="14" grpId="1"/>
      <p:bldP spid="16" grpId="1"/>
      <p:bldP spid="18" grpId="1"/>
      <p:bldP spid="19" grpId="1"/>
      <p:bldP spid="20" grpId="1"/>
      <p:bldP spid="21" grpId="1"/>
      <p:bldP spid="2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71907" y="310119"/>
            <a:ext cx="7439805" cy="1015663"/>
            <a:chOff x="670112" y="535023"/>
            <a:chExt cx="7439805" cy="1015663"/>
          </a:xfrm>
        </p:grpSpPr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670112" y="535023"/>
              <a:ext cx="331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2  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390192" y="535023"/>
              <a:ext cx="6710200" cy="1015663"/>
              <a:chOff x="1403648" y="2499742"/>
              <a:chExt cx="6710200" cy="1015663"/>
            </a:xfrm>
          </p:grpSpPr>
          <p:sp>
            <p:nvSpPr>
              <p:cNvPr id="18" name="Text Box 35"/>
              <p:cNvSpPr txBox="1">
                <a:spLocks noChangeArrowheads="1"/>
              </p:cNvSpPr>
              <p:nvPr/>
            </p:nvSpPr>
            <p:spPr bwMode="auto">
              <a:xfrm>
                <a:off x="1403648" y="2499742"/>
                <a:ext cx="6710200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设函数    在     上连续，且                 </a:t>
                </a:r>
                <a:endParaRPr lang="en-US" altLang="zh-CN" sz="2400" b="1" dirty="0">
                  <a:latin typeface="+mn-ea"/>
                  <a:ea typeface="+mn-ea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证明：至少          ，使得</a:t>
                </a:r>
                <a:endParaRPr kumimoji="1" lang="zh-CN" altLang="en-US" sz="2400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19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33729142"/>
                  </p:ext>
                </p:extLst>
              </p:nvPr>
            </p:nvGraphicFramePr>
            <p:xfrm>
              <a:off x="2419548" y="2576240"/>
              <a:ext cx="674688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351" name="Equation" r:id="rId3" imgW="622080" imgH="342720" progId="Equation.DSMT4">
                      <p:embed/>
                    </p:oleObj>
                  </mc:Choice>
                  <mc:Fallback>
                    <p:oleObj name="Equation" r:id="rId3" imgW="6220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9548" y="2576240"/>
                            <a:ext cx="674688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3234664"/>
                  </p:ext>
                </p:extLst>
              </p:nvPr>
            </p:nvGraphicFramePr>
            <p:xfrm>
              <a:off x="3094298" y="3148895"/>
              <a:ext cx="1419225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352" name="Equation" r:id="rId5" imgW="1307880" imgH="342720" progId="Equation.DSMT4">
                      <p:embed/>
                    </p:oleObj>
                  </mc:Choice>
                  <mc:Fallback>
                    <p:oleObj name="Equation" r:id="rId5" imgW="13078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4298" y="3148895"/>
                            <a:ext cx="1419225" cy="342900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2283650"/>
                </p:ext>
              </p:extLst>
            </p:nvPr>
          </p:nvGraphicFramePr>
          <p:xfrm>
            <a:off x="3419872" y="627534"/>
            <a:ext cx="6889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53" name="Equation" r:id="rId7" imgW="634680" imgH="330120" progId="Equation.DSMT4">
                    <p:embed/>
                  </p:oleObj>
                </mc:Choice>
                <mc:Fallback>
                  <p:oleObj name="Equation" r:id="rId7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627534"/>
                          <a:ext cx="68897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8926909"/>
                </p:ext>
              </p:extLst>
            </p:nvPr>
          </p:nvGraphicFramePr>
          <p:xfrm>
            <a:off x="5617542" y="644674"/>
            <a:ext cx="249237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54" name="Equation" r:id="rId9" imgW="2298600" imgH="342720" progId="Equation.DSMT4">
                    <p:embed/>
                  </p:oleObj>
                </mc:Choice>
                <mc:Fallback>
                  <p:oleObj name="Equation" r:id="rId9" imgW="229860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7542" y="644674"/>
                          <a:ext cx="249237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747930"/>
                </p:ext>
              </p:extLst>
            </p:nvPr>
          </p:nvGraphicFramePr>
          <p:xfrm>
            <a:off x="5563481" y="1165755"/>
            <a:ext cx="12668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355" name="Equation" r:id="rId11" imgW="1168200" imgH="342720" progId="Equation.DSMT4">
                    <p:embed/>
                  </p:oleObj>
                </mc:Choice>
                <mc:Fallback>
                  <p:oleObj name="Equation" r:id="rId11" imgW="116820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3481" y="1165755"/>
                          <a:ext cx="126682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843203" y="1899317"/>
            <a:ext cx="8628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26" name="Text Box 40"/>
          <p:cNvSpPr txBox="1">
            <a:spLocks noChangeArrowheads="1"/>
          </p:cNvSpPr>
          <p:nvPr/>
        </p:nvSpPr>
        <p:spPr bwMode="auto">
          <a:xfrm>
            <a:off x="1563283" y="1879555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令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07078"/>
              </p:ext>
            </p:extLst>
          </p:nvPr>
        </p:nvGraphicFramePr>
        <p:xfrm>
          <a:off x="2058793" y="1951325"/>
          <a:ext cx="214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56" name="Equation" r:id="rId13" imgW="1981080" imgH="342720" progId="Equation.DSMT4">
                  <p:embed/>
                </p:oleObj>
              </mc:Choice>
              <mc:Fallback>
                <p:oleObj name="Equation" r:id="rId13" imgW="1981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793" y="1951325"/>
                        <a:ext cx="2146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40"/>
          <p:cNvSpPr txBox="1">
            <a:spLocks noChangeArrowheads="1"/>
          </p:cNvSpPr>
          <p:nvPr/>
        </p:nvSpPr>
        <p:spPr bwMode="auto">
          <a:xfrm>
            <a:off x="4236888" y="1896431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326971"/>
              </p:ext>
            </p:extLst>
          </p:nvPr>
        </p:nvGraphicFramePr>
        <p:xfrm>
          <a:off x="4777951" y="1951325"/>
          <a:ext cx="184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57" name="Equation" r:id="rId15" imgW="1701720" imgH="342720" progId="Equation.DSMT4">
                  <p:embed/>
                </p:oleObj>
              </mc:Choice>
              <mc:Fallback>
                <p:oleObj name="Equation" r:id="rId15" imgW="17017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7951" y="1951325"/>
                        <a:ext cx="18415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783587"/>
              </p:ext>
            </p:extLst>
          </p:nvPr>
        </p:nvGraphicFramePr>
        <p:xfrm>
          <a:off x="1665032" y="2567298"/>
          <a:ext cx="2651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58" name="Equation" r:id="rId17" imgW="2450880" imgH="342720" progId="Equation.DSMT4">
                  <p:embed/>
                </p:oleObj>
              </mc:Choice>
              <mc:Fallback>
                <p:oleObj name="Equation" r:id="rId17" imgW="2450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032" y="2567298"/>
                        <a:ext cx="26511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40"/>
          <p:cNvSpPr txBox="1">
            <a:spLocks noChangeArrowheads="1"/>
          </p:cNvSpPr>
          <p:nvPr/>
        </p:nvSpPr>
        <p:spPr bwMode="auto">
          <a:xfrm>
            <a:off x="6656459" y="1849145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且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3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500152"/>
              </p:ext>
            </p:extLst>
          </p:nvPr>
        </p:nvGraphicFramePr>
        <p:xfrm>
          <a:off x="4476097" y="2527933"/>
          <a:ext cx="252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59" name="Equation" r:id="rId19" imgW="2336760" imgH="342720" progId="Equation.DSMT4">
                  <p:embed/>
                </p:oleObj>
              </mc:Choice>
              <mc:Fallback>
                <p:oleObj name="Equation" r:id="rId19" imgW="23367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097" y="2527933"/>
                        <a:ext cx="252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5"/>
          <p:cNvSpPr txBox="1">
            <a:spLocks noChangeArrowheads="1"/>
          </p:cNvSpPr>
          <p:nvPr/>
        </p:nvSpPr>
        <p:spPr bwMode="auto">
          <a:xfrm>
            <a:off x="1563283" y="3088836"/>
            <a:ext cx="2641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则由零点定理知，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4" name="Text Box 42"/>
          <p:cNvSpPr txBox="1">
            <a:spLocks noChangeArrowheads="1"/>
          </p:cNvSpPr>
          <p:nvPr/>
        </p:nvSpPr>
        <p:spPr bwMode="auto">
          <a:xfrm>
            <a:off x="3910630" y="3085950"/>
            <a:ext cx="1734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至少有一点</a:t>
            </a:r>
          </a:p>
        </p:txBody>
      </p:sp>
      <p:graphicFrame>
        <p:nvGraphicFramePr>
          <p:cNvPr id="3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321209"/>
              </p:ext>
            </p:extLst>
          </p:nvPr>
        </p:nvGraphicFramePr>
        <p:xfrm>
          <a:off x="1677688" y="3729139"/>
          <a:ext cx="241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0" name="Equation" r:id="rId21" imgW="2412720" imgH="342720" progId="Equation.DSMT4">
                  <p:embed/>
                </p:oleObj>
              </mc:Choice>
              <mc:Fallback>
                <p:oleObj name="Equation" r:id="rId21" imgW="24127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688" y="3729139"/>
                        <a:ext cx="241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122200"/>
              </p:ext>
            </p:extLst>
          </p:nvPr>
        </p:nvGraphicFramePr>
        <p:xfrm>
          <a:off x="5645271" y="3180577"/>
          <a:ext cx="13065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1" name="Equation" r:id="rId23" imgW="1206360" imgH="342720" progId="Equation.DSMT4">
                  <p:embed/>
                </p:oleObj>
              </mc:Choice>
              <mc:Fallback>
                <p:oleObj name="Equation" r:id="rId23" imgW="1206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271" y="3180577"/>
                        <a:ext cx="13065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6894343" y="3071511"/>
            <a:ext cx="14240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使得</a:t>
            </a:r>
          </a:p>
        </p:txBody>
      </p:sp>
      <p:graphicFrame>
        <p:nvGraphicFramePr>
          <p:cNvPr id="3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087527"/>
              </p:ext>
            </p:extLst>
          </p:nvPr>
        </p:nvGraphicFramePr>
        <p:xfrm>
          <a:off x="4603568" y="3713556"/>
          <a:ext cx="12668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2" name="Equation" r:id="rId25" imgW="1168200" imgH="342720" progId="Equation.DSMT4">
                  <p:embed/>
                </p:oleObj>
              </mc:Choice>
              <mc:Fallback>
                <p:oleObj name="Equation" r:id="rId25" imgW="11682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568" y="3713556"/>
                        <a:ext cx="12668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45"/>
          <p:cNvSpPr txBox="1">
            <a:spLocks noChangeArrowheads="1"/>
          </p:cNvSpPr>
          <p:nvPr/>
        </p:nvSpPr>
        <p:spPr bwMode="auto">
          <a:xfrm>
            <a:off x="4116057" y="3618492"/>
            <a:ext cx="7200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即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7547A28-715F-49B2-B59B-2AC0603EF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913208"/>
              </p:ext>
            </p:extLst>
          </p:nvPr>
        </p:nvGraphicFramePr>
        <p:xfrm>
          <a:off x="2666744" y="1559415"/>
          <a:ext cx="647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3" name="Equation" r:id="rId26" imgW="647640" imgH="368280" progId="Equation.DSMT4">
                  <p:embed/>
                </p:oleObj>
              </mc:Choice>
              <mc:Fallback>
                <p:oleObj name="Equation" r:id="rId26" imgW="64764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666744" y="1559415"/>
                        <a:ext cx="647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291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31" grpId="0"/>
      <p:bldP spid="33" grpId="0"/>
      <p:bldP spid="34" grpId="0"/>
      <p:bldP spid="37" grpId="0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40"/>
          <p:cNvSpPr txBox="1">
            <a:spLocks noChangeArrowheads="1"/>
          </p:cNvSpPr>
          <p:nvPr/>
        </p:nvSpPr>
        <p:spPr bwMode="auto">
          <a:xfrm>
            <a:off x="953076" y="347459"/>
            <a:ext cx="31120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零点定理的推广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895626" y="861495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11" name="Text Box 42"/>
          <p:cNvSpPr txBox="1">
            <a:spLocks noChangeArrowheads="1"/>
          </p:cNvSpPr>
          <p:nvPr/>
        </p:nvSpPr>
        <p:spPr bwMode="auto">
          <a:xfrm>
            <a:off x="2554801" y="1406246"/>
            <a:ext cx="1734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至少有一点</a:t>
            </a:r>
          </a:p>
        </p:txBody>
      </p:sp>
      <p:sp>
        <p:nvSpPr>
          <p:cNvPr id="12" name="Text Box 45"/>
          <p:cNvSpPr txBox="1">
            <a:spLocks noChangeArrowheads="1"/>
          </p:cNvSpPr>
          <p:nvPr/>
        </p:nvSpPr>
        <p:spPr bwMode="auto">
          <a:xfrm>
            <a:off x="5410202" y="1412028"/>
            <a:ext cx="7434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572286"/>
              </p:ext>
            </p:extLst>
          </p:nvPr>
        </p:nvGraphicFramePr>
        <p:xfrm>
          <a:off x="2287588" y="915988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2" name="Equation" r:id="rId4" imgW="1815840" imgH="342720" progId="Equation.DSMT4">
                  <p:embed/>
                </p:oleObj>
              </mc:Choice>
              <mc:Fallback>
                <p:oleObj name="Equation" r:id="rId4" imgW="1815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915988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5"/>
          <p:cNvSpPr txBox="1">
            <a:spLocks noChangeArrowheads="1"/>
          </p:cNvSpPr>
          <p:nvPr/>
        </p:nvSpPr>
        <p:spPr bwMode="auto">
          <a:xfrm>
            <a:off x="1835696" y="848613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设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4389994" y="802334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且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1862727" y="1398641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那么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998470"/>
              </p:ext>
            </p:extLst>
          </p:nvPr>
        </p:nvGraphicFramePr>
        <p:xfrm>
          <a:off x="5832344" y="1509713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3" name="Equation" r:id="rId6" imgW="1155600" imgH="342720" progId="Equation.DSMT4">
                  <p:embed/>
                </p:oleObj>
              </mc:Choice>
              <mc:Fallback>
                <p:oleObj name="Equation" r:id="rId6" imgW="1155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344" y="1509713"/>
                        <a:ext cx="1155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0"/>
          <p:cNvSpPr txBox="1">
            <a:spLocks noChangeArrowheads="1"/>
          </p:cNvSpPr>
          <p:nvPr/>
        </p:nvSpPr>
        <p:spPr bwMode="auto">
          <a:xfrm>
            <a:off x="905276" y="1922789"/>
            <a:ext cx="1008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2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704750"/>
              </p:ext>
            </p:extLst>
          </p:nvPr>
        </p:nvGraphicFramePr>
        <p:xfrm>
          <a:off x="2151063" y="2051050"/>
          <a:ext cx="18716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4" name="Equation" r:id="rId8" imgW="1726920" imgH="342720" progId="Equation.DSMT4">
                  <p:embed/>
                </p:oleObj>
              </mc:Choice>
              <mc:Fallback>
                <p:oleObj name="Equation" r:id="rId8" imgW="17269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2051050"/>
                        <a:ext cx="187166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1802133" y="1945267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若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4090430" y="1945063"/>
            <a:ext cx="2641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则由零点定理知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1763688" y="2523319"/>
            <a:ext cx="1734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至少有一点</a:t>
            </a:r>
          </a:p>
        </p:txBody>
      </p:sp>
      <p:sp>
        <p:nvSpPr>
          <p:cNvPr id="40" name="Text Box 45"/>
          <p:cNvSpPr txBox="1">
            <a:spLocks noChangeArrowheads="1"/>
          </p:cNvSpPr>
          <p:nvPr/>
        </p:nvSpPr>
        <p:spPr bwMode="auto">
          <a:xfrm>
            <a:off x="4720757" y="2499618"/>
            <a:ext cx="7434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graphicFrame>
        <p:nvGraphicFramePr>
          <p:cNvPr id="4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69443"/>
              </p:ext>
            </p:extLst>
          </p:nvPr>
        </p:nvGraphicFramePr>
        <p:xfrm>
          <a:off x="5254625" y="2592388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5" name="Equation" r:id="rId10" imgW="1155600" imgH="342720" progId="Equation.DSMT4">
                  <p:embed/>
                </p:oleObj>
              </mc:Choice>
              <mc:Fallback>
                <p:oleObj name="Equation" r:id="rId10" imgW="1155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2592388"/>
                        <a:ext cx="1155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041560"/>
              </p:ext>
            </p:extLst>
          </p:nvPr>
        </p:nvGraphicFramePr>
        <p:xfrm>
          <a:off x="2105025" y="3160713"/>
          <a:ext cx="18859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6" name="Equation" r:id="rId12" imgW="1739880" imgH="342720" progId="Equation.DSMT4">
                  <p:embed/>
                </p:oleObj>
              </mc:Choice>
              <mc:Fallback>
                <p:oleObj name="Equation" r:id="rId12" imgW="1739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3160713"/>
                        <a:ext cx="18859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35"/>
          <p:cNvSpPr txBox="1">
            <a:spLocks noChangeArrowheads="1"/>
          </p:cNvSpPr>
          <p:nvPr/>
        </p:nvSpPr>
        <p:spPr bwMode="auto">
          <a:xfrm>
            <a:off x="1763688" y="3055120"/>
            <a:ext cx="1478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若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45" name="Text Box 35"/>
          <p:cNvSpPr txBox="1">
            <a:spLocks noChangeArrowheads="1"/>
          </p:cNvSpPr>
          <p:nvPr/>
        </p:nvSpPr>
        <p:spPr bwMode="auto">
          <a:xfrm>
            <a:off x="4075974" y="3062518"/>
            <a:ext cx="481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即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184990"/>
              </p:ext>
            </p:extLst>
          </p:nvPr>
        </p:nvGraphicFramePr>
        <p:xfrm>
          <a:off x="4559931" y="3143010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7" name="Equation" r:id="rId14" imgW="1079280" imgH="342720" progId="Equation.DSMT4">
                  <p:embed/>
                </p:oleObj>
              </mc:Choice>
              <mc:Fallback>
                <p:oleObj name="Equation" r:id="rId14" imgW="1079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931" y="3143010"/>
                        <a:ext cx="1079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899085"/>
              </p:ext>
            </p:extLst>
          </p:nvPr>
        </p:nvGraphicFramePr>
        <p:xfrm>
          <a:off x="6046788" y="3132138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8" name="Equation" r:id="rId16" imgW="1143000" imgH="342720" progId="Equation.DSMT4">
                  <p:embed/>
                </p:oleObj>
              </mc:Choice>
              <mc:Fallback>
                <p:oleObj name="Equation" r:id="rId16" imgW="1143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6788" y="3132138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35"/>
          <p:cNvSpPr txBox="1">
            <a:spLocks noChangeArrowheads="1"/>
          </p:cNvSpPr>
          <p:nvPr/>
        </p:nvSpPr>
        <p:spPr bwMode="auto">
          <a:xfrm>
            <a:off x="5639431" y="3028055"/>
            <a:ext cx="571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或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35895" y="3722105"/>
            <a:ext cx="2613868" cy="461665"/>
            <a:chOff x="1835895" y="3979353"/>
            <a:chExt cx="2613868" cy="461665"/>
          </a:xfrm>
        </p:grpSpPr>
        <p:sp>
          <p:nvSpPr>
            <p:cNvPr id="49" name="Text Box 35"/>
            <p:cNvSpPr txBox="1">
              <a:spLocks noChangeArrowheads="1"/>
            </p:cNvSpPr>
            <p:nvPr/>
          </p:nvSpPr>
          <p:spPr bwMode="auto">
            <a:xfrm>
              <a:off x="1835895" y="3979353"/>
              <a:ext cx="23962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则取     或</a:t>
              </a:r>
              <a:endParaRPr kumimoji="1"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50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16725" y="4045085"/>
            <a:ext cx="728662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59" name="Equation" r:id="rId18" imgW="672840" imgH="330120" progId="Equation.DSMT4">
                    <p:embed/>
                  </p:oleObj>
                </mc:Choice>
                <mc:Fallback>
                  <p:oleObj name="Equation" r:id="rId18" imgW="6728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725" y="4045085"/>
                          <a:ext cx="728662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7568151"/>
                </p:ext>
              </p:extLst>
            </p:nvPr>
          </p:nvGraphicFramePr>
          <p:xfrm>
            <a:off x="3681413" y="4045023"/>
            <a:ext cx="7683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60" name="Equation" r:id="rId20" imgW="711000" imgH="330120" progId="Equation.DSMT4">
                    <p:embed/>
                  </p:oleObj>
                </mc:Choice>
                <mc:Fallback>
                  <p:oleObj name="Equation" r:id="rId20" imgW="7110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1413" y="4045023"/>
                          <a:ext cx="76835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Text Box 42"/>
          <p:cNvSpPr txBox="1">
            <a:spLocks noChangeArrowheads="1"/>
          </p:cNvSpPr>
          <p:nvPr/>
        </p:nvSpPr>
        <p:spPr bwMode="auto">
          <a:xfrm>
            <a:off x="1825296" y="4270325"/>
            <a:ext cx="22651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故至少有一点</a:t>
            </a:r>
          </a:p>
        </p:txBody>
      </p:sp>
      <p:sp>
        <p:nvSpPr>
          <p:cNvPr id="53" name="Text Box 45"/>
          <p:cNvSpPr txBox="1">
            <a:spLocks noChangeArrowheads="1"/>
          </p:cNvSpPr>
          <p:nvPr/>
        </p:nvSpPr>
        <p:spPr bwMode="auto">
          <a:xfrm>
            <a:off x="5008192" y="4252865"/>
            <a:ext cx="7434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graphicFrame>
        <p:nvGraphicFramePr>
          <p:cNvPr id="5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767961"/>
              </p:ext>
            </p:extLst>
          </p:nvPr>
        </p:nvGraphicFramePr>
        <p:xfrm>
          <a:off x="5379901" y="4341166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61" name="Equation" r:id="rId22" imgW="1155600" imgH="342720" progId="Equation.DSMT4">
                  <p:embed/>
                </p:oleObj>
              </mc:Choice>
              <mc:Fallback>
                <p:oleObj name="Equation" r:id="rId22" imgW="1155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901" y="4341166"/>
                        <a:ext cx="1155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704399"/>
              </p:ext>
            </p:extLst>
          </p:nvPr>
        </p:nvGraphicFramePr>
        <p:xfrm>
          <a:off x="3751263" y="4349750"/>
          <a:ext cx="12779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62" name="Equation" r:id="rId24" imgW="1180800" imgH="330120" progId="Equation.DSMT4">
                  <p:embed/>
                </p:oleObj>
              </mc:Choice>
              <mc:Fallback>
                <p:oleObj name="Equation" r:id="rId24" imgW="1180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4349750"/>
                        <a:ext cx="127793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B43FD48-C34F-4559-887D-8A39A46D09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718383"/>
              </p:ext>
            </p:extLst>
          </p:nvPr>
        </p:nvGraphicFramePr>
        <p:xfrm>
          <a:off x="4891088" y="901523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63" name="Equation" r:id="rId26" imgW="1726920" imgH="342720" progId="Equation.DSMT4">
                  <p:embed/>
                </p:oleObj>
              </mc:Choice>
              <mc:Fallback>
                <p:oleObj name="Equation" r:id="rId26" imgW="1726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91088" y="901523"/>
                        <a:ext cx="1727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B08D05B-9437-4254-9759-02F2C4C4D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769959"/>
              </p:ext>
            </p:extLst>
          </p:nvPr>
        </p:nvGraphicFramePr>
        <p:xfrm>
          <a:off x="3468191" y="2610372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64" name="Equation" r:id="rId28" imgW="1193760" imgH="342720" progId="Equation.DSMT4">
                  <p:embed/>
                </p:oleObj>
              </mc:Choice>
              <mc:Fallback>
                <p:oleObj name="Equation" r:id="rId28" imgW="1193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468191" y="2610372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F6BF27C-19B4-41D8-9D60-5A1526EE3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415797"/>
              </p:ext>
            </p:extLst>
          </p:nvPr>
        </p:nvGraphicFramePr>
        <p:xfrm>
          <a:off x="4264010" y="1508015"/>
          <a:ext cx="1181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65" name="Equation" r:id="rId30" imgW="1180800" imgH="330120" progId="Equation.DSMT4">
                  <p:embed/>
                </p:oleObj>
              </mc:Choice>
              <mc:Fallback>
                <p:oleObj name="Equation" r:id="rId30" imgW="1180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264010" y="1508015"/>
                        <a:ext cx="1181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220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6" grpId="0"/>
      <p:bldP spid="38" grpId="0"/>
      <p:bldP spid="39" grpId="0"/>
      <p:bldP spid="40" grpId="0"/>
      <p:bldP spid="44" grpId="0"/>
      <p:bldP spid="45" grpId="0"/>
      <p:bldP spid="48" grpId="0"/>
      <p:bldP spid="52" grpId="0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E55110-565E-4253-A4CD-5ED9E55775FD}"/>
              </a:ext>
            </a:extLst>
          </p:cNvPr>
          <p:cNvSpPr/>
          <p:nvPr/>
        </p:nvSpPr>
        <p:spPr>
          <a:xfrm>
            <a:off x="2806133" y="3224318"/>
            <a:ext cx="288032" cy="263427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944230"/>
              </p:ext>
            </p:extLst>
          </p:nvPr>
        </p:nvGraphicFramePr>
        <p:xfrm>
          <a:off x="1516659" y="2988435"/>
          <a:ext cx="185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79" name="Equation" r:id="rId3" imgW="1714320" imgH="723600" progId="Equation.DSMT4">
                  <p:embed/>
                </p:oleObj>
              </mc:Choice>
              <mc:Fallback>
                <p:oleObj name="Equation" r:id="rId3" imgW="17143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659" y="2988435"/>
                        <a:ext cx="1854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59197" y="339502"/>
            <a:ext cx="8441456" cy="1166239"/>
            <a:chOff x="307008" y="532394"/>
            <a:chExt cx="8441456" cy="1166239"/>
          </a:xfrm>
        </p:grpSpPr>
        <p:sp>
          <p:nvSpPr>
            <p:cNvPr id="10" name="Text Box 40"/>
            <p:cNvSpPr txBox="1">
              <a:spLocks noChangeArrowheads="1"/>
            </p:cNvSpPr>
            <p:nvPr/>
          </p:nvSpPr>
          <p:spPr bwMode="auto">
            <a:xfrm>
              <a:off x="899592" y="532394"/>
              <a:ext cx="331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3  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07008" y="542982"/>
              <a:ext cx="8441456" cy="1015663"/>
              <a:chOff x="320464" y="2507701"/>
              <a:chExt cx="8441456" cy="1015663"/>
            </a:xfrm>
          </p:grpSpPr>
          <p:sp>
            <p:nvSpPr>
              <p:cNvPr id="15" name="Text Box 35"/>
              <p:cNvSpPr txBox="1">
                <a:spLocks noChangeArrowheads="1"/>
              </p:cNvSpPr>
              <p:nvPr/>
            </p:nvSpPr>
            <p:spPr bwMode="auto">
              <a:xfrm>
                <a:off x="320464" y="2507701"/>
                <a:ext cx="8441456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        设函数    在     上连续，且            证明                 </a:t>
                </a:r>
                <a:endParaRPr lang="en-US" altLang="zh-CN" sz="2400" b="1" dirty="0">
                  <a:latin typeface="+mn-ea"/>
                  <a:ea typeface="+mn-ea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至少          ，使得</a:t>
                </a:r>
                <a:endParaRPr kumimoji="1" lang="zh-CN" altLang="en-US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16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95954051"/>
                  </p:ext>
                </p:extLst>
              </p:nvPr>
            </p:nvGraphicFramePr>
            <p:xfrm>
              <a:off x="2506416" y="2596552"/>
              <a:ext cx="674688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480" name="Equation" r:id="rId5" imgW="622080" imgH="342720" progId="Equation.DSMT4">
                      <p:embed/>
                    </p:oleObj>
                  </mc:Choice>
                  <mc:Fallback>
                    <p:oleObj name="Equation" r:id="rId5" imgW="6220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416" y="2596552"/>
                            <a:ext cx="674688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8964085"/>
                  </p:ext>
                </p:extLst>
              </p:nvPr>
            </p:nvGraphicFramePr>
            <p:xfrm>
              <a:off x="1158304" y="3155922"/>
              <a:ext cx="1309688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481" name="Equation" r:id="rId7" imgW="1206360" imgH="330120" progId="Equation.DSMT4">
                      <p:embed/>
                    </p:oleObj>
                  </mc:Choice>
                  <mc:Fallback>
                    <p:oleObj name="Equation" r:id="rId7" imgW="1206360" imgH="3301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8304" y="3155922"/>
                            <a:ext cx="1309688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2935708"/>
                </p:ext>
              </p:extLst>
            </p:nvPr>
          </p:nvGraphicFramePr>
          <p:xfrm>
            <a:off x="3557457" y="627063"/>
            <a:ext cx="6191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482" name="Equation" r:id="rId9" imgW="571320" imgH="330120" progId="Equation.DSMT4">
                    <p:embed/>
                  </p:oleObj>
                </mc:Choice>
                <mc:Fallback>
                  <p:oleObj name="Equation" r:id="rId9" imgW="57132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7457" y="627063"/>
                          <a:ext cx="6191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3177687"/>
                </p:ext>
              </p:extLst>
            </p:nvPr>
          </p:nvGraphicFramePr>
          <p:xfrm>
            <a:off x="5840145" y="619685"/>
            <a:ext cx="163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483" name="Equation" r:id="rId11" imgW="1511280" imgH="342720" progId="Equation.DSMT4">
                    <p:embed/>
                  </p:oleObj>
                </mc:Choice>
                <mc:Fallback>
                  <p:oleObj name="Equation" r:id="rId11" imgW="15112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0145" y="619685"/>
                          <a:ext cx="1638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9487061"/>
                </p:ext>
              </p:extLst>
            </p:nvPr>
          </p:nvGraphicFramePr>
          <p:xfrm>
            <a:off x="3611754" y="974733"/>
            <a:ext cx="2244725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484" name="Equation" r:id="rId13" imgW="2070000" imgH="723600" progId="Equation.DSMT4">
                    <p:embed/>
                  </p:oleObj>
                </mc:Choice>
                <mc:Fallback>
                  <p:oleObj name="Equation" r:id="rId13" imgW="207000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1754" y="974733"/>
                          <a:ext cx="2244725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35"/>
          <p:cNvSpPr txBox="1">
            <a:spLocks noChangeArrowheads="1"/>
          </p:cNvSpPr>
          <p:nvPr/>
        </p:nvSpPr>
        <p:spPr bwMode="auto">
          <a:xfrm>
            <a:off x="924992" y="1658778"/>
            <a:ext cx="8628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19" name="Text Box 40"/>
          <p:cNvSpPr txBox="1">
            <a:spLocks noChangeArrowheads="1"/>
          </p:cNvSpPr>
          <p:nvPr/>
        </p:nvSpPr>
        <p:spPr bwMode="auto">
          <a:xfrm>
            <a:off x="1499853" y="1674592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令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1256"/>
              </p:ext>
            </p:extLst>
          </p:nvPr>
        </p:nvGraphicFramePr>
        <p:xfrm>
          <a:off x="1966817" y="1514762"/>
          <a:ext cx="312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85" name="Equation" r:id="rId15" imgW="2882880" imgH="723600" progId="Equation.DSMT4">
                  <p:embed/>
                </p:oleObj>
              </mc:Choice>
              <mc:Fallback>
                <p:oleObj name="Equation" r:id="rId15" imgW="28828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817" y="1514762"/>
                        <a:ext cx="3124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0"/>
          <p:cNvSpPr txBox="1">
            <a:spLocks noChangeArrowheads="1"/>
          </p:cNvSpPr>
          <p:nvPr/>
        </p:nvSpPr>
        <p:spPr bwMode="auto">
          <a:xfrm>
            <a:off x="5092963" y="1642577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634757"/>
              </p:ext>
            </p:extLst>
          </p:nvPr>
        </p:nvGraphicFramePr>
        <p:xfrm>
          <a:off x="5605660" y="1514762"/>
          <a:ext cx="18827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86" name="Equation" r:id="rId17" imgW="1739880" imgH="723600" progId="Equation.DSMT4">
                  <p:embed/>
                </p:oleObj>
              </mc:Choice>
              <mc:Fallback>
                <p:oleObj name="Equation" r:id="rId17" imgW="17398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660" y="1514762"/>
                        <a:ext cx="1882775" cy="723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847654"/>
              </p:ext>
            </p:extLst>
          </p:nvPr>
        </p:nvGraphicFramePr>
        <p:xfrm>
          <a:off x="978511" y="2200396"/>
          <a:ext cx="26384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87" name="Equation" r:id="rId19" imgW="2438280" imgH="723600" progId="Equation.DSMT4">
                  <p:embed/>
                </p:oleObj>
              </mc:Choice>
              <mc:Fallback>
                <p:oleObj name="Equation" r:id="rId19" imgW="24382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511" y="2200396"/>
                        <a:ext cx="26384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0"/>
          <p:cNvSpPr txBox="1">
            <a:spLocks noChangeArrowheads="1"/>
          </p:cNvSpPr>
          <p:nvPr/>
        </p:nvSpPr>
        <p:spPr bwMode="auto">
          <a:xfrm>
            <a:off x="7476517" y="1612960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且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825449"/>
              </p:ext>
            </p:extLst>
          </p:nvPr>
        </p:nvGraphicFramePr>
        <p:xfrm>
          <a:off x="4082345" y="2247683"/>
          <a:ext cx="45608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88" name="Equation" r:id="rId21" imgW="4216320" imgH="723600" progId="Equation.DSMT4">
                  <p:embed/>
                </p:oleObj>
              </mc:Choice>
              <mc:Fallback>
                <p:oleObj name="Equation" r:id="rId21" imgW="42163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345" y="2247683"/>
                        <a:ext cx="45608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5"/>
          <p:cNvSpPr txBox="1">
            <a:spLocks noChangeArrowheads="1"/>
          </p:cNvSpPr>
          <p:nvPr/>
        </p:nvSpPr>
        <p:spPr bwMode="auto">
          <a:xfrm>
            <a:off x="3451801" y="3051536"/>
            <a:ext cx="37908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则由零点定理的推论知，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33" name="Text Box 40"/>
          <p:cNvSpPr txBox="1">
            <a:spLocks noChangeArrowheads="1"/>
          </p:cNvSpPr>
          <p:nvPr/>
        </p:nvSpPr>
        <p:spPr bwMode="auto">
          <a:xfrm>
            <a:off x="1001315" y="3083679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即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35" name="Text Box 42"/>
          <p:cNvSpPr txBox="1">
            <a:spLocks noChangeArrowheads="1"/>
          </p:cNvSpPr>
          <p:nvPr/>
        </p:nvSpPr>
        <p:spPr bwMode="auto">
          <a:xfrm>
            <a:off x="6756437" y="3051535"/>
            <a:ext cx="1734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至少有一点</a:t>
            </a: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331822" y="3751837"/>
            <a:ext cx="7434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graphicFrame>
        <p:nvGraphicFramePr>
          <p:cNvPr id="3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960445"/>
              </p:ext>
            </p:extLst>
          </p:nvPr>
        </p:nvGraphicFramePr>
        <p:xfrm>
          <a:off x="3819208" y="3830018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89" name="Equation" r:id="rId23" imgW="1130040" imgH="342720" progId="Equation.DSMT4">
                  <p:embed/>
                </p:oleObj>
              </mc:Choice>
              <mc:Fallback>
                <p:oleObj name="Equation" r:id="rId23" imgW="11300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9208" y="3830018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765618"/>
              </p:ext>
            </p:extLst>
          </p:nvPr>
        </p:nvGraphicFramePr>
        <p:xfrm>
          <a:off x="1014227" y="3639333"/>
          <a:ext cx="2282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90" name="Equation" r:id="rId25" imgW="2108160" imgH="723600" progId="Equation.DSMT4">
                  <p:embed/>
                </p:oleObj>
              </mc:Choice>
              <mc:Fallback>
                <p:oleObj name="Equation" r:id="rId25" imgW="21081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227" y="3639333"/>
                        <a:ext cx="22828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5026176" y="3751836"/>
            <a:ext cx="4720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4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97588"/>
              </p:ext>
            </p:extLst>
          </p:nvPr>
        </p:nvGraphicFramePr>
        <p:xfrm>
          <a:off x="5498212" y="3639518"/>
          <a:ext cx="22447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91" name="Equation" r:id="rId27" imgW="2070000" imgH="723600" progId="Equation.DSMT4">
                  <p:embed/>
                </p:oleObj>
              </mc:Choice>
              <mc:Fallback>
                <p:oleObj name="Equation" r:id="rId27" imgW="20700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212" y="3639518"/>
                        <a:ext cx="22447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682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19" grpId="0"/>
      <p:bldP spid="21" grpId="0"/>
      <p:bldP spid="24" grpId="0"/>
      <p:bldP spid="26" grpId="0"/>
      <p:bldP spid="33" grpId="0"/>
      <p:bldP spid="35" grpId="0"/>
      <p:bldP spid="36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962518" y="971456"/>
            <a:ext cx="1751062" cy="410765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4  </a:t>
            </a:r>
          </a:p>
        </p:txBody>
      </p:sp>
      <p:sp>
        <p:nvSpPr>
          <p:cNvPr id="634883" name="Text Box 3"/>
          <p:cNvSpPr txBox="1">
            <a:spLocks noChangeArrowheads="1"/>
          </p:cNvSpPr>
          <p:nvPr/>
        </p:nvSpPr>
        <p:spPr bwMode="auto">
          <a:xfrm>
            <a:off x="2083615" y="943944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设 </a:t>
            </a:r>
          </a:p>
        </p:txBody>
      </p:sp>
      <p:sp>
        <p:nvSpPr>
          <p:cNvPr id="634885" name="Text Box 5"/>
          <p:cNvSpPr txBox="1">
            <a:spLocks noChangeArrowheads="1"/>
          </p:cNvSpPr>
          <p:nvPr/>
        </p:nvSpPr>
        <p:spPr bwMode="auto">
          <a:xfrm>
            <a:off x="4353004" y="940688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且</a:t>
            </a:r>
          </a:p>
        </p:txBody>
      </p:sp>
      <p:sp>
        <p:nvSpPr>
          <p:cNvPr id="634888" name="Text Box 8"/>
          <p:cNvSpPr txBox="1">
            <a:spLocks noChangeArrowheads="1"/>
          </p:cNvSpPr>
          <p:nvPr/>
        </p:nvSpPr>
        <p:spPr bwMode="auto">
          <a:xfrm>
            <a:off x="1043608" y="1460168"/>
            <a:ext cx="42775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kumimoji="1"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之间</a:t>
            </a:r>
            <a:r>
              <a:rPr kumimoji="1" lang="zh-CN" altLang="en-US" sz="2400" b="1" dirty="0">
                <a:latin typeface="+mn-ea"/>
                <a:ea typeface="+mn-ea"/>
              </a:rPr>
              <a:t>的任一数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 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634889" name="Text Box 9"/>
          <p:cNvSpPr txBox="1">
            <a:spLocks noChangeArrowheads="1"/>
          </p:cNvSpPr>
          <p:nvPr/>
        </p:nvSpPr>
        <p:spPr bwMode="auto">
          <a:xfrm>
            <a:off x="5479509" y="1418941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一点</a:t>
            </a:r>
          </a:p>
        </p:txBody>
      </p:sp>
      <p:sp>
        <p:nvSpPr>
          <p:cNvPr id="634891" name="Text Box 11"/>
          <p:cNvSpPr txBox="1">
            <a:spLocks noChangeArrowheads="1"/>
          </p:cNvSpPr>
          <p:nvPr/>
        </p:nvSpPr>
        <p:spPr bwMode="auto">
          <a:xfrm>
            <a:off x="1043608" y="2440725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  <a:r>
              <a:rPr kumimoji="1" lang="zh-CN" altLang="en-US" sz="2400" b="1" dirty="0">
                <a:latin typeface="+mn-ea"/>
                <a:ea typeface="+mn-ea"/>
              </a:rPr>
              <a:t>作辅助函数</a:t>
            </a:r>
          </a:p>
        </p:txBody>
      </p:sp>
      <p:sp>
        <p:nvSpPr>
          <p:cNvPr id="634893" name="Text Box 13"/>
          <p:cNvSpPr txBox="1">
            <a:spLocks noChangeArrowheads="1"/>
          </p:cNvSpPr>
          <p:nvPr/>
        </p:nvSpPr>
        <p:spPr bwMode="auto">
          <a:xfrm>
            <a:off x="5508104" y="2390784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sp>
        <p:nvSpPr>
          <p:cNvPr id="634895" name="Text Box 15"/>
          <p:cNvSpPr txBox="1">
            <a:spLocks noChangeArrowheads="1"/>
          </p:cNvSpPr>
          <p:nvPr/>
        </p:nvSpPr>
        <p:spPr bwMode="auto">
          <a:xfrm>
            <a:off x="343850" y="3022822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且</a:t>
            </a:r>
          </a:p>
        </p:txBody>
      </p:sp>
      <p:sp>
        <p:nvSpPr>
          <p:cNvPr id="634899" name="Text Box 19"/>
          <p:cNvSpPr txBox="1">
            <a:spLocks noChangeArrowheads="1"/>
          </p:cNvSpPr>
          <p:nvPr/>
        </p:nvSpPr>
        <p:spPr bwMode="auto">
          <a:xfrm>
            <a:off x="331033" y="3515582"/>
            <a:ext cx="52515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故由零点定理知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</a:rPr>
              <a:t>至少有一点</a:t>
            </a:r>
          </a:p>
        </p:txBody>
      </p:sp>
      <p:sp>
        <p:nvSpPr>
          <p:cNvPr id="634901" name="Text Box 21"/>
          <p:cNvSpPr txBox="1">
            <a:spLocks noChangeArrowheads="1"/>
          </p:cNvSpPr>
          <p:nvPr/>
        </p:nvSpPr>
        <p:spPr bwMode="auto">
          <a:xfrm>
            <a:off x="5619231" y="3519435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使</a:t>
            </a:r>
          </a:p>
        </p:txBody>
      </p:sp>
      <p:sp>
        <p:nvSpPr>
          <p:cNvPr id="634903" name="Text Box 23"/>
          <p:cNvSpPr txBox="1">
            <a:spLocks noChangeArrowheads="1"/>
          </p:cNvSpPr>
          <p:nvPr/>
        </p:nvSpPr>
        <p:spPr bwMode="auto">
          <a:xfrm>
            <a:off x="342769" y="4124925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sp>
        <p:nvSpPr>
          <p:cNvPr id="634931" name="Text Box 51"/>
          <p:cNvSpPr txBox="1">
            <a:spLocks noChangeArrowheads="1"/>
          </p:cNvSpPr>
          <p:nvPr/>
        </p:nvSpPr>
        <p:spPr bwMode="auto">
          <a:xfrm>
            <a:off x="7528892" y="1424379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使</a:t>
            </a:r>
          </a:p>
        </p:txBody>
      </p:sp>
      <p:sp>
        <p:nvSpPr>
          <p:cNvPr id="634933" name="Text Box 53"/>
          <p:cNvSpPr txBox="1">
            <a:spLocks noChangeArrowheads="1"/>
          </p:cNvSpPr>
          <p:nvPr/>
        </p:nvSpPr>
        <p:spPr bwMode="auto">
          <a:xfrm>
            <a:off x="4493289" y="1419622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至少有</a:t>
            </a:r>
          </a:p>
        </p:txBody>
      </p:sp>
      <p:sp>
        <p:nvSpPr>
          <p:cNvPr id="59" name="Text Box 8"/>
          <p:cNvSpPr txBox="1">
            <a:spLocks noChangeArrowheads="1"/>
          </p:cNvSpPr>
          <p:nvPr/>
        </p:nvSpPr>
        <p:spPr bwMode="auto">
          <a:xfrm>
            <a:off x="343850" y="1445438"/>
            <a:ext cx="8598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则对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6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214660"/>
              </p:ext>
            </p:extLst>
          </p:nvPr>
        </p:nvGraphicFramePr>
        <p:xfrm>
          <a:off x="2539714" y="1031711"/>
          <a:ext cx="18732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3" name="Equation" r:id="rId3" imgW="1726920" imgH="342720" progId="Equation.DSMT4">
                  <p:embed/>
                </p:oleObj>
              </mc:Choice>
              <mc:Fallback>
                <p:oleObj name="Equation" r:id="rId3" imgW="17269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714" y="1031711"/>
                        <a:ext cx="18732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590685"/>
              </p:ext>
            </p:extLst>
          </p:nvPr>
        </p:nvGraphicFramePr>
        <p:xfrm>
          <a:off x="4779736" y="1028209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4" name="Equation" r:id="rId5" imgW="1206360" imgH="342720" progId="Equation.DSMT4">
                  <p:embed/>
                </p:oleObj>
              </mc:Choice>
              <mc:Fallback>
                <p:oleObj name="Equation" r:id="rId5" imgW="1206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736" y="1028209"/>
                        <a:ext cx="1308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359604"/>
              </p:ext>
            </p:extLst>
          </p:nvPr>
        </p:nvGraphicFramePr>
        <p:xfrm>
          <a:off x="6118225" y="1028700"/>
          <a:ext cx="2203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5" name="Equation" r:id="rId7" imgW="2031840" imgH="342720" progId="Equation.DSMT4">
                  <p:embed/>
                </p:oleObj>
              </mc:Choice>
              <mc:Fallback>
                <p:oleObj name="Equation" r:id="rId7" imgW="2031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225" y="1028700"/>
                        <a:ext cx="22034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663343"/>
              </p:ext>
            </p:extLst>
          </p:nvPr>
        </p:nvGraphicFramePr>
        <p:xfrm>
          <a:off x="3751263" y="2012950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6" name="Equation" r:id="rId9" imgW="1206360" imgH="342720" progId="Equation.DSMT4">
                  <p:embed/>
                </p:oleObj>
              </mc:Choice>
              <mc:Fallback>
                <p:oleObj name="Equation" r:id="rId9" imgW="1206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2012950"/>
                        <a:ext cx="1206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568515"/>
              </p:ext>
            </p:extLst>
          </p:nvPr>
        </p:nvGraphicFramePr>
        <p:xfrm>
          <a:off x="6265863" y="1516063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7" name="Equation" r:id="rId11" imgW="1206360" imgH="342720" progId="Equation.DSMT4">
                  <p:embed/>
                </p:oleObj>
              </mc:Choice>
              <mc:Fallback>
                <p:oleObj name="Equation" r:id="rId11" imgW="1206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1516063"/>
                        <a:ext cx="13081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870632"/>
              </p:ext>
            </p:extLst>
          </p:nvPr>
        </p:nvGraphicFramePr>
        <p:xfrm>
          <a:off x="3289300" y="2519363"/>
          <a:ext cx="2203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8" name="Equation" r:id="rId13" imgW="2031840" imgH="342720" progId="Equation.DSMT4">
                  <p:embed/>
                </p:oleObj>
              </mc:Choice>
              <mc:Fallback>
                <p:oleObj name="Equation" r:id="rId13" imgW="2031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2519363"/>
                        <a:ext cx="22034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356009"/>
              </p:ext>
            </p:extLst>
          </p:nvPr>
        </p:nvGraphicFramePr>
        <p:xfrm>
          <a:off x="6005855" y="2509549"/>
          <a:ext cx="19272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39" name="Equation" r:id="rId15" imgW="1777680" imgH="342720" progId="Equation.DSMT4">
                  <p:embed/>
                </p:oleObj>
              </mc:Choice>
              <mc:Fallback>
                <p:oleObj name="Equation" r:id="rId15" imgW="1777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855" y="2509549"/>
                        <a:ext cx="1927225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016363"/>
              </p:ext>
            </p:extLst>
          </p:nvPr>
        </p:nvGraphicFramePr>
        <p:xfrm>
          <a:off x="2206030" y="3107360"/>
          <a:ext cx="12525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0" name="Equation" r:id="rId17" imgW="1155600" imgH="342720" progId="Equation.DSMT4">
                  <p:embed/>
                </p:oleObj>
              </mc:Choice>
              <mc:Fallback>
                <p:oleObj name="Equation" r:id="rId17" imgW="1155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030" y="3107360"/>
                        <a:ext cx="12525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241731"/>
              </p:ext>
            </p:extLst>
          </p:nvPr>
        </p:nvGraphicFramePr>
        <p:xfrm>
          <a:off x="3552998" y="3082205"/>
          <a:ext cx="22431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1" name="Equation" r:id="rId19" imgW="2070000" imgH="342720" progId="Equation.DSMT4">
                  <p:embed/>
                </p:oleObj>
              </mc:Choice>
              <mc:Fallback>
                <p:oleObj name="Equation" r:id="rId19" imgW="2070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998" y="3082205"/>
                        <a:ext cx="224313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490388"/>
              </p:ext>
            </p:extLst>
          </p:nvPr>
        </p:nvGraphicFramePr>
        <p:xfrm>
          <a:off x="5826125" y="3060700"/>
          <a:ext cx="5365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2" name="Equation" r:id="rId21" imgW="495000" imgH="291960" progId="Equation.DSMT4">
                  <p:embed/>
                </p:oleObj>
              </mc:Choice>
              <mc:Fallback>
                <p:oleObj name="Equation" r:id="rId21" imgW="495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25" y="3060700"/>
                        <a:ext cx="5365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504396"/>
              </p:ext>
            </p:extLst>
          </p:nvPr>
        </p:nvGraphicFramePr>
        <p:xfrm>
          <a:off x="4380831" y="3613005"/>
          <a:ext cx="12252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3" name="Equation" r:id="rId23" imgW="1130040" imgH="342720" progId="Equation.DSMT4">
                  <p:embed/>
                </p:oleObj>
              </mc:Choice>
              <mc:Fallback>
                <p:oleObj name="Equation" r:id="rId23" imgW="11300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831" y="3613005"/>
                        <a:ext cx="122526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361753"/>
              </p:ext>
            </p:extLst>
          </p:nvPr>
        </p:nvGraphicFramePr>
        <p:xfrm>
          <a:off x="6084888" y="3611563"/>
          <a:ext cx="12271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4" name="Equation" r:id="rId25" imgW="1130040" imgH="342720" progId="Equation.DSMT4">
                  <p:embed/>
                </p:oleObj>
              </mc:Choice>
              <mc:Fallback>
                <p:oleObj name="Equation" r:id="rId25" imgW="11300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611563"/>
                        <a:ext cx="12271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094195"/>
              </p:ext>
            </p:extLst>
          </p:nvPr>
        </p:nvGraphicFramePr>
        <p:xfrm>
          <a:off x="3749675" y="4206875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5" name="Equation" r:id="rId27" imgW="1206360" imgH="342720" progId="Equation.DSMT4">
                  <p:embed/>
                </p:oleObj>
              </mc:Choice>
              <mc:Fallback>
                <p:oleObj name="Equation" r:id="rId27" imgW="1206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675" y="4206875"/>
                        <a:ext cx="1206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962518" y="245543"/>
            <a:ext cx="23853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四、介值定理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354EFFC-AD9A-4FDB-8B9A-1080A5807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686854"/>
              </p:ext>
            </p:extLst>
          </p:nvPr>
        </p:nvGraphicFramePr>
        <p:xfrm>
          <a:off x="715963" y="2052638"/>
          <a:ext cx="2489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46" name="Equation" r:id="rId29" imgW="2489040" imgH="317160" progId="Equation.DSMT4">
                  <p:embed/>
                </p:oleObj>
              </mc:Choice>
              <mc:Fallback>
                <p:oleObj name="Equation" r:id="rId29" imgW="248904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5963" y="2052638"/>
                        <a:ext cx="2489200" cy="3175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891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3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3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3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3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3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3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634883" grpId="0"/>
      <p:bldP spid="634885" grpId="0"/>
      <p:bldP spid="634888" grpId="0"/>
      <p:bldP spid="634889" grpId="0"/>
      <p:bldP spid="634891" grpId="0"/>
      <p:bldP spid="634893" grpId="0"/>
      <p:bldP spid="634895" grpId="0"/>
      <p:bldP spid="634899" grpId="0"/>
      <p:bldP spid="634901" grpId="0"/>
      <p:bldP spid="634903" grpId="0"/>
      <p:bldP spid="634931" grpId="0"/>
      <p:bldP spid="634933" grpId="0"/>
      <p:bldP spid="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6" name="Line 27"/>
          <p:cNvSpPr>
            <a:spLocks noChangeShapeType="1"/>
          </p:cNvSpPr>
          <p:nvPr/>
        </p:nvSpPr>
        <p:spPr bwMode="auto">
          <a:xfrm>
            <a:off x="3134207" y="2364972"/>
            <a:ext cx="0" cy="126064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307" name="Line 28"/>
          <p:cNvSpPr>
            <a:spLocks noChangeShapeType="1"/>
          </p:cNvSpPr>
          <p:nvPr/>
        </p:nvSpPr>
        <p:spPr bwMode="auto">
          <a:xfrm>
            <a:off x="1629489" y="3082673"/>
            <a:ext cx="0" cy="514098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309" name="Line 30"/>
          <p:cNvSpPr>
            <a:spLocks noChangeShapeType="1"/>
          </p:cNvSpPr>
          <p:nvPr/>
        </p:nvSpPr>
        <p:spPr bwMode="auto">
          <a:xfrm flipH="1">
            <a:off x="1233124" y="3024985"/>
            <a:ext cx="396365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1310" name="Object 31"/>
          <p:cNvGraphicFramePr>
            <a:graphicFrameLocks noChangeAspect="1"/>
          </p:cNvGraphicFramePr>
          <p:nvPr/>
        </p:nvGraphicFramePr>
        <p:xfrm>
          <a:off x="840429" y="2906217"/>
          <a:ext cx="220203" cy="23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87" name="Equation" r:id="rId3" imgW="274320" imgH="297180" progId="Equation.3">
                  <p:embed/>
                </p:oleObj>
              </mc:Choice>
              <mc:Fallback>
                <p:oleObj name="Equation" r:id="rId3" imgW="274320" imgH="2971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429" y="2906217"/>
                        <a:ext cx="220203" cy="23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090989"/>
              </p:ext>
            </p:extLst>
          </p:nvPr>
        </p:nvGraphicFramePr>
        <p:xfrm>
          <a:off x="3110169" y="3654718"/>
          <a:ext cx="165152" cy="256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88" name="Equation" r:id="rId5" imgW="205794" imgH="320040" progId="Equation.3">
                  <p:embed/>
                </p:oleObj>
              </mc:Choice>
              <mc:Fallback>
                <p:oleObj name="Equation" r:id="rId5" imgW="205794" imgH="320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169" y="3654718"/>
                        <a:ext cx="165152" cy="256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5" name="Line 34"/>
          <p:cNvSpPr>
            <a:spLocks noChangeShapeType="1"/>
          </p:cNvSpPr>
          <p:nvPr/>
        </p:nvSpPr>
        <p:spPr bwMode="auto">
          <a:xfrm flipH="1" flipV="1">
            <a:off x="1242298" y="1559043"/>
            <a:ext cx="0" cy="203603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316" name="Line 35"/>
          <p:cNvSpPr>
            <a:spLocks noChangeShapeType="1"/>
          </p:cNvSpPr>
          <p:nvPr/>
        </p:nvSpPr>
        <p:spPr bwMode="auto">
          <a:xfrm>
            <a:off x="1249638" y="3595074"/>
            <a:ext cx="228827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1317" name="Object 36"/>
          <p:cNvGraphicFramePr>
            <a:graphicFrameLocks noChangeAspect="1"/>
          </p:cNvGraphicFramePr>
          <p:nvPr/>
        </p:nvGraphicFramePr>
        <p:xfrm>
          <a:off x="3361749" y="3644278"/>
          <a:ext cx="176162" cy="18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89" name="Equation" r:id="rId7" imgW="220926" imgH="236148" progId="Equation.3">
                  <p:embed/>
                </p:oleObj>
              </mc:Choice>
              <mc:Fallback>
                <p:oleObj name="Equation" r:id="rId7" imgW="220926" imgH="236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749" y="3644278"/>
                        <a:ext cx="176162" cy="188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8" name="Object 37"/>
          <p:cNvGraphicFramePr>
            <a:graphicFrameLocks noChangeAspect="1"/>
          </p:cNvGraphicFramePr>
          <p:nvPr/>
        </p:nvGraphicFramePr>
        <p:xfrm>
          <a:off x="1020261" y="3630704"/>
          <a:ext cx="165152" cy="18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0" name="Equation" r:id="rId9" imgW="205794" imgH="236148" progId="Equation.3">
                  <p:embed/>
                </p:oleObj>
              </mc:Choice>
              <mc:Fallback>
                <p:oleObj name="Equation" r:id="rId9" imgW="205794" imgH="236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261" y="3630704"/>
                        <a:ext cx="165152" cy="188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9" name="Object 38"/>
          <p:cNvGraphicFramePr>
            <a:graphicFrameLocks noChangeAspect="1"/>
          </p:cNvGraphicFramePr>
          <p:nvPr/>
        </p:nvGraphicFramePr>
        <p:xfrm>
          <a:off x="878964" y="1591280"/>
          <a:ext cx="189007" cy="249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1" name="Equation" r:id="rId11" imgW="236274" imgH="312492" progId="Equation.3">
                  <p:embed/>
                </p:oleObj>
              </mc:Choice>
              <mc:Fallback>
                <p:oleObj name="Equation" r:id="rId11" imgW="236274" imgH="312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964" y="1591280"/>
                        <a:ext cx="189007" cy="249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0" name="Object 39"/>
          <p:cNvGraphicFramePr>
            <a:graphicFrameLocks noChangeAspect="1"/>
          </p:cNvGraphicFramePr>
          <p:nvPr/>
        </p:nvGraphicFramePr>
        <p:xfrm>
          <a:off x="1482686" y="3637491"/>
          <a:ext cx="176162" cy="18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2" name="Equation" r:id="rId13" imgW="220926" imgH="236148" progId="Equation.3">
                  <p:embed/>
                </p:oleObj>
              </mc:Choice>
              <mc:Fallback>
                <p:oleObj name="Equation" r:id="rId13" imgW="220926" imgH="236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686" y="3637491"/>
                        <a:ext cx="176162" cy="188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145593"/>
              </p:ext>
            </p:extLst>
          </p:nvPr>
        </p:nvGraphicFramePr>
        <p:xfrm>
          <a:off x="1695549" y="1822421"/>
          <a:ext cx="1047798" cy="317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3" name="Equation" r:id="rId15" imgW="1310640" imgH="396168" progId="Equation.3">
                  <p:embed/>
                </p:oleObj>
              </mc:Choice>
              <mc:Fallback>
                <p:oleObj name="Equation" r:id="rId15" imgW="1310640" imgH="3961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549" y="1822421"/>
                        <a:ext cx="1047798" cy="317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2" name="Freeform 41"/>
          <p:cNvSpPr>
            <a:spLocks/>
          </p:cNvSpPr>
          <p:nvPr/>
        </p:nvSpPr>
        <p:spPr bwMode="auto">
          <a:xfrm>
            <a:off x="1629488" y="2146098"/>
            <a:ext cx="1504718" cy="1306453"/>
          </a:xfrm>
          <a:custGeom>
            <a:avLst/>
            <a:gdLst>
              <a:gd name="T0" fmla="*/ 0 w 912"/>
              <a:gd name="T1" fmla="*/ 419 h 856"/>
              <a:gd name="T2" fmla="*/ 174 w 912"/>
              <a:gd name="T3" fmla="*/ 560 h 856"/>
              <a:gd name="T4" fmla="*/ 349 w 912"/>
              <a:gd name="T5" fmla="*/ 35 h 856"/>
              <a:gd name="T6" fmla="*/ 488 w 912"/>
              <a:gd name="T7" fmla="*/ 350 h 856"/>
              <a:gd name="T8" fmla="*/ 663 w 912"/>
              <a:gd name="T9" fmla="*/ 105 h 8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2"/>
              <a:gd name="T16" fmla="*/ 0 h 856"/>
              <a:gd name="T17" fmla="*/ 912 w 912"/>
              <a:gd name="T18" fmla="*/ 856 h 8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2" h="856">
                <a:moveTo>
                  <a:pt x="0" y="576"/>
                </a:moveTo>
                <a:cubicBezTo>
                  <a:pt x="80" y="716"/>
                  <a:pt x="160" y="856"/>
                  <a:pt x="240" y="768"/>
                </a:cubicBezTo>
                <a:cubicBezTo>
                  <a:pt x="320" y="680"/>
                  <a:pt x="408" y="96"/>
                  <a:pt x="480" y="48"/>
                </a:cubicBezTo>
                <a:cubicBezTo>
                  <a:pt x="552" y="0"/>
                  <a:pt x="600" y="464"/>
                  <a:pt x="672" y="480"/>
                </a:cubicBezTo>
                <a:cubicBezTo>
                  <a:pt x="744" y="496"/>
                  <a:pt x="872" y="200"/>
                  <a:pt x="912" y="144"/>
                </a:cubicBezTo>
              </a:path>
            </a:pathLst>
          </a:custGeom>
          <a:noFill/>
          <a:ln w="19050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1312" name="Object 42"/>
          <p:cNvGraphicFramePr>
            <a:graphicFrameLocks noChangeAspect="1"/>
          </p:cNvGraphicFramePr>
          <p:nvPr/>
        </p:nvGraphicFramePr>
        <p:xfrm>
          <a:off x="930345" y="2252990"/>
          <a:ext cx="220203" cy="23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4" name="Equation" r:id="rId17" imgW="274320" imgH="297180" progId="Equation.3">
                  <p:embed/>
                </p:oleObj>
              </mc:Choice>
              <mc:Fallback>
                <p:oleObj name="Equation" r:id="rId17" imgW="274320" imgH="2971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345" y="2252990"/>
                        <a:ext cx="220203" cy="23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3" name="Line 43"/>
          <p:cNvSpPr>
            <a:spLocks noChangeShapeType="1"/>
          </p:cNvSpPr>
          <p:nvPr/>
        </p:nvSpPr>
        <p:spPr bwMode="auto">
          <a:xfrm flipH="1">
            <a:off x="1233124" y="2364972"/>
            <a:ext cx="1901083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4924" name="Line 44"/>
          <p:cNvSpPr>
            <a:spLocks noChangeShapeType="1"/>
          </p:cNvSpPr>
          <p:nvPr/>
        </p:nvSpPr>
        <p:spPr bwMode="auto">
          <a:xfrm>
            <a:off x="1245967" y="2644925"/>
            <a:ext cx="2163491" cy="0"/>
          </a:xfrm>
          <a:prstGeom prst="line">
            <a:avLst/>
          </a:prstGeom>
          <a:noFill/>
          <a:ln w="222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63492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011761"/>
              </p:ext>
            </p:extLst>
          </p:nvPr>
        </p:nvGraphicFramePr>
        <p:xfrm>
          <a:off x="838200" y="2557463"/>
          <a:ext cx="201613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5" name="Equation" r:id="rId19" imgW="253800" imgH="279360" progId="Equation.DSMT4">
                  <p:embed/>
                </p:oleObj>
              </mc:Choice>
              <mc:Fallback>
                <p:oleObj name="Equation" r:id="rId19" imgW="2538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57463"/>
                        <a:ext cx="201613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6" name="Line 46"/>
          <p:cNvSpPr>
            <a:spLocks noChangeShapeType="1"/>
          </p:cNvSpPr>
          <p:nvPr/>
        </p:nvSpPr>
        <p:spPr bwMode="auto">
          <a:xfrm>
            <a:off x="2267744" y="2651192"/>
            <a:ext cx="0" cy="95354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634927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284581"/>
              </p:ext>
            </p:extLst>
          </p:nvPr>
        </p:nvGraphicFramePr>
        <p:xfrm>
          <a:off x="2195513" y="3652838"/>
          <a:ext cx="173037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6" name="Equation" r:id="rId21" imgW="215640" imgH="330120" progId="Equation.DSMT4">
                  <p:embed/>
                </p:oleObj>
              </mc:Choice>
              <mc:Fallback>
                <p:oleObj name="Equation" r:id="rId21" imgW="215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652838"/>
                        <a:ext cx="173037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504002" y="2905656"/>
            <a:ext cx="3065690" cy="1754326"/>
            <a:chOff x="1036034" y="1897544"/>
            <a:chExt cx="3065690" cy="1754326"/>
          </a:xfrm>
        </p:grpSpPr>
        <p:sp>
          <p:nvSpPr>
            <p:cNvPr id="61" name="Text Box 38"/>
            <p:cNvSpPr txBox="1">
              <a:spLocks noChangeArrowheads="1"/>
            </p:cNvSpPr>
            <p:nvPr/>
          </p:nvSpPr>
          <p:spPr bwMode="auto">
            <a:xfrm>
              <a:off x="1036034" y="1897544"/>
              <a:ext cx="3065690" cy="1754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连续曲线弧          与水平直线       至少有一个交点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62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86079" y="2084834"/>
            <a:ext cx="1340741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97" name="Equation" r:id="rId23" imgW="1104840" imgH="342720" progId="Equation.DSMT4">
                    <p:embed/>
                  </p:oleObj>
                </mc:Choice>
                <mc:Fallback>
                  <p:oleObj name="Equation" r:id="rId23" imgW="11048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6079" y="2084834"/>
                          <a:ext cx="1340741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2460871"/>
                </p:ext>
              </p:extLst>
            </p:nvPr>
          </p:nvGraphicFramePr>
          <p:xfrm>
            <a:off x="2731094" y="2643758"/>
            <a:ext cx="89376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98" name="Equation" r:id="rId25" imgW="736560" imgH="342720" progId="Equation.DSMT4">
                    <p:embed/>
                  </p:oleObj>
                </mc:Choice>
                <mc:Fallback>
                  <p:oleObj name="Equation" r:id="rId25" imgW="73656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1094" y="2643758"/>
                          <a:ext cx="893763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右箭头 5"/>
          <p:cNvSpPr/>
          <p:nvPr/>
        </p:nvSpPr>
        <p:spPr>
          <a:xfrm rot="5400000">
            <a:off x="5669089" y="2497636"/>
            <a:ext cx="701005" cy="273169"/>
          </a:xfrm>
          <a:prstGeom prst="rightArrow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4355967" y="3075806"/>
            <a:ext cx="3384375" cy="151216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3" name="Object 6"/>
          <p:cNvGraphicFramePr>
            <a:graphicFrameLocks noChangeAspect="1"/>
          </p:cNvGraphicFramePr>
          <p:nvPr/>
        </p:nvGraphicFramePr>
        <p:xfrm>
          <a:off x="4492418" y="1258838"/>
          <a:ext cx="11144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99" name="Equation" r:id="rId27" imgW="1478388" imgH="396168" progId="Equation.3">
                  <p:embed/>
                </p:oleObj>
              </mc:Choice>
              <mc:Fallback>
                <p:oleObj name="Equation" r:id="rId27" imgW="1478388" imgH="3961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418" y="1258838"/>
                        <a:ext cx="11144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"/>
          <p:cNvGraphicFramePr>
            <a:graphicFrameLocks noChangeAspect="1"/>
          </p:cNvGraphicFramePr>
          <p:nvPr/>
        </p:nvGraphicFramePr>
        <p:xfrm>
          <a:off x="5734937" y="1236437"/>
          <a:ext cx="1943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00" name="Equation" r:id="rId29" imgW="2583234" imgH="396168" progId="Equation.3">
                  <p:embed/>
                </p:oleObj>
              </mc:Choice>
              <mc:Fallback>
                <p:oleObj name="Equation" r:id="rId29" imgW="2583234" imgH="3961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937" y="1236437"/>
                        <a:ext cx="1943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4"/>
          <p:cNvGraphicFramePr>
            <a:graphicFrameLocks noChangeAspect="1"/>
          </p:cNvGraphicFramePr>
          <p:nvPr/>
        </p:nvGraphicFramePr>
        <p:xfrm>
          <a:off x="4552925" y="699542"/>
          <a:ext cx="18192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01" name="Equation" r:id="rId31" imgW="2415486" imgH="396168" progId="Equation.3">
                  <p:embed/>
                </p:oleObj>
              </mc:Choice>
              <mc:Fallback>
                <p:oleObj name="Equation" r:id="rId31" imgW="2415486" imgH="3961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25" y="699542"/>
                        <a:ext cx="18192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8"/>
          <p:cNvSpPr txBox="1">
            <a:spLocks noChangeArrowheads="1"/>
          </p:cNvSpPr>
          <p:nvPr/>
        </p:nvSpPr>
        <p:spPr bwMode="auto">
          <a:xfrm>
            <a:off x="4283968" y="1606029"/>
            <a:ext cx="3325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与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之间的任一数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1" lang="en-US" altLang="zh-CN" sz="2400" dirty="0">
              <a:latin typeface="+mn-ea"/>
              <a:ea typeface="+mn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55976" y="627534"/>
            <a:ext cx="3384376" cy="151216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 Box 19"/>
          <p:cNvSpPr txBox="1">
            <a:spLocks noChangeArrowheads="1"/>
          </p:cNvSpPr>
          <p:nvPr/>
        </p:nvSpPr>
        <p:spPr bwMode="auto">
          <a:xfrm>
            <a:off x="562399" y="508433"/>
            <a:ext cx="3439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几何解释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38" name="Line 46"/>
          <p:cNvSpPr>
            <a:spLocks noChangeShapeType="1"/>
          </p:cNvSpPr>
          <p:nvPr/>
        </p:nvSpPr>
        <p:spPr bwMode="auto">
          <a:xfrm>
            <a:off x="2627784" y="2651192"/>
            <a:ext cx="0" cy="95354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3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662461"/>
              </p:ext>
            </p:extLst>
          </p:nvPr>
        </p:nvGraphicFramePr>
        <p:xfrm>
          <a:off x="2516188" y="3657600"/>
          <a:ext cx="19208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02" name="Equation" r:id="rId33" imgW="241200" imgH="330120" progId="Equation.DSMT4">
                  <p:embed/>
                </p:oleObj>
              </mc:Choice>
              <mc:Fallback>
                <p:oleObj name="Equation" r:id="rId33" imgW="241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3657600"/>
                        <a:ext cx="192087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46"/>
          <p:cNvSpPr>
            <a:spLocks noChangeShapeType="1"/>
          </p:cNvSpPr>
          <p:nvPr/>
        </p:nvSpPr>
        <p:spPr bwMode="auto">
          <a:xfrm>
            <a:off x="2987824" y="2644925"/>
            <a:ext cx="0" cy="95354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4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629173"/>
              </p:ext>
            </p:extLst>
          </p:nvPr>
        </p:nvGraphicFramePr>
        <p:xfrm>
          <a:off x="2854325" y="3651250"/>
          <a:ext cx="18256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03" name="Equation" r:id="rId35" imgW="228600" imgH="330120" progId="Equation.DSMT4">
                  <p:embed/>
                </p:oleObj>
              </mc:Choice>
              <mc:Fallback>
                <p:oleObj name="Equation" r:id="rId35" imgW="228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3651250"/>
                        <a:ext cx="182563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37FF0919-E071-4D8A-90BE-01F41B842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176053"/>
              </p:ext>
            </p:extLst>
          </p:nvPr>
        </p:nvGraphicFramePr>
        <p:xfrm>
          <a:off x="6290581" y="2388825"/>
          <a:ext cx="2489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04" name="Equation" r:id="rId37" imgW="2489040" imgH="317160" progId="Equation.DSMT4">
                  <p:embed/>
                </p:oleObj>
              </mc:Choice>
              <mc:Fallback>
                <p:oleObj name="Equation" r:id="rId37" imgW="2489040" imgH="3171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354EFFC-AD9A-4FDB-8B9A-1080A58078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290581" y="2388825"/>
                        <a:ext cx="2489200" cy="3175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706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9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3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3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3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3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3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6" grpId="0" animBg="1"/>
      <p:bldP spid="11307" grpId="0" animBg="1"/>
      <p:bldP spid="11309" grpId="0" animBg="1"/>
      <p:bldP spid="11315" grpId="0" animBg="1"/>
      <p:bldP spid="11316" grpId="0" animBg="1"/>
      <p:bldP spid="11322" grpId="0" animBg="1"/>
      <p:bldP spid="11313" grpId="0" animBg="1"/>
      <p:bldP spid="634924" grpId="0" animBg="1"/>
      <p:bldP spid="634926" grpId="0" animBg="1"/>
      <p:bldP spid="6" grpId="0" animBg="1"/>
      <p:bldP spid="72" grpId="0" animBg="1"/>
      <p:bldP spid="76" grpId="0"/>
      <p:bldP spid="77" grpId="0" animBg="1"/>
      <p:bldP spid="38" grpId="0" animBg="1"/>
      <p:bldP spid="4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5"/>
          <p:cNvSpPr txBox="1">
            <a:spLocks noChangeArrowheads="1"/>
          </p:cNvSpPr>
          <p:nvPr/>
        </p:nvSpPr>
        <p:spPr bwMode="auto">
          <a:xfrm>
            <a:off x="683568" y="267494"/>
            <a:ext cx="352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介值定理的推论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899062" y="801167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Text Box 54"/>
          <p:cNvSpPr txBox="1">
            <a:spLocks noChangeArrowheads="1"/>
          </p:cNvSpPr>
          <p:nvPr/>
        </p:nvSpPr>
        <p:spPr bwMode="auto">
          <a:xfrm>
            <a:off x="1619672" y="815456"/>
            <a:ext cx="33554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在闭区间上的连续函数</a:t>
            </a:r>
          </a:p>
        </p:txBody>
      </p:sp>
      <p:sp>
        <p:nvSpPr>
          <p:cNvPr id="6" name="Text Box 55"/>
          <p:cNvSpPr txBox="1">
            <a:spLocks noChangeArrowheads="1"/>
          </p:cNvSpPr>
          <p:nvPr/>
        </p:nvSpPr>
        <p:spPr bwMode="auto">
          <a:xfrm>
            <a:off x="4677913" y="801167"/>
            <a:ext cx="39985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必取得介于最小值与最</a:t>
            </a:r>
            <a:r>
              <a:rPr kumimoji="1" lang="zh-CN" altLang="en-US" sz="2400" b="1" dirty="0">
                <a:latin typeface="+mn-ea"/>
              </a:rPr>
              <a:t>大值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" name="Text Box 56"/>
          <p:cNvSpPr txBox="1">
            <a:spLocks noChangeArrowheads="1"/>
          </p:cNvSpPr>
          <p:nvPr/>
        </p:nvSpPr>
        <p:spPr bwMode="auto">
          <a:xfrm>
            <a:off x="287545" y="1397221"/>
            <a:ext cx="21964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之间的任何值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888768" y="2044028"/>
            <a:ext cx="625619" cy="410765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即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  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549739" y="2020811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若 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397763"/>
              </p:ext>
            </p:extLst>
          </p:nvPr>
        </p:nvGraphicFramePr>
        <p:xfrm>
          <a:off x="2104653" y="2097011"/>
          <a:ext cx="18192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5" name="Equation" r:id="rId3" imgW="2415486" imgH="396168" progId="Equation.3">
                  <p:embed/>
                </p:oleObj>
              </mc:Choice>
              <mc:Fallback>
                <p:oleObj name="Equation" r:id="rId3" imgW="2415486" imgH="3961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653" y="2097011"/>
                        <a:ext cx="18192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1235502" y="3167722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一点</a:t>
            </a:r>
          </a:p>
        </p:txBody>
      </p:sp>
      <p:sp>
        <p:nvSpPr>
          <p:cNvPr id="17" name="Text Box 51"/>
          <p:cNvSpPr txBox="1">
            <a:spLocks noChangeArrowheads="1"/>
          </p:cNvSpPr>
          <p:nvPr/>
        </p:nvSpPr>
        <p:spPr bwMode="auto">
          <a:xfrm>
            <a:off x="3341771" y="3151554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使</a:t>
            </a:r>
          </a:p>
        </p:txBody>
      </p:sp>
      <p:graphicFrame>
        <p:nvGraphicFramePr>
          <p:cNvPr id="1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087616"/>
              </p:ext>
            </p:extLst>
          </p:nvPr>
        </p:nvGraphicFramePr>
        <p:xfrm>
          <a:off x="3750367" y="3214856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6" name="Equation" r:id="rId5" imgW="1206360" imgH="342720" progId="Equation.DSMT4">
                  <p:embed/>
                </p:oleObj>
              </mc:Choice>
              <mc:Fallback>
                <p:oleObj name="Equation" r:id="rId5" imgW="1206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367" y="3214856"/>
                        <a:ext cx="1206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53"/>
          <p:cNvSpPr txBox="1">
            <a:spLocks noChangeArrowheads="1"/>
          </p:cNvSpPr>
          <p:nvPr/>
        </p:nvSpPr>
        <p:spPr bwMode="auto">
          <a:xfrm>
            <a:off x="312224" y="3162660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至少有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4054745" y="1957186"/>
            <a:ext cx="12373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则对于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21" name="Line 48"/>
          <p:cNvSpPr>
            <a:spLocks noChangeShapeType="1"/>
          </p:cNvSpPr>
          <p:nvPr/>
        </p:nvSpPr>
        <p:spPr bwMode="auto">
          <a:xfrm flipH="1">
            <a:off x="6017379" y="3537471"/>
            <a:ext cx="71382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" name="Line 49"/>
          <p:cNvSpPr>
            <a:spLocks noChangeShapeType="1"/>
          </p:cNvSpPr>
          <p:nvPr/>
        </p:nvSpPr>
        <p:spPr bwMode="auto">
          <a:xfrm flipH="1">
            <a:off x="6052421" y="2385343"/>
            <a:ext cx="1189094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" name="Line 50"/>
          <p:cNvSpPr>
            <a:spLocks noChangeShapeType="1"/>
          </p:cNvSpPr>
          <p:nvPr/>
        </p:nvSpPr>
        <p:spPr bwMode="auto">
          <a:xfrm>
            <a:off x="6017379" y="2385343"/>
            <a:ext cx="0" cy="11724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Line 27"/>
          <p:cNvSpPr>
            <a:spLocks noChangeShapeType="1"/>
          </p:cNvSpPr>
          <p:nvPr/>
        </p:nvSpPr>
        <p:spPr bwMode="auto">
          <a:xfrm>
            <a:off x="7958743" y="2532339"/>
            <a:ext cx="0" cy="126064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6454025" y="3250040"/>
            <a:ext cx="0" cy="51409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2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589204"/>
              </p:ext>
            </p:extLst>
          </p:nvPr>
        </p:nvGraphicFramePr>
        <p:xfrm>
          <a:off x="7956550" y="3798218"/>
          <a:ext cx="131763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7" name="Equation" r:id="rId7" imgW="164880" imgH="253800" progId="Equation.DSMT4">
                  <p:embed/>
                </p:oleObj>
              </mc:Choice>
              <mc:Fallback>
                <p:oleObj name="Equation" r:id="rId7" imgW="164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3798218"/>
                        <a:ext cx="131763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34"/>
          <p:cNvSpPr>
            <a:spLocks noChangeShapeType="1"/>
          </p:cNvSpPr>
          <p:nvPr/>
        </p:nvSpPr>
        <p:spPr bwMode="auto">
          <a:xfrm flipH="1" flipV="1">
            <a:off x="6017379" y="1680914"/>
            <a:ext cx="0" cy="211206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dirty="0"/>
          </a:p>
        </p:txBody>
      </p:sp>
      <p:sp>
        <p:nvSpPr>
          <p:cNvPr id="28" name="Line 35"/>
          <p:cNvSpPr>
            <a:spLocks noChangeShapeType="1"/>
          </p:cNvSpPr>
          <p:nvPr/>
        </p:nvSpPr>
        <p:spPr bwMode="auto">
          <a:xfrm>
            <a:off x="6017379" y="3762441"/>
            <a:ext cx="228827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2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65003"/>
              </p:ext>
            </p:extLst>
          </p:nvPr>
        </p:nvGraphicFramePr>
        <p:xfrm>
          <a:off x="8186285" y="3811645"/>
          <a:ext cx="176162" cy="18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8" name="Equation" r:id="rId9" imgW="220926" imgH="236148" progId="Equation.3">
                  <p:embed/>
                </p:oleObj>
              </mc:Choice>
              <mc:Fallback>
                <p:oleObj name="Equation" r:id="rId9" imgW="220926" imgH="236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6285" y="3811645"/>
                        <a:ext cx="176162" cy="188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641771"/>
              </p:ext>
            </p:extLst>
          </p:nvPr>
        </p:nvGraphicFramePr>
        <p:xfrm>
          <a:off x="5844797" y="3798071"/>
          <a:ext cx="165152" cy="18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9" name="Equation" r:id="rId11" imgW="205794" imgH="236148" progId="Equation.3">
                  <p:embed/>
                </p:oleObj>
              </mc:Choice>
              <mc:Fallback>
                <p:oleObj name="Equation" r:id="rId11" imgW="205794" imgH="236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797" y="3798071"/>
                        <a:ext cx="165152" cy="188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228143"/>
              </p:ext>
            </p:extLst>
          </p:nvPr>
        </p:nvGraphicFramePr>
        <p:xfrm>
          <a:off x="5703500" y="1758647"/>
          <a:ext cx="189007" cy="249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0" name="Equation" r:id="rId13" imgW="236274" imgH="312492" progId="Equation.3">
                  <p:embed/>
                </p:oleObj>
              </mc:Choice>
              <mc:Fallback>
                <p:oleObj name="Equation" r:id="rId13" imgW="236274" imgH="312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500" y="1758647"/>
                        <a:ext cx="189007" cy="249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638775"/>
              </p:ext>
            </p:extLst>
          </p:nvPr>
        </p:nvGraphicFramePr>
        <p:xfrm>
          <a:off x="6377354" y="3822551"/>
          <a:ext cx="142875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1" name="Equation" r:id="rId15" imgW="177480" imgH="190440" progId="Equation.DSMT4">
                  <p:embed/>
                </p:oleObj>
              </mc:Choice>
              <mc:Fallback>
                <p:oleObj name="Equation" r:id="rId15" imgW="1774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7354" y="3822551"/>
                        <a:ext cx="142875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929025"/>
              </p:ext>
            </p:extLst>
          </p:nvPr>
        </p:nvGraphicFramePr>
        <p:xfrm>
          <a:off x="6667500" y="2026568"/>
          <a:ext cx="7508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2" name="Equation" r:id="rId17" imgW="939600" imgH="304560" progId="Equation.DSMT4">
                  <p:embed/>
                </p:oleObj>
              </mc:Choice>
              <mc:Fallback>
                <p:oleObj name="Equation" r:id="rId17" imgW="9396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2026568"/>
                        <a:ext cx="7508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41"/>
          <p:cNvSpPr>
            <a:spLocks/>
          </p:cNvSpPr>
          <p:nvPr/>
        </p:nvSpPr>
        <p:spPr bwMode="auto">
          <a:xfrm>
            <a:off x="6454024" y="2313465"/>
            <a:ext cx="1504718" cy="1306453"/>
          </a:xfrm>
          <a:custGeom>
            <a:avLst/>
            <a:gdLst>
              <a:gd name="T0" fmla="*/ 0 w 912"/>
              <a:gd name="T1" fmla="*/ 419 h 856"/>
              <a:gd name="T2" fmla="*/ 174 w 912"/>
              <a:gd name="T3" fmla="*/ 560 h 856"/>
              <a:gd name="T4" fmla="*/ 349 w 912"/>
              <a:gd name="T5" fmla="*/ 35 h 856"/>
              <a:gd name="T6" fmla="*/ 488 w 912"/>
              <a:gd name="T7" fmla="*/ 350 h 856"/>
              <a:gd name="T8" fmla="*/ 663 w 912"/>
              <a:gd name="T9" fmla="*/ 105 h 8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2"/>
              <a:gd name="T16" fmla="*/ 0 h 856"/>
              <a:gd name="T17" fmla="*/ 912 w 912"/>
              <a:gd name="T18" fmla="*/ 856 h 8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2" h="856">
                <a:moveTo>
                  <a:pt x="0" y="576"/>
                </a:moveTo>
                <a:cubicBezTo>
                  <a:pt x="80" y="716"/>
                  <a:pt x="160" y="856"/>
                  <a:pt x="240" y="768"/>
                </a:cubicBezTo>
                <a:cubicBezTo>
                  <a:pt x="320" y="680"/>
                  <a:pt x="408" y="96"/>
                  <a:pt x="480" y="48"/>
                </a:cubicBezTo>
                <a:cubicBezTo>
                  <a:pt x="552" y="0"/>
                  <a:pt x="600" y="464"/>
                  <a:pt x="672" y="480"/>
                </a:cubicBezTo>
                <a:cubicBezTo>
                  <a:pt x="744" y="496"/>
                  <a:pt x="872" y="200"/>
                  <a:pt x="912" y="144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>
            <a:off x="6070503" y="2812292"/>
            <a:ext cx="2163491" cy="0"/>
          </a:xfrm>
          <a:prstGeom prst="line">
            <a:avLst/>
          </a:prstGeom>
          <a:noFill/>
          <a:ln w="19050">
            <a:solidFill>
              <a:srgbClr val="0064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36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044484"/>
              </p:ext>
            </p:extLst>
          </p:nvPr>
        </p:nvGraphicFramePr>
        <p:xfrm>
          <a:off x="5678488" y="2740943"/>
          <a:ext cx="171450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3" name="Equation" r:id="rId19" imgW="215640" imgH="241200" progId="Equation.DSMT4">
                  <p:embed/>
                </p:oleObj>
              </mc:Choice>
              <mc:Fallback>
                <p:oleObj name="Equation" r:id="rId19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488" y="2740943"/>
                        <a:ext cx="171450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Line 46"/>
          <p:cNvSpPr>
            <a:spLocks noChangeShapeType="1"/>
          </p:cNvSpPr>
          <p:nvPr/>
        </p:nvSpPr>
        <p:spPr bwMode="auto">
          <a:xfrm>
            <a:off x="7093665" y="2818559"/>
            <a:ext cx="0" cy="95354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38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188060"/>
              </p:ext>
            </p:extLst>
          </p:nvPr>
        </p:nvGraphicFramePr>
        <p:xfrm>
          <a:off x="7019925" y="3820443"/>
          <a:ext cx="1714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4" name="Equation" r:id="rId21" imgW="215640" imgH="330120" progId="Equation.DSMT4">
                  <p:embed/>
                </p:oleObj>
              </mc:Choice>
              <mc:Fallback>
                <p:oleObj name="Equation" r:id="rId21" imgW="215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820443"/>
                        <a:ext cx="17145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46"/>
          <p:cNvSpPr>
            <a:spLocks noChangeShapeType="1"/>
          </p:cNvSpPr>
          <p:nvPr/>
        </p:nvSpPr>
        <p:spPr bwMode="auto">
          <a:xfrm>
            <a:off x="7432659" y="2818559"/>
            <a:ext cx="0" cy="95354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40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473311"/>
              </p:ext>
            </p:extLst>
          </p:nvPr>
        </p:nvGraphicFramePr>
        <p:xfrm>
          <a:off x="7340600" y="3825206"/>
          <a:ext cx="19367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5" name="Equation" r:id="rId23" imgW="241200" imgH="330120" progId="Equation.DSMT4">
                  <p:embed/>
                </p:oleObj>
              </mc:Choice>
              <mc:Fallback>
                <p:oleObj name="Equation" r:id="rId23" imgW="241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600" y="3825206"/>
                        <a:ext cx="19367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Line 46"/>
          <p:cNvSpPr>
            <a:spLocks noChangeShapeType="1"/>
          </p:cNvSpPr>
          <p:nvPr/>
        </p:nvSpPr>
        <p:spPr bwMode="auto">
          <a:xfrm>
            <a:off x="7812360" y="2805935"/>
            <a:ext cx="0" cy="95354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42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826809"/>
              </p:ext>
            </p:extLst>
          </p:nvPr>
        </p:nvGraphicFramePr>
        <p:xfrm>
          <a:off x="7744022" y="3822068"/>
          <a:ext cx="18256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6" name="Equation" r:id="rId25" imgW="228600" imgH="330120" progId="Equation.DSMT4">
                  <p:embed/>
                </p:oleObj>
              </mc:Choice>
              <mc:Fallback>
                <p:oleObj name="Equation" r:id="rId25" imgW="228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4022" y="3822068"/>
                        <a:ext cx="182562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5">
            <a:extLst>
              <a:ext uri="{FF2B5EF4-FFF2-40B4-BE49-F238E27FC236}">
                <a16:creationId xmlns:a16="http://schemas.microsoft.com/office/drawing/2014/main" id="{7AB4F670-78D1-4357-B309-2246E69D0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542534"/>
              </p:ext>
            </p:extLst>
          </p:nvPr>
        </p:nvGraphicFramePr>
        <p:xfrm>
          <a:off x="5643563" y="2293268"/>
          <a:ext cx="24288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7" name="Equation" r:id="rId27" imgW="304560" imgH="228600" progId="Equation.DSMT4">
                  <p:embed/>
                </p:oleObj>
              </mc:Choice>
              <mc:Fallback>
                <p:oleObj name="Equation" r:id="rId27" imgW="304560" imgH="228600" progId="Equation.DSMT4">
                  <p:embed/>
                  <p:pic>
                    <p:nvPicPr>
                      <p:cNvPr id="36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2293268"/>
                        <a:ext cx="24288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5">
            <a:extLst>
              <a:ext uri="{FF2B5EF4-FFF2-40B4-BE49-F238E27FC236}">
                <a16:creationId xmlns:a16="http://schemas.microsoft.com/office/drawing/2014/main" id="{1626060C-A0ED-4BD4-A658-F9D9A1ACF7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128820"/>
              </p:ext>
            </p:extLst>
          </p:nvPr>
        </p:nvGraphicFramePr>
        <p:xfrm>
          <a:off x="5683250" y="3445793"/>
          <a:ext cx="182563" cy="15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8" name="Equation" r:id="rId29" imgW="228600" imgH="190440" progId="Equation.DSMT4">
                  <p:embed/>
                </p:oleObj>
              </mc:Choice>
              <mc:Fallback>
                <p:oleObj name="Equation" r:id="rId29" imgW="228600" imgH="190440" progId="Equation.DSMT4">
                  <p:embed/>
                  <p:pic>
                    <p:nvPicPr>
                      <p:cNvPr id="44" name="Object 45">
                        <a:extLst>
                          <a:ext uri="{FF2B5EF4-FFF2-40B4-BE49-F238E27FC236}">
                            <a16:creationId xmlns:a16="http://schemas.microsoft.com/office/drawing/2014/main" id="{7AB4F670-78D1-4357-B309-2246E69D0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3445793"/>
                        <a:ext cx="182563" cy="15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2">
            <a:extLst>
              <a:ext uri="{FF2B5EF4-FFF2-40B4-BE49-F238E27FC236}">
                <a16:creationId xmlns:a16="http://schemas.microsoft.com/office/drawing/2014/main" id="{677BB8C0-1247-4D5C-B8EF-8D2E9B4894DF}"/>
              </a:ext>
            </a:extLst>
          </p:cNvPr>
          <p:cNvSpPr txBox="1">
            <a:spLocks noChangeArrowheads="1"/>
          </p:cNvSpPr>
          <p:nvPr/>
        </p:nvSpPr>
        <p:spPr>
          <a:xfrm>
            <a:off x="307966" y="4192904"/>
            <a:ext cx="1206421" cy="4107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或者说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 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E85112-DA90-4E82-8BEB-6FB5E4C88591}"/>
              </a:ext>
            </a:extLst>
          </p:cNvPr>
          <p:cNvSpPr/>
          <p:nvPr/>
        </p:nvSpPr>
        <p:spPr>
          <a:xfrm>
            <a:off x="1583533" y="4167456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在闭区间上的连续函数</a:t>
            </a:r>
          </a:p>
        </p:txBody>
      </p:sp>
      <p:graphicFrame>
        <p:nvGraphicFramePr>
          <p:cNvPr id="47" name="Object 40">
            <a:extLst>
              <a:ext uri="{FF2B5EF4-FFF2-40B4-BE49-F238E27FC236}">
                <a16:creationId xmlns:a16="http://schemas.microsoft.com/office/drawing/2014/main" id="{42574770-D6D9-44D6-90FE-1A17F92D0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630981"/>
              </p:ext>
            </p:extLst>
          </p:nvPr>
        </p:nvGraphicFramePr>
        <p:xfrm>
          <a:off x="4736598" y="4239381"/>
          <a:ext cx="11048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9" name="Equation" r:id="rId31" imgW="1104840" imgH="342720" progId="Equation.DSMT4">
                  <p:embed/>
                </p:oleObj>
              </mc:Choice>
              <mc:Fallback>
                <p:oleObj name="Equation" r:id="rId31" imgW="1104840" imgH="342720" progId="Equation.DSMT4">
                  <p:embed/>
                  <p:pic>
                    <p:nvPicPr>
                      <p:cNvPr id="33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6598" y="4239381"/>
                        <a:ext cx="11048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>
            <a:extLst>
              <a:ext uri="{FF2B5EF4-FFF2-40B4-BE49-F238E27FC236}">
                <a16:creationId xmlns:a16="http://schemas.microsoft.com/office/drawing/2014/main" id="{7C0AD1C2-AC19-46B3-8850-8C3632408977}"/>
              </a:ext>
            </a:extLst>
          </p:cNvPr>
          <p:cNvSpPr/>
          <p:nvPr/>
        </p:nvSpPr>
        <p:spPr>
          <a:xfrm>
            <a:off x="5764213" y="416745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的值域为</a:t>
            </a:r>
          </a:p>
        </p:txBody>
      </p:sp>
      <p:graphicFrame>
        <p:nvGraphicFramePr>
          <p:cNvPr id="49" name="Object 40">
            <a:extLst>
              <a:ext uri="{FF2B5EF4-FFF2-40B4-BE49-F238E27FC236}">
                <a16:creationId xmlns:a16="http://schemas.microsoft.com/office/drawing/2014/main" id="{6E4282F8-BE76-4DFE-81F8-74907AC7B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702609"/>
              </p:ext>
            </p:extLst>
          </p:nvPr>
        </p:nvGraphicFramePr>
        <p:xfrm>
          <a:off x="7129463" y="4258593"/>
          <a:ext cx="9271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0" name="Equation" r:id="rId33" imgW="927000" imgH="330120" progId="Equation.DSMT4">
                  <p:embed/>
                </p:oleObj>
              </mc:Choice>
              <mc:Fallback>
                <p:oleObj name="Equation" r:id="rId33" imgW="927000" imgH="330120" progId="Equation.DSMT4">
                  <p:embed/>
                  <p:pic>
                    <p:nvPicPr>
                      <p:cNvPr id="47" name="Object 40">
                        <a:extLst>
                          <a:ext uri="{FF2B5EF4-FFF2-40B4-BE49-F238E27FC236}">
                            <a16:creationId xmlns:a16="http://schemas.microsoft.com/office/drawing/2014/main" id="{42574770-D6D9-44D6-90FE-1A17F92D0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463" y="4258593"/>
                        <a:ext cx="9271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69">
            <a:extLst>
              <a:ext uri="{FF2B5EF4-FFF2-40B4-BE49-F238E27FC236}">
                <a16:creationId xmlns:a16="http://schemas.microsoft.com/office/drawing/2014/main" id="{88BE1CCD-1C1D-44C6-939E-933642B53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619" y="3639493"/>
            <a:ext cx="15787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闭区间</a:t>
            </a:r>
            <a:endParaRPr kumimoji="1" lang="en-US" altLang="zh-CN" sz="20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7D1259D-6E1A-44D7-80CB-6E26465F1C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989314"/>
              </p:ext>
            </p:extLst>
          </p:nvPr>
        </p:nvGraphicFramePr>
        <p:xfrm>
          <a:off x="2047363" y="3249937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1" name="Equation" r:id="rId35" imgW="1282680" imgH="342720" progId="Equation.DSMT4">
                  <p:embed/>
                </p:oleObj>
              </mc:Choice>
              <mc:Fallback>
                <p:oleObj name="Equation" r:id="rId35" imgW="1282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047363" y="3249937"/>
                        <a:ext cx="1282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95A1F1D-473B-417E-89E8-30A5A4C77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692955"/>
              </p:ext>
            </p:extLst>
          </p:nvPr>
        </p:nvGraphicFramePr>
        <p:xfrm>
          <a:off x="2243221" y="2629520"/>
          <a:ext cx="1384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2" name="Equation" r:id="rId37" imgW="1384200" imgH="279360" progId="Equation.DSMT4">
                  <p:embed/>
                </p:oleObj>
              </mc:Choice>
              <mc:Fallback>
                <p:oleObj name="Equation" r:id="rId37" imgW="13842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243221" y="2629520"/>
                        <a:ext cx="1384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370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autoUpdateAnimBg="0"/>
      <p:bldP spid="6" grpId="0" build="p" autoUpdateAnimBg="0"/>
      <p:bldP spid="7" grpId="0" build="p" autoUpdateAnimBg="0" advAuto="0"/>
      <p:bldP spid="8" grpId="0"/>
      <p:bldP spid="9" grpId="0"/>
      <p:bldP spid="15" grpId="0"/>
      <p:bldP spid="17" grpId="0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34" grpId="0" animBg="1"/>
      <p:bldP spid="35" grpId="0" animBg="1"/>
      <p:bldP spid="37" grpId="0" animBg="1"/>
      <p:bldP spid="39" grpId="0" animBg="1"/>
      <p:bldP spid="41" grpId="0" animBg="1"/>
      <p:bldP spid="46" grpId="0"/>
      <p:bldP spid="2" grpId="0"/>
      <p:bldP spid="48" grpId="0"/>
      <p:bldP spid="5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15454B2-46EE-48F2-ACD8-478B788DD31D}"/>
              </a:ext>
            </a:extLst>
          </p:cNvPr>
          <p:cNvSpPr/>
          <p:nvPr/>
        </p:nvSpPr>
        <p:spPr>
          <a:xfrm>
            <a:off x="4139952" y="2615369"/>
            <a:ext cx="2130319" cy="828790"/>
          </a:xfrm>
          <a:prstGeom prst="rect">
            <a:avLst/>
          </a:prstGeom>
          <a:noFill/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35"/>
          <p:cNvSpPr txBox="1">
            <a:spLocks noChangeArrowheads="1"/>
          </p:cNvSpPr>
          <p:nvPr/>
        </p:nvSpPr>
        <p:spPr bwMode="auto">
          <a:xfrm>
            <a:off x="843211" y="164199"/>
            <a:ext cx="2808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介值定理的应用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5" name="Text Box 40"/>
          <p:cNvSpPr txBox="1">
            <a:spLocks noChangeArrowheads="1"/>
          </p:cNvSpPr>
          <p:nvPr/>
        </p:nvSpPr>
        <p:spPr bwMode="auto">
          <a:xfrm>
            <a:off x="899592" y="916228"/>
            <a:ext cx="674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  </a:t>
            </a:r>
          </a:p>
        </p:txBody>
      </p:sp>
      <p:sp>
        <p:nvSpPr>
          <p:cNvPr id="10" name="Text Box 35"/>
          <p:cNvSpPr txBox="1">
            <a:spLocks noChangeArrowheads="1"/>
          </p:cNvSpPr>
          <p:nvPr/>
        </p:nvSpPr>
        <p:spPr bwMode="auto">
          <a:xfrm>
            <a:off x="256071" y="915655"/>
            <a:ext cx="849694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         设函数    在     上连续，且            ，证明                 </a:t>
            </a:r>
            <a:endParaRPr lang="en-US" altLang="zh-CN" sz="24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对任意实数            至少存在一点          ，使得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537180"/>
              </p:ext>
            </p:extLst>
          </p:nvPr>
        </p:nvGraphicFramePr>
        <p:xfrm>
          <a:off x="2642071" y="1004528"/>
          <a:ext cx="6746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5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071" y="1004528"/>
                        <a:ext cx="6746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102607"/>
              </p:ext>
            </p:extLst>
          </p:nvPr>
        </p:nvGraphicFramePr>
        <p:xfrm>
          <a:off x="5820548" y="1565832"/>
          <a:ext cx="12271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6" name="Equation" r:id="rId5" imgW="1130040" imgH="342720" progId="Equation.DSMT4">
                  <p:embed/>
                </p:oleObj>
              </mc:Choice>
              <mc:Fallback>
                <p:oleObj name="Equation" r:id="rId5" imgW="11300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0548" y="1565832"/>
                        <a:ext cx="12271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26109"/>
              </p:ext>
            </p:extLst>
          </p:nvPr>
        </p:nvGraphicFramePr>
        <p:xfrm>
          <a:off x="3651523" y="1010878"/>
          <a:ext cx="6889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7" name="Equation" r:id="rId7" imgW="634680" imgH="330120" progId="Equation.DSMT4">
                  <p:embed/>
                </p:oleObj>
              </mc:Choice>
              <mc:Fallback>
                <p:oleObj name="Equation" r:id="rId7" imgW="634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523" y="1010878"/>
                        <a:ext cx="6889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253948"/>
              </p:ext>
            </p:extLst>
          </p:nvPr>
        </p:nvGraphicFramePr>
        <p:xfrm>
          <a:off x="5953564" y="1004528"/>
          <a:ext cx="170656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8" name="Equation" r:id="rId9" imgW="1574640" imgH="279360" progId="Equation.DSMT4">
                  <p:embed/>
                </p:oleObj>
              </mc:Choice>
              <mc:Fallback>
                <p:oleObj name="Equation" r:id="rId9" imgW="1574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564" y="1004528"/>
                        <a:ext cx="170656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128883"/>
              </p:ext>
            </p:extLst>
          </p:nvPr>
        </p:nvGraphicFramePr>
        <p:xfrm>
          <a:off x="2167260" y="2084834"/>
          <a:ext cx="408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9" name="Equation" r:id="rId11" imgW="3771720" imgH="342720" progId="Equation.DSMT4">
                  <p:embed/>
                </p:oleObj>
              </mc:Choice>
              <mc:Fallback>
                <p:oleObj name="Equation" r:id="rId11" imgW="37717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260" y="2084834"/>
                        <a:ext cx="408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339013"/>
              </p:ext>
            </p:extLst>
          </p:nvPr>
        </p:nvGraphicFramePr>
        <p:xfrm>
          <a:off x="2014613" y="1568937"/>
          <a:ext cx="1663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40" name="Equation" r:id="rId13" imgW="1536480" imgH="330120" progId="Equation.DSMT4">
                  <p:embed/>
                </p:oleObj>
              </mc:Choice>
              <mc:Fallback>
                <p:oleObj name="Equation" r:id="rId13" imgW="1536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613" y="1568937"/>
                        <a:ext cx="1663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856521" y="2844935"/>
            <a:ext cx="1072544" cy="410765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分析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  </a:t>
            </a:r>
          </a:p>
        </p:txBody>
      </p:sp>
      <p:sp>
        <p:nvSpPr>
          <p:cNvPr id="16" name="左右箭头 15"/>
          <p:cNvSpPr/>
          <p:nvPr/>
        </p:nvSpPr>
        <p:spPr>
          <a:xfrm>
            <a:off x="2555776" y="2942307"/>
            <a:ext cx="614951" cy="216024"/>
          </a:xfrm>
          <a:prstGeom prst="leftRightArrow">
            <a:avLst/>
          </a:prstGeom>
          <a:noFill/>
          <a:ln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379818"/>
              </p:ext>
            </p:extLst>
          </p:nvPr>
        </p:nvGraphicFramePr>
        <p:xfrm>
          <a:off x="6288088" y="2889250"/>
          <a:ext cx="56356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41" name="Equation" r:id="rId15" imgW="520560" imgH="266400" progId="Equation.DSMT4">
                  <p:embed/>
                </p:oleObj>
              </mc:Choice>
              <mc:Fallback>
                <p:oleObj name="Equation" r:id="rId15" imgW="5205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2889250"/>
                        <a:ext cx="563562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251520" y="3613001"/>
            <a:ext cx="8496944" cy="4107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先用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最大值最小值定理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介于最小值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和最大值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4" name="矩形 23"/>
          <p:cNvSpPr/>
          <p:nvPr/>
        </p:nvSpPr>
        <p:spPr>
          <a:xfrm>
            <a:off x="5710162" y="1480201"/>
            <a:ext cx="1447911" cy="4511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>
          <a:xfrm>
            <a:off x="1669665" y="2844936"/>
            <a:ext cx="2008648" cy="4107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结论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8E41A737-F676-4400-A23E-ABF8753F3E34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4309884"/>
            <a:ext cx="4680520" cy="4107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再用</a:t>
            </a:r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介值定理推论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得到结果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.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6DBCC44-755B-4E45-9B43-0B238BAB0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648919"/>
              </p:ext>
            </p:extLst>
          </p:nvPr>
        </p:nvGraphicFramePr>
        <p:xfrm>
          <a:off x="3316759" y="2705100"/>
          <a:ext cx="2857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42" name="Equation" r:id="rId17" imgW="2857320" imgH="787320" progId="Equation.DSMT4">
                  <p:embed/>
                </p:oleObj>
              </mc:Choice>
              <mc:Fallback>
                <p:oleObj name="Equation" r:id="rId17" imgW="28573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6759" y="2705100"/>
                        <a:ext cx="2857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173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9" grpId="0"/>
      <p:bldP spid="24" grpId="0" animBg="1"/>
      <p:bldP spid="25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827981" y="399671"/>
            <a:ext cx="1072544" cy="410765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证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  </a:t>
            </a: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1124421" y="371657"/>
            <a:ext cx="16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 由题知           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246104"/>
              </p:ext>
            </p:extLst>
          </p:nvPr>
        </p:nvGraphicFramePr>
        <p:xfrm>
          <a:off x="2247426" y="471146"/>
          <a:ext cx="6746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3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426" y="471146"/>
                        <a:ext cx="6746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982595"/>
              </p:ext>
            </p:extLst>
          </p:nvPr>
        </p:nvGraphicFramePr>
        <p:xfrm>
          <a:off x="2957306" y="477496"/>
          <a:ext cx="12684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4" name="Equation" r:id="rId5" imgW="1168200" imgH="330120" progId="Equation.DSMT4">
                  <p:embed/>
                </p:oleObj>
              </mc:Choice>
              <mc:Fallback>
                <p:oleObj name="Equation" r:id="rId5" imgW="1168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306" y="477496"/>
                        <a:ext cx="12684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4479925" y="411510"/>
            <a:ext cx="4406226" cy="461665"/>
            <a:chOff x="1975185" y="1144117"/>
            <a:chExt cx="4406226" cy="461665"/>
          </a:xfrm>
        </p:grpSpPr>
        <p:sp>
          <p:nvSpPr>
            <p:cNvPr id="18" name="Text Box 35"/>
            <p:cNvSpPr txBox="1">
              <a:spLocks noChangeArrowheads="1"/>
            </p:cNvSpPr>
            <p:nvPr/>
          </p:nvSpPr>
          <p:spPr bwMode="auto">
            <a:xfrm>
              <a:off x="1975185" y="1144117"/>
              <a:ext cx="44062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     在     上有最小值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zh-CN" altLang="en-US" sz="24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</a:p>
          </p:txBody>
        </p:sp>
        <p:graphicFrame>
          <p:nvGraphicFramePr>
            <p:cNvPr id="19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4163520"/>
                </p:ext>
              </p:extLst>
            </p:nvPr>
          </p:nvGraphicFramePr>
          <p:xfrm>
            <a:off x="2106323" y="1225754"/>
            <a:ext cx="67468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75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6323" y="1225754"/>
                          <a:ext cx="674688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6386315"/>
                </p:ext>
              </p:extLst>
            </p:nvPr>
          </p:nvGraphicFramePr>
          <p:xfrm>
            <a:off x="3220489" y="1223262"/>
            <a:ext cx="703263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76" name="Equation" r:id="rId8" imgW="647640" imgH="330120" progId="Equation.DSMT4">
                    <p:embed/>
                  </p:oleObj>
                </mc:Choice>
                <mc:Fallback>
                  <p:oleObj name="Equation" r:id="rId8" imgW="6476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489" y="1223262"/>
                          <a:ext cx="703263" cy="3302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834732"/>
              </p:ext>
            </p:extLst>
          </p:nvPr>
        </p:nvGraphicFramePr>
        <p:xfrm>
          <a:off x="4898305" y="974555"/>
          <a:ext cx="19542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7" name="Equation" r:id="rId10" imgW="1803240" imgH="342720" progId="Equation.DSMT4">
                  <p:embed/>
                </p:oleObj>
              </mc:Choice>
              <mc:Fallback>
                <p:oleObj name="Equation" r:id="rId10" imgW="18032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8305" y="974555"/>
                        <a:ext cx="19542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266456"/>
              </p:ext>
            </p:extLst>
          </p:nvPr>
        </p:nvGraphicFramePr>
        <p:xfrm>
          <a:off x="3284661" y="991468"/>
          <a:ext cx="1489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8" name="Equation" r:id="rId12" imgW="1371600" imgH="330120" progId="Equation.DSMT4">
                  <p:embed/>
                </p:oleObj>
              </mc:Choice>
              <mc:Fallback>
                <p:oleObj name="Equation" r:id="rId12" imgW="1371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661" y="991468"/>
                        <a:ext cx="1489075" cy="330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918657"/>
              </p:ext>
            </p:extLst>
          </p:nvPr>
        </p:nvGraphicFramePr>
        <p:xfrm>
          <a:off x="1686793" y="2042942"/>
          <a:ext cx="5327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79" name="Equation" r:id="rId14" imgW="4914720" imgH="342720" progId="Equation.DSMT4">
                  <p:embed/>
                </p:oleObj>
              </mc:Choice>
              <mc:Fallback>
                <p:oleObj name="Equation" r:id="rId14" imgW="49147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793" y="2042942"/>
                        <a:ext cx="5327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1273715" y="1463458"/>
            <a:ext cx="5170258" cy="461665"/>
            <a:chOff x="567582" y="3074600"/>
            <a:chExt cx="5170258" cy="461665"/>
          </a:xfrm>
        </p:grpSpPr>
        <p:sp>
          <p:nvSpPr>
            <p:cNvPr id="24" name="Text Box 35"/>
            <p:cNvSpPr txBox="1">
              <a:spLocks noChangeArrowheads="1"/>
            </p:cNvSpPr>
            <p:nvPr/>
          </p:nvSpPr>
          <p:spPr bwMode="auto">
            <a:xfrm>
              <a:off x="567582" y="3074600"/>
              <a:ext cx="5170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对任意实数            有</a:t>
              </a:r>
            </a:p>
          </p:txBody>
        </p:sp>
        <p:graphicFrame>
          <p:nvGraphicFramePr>
            <p:cNvPr id="25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5982237"/>
                </p:ext>
              </p:extLst>
            </p:nvPr>
          </p:nvGraphicFramePr>
          <p:xfrm>
            <a:off x="2274004" y="3164759"/>
            <a:ext cx="1663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180" name="Equation" r:id="rId16" imgW="1536480" imgH="330120" progId="Equation.DSMT4">
                    <p:embed/>
                  </p:oleObj>
                </mc:Choice>
                <mc:Fallback>
                  <p:oleObj name="Equation" r:id="rId16" imgW="15364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004" y="3164759"/>
                          <a:ext cx="16637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068510"/>
              </p:ext>
            </p:extLst>
          </p:nvPr>
        </p:nvGraphicFramePr>
        <p:xfrm>
          <a:off x="1872530" y="2530305"/>
          <a:ext cx="34004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81" name="Equation" r:id="rId18" imgW="3136680" imgH="787320" progId="Equation.DSMT4">
                  <p:embed/>
                </p:oleObj>
              </mc:Choice>
              <mc:Fallback>
                <p:oleObj name="Equation" r:id="rId18" imgW="313668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530" y="2530305"/>
                        <a:ext cx="34004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5"/>
          <p:cNvSpPr txBox="1">
            <a:spLocks noChangeArrowheads="1"/>
          </p:cNvSpPr>
          <p:nvPr/>
        </p:nvSpPr>
        <p:spPr bwMode="auto">
          <a:xfrm>
            <a:off x="1273715" y="2648109"/>
            <a:ext cx="5235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629643"/>
              </p:ext>
            </p:extLst>
          </p:nvPr>
        </p:nvGraphicFramePr>
        <p:xfrm>
          <a:off x="1992534" y="3551793"/>
          <a:ext cx="238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82" name="Equation" r:id="rId20" imgW="2387520" imgH="342720" progId="Equation.DSMT4">
                  <p:embed/>
                </p:oleObj>
              </mc:Choice>
              <mc:Fallback>
                <p:oleObj name="Equation" r:id="rId20" imgW="2387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534" y="3551793"/>
                        <a:ext cx="2387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1"/>
          <p:cNvSpPr txBox="1">
            <a:spLocks noChangeArrowheads="1"/>
          </p:cNvSpPr>
          <p:nvPr/>
        </p:nvSpPr>
        <p:spPr bwMode="auto">
          <a:xfrm>
            <a:off x="4400119" y="3436345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使</a:t>
            </a:r>
          </a:p>
        </p:txBody>
      </p:sp>
      <p:sp>
        <p:nvSpPr>
          <p:cNvPr id="33" name="Text Box 53"/>
          <p:cNvSpPr txBox="1">
            <a:spLocks noChangeArrowheads="1"/>
          </p:cNvSpPr>
          <p:nvPr/>
        </p:nvSpPr>
        <p:spPr bwMode="auto">
          <a:xfrm>
            <a:off x="1211344" y="3436345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至少</a:t>
            </a:r>
          </a:p>
        </p:txBody>
      </p: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5228877" y="2601866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由介值定理的推论，知</a:t>
            </a:r>
          </a:p>
        </p:txBody>
      </p:sp>
      <p:graphicFrame>
        <p:nvGraphicFramePr>
          <p:cNvPr id="3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01715"/>
              </p:ext>
            </p:extLst>
          </p:nvPr>
        </p:nvGraphicFramePr>
        <p:xfrm>
          <a:off x="4868839" y="3319199"/>
          <a:ext cx="3206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83" name="Equation" r:id="rId22" imgW="2958840" imgH="787320" progId="Equation.DSMT4">
                  <p:embed/>
                </p:oleObj>
              </mc:Choice>
              <mc:Fallback>
                <p:oleObj name="Equation" r:id="rId22" imgW="29588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39" y="3319199"/>
                        <a:ext cx="32067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4207734" y="390021"/>
            <a:ext cx="430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故           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1273715" y="900959"/>
            <a:ext cx="201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最大值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1211344" y="4116819"/>
            <a:ext cx="2813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结论得证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174562" y="392934"/>
            <a:ext cx="1077344" cy="4511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204541" y="3481276"/>
            <a:ext cx="2088232" cy="4511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01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  <p:bldP spid="31" grpId="0"/>
      <p:bldP spid="33" grpId="0"/>
      <p:bldP spid="34" grpId="0"/>
      <p:bldP spid="37" grpId="0"/>
      <p:bldP spid="39" grpId="0"/>
      <p:bldP spid="40" grpId="0"/>
      <p:bldP spid="41" grpId="0" animBg="1"/>
      <p:bldP spid="4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517722"/>
              </p:ext>
            </p:extLst>
          </p:nvPr>
        </p:nvGraphicFramePr>
        <p:xfrm>
          <a:off x="2429278" y="2479316"/>
          <a:ext cx="1333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41" name="Equation" r:id="rId3" imgW="1231560" imgH="330120" progId="Equation.DSMT4">
                  <p:embed/>
                </p:oleObj>
              </mc:Choice>
              <mc:Fallback>
                <p:oleObj name="Equation" r:id="rId3" imgW="12315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278" y="2479316"/>
                        <a:ext cx="1333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977537"/>
              </p:ext>
            </p:extLst>
          </p:nvPr>
        </p:nvGraphicFramePr>
        <p:xfrm>
          <a:off x="3070990" y="2999978"/>
          <a:ext cx="27400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42" name="Equation" r:id="rId5" imgW="2527200" imgH="723600" progId="Equation.DSMT4">
                  <p:embed/>
                </p:oleObj>
              </mc:Choice>
              <mc:Fallback>
                <p:oleObj name="Equation" r:id="rId5" imgW="25272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990" y="2999978"/>
                        <a:ext cx="27400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872423" y="2431672"/>
            <a:ext cx="1225947" cy="410765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特别地，</a:t>
            </a:r>
            <a:endParaRPr lang="en-US" altLang="zh-CN" sz="2400" b="1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>
          <a:xfrm>
            <a:off x="1938454" y="2431672"/>
            <a:ext cx="577875" cy="4107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  <a:cs typeface="+mn-cs"/>
              </a:rPr>
              <a:t>若</a:t>
            </a:r>
            <a:endParaRPr lang="en-US" altLang="zh-CN" sz="2400" b="1" dirty="0">
              <a:latin typeface="+mn-ea"/>
              <a:ea typeface="+mn-ea"/>
              <a:cs typeface="+mn-cs"/>
            </a:endParaRPr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3712250" y="2394074"/>
            <a:ext cx="577875" cy="4107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  <a:cs typeface="+mn-cs"/>
              </a:rPr>
              <a:t>则</a:t>
            </a:r>
            <a:endParaRPr lang="en-US" altLang="zh-CN" sz="2400" b="1" dirty="0">
              <a:latin typeface="+mn-ea"/>
              <a:ea typeface="+mn-ea"/>
              <a:cs typeface="+mn-cs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02838" y="3867894"/>
            <a:ext cx="4957394" cy="432048"/>
            <a:chOff x="1331640" y="2139702"/>
            <a:chExt cx="4957394" cy="432048"/>
          </a:xfrm>
        </p:grpSpPr>
        <p:sp>
          <p:nvSpPr>
            <p:cNvPr id="31" name="Rectangle 2"/>
            <p:cNvSpPr txBox="1">
              <a:spLocks noChangeArrowheads="1"/>
            </p:cNvSpPr>
            <p:nvPr/>
          </p:nvSpPr>
          <p:spPr>
            <a:xfrm>
              <a:off x="4067944" y="2139702"/>
              <a:ext cx="2221090" cy="41076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+mn-cs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  <a:cs typeface="+mn-cs"/>
                </a:rPr>
                <a:t>算术平均值</a:t>
              </a:r>
              <a:r>
                <a:rPr lang="en-US" altLang="zh-CN" sz="2400" b="1" dirty="0">
                  <a:latin typeface="+mn-ea"/>
                  <a:ea typeface="+mn-ea"/>
                  <a:cs typeface="+mn-cs"/>
                </a:rPr>
                <a:t>.</a:t>
              </a:r>
            </a:p>
          </p:txBody>
        </p:sp>
        <p:graphicFrame>
          <p:nvGraphicFramePr>
            <p:cNvPr id="32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9989437"/>
                </p:ext>
              </p:extLst>
            </p:nvPr>
          </p:nvGraphicFramePr>
          <p:xfrm>
            <a:off x="2699792" y="2211710"/>
            <a:ext cx="14319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43" name="Equation" r:id="rId7" imgW="1320480" imgH="342720" progId="Equation.DSMT4">
                    <p:embed/>
                  </p:oleObj>
                </mc:Choice>
                <mc:Fallback>
                  <p:oleObj name="Equation" r:id="rId7" imgW="13204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2211710"/>
                          <a:ext cx="143192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306614"/>
                </p:ext>
              </p:extLst>
            </p:nvPr>
          </p:nvGraphicFramePr>
          <p:xfrm>
            <a:off x="1691680" y="2211710"/>
            <a:ext cx="68897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44" name="Equation" r:id="rId9" imgW="634680" imgH="342720" progId="Equation.DSMT4">
                    <p:embed/>
                  </p:oleObj>
                </mc:Choice>
                <mc:Fallback>
                  <p:oleObj name="Equation" r:id="rId9" imgW="6346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2211710"/>
                          <a:ext cx="68897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Rectangle 2"/>
            <p:cNvSpPr txBox="1">
              <a:spLocks noChangeArrowheads="1"/>
            </p:cNvSpPr>
            <p:nvPr/>
          </p:nvSpPr>
          <p:spPr>
            <a:xfrm>
              <a:off x="1331640" y="2160985"/>
              <a:ext cx="2016224" cy="41076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+mn-cs"/>
                </a:rPr>
                <a:t>即    为</a:t>
              </a:r>
              <a:endParaRPr lang="en-US" altLang="zh-CN" sz="2400" b="1" dirty="0"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04832" y="371770"/>
            <a:ext cx="7934336" cy="1584176"/>
            <a:chOff x="670112" y="470566"/>
            <a:chExt cx="7934336" cy="1584176"/>
          </a:xfrm>
        </p:grpSpPr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>
              <a:off x="670112" y="470566"/>
              <a:ext cx="331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4  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390192" y="485082"/>
              <a:ext cx="7214256" cy="1569660"/>
              <a:chOff x="1403648" y="2449801"/>
              <a:chExt cx="7214256" cy="1569660"/>
            </a:xfrm>
          </p:grpSpPr>
          <p:sp>
            <p:nvSpPr>
              <p:cNvPr id="46" name="Text Box 35"/>
              <p:cNvSpPr txBox="1">
                <a:spLocks noChangeArrowheads="1"/>
              </p:cNvSpPr>
              <p:nvPr/>
            </p:nvSpPr>
            <p:spPr bwMode="auto">
              <a:xfrm>
                <a:off x="1403648" y="2449801"/>
                <a:ext cx="7214256" cy="1569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设函数    在     上连续，且            ，证明                 </a:t>
                </a:r>
                <a:endParaRPr lang="en-US" altLang="zh-CN" sz="2400" b="1" dirty="0">
                  <a:latin typeface="+mn-ea"/>
                  <a:ea typeface="+mn-ea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对任意实数            至少存在一点          ，</a:t>
                </a:r>
                <a:endParaRPr lang="en-US" altLang="zh-CN" sz="2400" b="1" dirty="0">
                  <a:latin typeface="+mn-ea"/>
                  <a:ea typeface="+mn-ea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  <a:ea typeface="+mn-ea"/>
                  </a:rPr>
                  <a:t>使得</a:t>
                </a:r>
                <a:endParaRPr kumimoji="1" lang="zh-CN" altLang="en-US" sz="2400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47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3282360"/>
                  </p:ext>
                </p:extLst>
              </p:nvPr>
            </p:nvGraphicFramePr>
            <p:xfrm>
              <a:off x="2353208" y="2524433"/>
              <a:ext cx="674688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2245" name="Equation" r:id="rId11" imgW="622080" imgH="342720" progId="Equation.DSMT4">
                      <p:embed/>
                    </p:oleObj>
                  </mc:Choice>
                  <mc:Fallback>
                    <p:oleObj name="Equation" r:id="rId11" imgW="6220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3208" y="2524433"/>
                            <a:ext cx="674688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2">
                <a:extLst>
                  <a:ext uri="{FF2B5EF4-FFF2-40B4-BE49-F238E27FC236}">
                    <a16:creationId xmlns:a16="http://schemas.microsoft.com/office/drawing/2014/main" id="{514C9EA2-5373-42ED-A914-7460D1DC35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9753966"/>
                  </p:ext>
                </p:extLst>
              </p:nvPr>
            </p:nvGraphicFramePr>
            <p:xfrm>
              <a:off x="6737945" y="3100497"/>
              <a:ext cx="1419225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2246" name="Equation" r:id="rId13" imgW="1307880" imgH="342720" progId="Equation.DSMT4">
                      <p:embed/>
                    </p:oleObj>
                  </mc:Choice>
                  <mc:Fallback>
                    <p:oleObj name="Equation" r:id="rId13" imgW="13078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37945" y="3100497"/>
                            <a:ext cx="1419225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3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3538750"/>
                </p:ext>
              </p:extLst>
            </p:nvPr>
          </p:nvGraphicFramePr>
          <p:xfrm>
            <a:off x="3419872" y="572414"/>
            <a:ext cx="6889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47" name="Equation" r:id="rId15" imgW="634680" imgH="330120" progId="Equation.DSMT4">
                    <p:embed/>
                  </p:oleObj>
                </mc:Choice>
                <mc:Fallback>
                  <p:oleObj name="Equation" r:id="rId15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572414"/>
                          <a:ext cx="68897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1173323"/>
                </p:ext>
              </p:extLst>
            </p:nvPr>
          </p:nvGraphicFramePr>
          <p:xfrm>
            <a:off x="5745757" y="551206"/>
            <a:ext cx="170656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48" name="Equation" r:id="rId17" imgW="1574640" imgH="279360" progId="Equation.DSMT4">
                    <p:embed/>
                  </p:oleObj>
                </mc:Choice>
                <mc:Fallback>
                  <p:oleObj name="Equation" r:id="rId17" imgW="157464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5757" y="551206"/>
                          <a:ext cx="170656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2">
              <a:extLst>
                <a:ext uri="{FF2B5EF4-FFF2-40B4-BE49-F238E27FC236}">
                  <a16:creationId xmlns:a16="http://schemas.microsoft.com/office/drawing/2014/main" id="{514C9EA2-5373-42ED-A914-7460D1DC3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29228"/>
                </p:ext>
              </p:extLst>
            </p:nvPr>
          </p:nvGraphicFramePr>
          <p:xfrm>
            <a:off x="2167260" y="1639834"/>
            <a:ext cx="408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49" name="Equation" r:id="rId19" imgW="3771720" imgH="342720" progId="Equation.DSMT4">
                    <p:embed/>
                  </p:oleObj>
                </mc:Choice>
                <mc:Fallback>
                  <p:oleObj name="Equation" r:id="rId19" imgW="377172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7260" y="1639834"/>
                          <a:ext cx="4089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Object 2">
            <a:extLst>
              <a:ext uri="{FF2B5EF4-FFF2-40B4-BE49-F238E27FC236}">
                <a16:creationId xmlns:a16="http://schemas.microsoft.com/office/drawing/2014/main" id="{514C9EA2-5373-42ED-A914-7460D1DC3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387345"/>
              </p:ext>
            </p:extLst>
          </p:nvPr>
        </p:nvGraphicFramePr>
        <p:xfrm>
          <a:off x="2982720" y="1019842"/>
          <a:ext cx="1663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50" name="Equation" r:id="rId21" imgW="1536480" imgH="330120" progId="Equation.DSMT4">
                  <p:embed/>
                </p:oleObj>
              </mc:Choice>
              <mc:Fallback>
                <p:oleObj name="Equation" r:id="rId21" imgW="1536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720" y="1019842"/>
                        <a:ext cx="1663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045509"/>
              </p:ext>
            </p:extLst>
          </p:nvPr>
        </p:nvGraphicFramePr>
        <p:xfrm>
          <a:off x="4233898" y="2459844"/>
          <a:ext cx="238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51" name="Equation" r:id="rId23" imgW="2387520" imgH="342720" progId="Equation.DSMT4">
                  <p:embed/>
                </p:oleObj>
              </mc:Choice>
              <mc:Fallback>
                <p:oleObj name="Equation" r:id="rId23" imgW="2387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98" y="2459844"/>
                        <a:ext cx="2387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51"/>
          <p:cNvSpPr txBox="1">
            <a:spLocks noChangeArrowheads="1"/>
          </p:cNvSpPr>
          <p:nvPr/>
        </p:nvSpPr>
        <p:spPr bwMode="auto">
          <a:xfrm>
            <a:off x="6621498" y="2339007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使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676840" y="1968983"/>
            <a:ext cx="7776864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0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BA0D2F-28AF-42D7-9FDC-CE114B6F7BD4}"/>
              </a:ext>
            </a:extLst>
          </p:cNvPr>
          <p:cNvSpPr txBox="1"/>
          <p:nvPr/>
        </p:nvSpPr>
        <p:spPr>
          <a:xfrm>
            <a:off x="868512" y="195486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定义   </a:t>
            </a:r>
            <a:r>
              <a:rPr lang="zh-CN" altLang="en-US" sz="2400" b="1" dirty="0"/>
              <a:t>对于函数           若存在       使得                      则称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31E6955-2BD2-41CE-B39F-35DB8262C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510"/>
              </p:ext>
            </p:extLst>
          </p:nvPr>
        </p:nvGraphicFramePr>
        <p:xfrm>
          <a:off x="3028752" y="287892"/>
          <a:ext cx="69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14" name="Equation" r:id="rId3" imgW="698400" imgH="342720" progId="Equation.DSMT4">
                  <p:embed/>
                </p:oleObj>
              </mc:Choice>
              <mc:Fallback>
                <p:oleObj name="Equation" r:id="rId3" imgW="69840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B29BA73-E732-4553-8AF7-9A80B637C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8752" y="287892"/>
                        <a:ext cx="698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ED9EF18-FF8E-4C96-B330-76ACE4830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603413"/>
              </p:ext>
            </p:extLst>
          </p:nvPr>
        </p:nvGraphicFramePr>
        <p:xfrm>
          <a:off x="4685558" y="229468"/>
          <a:ext cx="38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15" name="Equation" r:id="rId5" imgW="380880" imgH="393480" progId="Equation.DSMT4">
                  <p:embed/>
                </p:oleObj>
              </mc:Choice>
              <mc:Fallback>
                <p:oleObj name="Equation" r:id="rId5" imgW="3808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DD1B041-41CF-42AB-A04C-D1B4B26944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5558" y="229468"/>
                        <a:ext cx="381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2151667-3FE9-46F2-954F-78292060E3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922907"/>
              </p:ext>
            </p:extLst>
          </p:nvPr>
        </p:nvGraphicFramePr>
        <p:xfrm>
          <a:off x="5765056" y="224392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16" name="Equation" r:id="rId7" imgW="1396800" imgH="406080" progId="Equation.DSMT4">
                  <p:embed/>
                </p:oleObj>
              </mc:Choice>
              <mc:Fallback>
                <p:oleObj name="Equation" r:id="rId7" imgW="139680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6FC2D36-C6B6-4725-AE9D-2921E72FD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5056" y="224392"/>
                        <a:ext cx="1397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6372DA4-368B-45D5-AABB-B0DB20561B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775797"/>
              </p:ext>
            </p:extLst>
          </p:nvPr>
        </p:nvGraphicFramePr>
        <p:xfrm>
          <a:off x="7997304" y="224392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17" name="Equation" r:id="rId9" imgW="279360" imgH="342720" progId="Equation.DSMT4">
                  <p:embed/>
                </p:oleObj>
              </mc:Choice>
              <mc:Fallback>
                <p:oleObj name="Equation" r:id="rId9" imgW="2793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19CEFE6-76E2-43ED-9C0A-6CE3A735C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97304" y="224392"/>
                        <a:ext cx="279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04395872-DD78-4308-B84A-9786A43F3498}"/>
              </a:ext>
            </a:extLst>
          </p:cNvPr>
          <p:cNvGrpSpPr/>
          <p:nvPr/>
        </p:nvGrpSpPr>
        <p:grpSpPr>
          <a:xfrm>
            <a:off x="244131" y="809550"/>
            <a:ext cx="8774171" cy="461665"/>
            <a:chOff x="244131" y="809550"/>
            <a:chExt cx="8774171" cy="461665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8F36D9C-7876-431B-8F20-1236DAF1E2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3864869"/>
                </p:ext>
              </p:extLst>
            </p:nvPr>
          </p:nvGraphicFramePr>
          <p:xfrm>
            <a:off x="5837064" y="819583"/>
            <a:ext cx="27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18" name="Equation" r:id="rId11" imgW="279360" imgH="342720" progId="Equation.DSMT4">
                    <p:embed/>
                  </p:oleObj>
                </mc:Choice>
                <mc:Fallback>
                  <p:oleObj name="Equation" r:id="rId11" imgW="27936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B821A4D-F297-4605-BCB7-D5149B78FA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37064" y="819583"/>
                          <a:ext cx="279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CD2433C-B256-4F70-830A-40848F05A21B}"/>
                </a:ext>
              </a:extLst>
            </p:cNvPr>
            <p:cNvGrpSpPr/>
            <p:nvPr/>
          </p:nvGrpSpPr>
          <p:grpSpPr>
            <a:xfrm>
              <a:off x="244131" y="809550"/>
              <a:ext cx="8774171" cy="461665"/>
              <a:chOff x="244131" y="809550"/>
              <a:chExt cx="8774171" cy="461665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0104ADB-0EE8-4A3F-B81D-7D0D5BA4BE8E}"/>
                  </a:ext>
                </a:extLst>
              </p:cNvPr>
              <p:cNvSpPr txBox="1"/>
              <p:nvPr/>
            </p:nvSpPr>
            <p:spPr>
              <a:xfrm>
                <a:off x="244131" y="809550"/>
                <a:ext cx="81132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/>
                  <a:t>为函数          的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不动点</a:t>
                </a:r>
                <a:r>
                  <a:rPr lang="en-US" altLang="zh-CN" sz="2400" b="1" dirty="0"/>
                  <a:t>. </a:t>
                </a:r>
                <a:r>
                  <a:rPr lang="zh-CN" altLang="en-US" sz="2400" b="1" dirty="0"/>
                  <a:t>显然         的不动点      为函数      </a:t>
                </a:r>
              </a:p>
            </p:txBody>
          </p:sp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F9B57BD1-B1F6-440E-A20C-396339B221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576575"/>
                  </p:ext>
                </p:extLst>
              </p:nvPr>
            </p:nvGraphicFramePr>
            <p:xfrm>
              <a:off x="1300560" y="868932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419" name="Equation" r:id="rId13" imgW="622080" imgH="342720" progId="Equation.DSMT4">
                      <p:embed/>
                    </p:oleObj>
                  </mc:Choice>
                  <mc:Fallback>
                    <p:oleObj name="Equation" r:id="rId13" imgW="622080" imgH="34272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1DA61B5B-9B3E-4DD2-B20A-9B2BD51B8B3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300560" y="868932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2770ECF5-A9A9-47AB-B53A-066E21FBA5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934917"/>
                  </p:ext>
                </p:extLst>
              </p:nvPr>
            </p:nvGraphicFramePr>
            <p:xfrm>
              <a:off x="3892848" y="894024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420" name="Equation" r:id="rId15" imgW="622080" imgH="342720" progId="Equation.DSMT4">
                      <p:embed/>
                    </p:oleObj>
                  </mc:Choice>
                  <mc:Fallback>
                    <p:oleObj name="Equation" r:id="rId15" imgW="622080" imgH="34272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E923DD65-2BDF-4739-8A5E-47A1E57AD43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892848" y="894024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257F0D48-1ED2-43F7-A8F8-4B5FC35D67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3324533"/>
                  </p:ext>
                </p:extLst>
              </p:nvPr>
            </p:nvGraphicFramePr>
            <p:xfrm>
              <a:off x="7062502" y="902210"/>
              <a:ext cx="19558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421" name="Equation" r:id="rId17" imgW="1955520" imgH="342720" progId="Equation.DSMT4">
                      <p:embed/>
                    </p:oleObj>
                  </mc:Choice>
                  <mc:Fallback>
                    <p:oleObj name="Equation" r:id="rId17" imgW="1955520" imgH="34272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DBCFB1B2-B10D-4F4E-AA3C-C67C5B2DD3F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7062502" y="902210"/>
                            <a:ext cx="19558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D8690CC-C793-4232-ABF4-C56D3C107981}"/>
              </a:ext>
            </a:extLst>
          </p:cNvPr>
          <p:cNvSpPr txBox="1"/>
          <p:nvPr/>
        </p:nvSpPr>
        <p:spPr>
          <a:xfrm>
            <a:off x="244131" y="1387610"/>
            <a:ext cx="1488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零点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3ED321E-DA63-4833-9C08-5EFC080E7E8C}"/>
              </a:ext>
            </a:extLst>
          </p:cNvPr>
          <p:cNvGrpSpPr/>
          <p:nvPr/>
        </p:nvGrpSpPr>
        <p:grpSpPr>
          <a:xfrm>
            <a:off x="833130" y="1965670"/>
            <a:ext cx="8028270" cy="461665"/>
            <a:chOff x="833130" y="1965670"/>
            <a:chExt cx="8028270" cy="461665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AD24A3F-A7A4-49F2-BDF6-A85D53F454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5892020"/>
                </p:ext>
              </p:extLst>
            </p:nvPr>
          </p:nvGraphicFramePr>
          <p:xfrm>
            <a:off x="4479489" y="202505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22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EE43F0BC-607F-43BD-897A-07875F9970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79489" y="202505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4CC15D6-E586-4418-BB19-CC9E711BE326}"/>
                </a:ext>
              </a:extLst>
            </p:cNvPr>
            <p:cNvGrpSpPr/>
            <p:nvPr/>
          </p:nvGrpSpPr>
          <p:grpSpPr>
            <a:xfrm>
              <a:off x="833130" y="1965670"/>
              <a:ext cx="8028270" cy="461665"/>
              <a:chOff x="833130" y="1965670"/>
              <a:chExt cx="8028270" cy="461665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5F10A2-05D8-4A5F-92A9-EFCB8D86DDC8}"/>
                  </a:ext>
                </a:extLst>
              </p:cNvPr>
              <p:cNvSpPr txBox="1"/>
              <p:nvPr/>
            </p:nvSpPr>
            <p:spPr>
              <a:xfrm>
                <a:off x="833130" y="1965670"/>
                <a:ext cx="80282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 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b="1" dirty="0">
                    <a:solidFill>
                      <a:srgbClr val="0064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不动点定理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设函数        在闭区间          上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连续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，且</a:t>
                </a:r>
              </a:p>
            </p:txBody>
          </p: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29C46226-1A4B-4CBF-B767-7E6FCF82CF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6801952"/>
                  </p:ext>
                </p:extLst>
              </p:nvPr>
            </p:nvGraphicFramePr>
            <p:xfrm>
              <a:off x="6413128" y="2037752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3423" name="Equation" r:id="rId21" imgW="634680" imgH="330120" progId="Equation.DSMT4">
                      <p:embed/>
                    </p:oleObj>
                  </mc:Choice>
                  <mc:Fallback>
                    <p:oleObj name="Equation" r:id="rId21" imgW="634680" imgH="33012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75366D25-E91C-4A57-9F5A-AB4D785E6BF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413128" y="2037752"/>
                            <a:ext cx="635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89DA1BC-EAA1-4426-B592-602CCD436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938595"/>
              </p:ext>
            </p:extLst>
          </p:nvPr>
        </p:nvGraphicFramePr>
        <p:xfrm>
          <a:off x="244131" y="2655108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24" name="Equation" r:id="rId23" imgW="2108160" imgH="342720" progId="Equation.DSMT4">
                  <p:embed/>
                </p:oleObj>
              </mc:Choice>
              <mc:Fallback>
                <p:oleObj name="Equation" r:id="rId23" imgW="210816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616DD3D-6B10-425E-B74E-E7EACF6631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4131" y="2655108"/>
                        <a:ext cx="2108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F341B2-9F76-4F99-9CA4-7B93E56E4E93}"/>
              </a:ext>
            </a:extLst>
          </p:cNvPr>
          <p:cNvGrpSpPr/>
          <p:nvPr/>
        </p:nvGrpSpPr>
        <p:grpSpPr>
          <a:xfrm>
            <a:off x="2352330" y="2555241"/>
            <a:ext cx="6365053" cy="461665"/>
            <a:chOff x="2352330" y="2555241"/>
            <a:chExt cx="6365053" cy="46166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6EBC7E-21A5-4CD2-8629-E41E794F8A01}"/>
                </a:ext>
              </a:extLst>
            </p:cNvPr>
            <p:cNvSpPr txBox="1"/>
            <p:nvPr/>
          </p:nvSpPr>
          <p:spPr>
            <a:xfrm>
              <a:off x="2352330" y="2555241"/>
              <a:ext cx="63650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证明：存在一点                 使得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B0366CC-A201-493C-B7BF-B4FE723F67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0847118"/>
                </p:ext>
              </p:extLst>
            </p:nvPr>
          </p:nvGraphicFramePr>
          <p:xfrm>
            <a:off x="4655964" y="2620973"/>
            <a:ext cx="1181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25" name="Equation" r:id="rId25" imgW="1180800" imgH="330120" progId="Equation.DSMT4">
                    <p:embed/>
                  </p:oleObj>
                </mc:Choice>
                <mc:Fallback>
                  <p:oleObj name="Equation" r:id="rId25" imgW="118080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6CDB7BDF-2CFD-48B8-B39B-9F6E97D863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655964" y="2620973"/>
                          <a:ext cx="1181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D43F65F-E905-4185-924B-CA76525A2A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7628709"/>
                </p:ext>
              </p:extLst>
            </p:nvPr>
          </p:nvGraphicFramePr>
          <p:xfrm>
            <a:off x="6574904" y="2655108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26" name="Equation" r:id="rId27" imgW="1168200" imgH="342720" progId="Equation.DSMT4">
                    <p:embed/>
                  </p:oleObj>
                </mc:Choice>
                <mc:Fallback>
                  <p:oleObj name="Equation" r:id="rId27" imgW="116820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3D16DCC3-9E2A-4A1F-8EDE-78F43B80A2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574904" y="2655108"/>
                          <a:ext cx="1168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58115D9-101F-4C6F-93CF-84A84DE1B91A}"/>
              </a:ext>
            </a:extLst>
          </p:cNvPr>
          <p:cNvGrpSpPr/>
          <p:nvPr/>
        </p:nvGrpSpPr>
        <p:grpSpPr>
          <a:xfrm>
            <a:off x="702004" y="3382640"/>
            <a:ext cx="8189426" cy="461665"/>
            <a:chOff x="702004" y="3382640"/>
            <a:chExt cx="8189426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A06B636-8552-4FC5-89B5-0707D25A305E}"/>
                </a:ext>
              </a:extLst>
            </p:cNvPr>
            <p:cNvSpPr/>
            <p:nvPr/>
          </p:nvSpPr>
          <p:spPr>
            <a:xfrm>
              <a:off x="702004" y="3382640"/>
              <a:ext cx="79671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注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存在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不动点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是在闭区间        上连续且满足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7C2225AA-6562-49F9-B06D-7E7D64E491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267602"/>
                </p:ext>
              </p:extLst>
            </p:nvPr>
          </p:nvGraphicFramePr>
          <p:xfrm>
            <a:off x="4403440" y="3454723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27" name="Equation" r:id="rId29" imgW="634680" imgH="330120" progId="Equation.DSMT4">
                    <p:embed/>
                  </p:oleObj>
                </mc:Choice>
                <mc:Fallback>
                  <p:oleObj name="Equation" r:id="rId29" imgW="634680" imgH="3301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B67170BC-6A00-446A-866B-5167D33103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403440" y="3454723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4F9E313-2701-43B6-9563-1BEE204323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3357613"/>
                </p:ext>
              </p:extLst>
            </p:nvPr>
          </p:nvGraphicFramePr>
          <p:xfrm>
            <a:off x="6859430" y="3454723"/>
            <a:ext cx="203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28" name="Equation" r:id="rId31" imgW="2031840" imgH="342720" progId="Equation.DSMT4">
                    <p:embed/>
                  </p:oleObj>
                </mc:Choice>
                <mc:Fallback>
                  <p:oleObj name="Equation" r:id="rId31" imgW="2031840" imgH="3427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857218C9-DE03-4B46-9DBD-7E3692E2D0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859430" y="3454723"/>
                          <a:ext cx="203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FCCFF8C4-7CE0-4F9C-98C4-F00B019B9BAA}"/>
              </a:ext>
            </a:extLst>
          </p:cNvPr>
          <p:cNvSpPr/>
          <p:nvPr/>
        </p:nvSpPr>
        <p:spPr>
          <a:xfrm>
            <a:off x="419886" y="3963119"/>
            <a:ext cx="2248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上函数的性质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5594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3">
            <a:extLst>
              <a:ext uri="{FF2B5EF4-FFF2-40B4-BE49-F238E27FC236}">
                <a16:creationId xmlns:a16="http://schemas.microsoft.com/office/drawing/2014/main" id="{A6B41D8F-88BC-46B3-9502-0A1A77954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87" y="352128"/>
            <a:ext cx="435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sp>
        <p:nvSpPr>
          <p:cNvPr id="3" name="Text Box 33">
            <a:extLst>
              <a:ext uri="{FF2B5EF4-FFF2-40B4-BE49-F238E27FC236}">
                <a16:creationId xmlns:a16="http://schemas.microsoft.com/office/drawing/2014/main" id="{015E6C83-555B-4DA6-A440-C7FCB79D5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83" y="352128"/>
            <a:ext cx="683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2AC4391-747F-40A1-83A4-3C04D0FC5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0031"/>
              </p:ext>
            </p:extLst>
          </p:nvPr>
        </p:nvGraphicFramePr>
        <p:xfrm>
          <a:off x="1653861" y="470893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50" name="Equation" r:id="rId3" imgW="2031840" imgH="342720" progId="Equation.DSMT4">
                  <p:embed/>
                </p:oleObj>
              </mc:Choice>
              <mc:Fallback>
                <p:oleObj name="Equation" r:id="rId3" imgW="2031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067CFDC-C706-479E-8F5B-CCD5F7FDFE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3861" y="470893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EA5EB62B-1A45-41A5-9BB1-BBBA9362E62A}"/>
              </a:ext>
            </a:extLst>
          </p:cNvPr>
          <p:cNvGrpSpPr/>
          <p:nvPr/>
        </p:nvGrpSpPr>
        <p:grpSpPr>
          <a:xfrm>
            <a:off x="4860032" y="411510"/>
            <a:ext cx="3235644" cy="461665"/>
            <a:chOff x="4898016" y="568151"/>
            <a:chExt cx="3235644" cy="461665"/>
          </a:xfrm>
        </p:grpSpPr>
        <p:sp>
          <p:nvSpPr>
            <p:cNvPr id="6" name="Text Box 33">
              <a:extLst>
                <a:ext uri="{FF2B5EF4-FFF2-40B4-BE49-F238E27FC236}">
                  <a16:creationId xmlns:a16="http://schemas.microsoft.com/office/drawing/2014/main" id="{09DDB07E-C821-47F4-B47A-A85080BCF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016" y="568151"/>
              <a:ext cx="323564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由              知，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5034FDC-A47D-4D7E-B6F6-F4AC857DE2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8007985"/>
                </p:ext>
              </p:extLst>
            </p:nvPr>
          </p:nvGraphicFramePr>
          <p:xfrm>
            <a:off x="5322630" y="640234"/>
            <a:ext cx="203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51" name="Equation" r:id="rId5" imgW="2031840" imgH="342720" progId="Equation.DSMT4">
                    <p:embed/>
                  </p:oleObj>
                </mc:Choice>
                <mc:Fallback>
                  <p:oleObj name="Equation" r:id="rId5" imgW="203184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68B3D72-0164-4F49-A812-AED8D9D95F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22630" y="640234"/>
                          <a:ext cx="203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0270801-924F-4417-876B-1EA9CECAC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867757"/>
              </p:ext>
            </p:extLst>
          </p:nvPr>
        </p:nvGraphicFramePr>
        <p:xfrm>
          <a:off x="1407534" y="2299258"/>
          <a:ext cx="248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52" name="Equation" r:id="rId7" imgW="2489040" imgH="342720" progId="Equation.DSMT4">
                  <p:embed/>
                </p:oleObj>
              </mc:Choice>
              <mc:Fallback>
                <p:oleObj name="Equation" r:id="rId7" imgW="24890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5D1FD96-27C1-449C-B772-4C91CA988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7534" y="2299258"/>
                        <a:ext cx="2489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88F3C7F-91FF-4BBC-B246-4E54B4B15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494276"/>
              </p:ext>
            </p:extLst>
          </p:nvPr>
        </p:nvGraphicFramePr>
        <p:xfrm>
          <a:off x="3698768" y="483593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53" name="Equation" r:id="rId9" imgW="1143000" imgH="330120" progId="Equation.DSMT4">
                  <p:embed/>
                </p:oleObj>
              </mc:Choice>
              <mc:Fallback>
                <p:oleObj name="Equation" r:id="rId9" imgW="1143000" imgH="3301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FA85112-697F-4C1E-B2EA-FBA577ECD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98768" y="483593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C462C0D-4909-40CD-9C5D-B5D21D95D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761012"/>
              </p:ext>
            </p:extLst>
          </p:nvPr>
        </p:nvGraphicFramePr>
        <p:xfrm>
          <a:off x="4212104" y="2299258"/>
          <a:ext cx="245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54" name="Equation" r:id="rId11" imgW="2450880" imgH="342720" progId="Equation.DSMT4">
                  <p:embed/>
                </p:oleObj>
              </mc:Choice>
              <mc:Fallback>
                <p:oleObj name="Equation" r:id="rId11" imgW="24508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F950F41-A5A6-4427-8A97-1470865AA3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2104" y="2299258"/>
                        <a:ext cx="245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ED5BDBF-F0E2-462C-B3BC-DB82F2714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534400"/>
              </p:ext>
            </p:extLst>
          </p:nvPr>
        </p:nvGraphicFramePr>
        <p:xfrm>
          <a:off x="1697434" y="1326225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55" name="Equation" r:id="rId13" imgW="1168200" imgH="342720" progId="Equation.DSMT4">
                  <p:embed/>
                </p:oleObj>
              </mc:Choice>
              <mc:Fallback>
                <p:oleObj name="Equation" r:id="rId13" imgW="11682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F4EE307-E833-4EE5-9C9B-4294272797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97434" y="1326225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E11EC68-38C1-4E0C-9F58-F91168FA4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021383"/>
              </p:ext>
            </p:extLst>
          </p:nvPr>
        </p:nvGraphicFramePr>
        <p:xfrm>
          <a:off x="3418441" y="135322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56" name="Equation" r:id="rId15" imgW="1130040" imgH="342720" progId="Equation.DSMT4">
                  <p:embed/>
                </p:oleObj>
              </mc:Choice>
              <mc:Fallback>
                <p:oleObj name="Equation" r:id="rId15" imgW="11300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2EB5596-390F-4812-A0B1-DDB3F76F9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18441" y="1353225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9FF0AC3D-C4EC-4FF5-BE6C-EF8B8BBB6802}"/>
              </a:ext>
            </a:extLst>
          </p:cNvPr>
          <p:cNvGrpSpPr/>
          <p:nvPr/>
        </p:nvGrpSpPr>
        <p:grpSpPr>
          <a:xfrm>
            <a:off x="5110080" y="1135487"/>
            <a:ext cx="3384376" cy="925622"/>
            <a:chOff x="5148064" y="1292128"/>
            <a:chExt cx="3384376" cy="925622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B9B7498-9744-4F04-BC9D-59E31A83A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064" y="1459066"/>
              <a:ext cx="3384376" cy="191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5886892-DF9F-4894-9B36-CC039D9D37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823035"/>
                </p:ext>
              </p:extLst>
            </p:nvPr>
          </p:nvGraphicFramePr>
          <p:xfrm>
            <a:off x="5563231" y="1300961"/>
            <a:ext cx="114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57" name="Equation" r:id="rId17" imgW="114120" imgH="330120" progId="Equation.DSMT4">
                    <p:embed/>
                  </p:oleObj>
                </mc:Choice>
                <mc:Fallback>
                  <p:oleObj name="Equation" r:id="rId17" imgW="11412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6DC59B7E-44A4-49C9-9FA7-971B1A2A326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563231" y="1300961"/>
                          <a:ext cx="114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9093E22-4FB6-4BF6-8CFB-F82BE26832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7411834"/>
                </p:ext>
              </p:extLst>
            </p:nvPr>
          </p:nvGraphicFramePr>
          <p:xfrm>
            <a:off x="7970787" y="1300961"/>
            <a:ext cx="127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58" name="Equation" r:id="rId19" imgW="126720" imgH="330120" progId="Equation.DSMT4">
                    <p:embed/>
                  </p:oleObj>
                </mc:Choice>
                <mc:Fallback>
                  <p:oleObj name="Equation" r:id="rId19" imgW="126720" imgH="3301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C26409A8-0B0A-437E-A76B-2A9BEF258E7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970787" y="1300961"/>
                          <a:ext cx="127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DEF284E-2B74-47E7-B747-B231F90FBA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8746838"/>
                </p:ext>
              </p:extLst>
            </p:nvPr>
          </p:nvGraphicFramePr>
          <p:xfrm>
            <a:off x="6071441" y="1293966"/>
            <a:ext cx="114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59" name="Equation" r:id="rId21" imgW="114120" imgH="330120" progId="Equation.DSMT4">
                    <p:embed/>
                  </p:oleObj>
                </mc:Choice>
                <mc:Fallback>
                  <p:oleObj name="Equation" r:id="rId21" imgW="11412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63C7789-01D3-45DC-96A4-3D7E7FBE40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071441" y="1293966"/>
                          <a:ext cx="114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F71B98D-0582-4B51-8A5F-F95A08FC93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47099"/>
                </p:ext>
              </p:extLst>
            </p:nvPr>
          </p:nvGraphicFramePr>
          <p:xfrm>
            <a:off x="7444641" y="1292128"/>
            <a:ext cx="127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0" name="Equation" r:id="rId23" imgW="126720" imgH="330120" progId="Equation.DSMT4">
                    <p:embed/>
                  </p:oleObj>
                </mc:Choice>
                <mc:Fallback>
                  <p:oleObj name="Equation" r:id="rId23" imgW="126720" imgH="3301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DBEE2235-88BB-4098-B395-3320C48D70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444641" y="1292128"/>
                          <a:ext cx="127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10863B6E-40A7-4DF2-AAB6-2ECAF731EF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8976994"/>
                </p:ext>
              </p:extLst>
            </p:nvPr>
          </p:nvGraphicFramePr>
          <p:xfrm>
            <a:off x="5988268" y="1662266"/>
            <a:ext cx="431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1" name="Equation" r:id="rId25" imgW="431640" imgH="253800" progId="Equation.DSMT4">
                    <p:embed/>
                  </p:oleObj>
                </mc:Choice>
                <mc:Fallback>
                  <p:oleObj name="Equation" r:id="rId25" imgW="431640" imgH="25380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86D6A0CE-3BD4-46A6-89B5-C8413A919F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988268" y="1662266"/>
                          <a:ext cx="431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64215BD-EC51-4163-AFC8-2C99AAEF9B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344763"/>
                </p:ext>
              </p:extLst>
            </p:nvPr>
          </p:nvGraphicFramePr>
          <p:xfrm>
            <a:off x="7245350" y="1654316"/>
            <a:ext cx="431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2" name="Equation" r:id="rId27" imgW="431640" imgH="253800" progId="Equation.DSMT4">
                    <p:embed/>
                  </p:oleObj>
                </mc:Choice>
                <mc:Fallback>
                  <p:oleObj name="Equation" r:id="rId27" imgW="431640" imgH="2538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22C811DA-2F00-49E7-A039-A96BEF06BCF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245350" y="1654316"/>
                          <a:ext cx="431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439D5536-D509-4645-80BA-CF9C4D99FD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1714067"/>
                </p:ext>
              </p:extLst>
            </p:nvPr>
          </p:nvGraphicFramePr>
          <p:xfrm>
            <a:off x="5500511" y="1667588"/>
            <a:ext cx="1524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3" name="Equation" r:id="rId29" imgW="152280" imgH="164880" progId="Equation.DSMT4">
                    <p:embed/>
                  </p:oleObj>
                </mc:Choice>
                <mc:Fallback>
                  <p:oleObj name="Equation" r:id="rId29" imgW="152280" imgH="1648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474A979B-8DFD-4695-8481-A1A363E674C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500511" y="1667588"/>
                          <a:ext cx="1524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D4DABB0A-FB66-49D0-B4A7-E7136416FA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4374828"/>
                </p:ext>
              </p:extLst>
            </p:nvPr>
          </p:nvGraphicFramePr>
          <p:xfrm>
            <a:off x="7970787" y="1681316"/>
            <a:ext cx="1397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4" name="Equation" r:id="rId31" imgW="139680" imgH="215640" progId="Equation.DSMT4">
                    <p:embed/>
                  </p:oleObj>
                </mc:Choice>
                <mc:Fallback>
                  <p:oleObj name="Equation" r:id="rId31" imgW="139680" imgH="21564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AD5F5246-F728-45C5-9020-67C0EEBB42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7970787" y="1681316"/>
                          <a:ext cx="1397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05E7D46-9751-44F8-A226-C2AC2518B3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9368027"/>
                </p:ext>
              </p:extLst>
            </p:nvPr>
          </p:nvGraphicFramePr>
          <p:xfrm>
            <a:off x="5864179" y="1888316"/>
            <a:ext cx="584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5" name="Equation" r:id="rId33" imgW="583920" imgH="266400" progId="Equation.DSMT4">
                    <p:embed/>
                  </p:oleObj>
                </mc:Choice>
                <mc:Fallback>
                  <p:oleObj name="Equation" r:id="rId33" imgW="583920" imgH="2664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47DCC613-2978-47C8-8615-3EC0478305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864179" y="1888316"/>
                          <a:ext cx="5842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945E501-1F9E-478E-9E2B-FBB750E518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7034182"/>
                </p:ext>
              </p:extLst>
            </p:nvPr>
          </p:nvGraphicFramePr>
          <p:xfrm>
            <a:off x="7209691" y="1951050"/>
            <a:ext cx="596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6" name="Equation" r:id="rId35" imgW="596880" imgH="266400" progId="Equation.DSMT4">
                    <p:embed/>
                  </p:oleObj>
                </mc:Choice>
                <mc:Fallback>
                  <p:oleObj name="Equation" r:id="rId35" imgW="596880" imgH="2664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1E54D070-25BC-4922-BD36-F6F0E45BEE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209691" y="1951050"/>
                          <a:ext cx="596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33">
            <a:extLst>
              <a:ext uri="{FF2B5EF4-FFF2-40B4-BE49-F238E27FC236}">
                <a16:creationId xmlns:a16="http://schemas.microsoft.com/office/drawing/2014/main" id="{725A29EA-180D-4110-8907-45D25C458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37" y="2188454"/>
            <a:ext cx="11515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从而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4BDBA12-FA48-493E-B6A3-6BC7B773D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05352"/>
              </p:ext>
            </p:extLst>
          </p:nvPr>
        </p:nvGraphicFramePr>
        <p:xfrm>
          <a:off x="6496166" y="3055775"/>
          <a:ext cx="139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67" name="Equation" r:id="rId37" imgW="139680" imgH="215640" progId="Equation.DSMT4">
                  <p:embed/>
                </p:oleObj>
              </mc:Choice>
              <mc:Fallback>
                <p:oleObj name="Equation" r:id="rId37" imgW="139680" imgH="21564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92D45EC9-850B-487F-9A84-EB8DAA61E0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496166" y="3055775"/>
                        <a:ext cx="139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4400142E-4C70-443B-BCF0-F91C71E99146}"/>
              </a:ext>
            </a:extLst>
          </p:cNvPr>
          <p:cNvGrpSpPr/>
          <p:nvPr/>
        </p:nvGrpSpPr>
        <p:grpSpPr>
          <a:xfrm>
            <a:off x="635097" y="2775435"/>
            <a:ext cx="2515615" cy="461665"/>
            <a:chOff x="673081" y="2932076"/>
            <a:chExt cx="2515615" cy="461665"/>
          </a:xfrm>
        </p:grpSpPr>
        <p:sp>
          <p:nvSpPr>
            <p:cNvPr id="28" name="Text Box 33">
              <a:extLst>
                <a:ext uri="{FF2B5EF4-FFF2-40B4-BE49-F238E27FC236}">
                  <a16:creationId xmlns:a16="http://schemas.microsoft.com/office/drawing/2014/main" id="{8C862A5D-2E32-4126-B1E9-3A383E163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081" y="2932076"/>
              <a:ext cx="115152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因此</a:t>
              </a: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3F8978A-1794-4CD2-A82B-17E5A6EFFA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4010139"/>
                </p:ext>
              </p:extLst>
            </p:nvPr>
          </p:nvGraphicFramePr>
          <p:xfrm>
            <a:off x="1436096" y="3049598"/>
            <a:ext cx="1752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8" name="Equation" r:id="rId39" imgW="1752480" imgH="342720" progId="Equation.DSMT4">
                    <p:embed/>
                  </p:oleObj>
                </mc:Choice>
                <mc:Fallback>
                  <p:oleObj name="Equation" r:id="rId39" imgW="1752480" imgH="34272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FC706585-1152-4C40-AB31-5414BC863D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436096" y="3049598"/>
                          <a:ext cx="1752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1A4A5FF-B0A3-4634-8A42-0846F21BBC4B}"/>
              </a:ext>
            </a:extLst>
          </p:cNvPr>
          <p:cNvGrpSpPr/>
          <p:nvPr/>
        </p:nvGrpSpPr>
        <p:grpSpPr>
          <a:xfrm>
            <a:off x="3157934" y="2760123"/>
            <a:ext cx="5336522" cy="461665"/>
            <a:chOff x="3195918" y="2916764"/>
            <a:chExt cx="5336522" cy="461665"/>
          </a:xfrm>
        </p:grpSpPr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C3EFAD31-6A3A-49E9-9A7C-77BF7F8A6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918" y="2916764"/>
              <a:ext cx="533652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若等号成立，即              则</a:t>
              </a: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D88474F2-9B05-4B31-B1BB-F393BFE131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7251535"/>
                </p:ext>
              </p:extLst>
            </p:nvPr>
          </p:nvGraphicFramePr>
          <p:xfrm>
            <a:off x="5500511" y="3020498"/>
            <a:ext cx="1765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69" name="Equation" r:id="rId41" imgW="1765080" imgH="342720" progId="Equation.DSMT4">
                    <p:embed/>
                  </p:oleObj>
                </mc:Choice>
                <mc:Fallback>
                  <p:oleObj name="Equation" r:id="rId41" imgW="1765080" imgH="34272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481CD2A7-9B8A-41E1-87AC-D3B46CA9A6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5500511" y="3020498"/>
                          <a:ext cx="1765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BE3706D-3A47-45D7-9E66-CC32620C5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835004"/>
              </p:ext>
            </p:extLst>
          </p:nvPr>
        </p:nvGraphicFramePr>
        <p:xfrm>
          <a:off x="598437" y="3381017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770" name="Equation" r:id="rId43" imgW="1091880" imgH="342720" progId="Equation.DSMT4">
                  <p:embed/>
                </p:oleObj>
              </mc:Choice>
              <mc:Fallback>
                <p:oleObj name="Equation" r:id="rId43" imgW="1091880" imgH="34272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699A8915-099D-4505-997B-B8C25D638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98437" y="3381017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35F03332-BF42-428B-9F75-1C3B8709B371}"/>
              </a:ext>
            </a:extLst>
          </p:cNvPr>
          <p:cNvGrpSpPr/>
          <p:nvPr/>
        </p:nvGrpSpPr>
        <p:grpSpPr>
          <a:xfrm>
            <a:off x="1764364" y="3262252"/>
            <a:ext cx="1547277" cy="461665"/>
            <a:chOff x="1802348" y="3418893"/>
            <a:chExt cx="1547277" cy="461665"/>
          </a:xfrm>
        </p:grpSpPr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B43E915F-26C3-4C0B-8DBB-CFF647515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348" y="3418893"/>
              <a:ext cx="115152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或</a:t>
              </a:r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603E404B-3517-4346-968C-730E42CAA0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7937924"/>
                </p:ext>
              </p:extLst>
            </p:nvPr>
          </p:nvGraphicFramePr>
          <p:xfrm>
            <a:off x="2193925" y="3537658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71" name="Equation" r:id="rId45" imgW="1155600" imgH="342720" progId="Equation.DSMT4">
                    <p:embed/>
                  </p:oleObj>
                </mc:Choice>
                <mc:Fallback>
                  <p:oleObj name="Equation" r:id="rId45" imgW="1155600" imgH="34272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A6B19927-0B1E-4CEB-885A-93A8A1244A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2193925" y="3537658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C578F18-ED94-4C19-8F59-6477DB462164}"/>
              </a:ext>
            </a:extLst>
          </p:cNvPr>
          <p:cNvGrpSpPr/>
          <p:nvPr/>
        </p:nvGrpSpPr>
        <p:grpSpPr>
          <a:xfrm>
            <a:off x="3304711" y="3271675"/>
            <a:ext cx="5164884" cy="461665"/>
            <a:chOff x="3342695" y="3428316"/>
            <a:chExt cx="5164884" cy="461665"/>
          </a:xfrm>
        </p:grpSpPr>
        <p:sp>
          <p:nvSpPr>
            <p:cNvPr id="38" name="Text Box 33">
              <a:extLst>
                <a:ext uri="{FF2B5EF4-FFF2-40B4-BE49-F238E27FC236}">
                  <a16:creationId xmlns:a16="http://schemas.microsoft.com/office/drawing/2014/main" id="{286B8B6E-6E1A-4B6C-8EE6-1C719365A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695" y="3428316"/>
              <a:ext cx="51648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即        或        否则，由零点</a:t>
              </a: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3572F0F0-D512-4E93-8CF5-9BE30EA78F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5917883"/>
                </p:ext>
              </p:extLst>
            </p:nvPr>
          </p:nvGraphicFramePr>
          <p:xfrm>
            <a:off x="3748088" y="3521075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72" name="Equation" r:id="rId47" imgW="1091880" imgH="342720" progId="Equation.DSMT4">
                    <p:embed/>
                  </p:oleObj>
                </mc:Choice>
                <mc:Fallback>
                  <p:oleObj name="Equation" r:id="rId47" imgW="1091880" imgH="3427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1FDC107F-CDD7-4F38-9D65-EF42AFDDC7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3748088" y="3521075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E4C66483-1B55-480A-A328-9E58CF5F52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320610"/>
                </p:ext>
              </p:extLst>
            </p:nvPr>
          </p:nvGraphicFramePr>
          <p:xfrm>
            <a:off x="5344418" y="3513949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73" name="Equation" r:id="rId49" imgW="1143000" imgH="342720" progId="Equation.DSMT4">
                    <p:embed/>
                  </p:oleObj>
                </mc:Choice>
                <mc:Fallback>
                  <p:oleObj name="Equation" r:id="rId49" imgW="1143000" imgH="34272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366B3224-ACD9-489C-A8C7-EBAFA4FE89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5344418" y="3513949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260D3BE-E2ED-4B30-BCF1-2AF6AC65BF40}"/>
              </a:ext>
            </a:extLst>
          </p:cNvPr>
          <p:cNvGrpSpPr/>
          <p:nvPr/>
        </p:nvGrpSpPr>
        <p:grpSpPr>
          <a:xfrm>
            <a:off x="568269" y="3884960"/>
            <a:ext cx="7566147" cy="461665"/>
            <a:chOff x="606253" y="4041601"/>
            <a:chExt cx="7566147" cy="461665"/>
          </a:xfrm>
        </p:grpSpPr>
        <p:sp>
          <p:nvSpPr>
            <p:cNvPr id="42" name="Text Box 33">
              <a:extLst>
                <a:ext uri="{FF2B5EF4-FFF2-40B4-BE49-F238E27FC236}">
                  <a16:creationId xmlns:a16="http://schemas.microsoft.com/office/drawing/2014/main" id="{B548A37B-2BD2-4BCC-8298-F5A89F987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253" y="4041601"/>
              <a:ext cx="75661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定理可得，存在         使得         即       </a:t>
              </a:r>
            </a:p>
          </p:txBody>
        </p:sp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580F780D-C477-416A-82DE-5C14A5B8A1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2533993"/>
                </p:ext>
              </p:extLst>
            </p:nvPr>
          </p:nvGraphicFramePr>
          <p:xfrm>
            <a:off x="2865438" y="4138613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74" name="Equation" r:id="rId51" imgW="1193760" imgH="342720" progId="Equation.DSMT4">
                    <p:embed/>
                  </p:oleObj>
                </mc:Choice>
                <mc:Fallback>
                  <p:oleObj name="Equation" r:id="rId51" imgW="1193760" imgH="3427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D4988143-F8C3-4FC3-9E58-A617E74759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2865438" y="4138613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BBDCB197-F7D8-4AF0-B9BC-3FE92B8C27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1643269"/>
                </p:ext>
              </p:extLst>
            </p:nvPr>
          </p:nvGraphicFramePr>
          <p:xfrm>
            <a:off x="4878906" y="4160366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75" name="Equation" r:id="rId53" imgW="1180800" imgH="342720" progId="Equation.DSMT4">
                    <p:embed/>
                  </p:oleObj>
                </mc:Choice>
                <mc:Fallback>
                  <p:oleObj name="Equation" r:id="rId53" imgW="1180800" imgH="34272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33B696C6-6CA5-4582-9487-6BB9741061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4878906" y="4160366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E35ABE66-B3FB-4498-AE4D-BFF73AEF1E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1644793"/>
                </p:ext>
              </p:extLst>
            </p:nvPr>
          </p:nvGraphicFramePr>
          <p:xfrm>
            <a:off x="6577937" y="4138613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776" name="Equation" r:id="rId55" imgW="1168200" imgH="342720" progId="Equation.DSMT4">
                    <p:embed/>
                  </p:oleObj>
                </mc:Choice>
                <mc:Fallback>
                  <p:oleObj name="Equation" r:id="rId55" imgW="1168200" imgH="34272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E55763A3-340A-4309-80CB-1DF6472556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6"/>
                        <a:stretch>
                          <a:fillRect/>
                        </a:stretch>
                      </p:blipFill>
                      <p:spPr>
                        <a:xfrm>
                          <a:off x="6577937" y="4138613"/>
                          <a:ext cx="1168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2932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9">
            <a:extLst>
              <a:ext uri="{FF2B5EF4-FFF2-40B4-BE49-F238E27FC236}">
                <a16:creationId xmlns:a16="http://schemas.microsoft.com/office/drawing/2014/main" id="{7A039508-BE88-47F4-AE43-DFFA5B69D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96" y="334069"/>
            <a:ext cx="45886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五、一致连续性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0D0192-5DD0-441F-92FA-19345BE79363}"/>
              </a:ext>
            </a:extLst>
          </p:cNvPr>
          <p:cNvSpPr txBox="1"/>
          <p:nvPr/>
        </p:nvSpPr>
        <p:spPr>
          <a:xfrm>
            <a:off x="912687" y="2058652"/>
            <a:ext cx="88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说明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6DB48A0-C41E-4EC7-B370-F60C686DF8EE}"/>
              </a:ext>
            </a:extLst>
          </p:cNvPr>
          <p:cNvGrpSpPr/>
          <p:nvPr/>
        </p:nvGrpSpPr>
        <p:grpSpPr>
          <a:xfrm>
            <a:off x="952707" y="984880"/>
            <a:ext cx="3961568" cy="461665"/>
            <a:chOff x="952707" y="984880"/>
            <a:chExt cx="3961568" cy="461665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EE950A7-F595-4642-99E9-4F9325E2E25F}"/>
                </a:ext>
              </a:extLst>
            </p:cNvPr>
            <p:cNvSpPr txBox="1"/>
            <p:nvPr/>
          </p:nvSpPr>
          <p:spPr>
            <a:xfrm>
              <a:off x="952707" y="984880"/>
              <a:ext cx="39615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函数    在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区间  </a:t>
              </a:r>
              <a:r>
                <a:rPr lang="zh-CN" altLang="en-US" sz="2400" b="1" dirty="0">
                  <a:latin typeface="+mn-ea"/>
                </a:rPr>
                <a:t>上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连续</a:t>
              </a:r>
              <a:r>
                <a:rPr lang="zh-CN" altLang="en-US" sz="2400" b="1" dirty="0">
                  <a:latin typeface="+mn-ea"/>
                </a:rPr>
                <a:t>：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0CB2DDAF-BFE5-456C-99FD-C11C199112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1917309"/>
                </p:ext>
              </p:extLst>
            </p:nvPr>
          </p:nvGraphicFramePr>
          <p:xfrm>
            <a:off x="1637311" y="107664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7311" y="107664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EF47B95-9B3B-4396-AD47-95CAA7D552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4703193"/>
                </p:ext>
              </p:extLst>
            </p:nvPr>
          </p:nvGraphicFramePr>
          <p:xfrm>
            <a:off x="3239236" y="1120826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3" name="Equation" r:id="rId5" imgW="190440" imgH="266400" progId="Equation.DSMT4">
                    <p:embed/>
                  </p:oleObj>
                </mc:Choice>
                <mc:Fallback>
                  <p:oleObj name="Equation" r:id="rId5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39236" y="1120826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DE9C68-B3FA-4A7F-B8AF-96DC06F79EEC}"/>
              </a:ext>
            </a:extLst>
          </p:cNvPr>
          <p:cNvGrpSpPr/>
          <p:nvPr/>
        </p:nvGrpSpPr>
        <p:grpSpPr>
          <a:xfrm>
            <a:off x="4660457" y="991515"/>
            <a:ext cx="3398816" cy="461665"/>
            <a:chOff x="4660457" y="991515"/>
            <a:chExt cx="3398816" cy="461665"/>
          </a:xfrm>
        </p:grpSpPr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4DE30EF8-440D-42F4-8A31-89DDAAF0B1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774015"/>
                </p:ext>
              </p:extLst>
            </p:nvPr>
          </p:nvGraphicFramePr>
          <p:xfrm>
            <a:off x="4660457" y="1091248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4" name="Equation" r:id="rId7" imgW="1054080" imgH="342720" progId="Equation.DSMT4">
                    <p:embed/>
                  </p:oleObj>
                </mc:Choice>
                <mc:Fallback>
                  <p:oleObj name="Equation" r:id="rId7" imgW="1054080" imgH="34272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CBE92513-4963-48B5-9704-41AEE30581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0457" y="1091248"/>
                          <a:ext cx="1054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FB0FD84-A302-4A05-8BDF-ECA21DD8D09E}"/>
                </a:ext>
              </a:extLst>
            </p:cNvPr>
            <p:cNvSpPr txBox="1"/>
            <p:nvPr/>
          </p:nvSpPr>
          <p:spPr>
            <a:xfrm>
              <a:off x="5666045" y="991515"/>
              <a:ext cx="2393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对每一个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3916EDB-CFBA-40A4-B26D-7EB3F5EDFE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3466551"/>
                </p:ext>
              </p:extLst>
            </p:nvPr>
          </p:nvGraphicFramePr>
          <p:xfrm>
            <a:off x="7064375" y="1062038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5" name="Equation" r:id="rId9" imgW="812520" imgH="380880" progId="Equation.DSMT4">
                    <p:embed/>
                  </p:oleObj>
                </mc:Choice>
                <mc:Fallback>
                  <p:oleObj name="Equation" r:id="rId9" imgW="812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64375" y="1062038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0F430A6D-F825-42B2-B979-322CDF97A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004279"/>
              </p:ext>
            </p:extLst>
          </p:nvPr>
        </p:nvGraphicFramePr>
        <p:xfrm>
          <a:off x="322263" y="1530350"/>
          <a:ext cx="1841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66" name="Equation" r:id="rId11" imgW="1841400" imgH="380880" progId="Equation.DSMT4">
                  <p:embed/>
                </p:oleObj>
              </mc:Choice>
              <mc:Fallback>
                <p:oleObj name="Equation" r:id="rId11" imgW="1841400" imgH="38088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CBE92513-4963-48B5-9704-41AEE3058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1530350"/>
                        <a:ext cx="1841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40555F4A-77BD-4B10-87F9-8C3BFC9E2F79}"/>
              </a:ext>
            </a:extLst>
          </p:cNvPr>
          <p:cNvGrpSpPr/>
          <p:nvPr/>
        </p:nvGrpSpPr>
        <p:grpSpPr>
          <a:xfrm>
            <a:off x="5175734" y="1466789"/>
            <a:ext cx="2923691" cy="461665"/>
            <a:chOff x="5175734" y="1466789"/>
            <a:chExt cx="2923691" cy="461665"/>
          </a:xfrm>
        </p:grpSpPr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E38D3927-5217-41FC-B68C-AACAFBCB09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4229918"/>
                </p:ext>
              </p:extLst>
            </p:nvPr>
          </p:nvGraphicFramePr>
          <p:xfrm>
            <a:off x="5889625" y="1482725"/>
            <a:ext cx="2209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7" name="Equation" r:id="rId13" imgW="2209680" imgH="431640" progId="Equation.DSMT4">
                    <p:embed/>
                  </p:oleObj>
                </mc:Choice>
                <mc:Fallback>
                  <p:oleObj name="Equation" r:id="rId13" imgW="2209680" imgH="431640" progId="Equation.DSMT4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685AF2C8-5C86-4F5E-98E3-E9DE3E16BE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9625" y="1482725"/>
                          <a:ext cx="22098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86CE6F0-B9E3-453D-847A-C40DD76E85DF}"/>
                </a:ext>
              </a:extLst>
            </p:cNvPr>
            <p:cNvSpPr txBox="1"/>
            <p:nvPr/>
          </p:nvSpPr>
          <p:spPr>
            <a:xfrm>
              <a:off x="5175734" y="1466789"/>
              <a:ext cx="882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就有          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F6786A-8C5E-4780-9B53-AAC519E85241}"/>
              </a:ext>
            </a:extLst>
          </p:cNvPr>
          <p:cNvGrpSpPr/>
          <p:nvPr/>
        </p:nvGrpSpPr>
        <p:grpSpPr>
          <a:xfrm>
            <a:off x="1965772" y="1450283"/>
            <a:ext cx="3272978" cy="475526"/>
            <a:chOff x="1965772" y="1450283"/>
            <a:chExt cx="3272978" cy="475526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E9B531-5719-423C-A26F-20C2B2938EE3}"/>
                </a:ext>
              </a:extLst>
            </p:cNvPr>
            <p:cNvSpPr txBox="1"/>
            <p:nvPr/>
          </p:nvSpPr>
          <p:spPr>
            <a:xfrm>
              <a:off x="1965772" y="1464144"/>
              <a:ext cx="8823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只要          </a:t>
              </a: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C6DF0187-6437-47F7-92EE-581427005E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535851"/>
                </p:ext>
              </p:extLst>
            </p:nvPr>
          </p:nvGraphicFramePr>
          <p:xfrm>
            <a:off x="3816350" y="1525588"/>
            <a:ext cx="1422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8" name="Equation" r:id="rId15" imgW="1422360" imgH="380880" progId="Equation.DSMT4">
                    <p:embed/>
                  </p:oleObj>
                </mc:Choice>
                <mc:Fallback>
                  <p:oleObj name="Equation" r:id="rId15" imgW="1422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16350" y="1525588"/>
                          <a:ext cx="1422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30A2DD4C-2884-432A-8570-7AC265030A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5653850"/>
                </p:ext>
              </p:extLst>
            </p:nvPr>
          </p:nvGraphicFramePr>
          <p:xfrm>
            <a:off x="2708810" y="1555521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69" name="Equation" r:id="rId17" imgW="711000" imgH="330120" progId="Equation.DSMT4">
                    <p:embed/>
                  </p:oleObj>
                </mc:Choice>
                <mc:Fallback>
                  <p:oleObj name="Equation" r:id="rId17" imgW="7110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708810" y="1555521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AC63A20-6E62-4985-8ED1-0AB99EE1F3F3}"/>
                </a:ext>
              </a:extLst>
            </p:cNvPr>
            <p:cNvSpPr txBox="1"/>
            <p:nvPr/>
          </p:nvSpPr>
          <p:spPr>
            <a:xfrm>
              <a:off x="3356653" y="1450283"/>
              <a:ext cx="882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且          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D4B844-7703-4206-8A2F-F1DE6469E2C2}"/>
              </a:ext>
            </a:extLst>
          </p:cNvPr>
          <p:cNvGrpSpPr/>
          <p:nvPr/>
        </p:nvGrpSpPr>
        <p:grpSpPr>
          <a:xfrm>
            <a:off x="1641475" y="2083964"/>
            <a:ext cx="5622343" cy="468736"/>
            <a:chOff x="1641475" y="2083964"/>
            <a:chExt cx="5622343" cy="468736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79F76C32-240F-42E5-95DD-C152E7657CD6}"/>
                </a:ext>
              </a:extLst>
            </p:cNvPr>
            <p:cNvGrpSpPr/>
            <p:nvPr/>
          </p:nvGrpSpPr>
          <p:grpSpPr>
            <a:xfrm>
              <a:off x="2880071" y="2083964"/>
              <a:ext cx="4383747" cy="468736"/>
              <a:chOff x="3356605" y="2060683"/>
              <a:chExt cx="4383747" cy="468736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1688A54-BCBE-4718-8E20-98EFB0D57FEE}"/>
                  </a:ext>
                </a:extLst>
              </p:cNvPr>
              <p:cNvSpPr txBox="1"/>
              <p:nvPr/>
            </p:nvSpPr>
            <p:spPr>
              <a:xfrm>
                <a:off x="3547771" y="2060683"/>
                <a:ext cx="41925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不但与  有关，还与   有关</a:t>
                </a:r>
                <a:r>
                  <a:rPr lang="en-US" altLang="zh-CN" sz="2400" b="1" dirty="0">
                    <a:latin typeface="+mn-ea"/>
                  </a:rPr>
                  <a:t>.</a:t>
                </a:r>
                <a:endParaRPr lang="zh-CN" altLang="en-US" sz="2400" b="1" dirty="0">
                  <a:latin typeface="+mn-ea"/>
                </a:endParaRPr>
              </a:p>
            </p:txBody>
          </p:sp>
          <p:graphicFrame>
            <p:nvGraphicFramePr>
              <p:cNvPr id="17" name="Object 24">
                <a:extLst>
                  <a:ext uri="{FF2B5EF4-FFF2-40B4-BE49-F238E27FC236}">
                    <a16:creationId xmlns:a16="http://schemas.microsoft.com/office/drawing/2014/main" id="{8CD2F840-E02A-4C4F-AA7A-B7A4D9A4BB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4135502"/>
                  </p:ext>
                </p:extLst>
              </p:nvPr>
            </p:nvGraphicFramePr>
            <p:xfrm>
              <a:off x="3356605" y="2160440"/>
              <a:ext cx="241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670" name="Equation" r:id="rId19" imgW="241200" imgH="342720" progId="Equation.DSMT4">
                      <p:embed/>
                    </p:oleObj>
                  </mc:Choice>
                  <mc:Fallback>
                    <p:oleObj name="Equation" r:id="rId19" imgW="241200" imgH="34272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CBE92513-4963-48B5-9704-41AEE305817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6605" y="2160440"/>
                            <a:ext cx="241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568EA531-92FD-4C48-A97F-43EB538FEC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6905856"/>
                  </p:ext>
                </p:extLst>
              </p:nvPr>
            </p:nvGraphicFramePr>
            <p:xfrm>
              <a:off x="4594943" y="2224098"/>
              <a:ext cx="2032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671" name="Equation" r:id="rId21" imgW="203040" imgH="215640" progId="Equation.DSMT4">
                      <p:embed/>
                    </p:oleObj>
                  </mc:Choice>
                  <mc:Fallback>
                    <p:oleObj name="Equation" r:id="rId21" imgW="203040" imgH="2156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594943" y="2224098"/>
                            <a:ext cx="2032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0DAE0FB5-07F6-4B82-9C44-D7D9AA371ED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41538110"/>
                  </p:ext>
                </p:extLst>
              </p:nvPr>
            </p:nvGraphicFramePr>
            <p:xfrm>
              <a:off x="6489984" y="2148419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672" name="Equation" r:id="rId23" imgW="279360" imgH="380880" progId="Equation.DSMT4">
                      <p:embed/>
                    </p:oleObj>
                  </mc:Choice>
                  <mc:Fallback>
                    <p:oleObj name="Equation" r:id="rId23" imgW="27936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489984" y="2148419"/>
                            <a:ext cx="2794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" name="Object 24">
              <a:extLst>
                <a:ext uri="{FF2B5EF4-FFF2-40B4-BE49-F238E27FC236}">
                  <a16:creationId xmlns:a16="http://schemas.microsoft.com/office/drawing/2014/main" id="{3374519D-DECE-4063-820C-3079EE96FD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125367"/>
                </p:ext>
              </p:extLst>
            </p:nvPr>
          </p:nvGraphicFramePr>
          <p:xfrm>
            <a:off x="1641475" y="2159000"/>
            <a:ext cx="1143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73" name="Equation" r:id="rId25" imgW="1143000" imgH="380880" progId="Equation.DSMT4">
                    <p:embed/>
                  </p:oleObj>
                </mc:Choice>
                <mc:Fallback>
                  <p:oleObj name="Equation" r:id="rId25" imgW="1143000" imgH="380880" progId="Equation.DSMT4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0F430A6D-F825-42B2-B979-322CDF97AE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1475" y="2159000"/>
                          <a:ext cx="11430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E287824B-CB06-420F-A7EB-8AE6BF8A1772}"/>
              </a:ext>
            </a:extLst>
          </p:cNvPr>
          <p:cNvSpPr txBox="1"/>
          <p:nvPr/>
        </p:nvSpPr>
        <p:spPr>
          <a:xfrm>
            <a:off x="912687" y="2931790"/>
            <a:ext cx="88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问题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A86EE0D-F727-4BEC-83B1-B236A546DEE8}"/>
              </a:ext>
            </a:extLst>
          </p:cNvPr>
          <p:cNvGrpSpPr/>
          <p:nvPr/>
        </p:nvGrpSpPr>
        <p:grpSpPr>
          <a:xfrm>
            <a:off x="1617956" y="2912107"/>
            <a:ext cx="7081742" cy="461665"/>
            <a:chOff x="1617956" y="2912107"/>
            <a:chExt cx="7081742" cy="461665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9B3CBDD-FDAD-4370-9FC0-3C58ED2AC68C}"/>
                </a:ext>
              </a:extLst>
            </p:cNvPr>
            <p:cNvSpPr txBox="1"/>
            <p:nvPr/>
          </p:nvSpPr>
          <p:spPr>
            <a:xfrm>
              <a:off x="1617956" y="2912107"/>
              <a:ext cx="6986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是否有这样的情形：存在着只与  有关，而对区间</a:t>
              </a:r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22D506F2-C5DB-47E4-878D-ED2EEB6C41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4866894"/>
                </p:ext>
              </p:extLst>
            </p:nvPr>
          </p:nvGraphicFramePr>
          <p:xfrm>
            <a:off x="6058093" y="3059764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74" name="Equation" r:id="rId27" imgW="203040" imgH="215640" progId="Equation.DSMT4">
                    <p:embed/>
                  </p:oleObj>
                </mc:Choice>
                <mc:Fallback>
                  <p:oleObj name="Equation" r:id="rId27" imgW="2030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058093" y="3059764"/>
                          <a:ext cx="2032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08047A2-AAAE-4399-AF63-C41B129926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434280"/>
                </p:ext>
              </p:extLst>
            </p:nvPr>
          </p:nvGraphicFramePr>
          <p:xfrm>
            <a:off x="8509198" y="3029272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75" name="Equation" r:id="rId29" imgW="190440" imgH="266400" progId="Equation.DSMT4">
                    <p:embed/>
                  </p:oleObj>
                </mc:Choice>
                <mc:Fallback>
                  <p:oleObj name="Equation" r:id="rId29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8509198" y="3029272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4D73E67-FD4F-49AA-B294-6BE1107B4914}"/>
              </a:ext>
            </a:extLst>
          </p:cNvPr>
          <p:cNvGrpSpPr/>
          <p:nvPr/>
        </p:nvGrpSpPr>
        <p:grpSpPr>
          <a:xfrm>
            <a:off x="345862" y="3574095"/>
            <a:ext cx="8163335" cy="462480"/>
            <a:chOff x="345862" y="3574095"/>
            <a:chExt cx="8163335" cy="462480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375771F-09BD-4D09-BE08-80938DBCD6E9}"/>
                </a:ext>
              </a:extLst>
            </p:cNvPr>
            <p:cNvSpPr txBox="1"/>
            <p:nvPr/>
          </p:nvSpPr>
          <p:spPr>
            <a:xfrm>
              <a:off x="345862" y="3574095"/>
              <a:ext cx="81633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上任何点  都能适用的正数   只要           就有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4A325B8-E204-47CF-AC75-B4FE513B98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1701579"/>
                </p:ext>
              </p:extLst>
            </p:nvPr>
          </p:nvGraphicFramePr>
          <p:xfrm>
            <a:off x="1669061" y="365476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76" name="Equation" r:id="rId31" imgW="279360" imgH="380880" progId="Equation.DSMT4">
                    <p:embed/>
                  </p:oleObj>
                </mc:Choice>
                <mc:Fallback>
                  <p:oleObj name="Equation" r:id="rId31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669061" y="3654760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58EAC3A-3517-43B1-BAFA-AFA71E663D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6159037"/>
                </p:ext>
              </p:extLst>
            </p:nvPr>
          </p:nvGraphicFramePr>
          <p:xfrm>
            <a:off x="4175559" y="3680160"/>
            <a:ext cx="292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77" name="Equation" r:id="rId33" imgW="291960" imgH="330120" progId="Equation.DSMT4">
                    <p:embed/>
                  </p:oleObj>
                </mc:Choice>
                <mc:Fallback>
                  <p:oleObj name="Equation" r:id="rId33" imgW="2919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175559" y="3680160"/>
                          <a:ext cx="292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ED6088A-CB98-4CBB-B842-A1B3FD9EDF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895494"/>
                </p:ext>
              </p:extLst>
            </p:nvPr>
          </p:nvGraphicFramePr>
          <p:xfrm>
            <a:off x="5272357" y="3655575"/>
            <a:ext cx="1422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678" name="Equation" r:id="rId35" imgW="1422360" imgH="380880" progId="Equation.DSMT4">
                    <p:embed/>
                  </p:oleObj>
                </mc:Choice>
                <mc:Fallback>
                  <p:oleObj name="Equation" r:id="rId35" imgW="1422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272357" y="3655575"/>
                          <a:ext cx="1422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CF86B0-645E-4D3C-86EA-2FC34ED4D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049195"/>
              </p:ext>
            </p:extLst>
          </p:nvPr>
        </p:nvGraphicFramePr>
        <p:xfrm>
          <a:off x="3135330" y="4371354"/>
          <a:ext cx="223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79" name="Equation" r:id="rId37" imgW="2234880" imgH="380880" progId="Equation.DSMT4">
                  <p:embed/>
                </p:oleObj>
              </mc:Choice>
              <mc:Fallback>
                <p:oleObj name="Equation" r:id="rId37" imgW="2234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135330" y="4371354"/>
                        <a:ext cx="223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709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4E2DDC1-C8CE-405A-B9D0-7CA833F8336B}"/>
              </a:ext>
            </a:extLst>
          </p:cNvPr>
          <p:cNvGrpSpPr/>
          <p:nvPr/>
        </p:nvGrpSpPr>
        <p:grpSpPr>
          <a:xfrm>
            <a:off x="755576" y="195486"/>
            <a:ext cx="8064896" cy="461665"/>
            <a:chOff x="611560" y="267494"/>
            <a:chExt cx="8064896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A3A2E63-7051-4F53-ADDD-A34CCB762C5D}"/>
                </a:ext>
              </a:extLst>
            </p:cNvPr>
            <p:cNvSpPr/>
            <p:nvPr/>
          </p:nvSpPr>
          <p:spPr>
            <a:xfrm>
              <a:off x="611560" y="267494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定义</a:t>
              </a:r>
              <a:endParaRPr lang="zh-CN" altLang="en-US" sz="2400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021F690-8073-4FDF-AB4B-34F5A174CE1A}"/>
                </a:ext>
              </a:extLst>
            </p:cNvPr>
            <p:cNvSpPr/>
            <p:nvPr/>
          </p:nvSpPr>
          <p:spPr>
            <a:xfrm>
              <a:off x="1331640" y="267494"/>
              <a:ext cx="73448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设函数           在区间      上有定义</a:t>
              </a:r>
              <a:r>
                <a:rPr lang="en-US" altLang="zh-CN" sz="2400" b="1" dirty="0"/>
                <a:t>. </a:t>
              </a:r>
              <a:r>
                <a:rPr lang="zh-CN" altLang="en-US" sz="2400" b="1" dirty="0"/>
                <a:t>如果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8575402-257D-4026-ABDA-80C3BBD854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330906"/>
                </p:ext>
              </p:extLst>
            </p:nvPr>
          </p:nvGraphicFramePr>
          <p:xfrm>
            <a:off x="2411760" y="32687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3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11760" y="32687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6B1D3AC9-7CA7-4715-BC4C-538E043741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8941741"/>
                </p:ext>
              </p:extLst>
            </p:nvPr>
          </p:nvGraphicFramePr>
          <p:xfrm>
            <a:off x="4123290" y="364976"/>
            <a:ext cx="183034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4" name="Equation" r:id="rId5" imgW="190440" imgH="266400" progId="Equation.DSMT4">
                    <p:embed/>
                  </p:oleObj>
                </mc:Choice>
                <mc:Fallback>
                  <p:oleObj name="Equation" r:id="rId5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23290" y="364976"/>
                          <a:ext cx="183034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F511FC2-E53E-48BD-85B1-56EE1FA931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1227308"/>
                </p:ext>
              </p:extLst>
            </p:nvPr>
          </p:nvGraphicFramePr>
          <p:xfrm>
            <a:off x="6444208" y="324530"/>
            <a:ext cx="1943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5" name="Equation" r:id="rId7" imgW="1942920" imgH="330120" progId="Equation.DSMT4">
                    <p:embed/>
                  </p:oleObj>
                </mc:Choice>
                <mc:Fallback>
                  <p:oleObj name="Equation" r:id="rId7" imgW="19429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44208" y="324530"/>
                          <a:ext cx="1943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90C274-5777-4D0E-BF5D-CEC245FD9013}"/>
              </a:ext>
            </a:extLst>
          </p:cNvPr>
          <p:cNvGrpSpPr/>
          <p:nvPr/>
        </p:nvGrpSpPr>
        <p:grpSpPr>
          <a:xfrm>
            <a:off x="251520" y="843558"/>
            <a:ext cx="7200800" cy="461665"/>
            <a:chOff x="251520" y="843558"/>
            <a:chExt cx="7200800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CB134DD-6843-4207-BFFE-F130D1781B94}"/>
                </a:ext>
              </a:extLst>
            </p:cNvPr>
            <p:cNvSpPr/>
            <p:nvPr/>
          </p:nvSpPr>
          <p:spPr>
            <a:xfrm>
              <a:off x="251520" y="843558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使得对区间    上任意两点            当                      时，有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C2571CD-7A42-4801-ADAA-E44331A838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5917133"/>
                </p:ext>
              </p:extLst>
            </p:nvPr>
          </p:nvGraphicFramePr>
          <p:xfrm>
            <a:off x="1907704" y="94104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6" name="Equation" r:id="rId9" imgW="190440" imgH="266400" progId="Equation.DSMT4">
                    <p:embed/>
                  </p:oleObj>
                </mc:Choice>
                <mc:Fallback>
                  <p:oleObj name="Equation" r:id="rId9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07704" y="941040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BB02515-A285-4D1A-BB9D-ABA1F2E406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25264"/>
                </p:ext>
              </p:extLst>
            </p:nvPr>
          </p:nvGraphicFramePr>
          <p:xfrm>
            <a:off x="3705056" y="883890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7" name="Equation" r:id="rId11" imgW="723600" imgH="380880" progId="Equation.DSMT4">
                    <p:embed/>
                  </p:oleObj>
                </mc:Choice>
                <mc:Fallback>
                  <p:oleObj name="Equation" r:id="rId11" imgW="723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05056" y="883890"/>
                          <a:ext cx="723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CD54AB2-C8E1-43D3-B849-A70F493839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6242196"/>
                </p:ext>
              </p:extLst>
            </p:nvPr>
          </p:nvGraphicFramePr>
          <p:xfrm>
            <a:off x="4865578" y="896877"/>
            <a:ext cx="1435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8" name="Equation" r:id="rId13" imgW="1434960" imgH="380880" progId="Equation.DSMT4">
                    <p:embed/>
                  </p:oleObj>
                </mc:Choice>
                <mc:Fallback>
                  <p:oleObj name="Equation" r:id="rId13" imgW="1434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65578" y="896877"/>
                          <a:ext cx="1435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1B9182B-7554-455C-83EF-1D25FB012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168982"/>
              </p:ext>
            </p:extLst>
          </p:nvPr>
        </p:nvGraphicFramePr>
        <p:xfrm>
          <a:off x="2987824" y="1491630"/>
          <a:ext cx="2336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9" name="Equation" r:id="rId15" imgW="2336760" imgH="380880" progId="Equation.DSMT4">
                  <p:embed/>
                </p:oleObj>
              </mc:Choice>
              <mc:Fallback>
                <p:oleObj name="Equation" r:id="rId15" imgW="2336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87824" y="1491630"/>
                        <a:ext cx="2336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F3E908-0BBE-4F62-BAC0-5C4E12C3BC77}"/>
              </a:ext>
            </a:extLst>
          </p:cNvPr>
          <p:cNvGrpSpPr/>
          <p:nvPr/>
        </p:nvGrpSpPr>
        <p:grpSpPr>
          <a:xfrm>
            <a:off x="261530" y="2110085"/>
            <a:ext cx="5174566" cy="461665"/>
            <a:chOff x="261530" y="2110085"/>
            <a:chExt cx="5174566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34A587F-2247-43E5-9249-63DA083C90F5}"/>
                </a:ext>
              </a:extLst>
            </p:cNvPr>
            <p:cNvSpPr/>
            <p:nvPr/>
          </p:nvSpPr>
          <p:spPr>
            <a:xfrm>
              <a:off x="261530" y="2110085"/>
              <a:ext cx="51745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则称函数         在区间    上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一致连续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11D713E-71E9-45D4-930A-A3F373D644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2899770"/>
                </p:ext>
              </p:extLst>
            </p:nvPr>
          </p:nvGraphicFramePr>
          <p:xfrm>
            <a:off x="1559001" y="216946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20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59001" y="216946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7B85DE6-90A2-42DE-A93E-39FE12DA59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8327333"/>
                </p:ext>
              </p:extLst>
            </p:nvPr>
          </p:nvGraphicFramePr>
          <p:xfrm>
            <a:off x="3178076" y="2207567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21" name="Equation" r:id="rId19" imgW="190440" imgH="266400" progId="Equation.DSMT4">
                    <p:embed/>
                  </p:oleObj>
                </mc:Choice>
                <mc:Fallback>
                  <p:oleObj name="Equation" r:id="rId19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178076" y="2207567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795E5E65-8158-4B51-BA27-17B96E3216BE}"/>
              </a:ext>
            </a:extLst>
          </p:cNvPr>
          <p:cNvSpPr/>
          <p:nvPr/>
        </p:nvSpPr>
        <p:spPr>
          <a:xfrm>
            <a:off x="706152" y="293026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  <a:endParaRPr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2029D0B-BE29-48B2-AAA7-8BC6783D9FD1}"/>
              </a:ext>
            </a:extLst>
          </p:cNvPr>
          <p:cNvGrpSpPr/>
          <p:nvPr/>
        </p:nvGrpSpPr>
        <p:grpSpPr>
          <a:xfrm>
            <a:off x="1200198" y="2930265"/>
            <a:ext cx="7895732" cy="461665"/>
            <a:chOff x="1200198" y="2930265"/>
            <a:chExt cx="7895732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CF827F2-4484-4CF5-B9C8-1E9D44F8124E}"/>
                </a:ext>
              </a:extLst>
            </p:cNvPr>
            <p:cNvSpPr/>
            <p:nvPr/>
          </p:nvSpPr>
          <p:spPr>
            <a:xfrm>
              <a:off x="1200198" y="2930265"/>
              <a:ext cx="78957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一致连续性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表示，不论在区间    的任何部分，只要自变量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30B1E6C-78C5-46B7-A8A3-79FC8C8B2F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0298231"/>
                </p:ext>
              </p:extLst>
            </p:nvPr>
          </p:nvGraphicFramePr>
          <p:xfrm>
            <a:off x="5285420" y="3027747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22" name="Equation" r:id="rId21" imgW="190440" imgH="266400" progId="Equation.DSMT4">
                    <p:embed/>
                  </p:oleObj>
                </mc:Choice>
                <mc:Fallback>
                  <p:oleObj name="Equation" r:id="rId21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285420" y="3027747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CB38C71D-778E-4A9F-AC31-7A46393B96A1}"/>
              </a:ext>
            </a:extLst>
          </p:cNvPr>
          <p:cNvSpPr/>
          <p:nvPr/>
        </p:nvSpPr>
        <p:spPr>
          <a:xfrm>
            <a:off x="261530" y="3578337"/>
            <a:ext cx="883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的两个数值接近到一定程度，就可使对应的函数值能达到指定的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6D0C0B-70DB-47D8-A27E-2488AA58E2E4}"/>
              </a:ext>
            </a:extLst>
          </p:cNvPr>
          <p:cNvSpPr/>
          <p:nvPr/>
        </p:nvSpPr>
        <p:spPr>
          <a:xfrm>
            <a:off x="266528" y="4294148"/>
            <a:ext cx="1569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接近程度</a:t>
            </a:r>
            <a:r>
              <a:rPr lang="en-US" altLang="zh-CN" sz="2400" b="1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5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0">
            <a:extLst>
              <a:ext uri="{FF2B5EF4-FFF2-40B4-BE49-F238E27FC236}">
                <a16:creationId xmlns:a16="http://schemas.microsoft.com/office/drawing/2014/main" id="{F74E5008-C2C0-414E-9333-7834EFACD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67494"/>
            <a:ext cx="792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5  </a:t>
            </a:r>
          </a:p>
        </p:txBody>
      </p:sp>
      <p:sp>
        <p:nvSpPr>
          <p:cNvPr id="3" name="Text Box 40">
            <a:extLst>
              <a:ext uri="{FF2B5EF4-FFF2-40B4-BE49-F238E27FC236}">
                <a16:creationId xmlns:a16="http://schemas.microsoft.com/office/drawing/2014/main" id="{9C75A00D-8506-45F8-9C74-5181B3299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267493"/>
            <a:ext cx="68407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证明                 在         上一致连续</a:t>
            </a:r>
            <a:r>
              <a:rPr lang="en-US" altLang="zh-CN" sz="2400" b="1" dirty="0">
                <a:latin typeface="+mn-ea"/>
                <a:ea typeface="+mn-ea"/>
              </a:rPr>
              <a:t>.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703BAD2-791D-4357-9A94-9095C99AE7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36578"/>
              </p:ext>
            </p:extLst>
          </p:nvPr>
        </p:nvGraphicFramePr>
        <p:xfrm>
          <a:off x="1932824" y="353566"/>
          <a:ext cx="247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76" name="Equation" r:id="rId3" imgW="2476440" imgH="342720" progId="Equation.DSMT4">
                  <p:embed/>
                </p:oleObj>
              </mc:Choice>
              <mc:Fallback>
                <p:oleObj name="Equation" r:id="rId3" imgW="2476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2824" y="353566"/>
                        <a:ext cx="247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627DDFF-17C8-417E-BE93-298963356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85806"/>
              </p:ext>
            </p:extLst>
          </p:nvPr>
        </p:nvGraphicFramePr>
        <p:xfrm>
          <a:off x="4938884" y="386258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77" name="Equation" r:id="rId5" imgW="1130040" imgH="342720" progId="Equation.DSMT4">
                  <p:embed/>
                </p:oleObj>
              </mc:Choice>
              <mc:Fallback>
                <p:oleObj name="Equation" r:id="rId5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8884" y="386258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83DC4FF-32AA-4CA6-8C4F-92658DA9CA6F}"/>
              </a:ext>
            </a:extLst>
          </p:cNvPr>
          <p:cNvSpPr/>
          <p:nvPr/>
        </p:nvSpPr>
        <p:spPr>
          <a:xfrm>
            <a:off x="611560" y="98757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5488040-F307-4296-A48F-FF8BD74057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13721"/>
              </p:ext>
            </p:extLst>
          </p:nvPr>
        </p:nvGraphicFramePr>
        <p:xfrm>
          <a:off x="1112270" y="1068239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78" name="Equation" r:id="rId7" imgW="2361960" imgH="380880" progId="Equation.DSMT4">
                  <p:embed/>
                </p:oleObj>
              </mc:Choice>
              <mc:Fallback>
                <p:oleObj name="Equation" r:id="rId7" imgW="236196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58C43B3-8C79-4ED4-A7D7-17A91D4217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2270" y="1068239"/>
                        <a:ext cx="2362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338583A-71BE-43D8-B459-6F4F8451F7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793550"/>
              </p:ext>
            </p:extLst>
          </p:nvPr>
        </p:nvGraphicFramePr>
        <p:xfrm>
          <a:off x="3923928" y="1076901"/>
          <a:ext cx="365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79" name="Equation" r:id="rId9" imgW="3657600" imgH="380880" progId="Equation.DSMT4">
                  <p:embed/>
                </p:oleObj>
              </mc:Choice>
              <mc:Fallback>
                <p:oleObj name="Equation" r:id="rId9" imgW="3657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23928" y="1076901"/>
                        <a:ext cx="3657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B8E51571-82EE-4658-8B59-58D9382CCB91}"/>
              </a:ext>
            </a:extLst>
          </p:cNvPr>
          <p:cNvGrpSpPr/>
          <p:nvPr/>
        </p:nvGrpSpPr>
        <p:grpSpPr>
          <a:xfrm>
            <a:off x="639840" y="1635646"/>
            <a:ext cx="1433846" cy="461665"/>
            <a:chOff x="639840" y="1635646"/>
            <a:chExt cx="1433846" cy="461665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58C43B3-8C79-4ED4-A7D7-17A91D4217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3094806"/>
                </p:ext>
              </p:extLst>
            </p:nvPr>
          </p:nvGraphicFramePr>
          <p:xfrm>
            <a:off x="1133886" y="1753997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0" name="Equation" r:id="rId11" imgW="939600" imgH="330120" progId="Equation.DSMT4">
                    <p:embed/>
                  </p:oleObj>
                </mc:Choice>
                <mc:Fallback>
                  <p:oleObj name="Equation" r:id="rId11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33886" y="1753997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8887CC8-6532-4513-865A-299C4AB604B0}"/>
                </a:ext>
              </a:extLst>
            </p:cNvPr>
            <p:cNvSpPr/>
            <p:nvPr/>
          </p:nvSpPr>
          <p:spPr>
            <a:xfrm>
              <a:off x="639840" y="1635646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故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E2ABB6B-46EC-4743-8B7B-2DBF49A631A6}"/>
              </a:ext>
            </a:extLst>
          </p:cNvPr>
          <p:cNvGrpSpPr/>
          <p:nvPr/>
        </p:nvGrpSpPr>
        <p:grpSpPr>
          <a:xfrm>
            <a:off x="2073686" y="1688264"/>
            <a:ext cx="3106922" cy="461665"/>
            <a:chOff x="2073686" y="1688264"/>
            <a:chExt cx="3106922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9E736A3-8646-4624-9D97-F2BA0836F441}"/>
                </a:ext>
              </a:extLst>
            </p:cNvPr>
            <p:cNvSpPr/>
            <p:nvPr/>
          </p:nvSpPr>
          <p:spPr>
            <a:xfrm>
              <a:off x="2073686" y="1688264"/>
              <a:ext cx="9141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要使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6D0DC3A-E3EE-4A34-821C-951A537EFE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3989938"/>
                </p:ext>
              </p:extLst>
            </p:nvPr>
          </p:nvGraphicFramePr>
          <p:xfrm>
            <a:off x="2843808" y="1748251"/>
            <a:ext cx="2336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1" name="Equation" r:id="rId13" imgW="2336760" imgH="380880" progId="Equation.DSMT4">
                    <p:embed/>
                  </p:oleObj>
                </mc:Choice>
                <mc:Fallback>
                  <p:oleObj name="Equation" r:id="rId13" imgW="2336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43808" y="1748251"/>
                          <a:ext cx="2336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040F392-DCF3-4A3C-AAC6-7AFBFF4794AC}"/>
              </a:ext>
            </a:extLst>
          </p:cNvPr>
          <p:cNvGrpSpPr/>
          <p:nvPr/>
        </p:nvGrpSpPr>
        <p:grpSpPr>
          <a:xfrm>
            <a:off x="5147654" y="1679450"/>
            <a:ext cx="2835076" cy="461665"/>
            <a:chOff x="5147654" y="1679450"/>
            <a:chExt cx="2835076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264820B-5CA7-4623-A9E8-04CC69C057C3}"/>
                </a:ext>
              </a:extLst>
            </p:cNvPr>
            <p:cNvSpPr/>
            <p:nvPr/>
          </p:nvSpPr>
          <p:spPr>
            <a:xfrm>
              <a:off x="5147654" y="1679450"/>
              <a:ext cx="8030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只要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55F92BB-A1A5-497E-88B2-7D1D0E2597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9632433"/>
                </p:ext>
              </p:extLst>
            </p:nvPr>
          </p:nvGraphicFramePr>
          <p:xfrm>
            <a:off x="5950730" y="1711326"/>
            <a:ext cx="2032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2" name="Equation" r:id="rId15" imgW="2031840" imgH="380880" progId="Equation.DSMT4">
                    <p:embed/>
                  </p:oleObj>
                </mc:Choice>
                <mc:Fallback>
                  <p:oleObj name="Equation" r:id="rId15" imgW="20318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950730" y="1711326"/>
                          <a:ext cx="2032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BD582053-F1E8-4A30-93FC-B3780F4966F7}"/>
              </a:ext>
            </a:extLst>
          </p:cNvPr>
          <p:cNvSpPr/>
          <p:nvPr/>
        </p:nvSpPr>
        <p:spPr>
          <a:xfrm>
            <a:off x="8039070" y="1667496"/>
            <a:ext cx="7137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FC02094-9CC4-4B7B-A853-66C9236D68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764365"/>
              </p:ext>
            </p:extLst>
          </p:nvPr>
        </p:nvGraphicFramePr>
        <p:xfrm>
          <a:off x="3382354" y="2322513"/>
          <a:ext cx="1765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83" name="Equation" r:id="rId17" imgW="1765080" imgH="787320" progId="Equation.DSMT4">
                  <p:embed/>
                </p:oleObj>
              </mc:Choice>
              <mc:Fallback>
                <p:oleObj name="Equation" r:id="rId17" imgW="17650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82354" y="2322513"/>
                        <a:ext cx="1765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44C09442-D339-4A90-BD29-0932E2B37BE8}"/>
              </a:ext>
            </a:extLst>
          </p:cNvPr>
          <p:cNvGrpSpPr/>
          <p:nvPr/>
        </p:nvGrpSpPr>
        <p:grpSpPr>
          <a:xfrm>
            <a:off x="693578" y="3090935"/>
            <a:ext cx="1522746" cy="787400"/>
            <a:chOff x="693578" y="3090935"/>
            <a:chExt cx="1522746" cy="7874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3CC8D38-1EC7-457A-BA19-A8D7FF49A72E}"/>
                </a:ext>
              </a:extLst>
            </p:cNvPr>
            <p:cNvSpPr/>
            <p:nvPr/>
          </p:nvSpPr>
          <p:spPr>
            <a:xfrm>
              <a:off x="693578" y="321982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取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CD96C39-6DBA-460A-B767-05E3E0A2F3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9763007"/>
                </p:ext>
              </p:extLst>
            </p:nvPr>
          </p:nvGraphicFramePr>
          <p:xfrm>
            <a:off x="1187624" y="3090935"/>
            <a:ext cx="10287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4" name="Equation" r:id="rId19" imgW="1028520" imgH="787320" progId="Equation.DSMT4">
                    <p:embed/>
                  </p:oleObj>
                </mc:Choice>
                <mc:Fallback>
                  <p:oleObj name="Equation" r:id="rId19" imgW="102852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87624" y="3090935"/>
                          <a:ext cx="10287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614BF71-0802-4DC9-857D-F5F256864B63}"/>
              </a:ext>
            </a:extLst>
          </p:cNvPr>
          <p:cNvGrpSpPr/>
          <p:nvPr/>
        </p:nvGrpSpPr>
        <p:grpSpPr>
          <a:xfrm>
            <a:off x="2216324" y="3253802"/>
            <a:ext cx="5163988" cy="461665"/>
            <a:chOff x="2216324" y="3253802"/>
            <a:chExt cx="5163988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151054F-CEEF-44AF-922A-3891C72CB848}"/>
                </a:ext>
              </a:extLst>
            </p:cNvPr>
            <p:cNvSpPr/>
            <p:nvPr/>
          </p:nvSpPr>
          <p:spPr>
            <a:xfrm>
              <a:off x="2216324" y="3253802"/>
              <a:ext cx="51639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则当          时，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3C4B805-8D24-4CEF-9BB2-5043F61B7A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1751733"/>
                </p:ext>
              </p:extLst>
            </p:nvPr>
          </p:nvGraphicFramePr>
          <p:xfrm>
            <a:off x="2995224" y="3321521"/>
            <a:ext cx="1435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5" name="Equation" r:id="rId21" imgW="1434960" imgH="380880" progId="Equation.DSMT4">
                    <p:embed/>
                  </p:oleObj>
                </mc:Choice>
                <mc:Fallback>
                  <p:oleObj name="Equation" r:id="rId21" imgW="1434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95224" y="3321521"/>
                          <a:ext cx="1435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5B630048-BACE-416D-8C60-84005A960D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034438"/>
                </p:ext>
              </p:extLst>
            </p:nvPr>
          </p:nvGraphicFramePr>
          <p:xfrm>
            <a:off x="4953228" y="3282277"/>
            <a:ext cx="2336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6" name="Equation" r:id="rId23" imgW="2336760" imgH="380880" progId="Equation.DSMT4">
                    <p:embed/>
                  </p:oleObj>
                </mc:Choice>
                <mc:Fallback>
                  <p:oleObj name="Equation" r:id="rId23" imgW="233676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6D0DC3A-E3EE-4A34-821C-951A537EFE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53228" y="3282277"/>
                          <a:ext cx="2336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AA1CCDB-F192-46FC-9761-2822A8BEAB53}"/>
              </a:ext>
            </a:extLst>
          </p:cNvPr>
          <p:cNvGrpSpPr/>
          <p:nvPr/>
        </p:nvGrpSpPr>
        <p:grpSpPr>
          <a:xfrm>
            <a:off x="7340144" y="3253712"/>
            <a:ext cx="1480328" cy="461665"/>
            <a:chOff x="7340144" y="3253712"/>
            <a:chExt cx="1480328" cy="46166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E0B1611-0B7D-4965-857B-BE23C9BD9C74}"/>
                </a:ext>
              </a:extLst>
            </p:cNvPr>
            <p:cNvSpPr/>
            <p:nvPr/>
          </p:nvSpPr>
          <p:spPr>
            <a:xfrm>
              <a:off x="7340144" y="3253712"/>
              <a:ext cx="14803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从而</a:t>
              </a:r>
              <a:endParaRPr lang="zh-CN" altLang="en-US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F69705B9-29B8-4B8E-8E12-AF898CDAD6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5774732"/>
                </p:ext>
              </p:extLst>
            </p:nvPr>
          </p:nvGraphicFramePr>
          <p:xfrm>
            <a:off x="8137968" y="333623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7" name="Equation" r:id="rId24" imgW="622080" imgH="342720" progId="Equation.DSMT4">
                    <p:embed/>
                  </p:oleObj>
                </mc:Choice>
                <mc:Fallback>
                  <p:oleObj name="Equation" r:id="rId24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137968" y="333623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BE25FB6-02B6-473D-8B8C-BC846C1A0C12}"/>
              </a:ext>
            </a:extLst>
          </p:cNvPr>
          <p:cNvGrpSpPr/>
          <p:nvPr/>
        </p:nvGrpSpPr>
        <p:grpSpPr>
          <a:xfrm>
            <a:off x="693578" y="4007222"/>
            <a:ext cx="3446374" cy="461665"/>
            <a:chOff x="693578" y="4007222"/>
            <a:chExt cx="3446374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15FF4BB-76AB-4A5B-9054-18218A16BB95}"/>
                </a:ext>
              </a:extLst>
            </p:cNvPr>
            <p:cNvSpPr/>
            <p:nvPr/>
          </p:nvSpPr>
          <p:spPr>
            <a:xfrm>
              <a:off x="693578" y="4007222"/>
              <a:ext cx="344637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      上一致连续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643C5B02-A8E9-4A73-9DC3-0224C4B317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481619"/>
                </p:ext>
              </p:extLst>
            </p:nvPr>
          </p:nvGraphicFramePr>
          <p:xfrm>
            <a:off x="1122720" y="4083600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88" name="Equation" r:id="rId26" imgW="1130040" imgH="342720" progId="Equation.DSMT4">
                    <p:embed/>
                  </p:oleObj>
                </mc:Choice>
                <mc:Fallback>
                  <p:oleObj name="Equation" r:id="rId26" imgW="113004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627DDFF-17C8-417E-BE93-29896335623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22720" y="4083600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632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C9BF8E6-DE55-4180-881C-671F13F01DC1}"/>
              </a:ext>
            </a:extLst>
          </p:cNvPr>
          <p:cNvGrpSpPr/>
          <p:nvPr/>
        </p:nvGrpSpPr>
        <p:grpSpPr>
          <a:xfrm>
            <a:off x="6876256" y="339501"/>
            <a:ext cx="2088232" cy="461665"/>
            <a:chOff x="2843808" y="1958320"/>
            <a:chExt cx="2088232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4ECCD27-52BB-4050-BDA0-9E52F512A336}"/>
                </a:ext>
              </a:extLst>
            </p:cNvPr>
            <p:cNvSpPr/>
            <p:nvPr/>
          </p:nvSpPr>
          <p:spPr>
            <a:xfrm>
              <a:off x="2843808" y="1958320"/>
              <a:ext cx="20882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存在</a:t>
              </a:r>
              <a:r>
                <a:rPr lang="zh-CN" altLang="en-US" sz="2400" b="1" dirty="0"/>
                <a:t>某正数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6668787-A051-4C02-8BC3-C5D7B95C03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3766815"/>
                </p:ext>
              </p:extLst>
            </p:nvPr>
          </p:nvGraphicFramePr>
          <p:xfrm>
            <a:off x="4479925" y="1998652"/>
            <a:ext cx="38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44" name="Equation" r:id="rId3" imgW="380880" imgH="380880" progId="Equation.DSMT4">
                    <p:embed/>
                  </p:oleObj>
                </mc:Choice>
                <mc:Fallback>
                  <p:oleObj name="Equation" r:id="rId3" imgW="380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79925" y="1998652"/>
                          <a:ext cx="381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70DA64A-EAA8-4707-B778-8DCAF2708E9E}"/>
              </a:ext>
            </a:extLst>
          </p:cNvPr>
          <p:cNvGrpSpPr/>
          <p:nvPr/>
        </p:nvGrpSpPr>
        <p:grpSpPr>
          <a:xfrm>
            <a:off x="820056" y="339502"/>
            <a:ext cx="6200216" cy="461665"/>
            <a:chOff x="820056" y="339502"/>
            <a:chExt cx="6200216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0688165-D7B7-493D-979D-F53BEA30E5A5}"/>
                </a:ext>
              </a:extLst>
            </p:cNvPr>
            <p:cNvSpPr/>
            <p:nvPr/>
          </p:nvSpPr>
          <p:spPr>
            <a:xfrm>
              <a:off x="820056" y="339502"/>
              <a:ext cx="6200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函数         在区间    上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不一致连续</a:t>
              </a:r>
              <a:r>
                <a:rPr lang="zh-CN" altLang="en-US" sz="2400" b="1" dirty="0"/>
                <a:t>的正面叙述：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5925187-488F-4CEA-A1A9-51EC2F0EB1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6419419"/>
                </p:ext>
              </p:extLst>
            </p:nvPr>
          </p:nvGraphicFramePr>
          <p:xfrm>
            <a:off x="1527658" y="445313"/>
            <a:ext cx="49587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45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91178EB8-D37C-4206-8032-B146896031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27658" y="445313"/>
                          <a:ext cx="495873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9F30CA7-3F43-446D-93DA-EF6BB536D4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7953911"/>
                </p:ext>
              </p:extLst>
            </p:nvPr>
          </p:nvGraphicFramePr>
          <p:xfrm>
            <a:off x="3131840" y="422451"/>
            <a:ext cx="151798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46" name="Equation" r:id="rId7" imgW="190440" imgH="266400" progId="Equation.DSMT4">
                    <p:embed/>
                  </p:oleObj>
                </mc:Choice>
                <mc:Fallback>
                  <p:oleObj name="Equation" r:id="rId7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31840" y="422451"/>
                          <a:ext cx="151798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ECEB6FD-F313-4B9D-AF9D-B1EA25603618}"/>
              </a:ext>
            </a:extLst>
          </p:cNvPr>
          <p:cNvGrpSpPr/>
          <p:nvPr/>
        </p:nvGrpSpPr>
        <p:grpSpPr>
          <a:xfrm>
            <a:off x="251520" y="987574"/>
            <a:ext cx="2088232" cy="461665"/>
            <a:chOff x="251520" y="987574"/>
            <a:chExt cx="2088232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79E8CDC-15B0-4902-A105-58D305C3606C}"/>
                </a:ext>
              </a:extLst>
            </p:cNvPr>
            <p:cNvSpPr/>
            <p:nvPr/>
          </p:nvSpPr>
          <p:spPr>
            <a:xfrm>
              <a:off x="251520" y="987574"/>
              <a:ext cx="20882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对</a:t>
              </a:r>
              <a:r>
                <a:rPr lang="zh-CN" altLang="en-US" sz="2400" b="1" dirty="0">
                  <a:solidFill>
                    <a:srgbClr val="0064FF"/>
                  </a:solidFill>
                </a:rPr>
                <a:t>任何正数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9327FFA-DB62-4AF2-A800-E26A331681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8568568"/>
                </p:ext>
              </p:extLst>
            </p:nvPr>
          </p:nvGraphicFramePr>
          <p:xfrm>
            <a:off x="1869666" y="1053306"/>
            <a:ext cx="292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47" name="Equation" r:id="rId9" imgW="291960" imgH="330120" progId="Equation.DSMT4">
                    <p:embed/>
                  </p:oleObj>
                </mc:Choice>
                <mc:Fallback>
                  <p:oleObj name="Equation" r:id="rId9" imgW="2919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69666" y="1053306"/>
                          <a:ext cx="292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2F586E7-EB5B-41BF-BA33-6CADAB3E1507}"/>
              </a:ext>
            </a:extLst>
          </p:cNvPr>
          <p:cNvGrpSpPr/>
          <p:nvPr/>
        </p:nvGrpSpPr>
        <p:grpSpPr>
          <a:xfrm>
            <a:off x="2267744" y="995692"/>
            <a:ext cx="5904656" cy="461665"/>
            <a:chOff x="2267744" y="995692"/>
            <a:chExt cx="5904656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8449635-E60F-4FB3-B2C1-0758D8108520}"/>
                </a:ext>
              </a:extLst>
            </p:cNvPr>
            <p:cNvSpPr/>
            <p:nvPr/>
          </p:nvSpPr>
          <p:spPr>
            <a:xfrm>
              <a:off x="2267744" y="995692"/>
              <a:ext cx="59046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总存在两点                  虽然                         但有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0EC7325-49D1-433A-95E9-B066293F0B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8268787"/>
                </p:ext>
              </p:extLst>
            </p:nvPr>
          </p:nvGraphicFramePr>
          <p:xfrm>
            <a:off x="3902075" y="1036024"/>
            <a:ext cx="1155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48" name="Equation" r:id="rId11" imgW="1155600" imgH="380880" progId="Equation.DSMT4">
                    <p:embed/>
                  </p:oleObj>
                </mc:Choice>
                <mc:Fallback>
                  <p:oleObj name="Equation" r:id="rId11" imgW="1155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02075" y="1036024"/>
                          <a:ext cx="1155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F7944FB-9453-4281-9493-341AF1607D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0104335"/>
                </p:ext>
              </p:extLst>
            </p:nvPr>
          </p:nvGraphicFramePr>
          <p:xfrm>
            <a:off x="5807075" y="1047750"/>
            <a:ext cx="1498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49" name="Equation" r:id="rId13" imgW="1498320" imgH="380880" progId="Equation.DSMT4">
                    <p:embed/>
                  </p:oleObj>
                </mc:Choice>
                <mc:Fallback>
                  <p:oleObj name="Equation" r:id="rId13" imgW="149832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83C4B805-8D24-4CEF-9BB2-5043F61B7A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807075" y="1047750"/>
                          <a:ext cx="1498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F25901C-9365-4B91-BFAB-3B9886D41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006616"/>
              </p:ext>
            </p:extLst>
          </p:nvPr>
        </p:nvGraphicFramePr>
        <p:xfrm>
          <a:off x="2987824" y="1779662"/>
          <a:ext cx="242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50" name="Equation" r:id="rId15" imgW="2425680" imgH="380880" progId="Equation.DSMT4">
                  <p:embed/>
                </p:oleObj>
              </mc:Choice>
              <mc:Fallback>
                <p:oleObj name="Equation" r:id="rId15" imgW="24256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87824" y="1779662"/>
                        <a:ext cx="242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E374EBB5-760C-46E4-80B7-04BC1D4CE609}"/>
              </a:ext>
            </a:extLst>
          </p:cNvPr>
          <p:cNvGrpSpPr/>
          <p:nvPr/>
        </p:nvGrpSpPr>
        <p:grpSpPr>
          <a:xfrm>
            <a:off x="611560" y="2347913"/>
            <a:ext cx="6668716" cy="736600"/>
            <a:chOff x="611560" y="2347913"/>
            <a:chExt cx="6668716" cy="736600"/>
          </a:xfrm>
        </p:grpSpPr>
        <p:sp>
          <p:nvSpPr>
            <p:cNvPr id="18" name="Text Box 40">
              <a:extLst>
                <a:ext uri="{FF2B5EF4-FFF2-40B4-BE49-F238E27FC236}">
                  <a16:creationId xmlns:a16="http://schemas.microsoft.com/office/drawing/2014/main" id="{5D27D76C-5641-4C80-AB26-1556D4AD2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60" y="2427734"/>
              <a:ext cx="792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6  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2C60365-2EA1-4DD0-A279-88D0D5400903}"/>
                </a:ext>
              </a:extLst>
            </p:cNvPr>
            <p:cNvSpPr/>
            <p:nvPr/>
          </p:nvSpPr>
          <p:spPr>
            <a:xfrm>
              <a:off x="1375620" y="2457860"/>
              <a:ext cx="59046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证明                 在开区间         内</a:t>
              </a:r>
              <a:r>
                <a:rPr lang="zh-CN" altLang="en-US" sz="2400" b="1" dirty="0">
                  <a:solidFill>
                    <a:srgbClr val="0064FF"/>
                  </a:solidFill>
                </a:rPr>
                <a:t>不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一致连续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07ADDC5-C15F-434F-8C22-19D988D96A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563890"/>
                </p:ext>
              </p:extLst>
            </p:nvPr>
          </p:nvGraphicFramePr>
          <p:xfrm>
            <a:off x="2056039" y="2347913"/>
            <a:ext cx="1130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51" name="Equation" r:id="rId17" imgW="1130040" imgH="736560" progId="Equation.DSMT4">
                    <p:embed/>
                  </p:oleObj>
                </mc:Choice>
                <mc:Fallback>
                  <p:oleObj name="Equation" r:id="rId17" imgW="11300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56039" y="2347913"/>
                          <a:ext cx="1130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07219921-F0A0-4A6F-B9D9-85A96BCB0A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1323229"/>
                </p:ext>
              </p:extLst>
            </p:nvPr>
          </p:nvGraphicFramePr>
          <p:xfrm>
            <a:off x="4494050" y="2544763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52" name="Equation" r:id="rId19" imgW="596880" imgH="342720" progId="Equation.DSMT4">
                    <p:embed/>
                  </p:oleObj>
                </mc:Choice>
                <mc:Fallback>
                  <p:oleObj name="Equation" r:id="rId19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94050" y="2544763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ED92BEB9-CDBE-4856-A8E6-2F42A07AB1DD}"/>
              </a:ext>
            </a:extLst>
          </p:cNvPr>
          <p:cNvSpPr/>
          <p:nvPr/>
        </p:nvSpPr>
        <p:spPr>
          <a:xfrm>
            <a:off x="611560" y="31478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715D4E1-2788-4384-AF30-DC2953E7AF7B}"/>
              </a:ext>
            </a:extLst>
          </p:cNvPr>
          <p:cNvGrpSpPr/>
          <p:nvPr/>
        </p:nvGrpSpPr>
        <p:grpSpPr>
          <a:xfrm>
            <a:off x="1156624" y="3186597"/>
            <a:ext cx="1254257" cy="461665"/>
            <a:chOff x="1156624" y="3186597"/>
            <a:chExt cx="1254257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75A0BDC-CBE5-4641-AC01-F8BA1FA8FB35}"/>
                </a:ext>
              </a:extLst>
            </p:cNvPr>
            <p:cNvSpPr/>
            <p:nvPr/>
          </p:nvSpPr>
          <p:spPr>
            <a:xfrm>
              <a:off x="1156624" y="3186597"/>
              <a:ext cx="4795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取</a:t>
              </a:r>
              <a:endParaRPr lang="zh-CN" altLang="en-US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109C7BB-C7F8-4423-A592-D3906F509C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3891846"/>
                </p:ext>
              </p:extLst>
            </p:nvPr>
          </p:nvGraphicFramePr>
          <p:xfrm>
            <a:off x="1636181" y="3194460"/>
            <a:ext cx="774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53" name="Equation" r:id="rId21" imgW="774360" imgH="380880" progId="Equation.DSMT4">
                    <p:embed/>
                  </p:oleObj>
                </mc:Choice>
                <mc:Fallback>
                  <p:oleObj name="Equation" r:id="rId21" imgW="774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636181" y="3194460"/>
                          <a:ext cx="774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086009E-413A-4311-9E72-A62DF1FFF6EB}"/>
              </a:ext>
            </a:extLst>
          </p:cNvPr>
          <p:cNvGrpSpPr/>
          <p:nvPr/>
        </p:nvGrpSpPr>
        <p:grpSpPr>
          <a:xfrm>
            <a:off x="2381410" y="3147814"/>
            <a:ext cx="3680930" cy="461665"/>
            <a:chOff x="2381410" y="3147814"/>
            <a:chExt cx="3680930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8BB478-8735-4E1E-A7AD-2076A3CDBC43}"/>
                </a:ext>
              </a:extLst>
            </p:cNvPr>
            <p:cNvSpPr/>
            <p:nvPr/>
          </p:nvSpPr>
          <p:spPr>
            <a:xfrm>
              <a:off x="2381410" y="3147814"/>
              <a:ext cx="267636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则对无论多么小的</a:t>
              </a:r>
              <a:endParaRPr lang="zh-CN" altLang="en-US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7B3CA352-1E6C-48F7-9F7D-A85D618470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035494"/>
                </p:ext>
              </p:extLst>
            </p:nvPr>
          </p:nvGraphicFramePr>
          <p:xfrm>
            <a:off x="4932040" y="3245260"/>
            <a:ext cx="113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54" name="Equation" r:id="rId23" imgW="1130040" imgH="330120" progId="Equation.DSMT4">
                    <p:embed/>
                  </p:oleObj>
                </mc:Choice>
                <mc:Fallback>
                  <p:oleObj name="Equation" r:id="rId23" imgW="1130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932040" y="3245260"/>
                          <a:ext cx="1130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A12B83F-E0C6-4779-8A98-FB90E5651E77}"/>
              </a:ext>
            </a:extLst>
          </p:cNvPr>
          <p:cNvGrpSpPr/>
          <p:nvPr/>
        </p:nvGrpSpPr>
        <p:grpSpPr>
          <a:xfrm>
            <a:off x="6062329" y="2962244"/>
            <a:ext cx="2278227" cy="723900"/>
            <a:chOff x="6062329" y="2962244"/>
            <a:chExt cx="2278227" cy="72390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0E1BB02-7275-4C5A-AF05-A64A522DB57F}"/>
                </a:ext>
              </a:extLst>
            </p:cNvPr>
            <p:cNvSpPr/>
            <p:nvPr/>
          </p:nvSpPr>
          <p:spPr>
            <a:xfrm>
              <a:off x="6062329" y="3147813"/>
              <a:ext cx="4940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取</a:t>
              </a:r>
              <a:endParaRPr lang="zh-CN" altLang="en-US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2CA0DFC-8D49-43BD-A682-B9A59EEBA8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7490304"/>
                </p:ext>
              </p:extLst>
            </p:nvPr>
          </p:nvGraphicFramePr>
          <p:xfrm>
            <a:off x="6460956" y="2962244"/>
            <a:ext cx="1879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55" name="Equation" r:id="rId25" imgW="1879560" imgH="723600" progId="Equation.DSMT4">
                    <p:embed/>
                  </p:oleObj>
                </mc:Choice>
                <mc:Fallback>
                  <p:oleObj name="Equation" r:id="rId25" imgW="18795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460956" y="2962244"/>
                          <a:ext cx="1879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13B40EB6-C021-4324-B047-8231B79FF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761759"/>
              </p:ext>
            </p:extLst>
          </p:nvPr>
        </p:nvGraphicFramePr>
        <p:xfrm>
          <a:off x="400348" y="3928146"/>
          <a:ext cx="100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56" name="Equation" r:id="rId27" imgW="1002960" imgH="723600" progId="Equation.DSMT4">
                  <p:embed/>
                </p:oleObj>
              </mc:Choice>
              <mc:Fallback>
                <p:oleObj name="Equation" r:id="rId27" imgW="1002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0348" y="3928146"/>
                        <a:ext cx="1003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489D99C8-A8DD-4B08-903C-DB16A53E7FC9}"/>
              </a:ext>
            </a:extLst>
          </p:cNvPr>
          <p:cNvGrpSpPr/>
          <p:nvPr/>
        </p:nvGrpSpPr>
        <p:grpSpPr>
          <a:xfrm>
            <a:off x="1664018" y="3901195"/>
            <a:ext cx="4398311" cy="723900"/>
            <a:chOff x="1529485" y="3901696"/>
            <a:chExt cx="4398311" cy="72390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1399342-3351-48DF-8B37-DE5827436777}"/>
                </a:ext>
              </a:extLst>
            </p:cNvPr>
            <p:cNvSpPr/>
            <p:nvPr/>
          </p:nvSpPr>
          <p:spPr>
            <a:xfrm>
              <a:off x="1529485" y="4059263"/>
              <a:ext cx="4940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EF88862C-6895-4881-88B5-E30D88E86A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4726836"/>
                </p:ext>
              </p:extLst>
            </p:nvPr>
          </p:nvGraphicFramePr>
          <p:xfrm>
            <a:off x="3311596" y="3901696"/>
            <a:ext cx="2616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57" name="Equation" r:id="rId29" imgW="2616120" imgH="723600" progId="Equation.DSMT4">
                    <p:embed/>
                  </p:oleObj>
                </mc:Choice>
                <mc:Fallback>
                  <p:oleObj name="Equation" r:id="rId29" imgW="261612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311596" y="3901696"/>
                          <a:ext cx="2616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0974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CD113D-3A3E-4509-A6E3-16F555E28535}"/>
              </a:ext>
            </a:extLst>
          </p:cNvPr>
          <p:cNvSpPr/>
          <p:nvPr/>
        </p:nvSpPr>
        <p:spPr>
          <a:xfrm>
            <a:off x="737990" y="483517"/>
            <a:ext cx="49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但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3204424-3EB8-4C6E-93FA-DE78ABB1AC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169776"/>
              </p:ext>
            </p:extLst>
          </p:nvPr>
        </p:nvGraphicFramePr>
        <p:xfrm>
          <a:off x="1547664" y="269850"/>
          <a:ext cx="5346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1" name="Equation" r:id="rId3" imgW="5346360" imgH="888840" progId="Equation.DSMT4">
                  <p:embed/>
                </p:oleObj>
              </mc:Choice>
              <mc:Fallback>
                <p:oleObj name="Equation" r:id="rId3" imgW="53463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269850"/>
                        <a:ext cx="5346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4CDDC77-DD7E-466D-A56D-81A8AC2FA64D}"/>
              </a:ext>
            </a:extLst>
          </p:cNvPr>
          <p:cNvSpPr/>
          <p:nvPr/>
        </p:nvSpPr>
        <p:spPr>
          <a:xfrm>
            <a:off x="745566" y="1419622"/>
            <a:ext cx="51225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因此                  在          内不一致连续</a:t>
            </a:r>
            <a:r>
              <a:rPr lang="en-US" altLang="zh-CN" sz="2400" b="1" dirty="0">
                <a:solidFill>
                  <a:prstClr val="black"/>
                </a:solidFill>
              </a:rPr>
              <a:t>.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3F05BB2-F7B5-4461-AF5D-112CF8CF2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360240"/>
              </p:ext>
            </p:extLst>
          </p:nvPr>
        </p:nvGraphicFramePr>
        <p:xfrm>
          <a:off x="1475656" y="1282154"/>
          <a:ext cx="113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2" name="Equation" r:id="rId5" imgW="1130040" imgH="736560" progId="Equation.DSMT4">
                  <p:embed/>
                </p:oleObj>
              </mc:Choice>
              <mc:Fallback>
                <p:oleObj name="Equation" r:id="rId5" imgW="113004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07ADDC5-C15F-434F-8C22-19D988D96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1282154"/>
                        <a:ext cx="113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76B841-4A9D-455B-B7E9-0AD62C2C36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598994"/>
              </p:ext>
            </p:extLst>
          </p:nvPr>
        </p:nvGraphicFramePr>
        <p:xfrm>
          <a:off x="3037596" y="1511400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3" name="Equation" r:id="rId7" imgW="596880" imgH="342720" progId="Equation.DSMT4">
                  <p:embed/>
                </p:oleObj>
              </mc:Choice>
              <mc:Fallback>
                <p:oleObj name="Equation" r:id="rId7" imgW="59688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7219921-F0A0-4A6F-B9D9-85A96BCB0A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7596" y="1511400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CEA5C91-84AA-4C6A-9E46-6CC4627F6290}"/>
              </a:ext>
            </a:extLst>
          </p:cNvPr>
          <p:cNvSpPr/>
          <p:nvPr/>
        </p:nvSpPr>
        <p:spPr>
          <a:xfrm>
            <a:off x="716374" y="2379161"/>
            <a:ext cx="49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  <a:endParaRPr lang="zh-CN" altLang="en-US" dirty="0">
              <a:solidFill>
                <a:srgbClr val="0064FF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D7B9C9-06C8-4328-8ECB-8AE4DF5410A8}"/>
              </a:ext>
            </a:extLst>
          </p:cNvPr>
          <p:cNvGrpSpPr/>
          <p:nvPr/>
        </p:nvGrpSpPr>
        <p:grpSpPr>
          <a:xfrm>
            <a:off x="1232036" y="2371044"/>
            <a:ext cx="7300404" cy="461665"/>
            <a:chOff x="1232036" y="2371044"/>
            <a:chExt cx="7300404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9FA60DE-B9EB-4C97-A74B-8DF5245A8E20}"/>
                </a:ext>
              </a:extLst>
            </p:cNvPr>
            <p:cNvSpPr/>
            <p:nvPr/>
          </p:nvSpPr>
          <p:spPr>
            <a:xfrm>
              <a:off x="1232036" y="2371044"/>
              <a:ext cx="73004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函数         在区间     上一致连续，则一定点点连续；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A2AE7A7-E985-46D5-AB2A-6149EA3626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236867"/>
                </p:ext>
              </p:extLst>
            </p:nvPr>
          </p:nvGraphicFramePr>
          <p:xfrm>
            <a:off x="1907704" y="245968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14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07704" y="245968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2A0580E-7AE1-4CD9-8755-BF8C118A56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768272"/>
                </p:ext>
              </p:extLst>
            </p:nvPr>
          </p:nvGraphicFramePr>
          <p:xfrm>
            <a:off x="3539246" y="2468526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15" name="Equation" r:id="rId11" imgW="190440" imgH="266400" progId="Equation.DSMT4">
                    <p:embed/>
                  </p:oleObj>
                </mc:Choice>
                <mc:Fallback>
                  <p:oleObj name="Equation" r:id="rId11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39246" y="2468526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A8073849-2667-47E1-9DBD-62517628F726}"/>
              </a:ext>
            </a:extLst>
          </p:cNvPr>
          <p:cNvSpPr/>
          <p:nvPr/>
        </p:nvSpPr>
        <p:spPr>
          <a:xfrm>
            <a:off x="1211648" y="2954166"/>
            <a:ext cx="148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反之不真</a:t>
            </a:r>
            <a:r>
              <a:rPr lang="en-US" altLang="zh-CN" sz="2400" b="1" dirty="0"/>
              <a:t>.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E192F9-186D-4B68-AFA9-1C3FB7D564F3}"/>
              </a:ext>
            </a:extLst>
          </p:cNvPr>
          <p:cNvGrpSpPr/>
          <p:nvPr/>
        </p:nvGrpSpPr>
        <p:grpSpPr>
          <a:xfrm>
            <a:off x="2665004" y="2954165"/>
            <a:ext cx="1495009" cy="461665"/>
            <a:chOff x="2665004" y="2954165"/>
            <a:chExt cx="1495009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D52FA18-80A7-4670-819B-880D1C9722AC}"/>
                </a:ext>
              </a:extLst>
            </p:cNvPr>
            <p:cNvSpPr/>
            <p:nvPr/>
          </p:nvSpPr>
          <p:spPr>
            <a:xfrm>
              <a:off x="2665004" y="2954165"/>
              <a:ext cx="12589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如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D6D0F1D-0945-4362-84CE-D1D225003B85}"/>
                </a:ext>
              </a:extLst>
            </p:cNvPr>
            <p:cNvSpPr/>
            <p:nvPr/>
          </p:nvSpPr>
          <p:spPr>
            <a:xfrm>
              <a:off x="3047208" y="2954165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上例，</a:t>
              </a:r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0E5F550-91DD-40A0-9FA4-51A752C3DE6C}"/>
              </a:ext>
            </a:extLst>
          </p:cNvPr>
          <p:cNvGrpSpPr/>
          <p:nvPr/>
        </p:nvGrpSpPr>
        <p:grpSpPr>
          <a:xfrm>
            <a:off x="3904419" y="2816696"/>
            <a:ext cx="4556013" cy="736600"/>
            <a:chOff x="3904419" y="2816696"/>
            <a:chExt cx="4556013" cy="7366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745149F-4941-4521-9EC2-FC7410C94F49}"/>
                </a:ext>
              </a:extLst>
            </p:cNvPr>
            <p:cNvSpPr/>
            <p:nvPr/>
          </p:nvSpPr>
          <p:spPr>
            <a:xfrm>
              <a:off x="3904419" y="2954164"/>
              <a:ext cx="455601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</a:rPr>
                <a:t>函数                    在区间           内</a:t>
              </a:r>
              <a:endParaRPr lang="zh-CN" altLang="en-US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3356FC7-38AD-4D87-B269-5950518FC1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3753861"/>
                </p:ext>
              </p:extLst>
            </p:nvPr>
          </p:nvGraphicFramePr>
          <p:xfrm>
            <a:off x="4702036" y="2816696"/>
            <a:ext cx="1130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16" name="Equation" r:id="rId13" imgW="1130040" imgH="736560" progId="Equation.DSMT4">
                    <p:embed/>
                  </p:oleObj>
                </mc:Choice>
                <mc:Fallback>
                  <p:oleObj name="Equation" r:id="rId13" imgW="11300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02036" y="2816696"/>
                          <a:ext cx="1130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319ECC81-6F58-476C-9D22-DE1A63FEFC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0159672"/>
                </p:ext>
              </p:extLst>
            </p:nvPr>
          </p:nvGraphicFramePr>
          <p:xfrm>
            <a:off x="6948264" y="3013546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17" name="Equation" r:id="rId15" imgW="596880" imgH="342720" progId="Equation.DSMT4">
                    <p:embed/>
                  </p:oleObj>
                </mc:Choice>
                <mc:Fallback>
                  <p:oleObj name="Equation" r:id="rId15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948264" y="3013546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7E07CBB0-5A5F-4545-A954-72D2601B544A}"/>
              </a:ext>
            </a:extLst>
          </p:cNvPr>
          <p:cNvSpPr/>
          <p:nvPr/>
        </p:nvSpPr>
        <p:spPr>
          <a:xfrm>
            <a:off x="745566" y="3677815"/>
            <a:ext cx="37343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点点连续，但非一致连续</a:t>
            </a:r>
            <a:r>
              <a:rPr lang="en-US" altLang="zh-CN" sz="2400" b="1" dirty="0">
                <a:solidFill>
                  <a:prstClr val="black"/>
                </a:solidFill>
              </a:rPr>
              <a:t>.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2AD95F5-3846-492D-B56F-FE2FBC354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471949"/>
              </p:ext>
            </p:extLst>
          </p:nvPr>
        </p:nvGraphicFramePr>
        <p:xfrm>
          <a:off x="6858708" y="1157387"/>
          <a:ext cx="187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8" name="Equation" r:id="rId17" imgW="1879560" imgH="723600" progId="Equation.DSMT4">
                  <p:embed/>
                </p:oleObj>
              </mc:Choice>
              <mc:Fallback>
                <p:oleObj name="Equation" r:id="rId17" imgW="1879560" imgH="7236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2CA0DFC-8D49-43BD-A682-B9A59EEBA8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58708" y="1157387"/>
                        <a:ext cx="18796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F26A654C-A9DE-4B50-8E5F-E78E850D7CE9}"/>
              </a:ext>
            </a:extLst>
          </p:cNvPr>
          <p:cNvSpPr/>
          <p:nvPr/>
        </p:nvSpPr>
        <p:spPr bwMode="auto">
          <a:xfrm>
            <a:off x="6012160" y="339502"/>
            <a:ext cx="846548" cy="819348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l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3698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0">
            <a:extLst>
              <a:ext uri="{FF2B5EF4-FFF2-40B4-BE49-F238E27FC236}">
                <a16:creationId xmlns:a16="http://schemas.microsoft.com/office/drawing/2014/main" id="{9FD73604-0927-4771-8011-B4394AE98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435" y="222473"/>
            <a:ext cx="792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7 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069507-6804-46E5-A149-FBD8702AE77C}"/>
              </a:ext>
            </a:extLst>
          </p:cNvPr>
          <p:cNvSpPr/>
          <p:nvPr/>
        </p:nvSpPr>
        <p:spPr>
          <a:xfrm>
            <a:off x="1361495" y="252599"/>
            <a:ext cx="7185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证明                 在区间                             内</a:t>
            </a:r>
            <a:r>
              <a:rPr lang="zh-CN" altLang="en-US" sz="2400" b="1" dirty="0">
                <a:solidFill>
                  <a:srgbClr val="0064FF"/>
                </a:solidFill>
              </a:rPr>
              <a:t>一致连续</a:t>
            </a:r>
            <a:r>
              <a:rPr lang="en-US" altLang="zh-CN" sz="2400" b="1" dirty="0">
                <a:solidFill>
                  <a:prstClr val="black"/>
                </a:solidFill>
              </a:rPr>
              <a:t>.  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88B7352-3DA5-49BC-8193-31DE68E8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694261"/>
              </p:ext>
            </p:extLst>
          </p:nvPr>
        </p:nvGraphicFramePr>
        <p:xfrm>
          <a:off x="2041914" y="142652"/>
          <a:ext cx="113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88" name="Equation" r:id="rId4" imgW="1130040" imgH="736560" progId="Equation.DSMT4">
                  <p:embed/>
                </p:oleObj>
              </mc:Choice>
              <mc:Fallback>
                <p:oleObj name="Equation" r:id="rId4" imgW="113004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07ADDC5-C15F-434F-8C22-19D988D96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1914" y="142652"/>
                        <a:ext cx="113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04CFDE6-1444-436F-B534-4C863F8BE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868325"/>
              </p:ext>
            </p:extLst>
          </p:nvPr>
        </p:nvGraphicFramePr>
        <p:xfrm>
          <a:off x="4182844" y="335116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89" name="Equation" r:id="rId6" imgW="1803240" imgH="342720" progId="Equation.DSMT4">
                  <p:embed/>
                </p:oleObj>
              </mc:Choice>
              <mc:Fallback>
                <p:oleObj name="Equation" r:id="rId6" imgW="180324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7219921-F0A0-4A6F-B9D9-85A96BCB0A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82844" y="335116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7A0FF6F-D70F-4FD5-AAC1-FFFE54A90843}"/>
              </a:ext>
            </a:extLst>
          </p:cNvPr>
          <p:cNvSpPr/>
          <p:nvPr/>
        </p:nvSpPr>
        <p:spPr>
          <a:xfrm>
            <a:off x="604811" y="125862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6543CE8-E40E-4CE4-87A0-A779A52EA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9256"/>
              </p:ext>
            </p:extLst>
          </p:nvPr>
        </p:nvGraphicFramePr>
        <p:xfrm>
          <a:off x="1267008" y="1341140"/>
          <a:ext cx="297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90" name="Equation" r:id="rId8" imgW="2971800" imgH="380880" progId="Equation.DSMT4">
                  <p:embed/>
                </p:oleObj>
              </mc:Choice>
              <mc:Fallback>
                <p:oleObj name="Equation" r:id="rId8" imgW="2971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67008" y="1341140"/>
                        <a:ext cx="2971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FE7B80B-0EBA-4591-9C0B-6A085551B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973501"/>
              </p:ext>
            </p:extLst>
          </p:nvPr>
        </p:nvGraphicFramePr>
        <p:xfrm>
          <a:off x="4793470" y="1131590"/>
          <a:ext cx="2400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91" name="Equation" r:id="rId10" imgW="2400120" imgH="799920" progId="Equation.DSMT4">
                  <p:embed/>
                </p:oleObj>
              </mc:Choice>
              <mc:Fallback>
                <p:oleObj name="Equation" r:id="rId10" imgW="240012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93470" y="1131590"/>
                        <a:ext cx="24003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3F0E347-3EB4-4456-8D58-94FB404DBB80}"/>
              </a:ext>
            </a:extLst>
          </p:cNvPr>
          <p:cNvSpPr/>
          <p:nvPr/>
        </p:nvSpPr>
        <p:spPr>
          <a:xfrm>
            <a:off x="4269116" y="128874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有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5CBD85-0D26-452C-8E55-9B949737DE1F}"/>
              </a:ext>
            </a:extLst>
          </p:cNvPr>
          <p:cNvSpPr/>
          <p:nvPr/>
        </p:nvSpPr>
        <p:spPr>
          <a:xfrm>
            <a:off x="7249464" y="12586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则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57965D7-5328-47BC-AB38-498F88998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871771"/>
              </p:ext>
            </p:extLst>
          </p:nvPr>
        </p:nvGraphicFramePr>
        <p:xfrm>
          <a:off x="2275120" y="1999763"/>
          <a:ext cx="4216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92" name="Equation" r:id="rId12" imgW="4216320" imgH="888840" progId="Equation.DSMT4">
                  <p:embed/>
                </p:oleObj>
              </mc:Choice>
              <mc:Fallback>
                <p:oleObj name="Equation" r:id="rId12" imgW="42163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75120" y="1999763"/>
                        <a:ext cx="4216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FA608D61-0D4C-45C4-AD7D-30A873FE4C4C}"/>
              </a:ext>
            </a:extLst>
          </p:cNvPr>
          <p:cNvGrpSpPr/>
          <p:nvPr/>
        </p:nvGrpSpPr>
        <p:grpSpPr>
          <a:xfrm>
            <a:off x="629513" y="3283410"/>
            <a:ext cx="1433846" cy="461665"/>
            <a:chOff x="639840" y="1635646"/>
            <a:chExt cx="1433846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F85A155-2046-43FA-9B58-E4B224252E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042123"/>
                </p:ext>
              </p:extLst>
            </p:nvPr>
          </p:nvGraphicFramePr>
          <p:xfrm>
            <a:off x="1133886" y="1753997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893" name="Equation" r:id="rId14" imgW="939600" imgH="330120" progId="Equation.DSMT4">
                    <p:embed/>
                  </p:oleObj>
                </mc:Choice>
                <mc:Fallback>
                  <p:oleObj name="Equation" r:id="rId14" imgW="93960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58C43B3-8C79-4ED4-A7D7-17A91D4217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33886" y="1753997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EA2BF48-4769-4B41-A194-FA0581417FFA}"/>
                </a:ext>
              </a:extLst>
            </p:cNvPr>
            <p:cNvSpPr/>
            <p:nvPr/>
          </p:nvSpPr>
          <p:spPr>
            <a:xfrm>
              <a:off x="639840" y="1635646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故</a:t>
              </a:r>
              <a:endParaRPr lang="zh-CN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CD2D96E-F293-4402-95FF-C6ABF088ECBB}"/>
              </a:ext>
            </a:extLst>
          </p:cNvPr>
          <p:cNvGrpSpPr/>
          <p:nvPr/>
        </p:nvGrpSpPr>
        <p:grpSpPr>
          <a:xfrm>
            <a:off x="2063359" y="3122686"/>
            <a:ext cx="2361280" cy="889000"/>
            <a:chOff x="2073686" y="1474922"/>
            <a:chExt cx="2361280" cy="8890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C0166EF-DB03-487D-81C1-82866A21F738}"/>
                </a:ext>
              </a:extLst>
            </p:cNvPr>
            <p:cNvSpPr/>
            <p:nvPr/>
          </p:nvSpPr>
          <p:spPr>
            <a:xfrm>
              <a:off x="2073686" y="1688264"/>
              <a:ext cx="9141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要使</a:t>
              </a:r>
              <a:endParaRPr lang="zh-CN" altLang="en-US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4D94076C-A6B2-4BAD-9350-859A6C0F3D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8383236"/>
                </p:ext>
              </p:extLst>
            </p:nvPr>
          </p:nvGraphicFramePr>
          <p:xfrm>
            <a:off x="2898266" y="1474922"/>
            <a:ext cx="15367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894" name="Equation" r:id="rId16" imgW="1536480" imgH="888840" progId="Equation.DSMT4">
                    <p:embed/>
                  </p:oleObj>
                </mc:Choice>
                <mc:Fallback>
                  <p:oleObj name="Equation" r:id="rId16" imgW="1536480" imgH="8888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6D0DC3A-E3EE-4A34-821C-951A537EFE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898266" y="1474922"/>
                          <a:ext cx="15367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1805693-1485-49ED-8B4D-3AC2143A002A}"/>
              </a:ext>
            </a:extLst>
          </p:cNvPr>
          <p:cNvGrpSpPr/>
          <p:nvPr/>
        </p:nvGrpSpPr>
        <p:grpSpPr>
          <a:xfrm>
            <a:off x="4428457" y="3200313"/>
            <a:ext cx="2765313" cy="736600"/>
            <a:chOff x="5147654" y="1533888"/>
            <a:chExt cx="2765313" cy="7366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3CF3612-639B-452D-8690-4A9DDB129DA4}"/>
                </a:ext>
              </a:extLst>
            </p:cNvPr>
            <p:cNvSpPr/>
            <p:nvPr/>
          </p:nvSpPr>
          <p:spPr>
            <a:xfrm>
              <a:off x="5147654" y="1679450"/>
              <a:ext cx="8030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只要</a:t>
              </a:r>
              <a:endParaRPr lang="zh-CN" altLang="en-US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5DB14721-9F3B-450F-8FD8-30ED0E41A6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1990179"/>
                </p:ext>
              </p:extLst>
            </p:nvPr>
          </p:nvGraphicFramePr>
          <p:xfrm>
            <a:off x="6020667" y="1533888"/>
            <a:ext cx="1892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895" name="Equation" r:id="rId18" imgW="1892160" imgH="736560" progId="Equation.DSMT4">
                    <p:embed/>
                  </p:oleObj>
                </mc:Choice>
                <mc:Fallback>
                  <p:oleObj name="Equation" r:id="rId18" imgW="1892160" imgH="736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355F92BB-A1A5-497E-88B2-7D1D0E2597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020667" y="1533888"/>
                          <a:ext cx="1892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8067D6FA-712A-497C-824F-5D4F2999FFBD}"/>
              </a:ext>
            </a:extLst>
          </p:cNvPr>
          <p:cNvSpPr/>
          <p:nvPr/>
        </p:nvSpPr>
        <p:spPr>
          <a:xfrm>
            <a:off x="7342781" y="3336027"/>
            <a:ext cx="7137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22E9D2C0-C23B-4522-A50B-B941CE475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432199"/>
              </p:ext>
            </p:extLst>
          </p:nvPr>
        </p:nvGraphicFramePr>
        <p:xfrm>
          <a:off x="3179590" y="4338662"/>
          <a:ext cx="1752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96" name="Equation" r:id="rId20" imgW="1752480" imgH="419040" progId="Equation.DSMT4">
                  <p:embed/>
                </p:oleObj>
              </mc:Choice>
              <mc:Fallback>
                <p:oleObj name="Equation" r:id="rId20" imgW="1752480" imgH="419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FC02094-9CC4-4B7B-A853-66C9236D6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179590" y="4338662"/>
                        <a:ext cx="1752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089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9277C78-3EDD-4F0F-946A-3235713E8FB4}"/>
              </a:ext>
            </a:extLst>
          </p:cNvPr>
          <p:cNvGrpSpPr/>
          <p:nvPr/>
        </p:nvGrpSpPr>
        <p:grpSpPr>
          <a:xfrm>
            <a:off x="826826" y="451183"/>
            <a:ext cx="1523504" cy="461665"/>
            <a:chOff x="693578" y="3219822"/>
            <a:chExt cx="1523504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2963541-1021-455B-9ED1-8C9C69F17403}"/>
                </a:ext>
              </a:extLst>
            </p:cNvPr>
            <p:cNvSpPr/>
            <p:nvPr/>
          </p:nvSpPr>
          <p:spPr>
            <a:xfrm>
              <a:off x="693578" y="321982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取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A2F2607-C809-4AD7-A7C9-D178915E49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3251225"/>
                </p:ext>
              </p:extLst>
            </p:nvPr>
          </p:nvGraphicFramePr>
          <p:xfrm>
            <a:off x="1188382" y="3233257"/>
            <a:ext cx="1028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81" name="Equation" r:id="rId3" imgW="1028520" imgH="393480" progId="Equation.DSMT4">
                    <p:embed/>
                  </p:oleObj>
                </mc:Choice>
                <mc:Fallback>
                  <p:oleObj name="Equation" r:id="rId3" imgW="1028520" imgH="3934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9CD96C39-6DBA-460A-B767-05E3E0A2F3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88382" y="3233257"/>
                          <a:ext cx="1028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BE47BC2-11E0-48AB-8DF7-3758F3A96DD6}"/>
              </a:ext>
            </a:extLst>
          </p:cNvPr>
          <p:cNvGrpSpPr/>
          <p:nvPr/>
        </p:nvGrpSpPr>
        <p:grpSpPr>
          <a:xfrm>
            <a:off x="2555776" y="237515"/>
            <a:ext cx="5163988" cy="889000"/>
            <a:chOff x="2216324" y="3040134"/>
            <a:chExt cx="5163988" cy="889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CA21AF8-34C2-4E8B-B5E5-524780A25FB7}"/>
                </a:ext>
              </a:extLst>
            </p:cNvPr>
            <p:cNvSpPr/>
            <p:nvPr/>
          </p:nvSpPr>
          <p:spPr>
            <a:xfrm>
              <a:off x="2216324" y="3253802"/>
              <a:ext cx="51639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则当          时，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8BC6D0B-A4FF-4D9C-BFC2-654AE279D0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1227600"/>
                </p:ext>
              </p:extLst>
            </p:nvPr>
          </p:nvGraphicFramePr>
          <p:xfrm>
            <a:off x="2995224" y="3321521"/>
            <a:ext cx="1435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82" name="Equation" r:id="rId5" imgW="1434960" imgH="380880" progId="Equation.DSMT4">
                    <p:embed/>
                  </p:oleObj>
                </mc:Choice>
                <mc:Fallback>
                  <p:oleObj name="Equation" r:id="rId5" imgW="143496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83C4B805-8D24-4CEF-9BB2-5043F61B7A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95224" y="3321521"/>
                          <a:ext cx="1435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E665142-4918-494D-B27E-EFD30EEC0E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731014"/>
                </p:ext>
              </p:extLst>
            </p:nvPr>
          </p:nvGraphicFramePr>
          <p:xfrm>
            <a:off x="5158736" y="3040134"/>
            <a:ext cx="15367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83" name="Equation" r:id="rId7" imgW="1536480" imgH="888840" progId="Equation.DSMT4">
                    <p:embed/>
                  </p:oleObj>
                </mc:Choice>
                <mc:Fallback>
                  <p:oleObj name="Equation" r:id="rId7" imgW="1536480" imgH="88884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5B630048-BACE-416D-8C60-84005A960D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58736" y="3040134"/>
                          <a:ext cx="1536700" cy="889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ED2B573-0716-4305-A253-E2D2929E56DE}"/>
              </a:ext>
            </a:extLst>
          </p:cNvPr>
          <p:cNvGrpSpPr/>
          <p:nvPr/>
        </p:nvGrpSpPr>
        <p:grpSpPr>
          <a:xfrm>
            <a:off x="605303" y="1491630"/>
            <a:ext cx="6630994" cy="736600"/>
            <a:chOff x="605303" y="1491630"/>
            <a:chExt cx="6630994" cy="73660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8196C62-D651-4808-9D76-90B3FF14D2F9}"/>
                </a:ext>
              </a:extLst>
            </p:cNvPr>
            <p:cNvGrpSpPr/>
            <p:nvPr/>
          </p:nvGrpSpPr>
          <p:grpSpPr>
            <a:xfrm>
              <a:off x="605303" y="1491630"/>
              <a:ext cx="1892431" cy="736600"/>
              <a:chOff x="7340144" y="3086205"/>
              <a:chExt cx="1892431" cy="736600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5D13983-5998-4386-A493-19BEBD45739D}"/>
                  </a:ext>
                </a:extLst>
              </p:cNvPr>
              <p:cNvSpPr/>
              <p:nvPr/>
            </p:nvSpPr>
            <p:spPr>
              <a:xfrm>
                <a:off x="7340144" y="3253712"/>
                <a:ext cx="148032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从而</a:t>
                </a:r>
                <a:endParaRPr lang="zh-CN" altLang="en-US" dirty="0"/>
              </a:p>
            </p:txBody>
          </p:sp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FD2CB0DF-2855-45F5-BE0C-3BB5B9C576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4206002"/>
                  </p:ext>
                </p:extLst>
              </p:nvPr>
            </p:nvGraphicFramePr>
            <p:xfrm>
              <a:off x="8102275" y="3086205"/>
              <a:ext cx="11303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384" name="Equation" r:id="rId9" imgW="1130040" imgH="736560" progId="Equation.DSMT4">
                      <p:embed/>
                    </p:oleObj>
                  </mc:Choice>
                  <mc:Fallback>
                    <p:oleObj name="Equation" r:id="rId9" imgW="1130040" imgH="73656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F69705B9-29B8-4B8E-8E12-AF898CDAD68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8102275" y="3086205"/>
                            <a:ext cx="11303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BA0F5F5-F167-4F81-8220-1EE8F1396F3A}"/>
                </a:ext>
              </a:extLst>
            </p:cNvPr>
            <p:cNvSpPr/>
            <p:nvPr/>
          </p:nvSpPr>
          <p:spPr>
            <a:xfrm>
              <a:off x="2468543" y="1667751"/>
              <a:ext cx="476775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            上一致连续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2BC2C09-52B7-4482-B659-4E268F3581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2171742"/>
                </p:ext>
              </p:extLst>
            </p:nvPr>
          </p:nvGraphicFramePr>
          <p:xfrm>
            <a:off x="3059832" y="1751962"/>
            <a:ext cx="1803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85" name="Equation" r:id="rId11" imgW="1803240" imgH="342720" progId="Equation.DSMT4">
                    <p:embed/>
                  </p:oleObj>
                </mc:Choice>
                <mc:Fallback>
                  <p:oleObj name="Equation" r:id="rId11" imgW="1803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59832" y="1751962"/>
                          <a:ext cx="1803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0CCAA2E-50EF-43C6-A73D-01BDBA4EB211}"/>
              </a:ext>
            </a:extLst>
          </p:cNvPr>
          <p:cNvSpPr/>
          <p:nvPr/>
        </p:nvSpPr>
        <p:spPr>
          <a:xfrm>
            <a:off x="683568" y="257175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注</a:t>
            </a:r>
            <a:endParaRPr lang="zh-CN" altLang="en-US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AA8B825-79ED-41BB-847D-1DAF0B10A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523719"/>
              </p:ext>
            </p:extLst>
          </p:nvPr>
        </p:nvGraphicFramePr>
        <p:xfrm>
          <a:off x="1520481" y="2434282"/>
          <a:ext cx="113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86" name="Equation" r:id="rId13" imgW="1130040" imgH="736560" progId="Equation.DSMT4">
                  <p:embed/>
                </p:oleObj>
              </mc:Choice>
              <mc:Fallback>
                <p:oleObj name="Equation" r:id="rId13" imgW="113004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D2CB0DF-2855-45F5-BE0C-3BB5B9C576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0481" y="2434282"/>
                        <a:ext cx="113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4E083374-5BBB-41D9-8BA7-54C3F22509C2}"/>
              </a:ext>
            </a:extLst>
          </p:cNvPr>
          <p:cNvGrpSpPr/>
          <p:nvPr/>
        </p:nvGrpSpPr>
        <p:grpSpPr>
          <a:xfrm>
            <a:off x="2602248" y="2571750"/>
            <a:ext cx="5858184" cy="461665"/>
            <a:chOff x="2602248" y="2571750"/>
            <a:chExt cx="5858184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BF623F3-2964-4ECB-AEBD-3BB96C8FA58A}"/>
                </a:ext>
              </a:extLst>
            </p:cNvPr>
            <p:cNvSpPr/>
            <p:nvPr/>
          </p:nvSpPr>
          <p:spPr>
            <a:xfrm>
              <a:off x="2602248" y="2571750"/>
              <a:ext cx="58581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在                  上一致连续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从而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C99B9D64-B4E9-4982-B360-8AB0A6801B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543502"/>
                </p:ext>
              </p:extLst>
            </p:nvPr>
          </p:nvGraphicFramePr>
          <p:xfrm>
            <a:off x="3061252" y="2650506"/>
            <a:ext cx="2578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87" name="Equation" r:id="rId14" imgW="2577960" imgH="342720" progId="Equation.DSMT4">
                    <p:embed/>
                  </p:oleObj>
                </mc:Choice>
                <mc:Fallback>
                  <p:oleObj name="Equation" r:id="rId14" imgW="25779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061252" y="2650506"/>
                          <a:ext cx="2578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71D3EFF-E8CB-4E6C-BD88-261F29EDBC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394041"/>
              </p:ext>
            </p:extLst>
          </p:nvPr>
        </p:nvGraphicFramePr>
        <p:xfrm>
          <a:off x="390181" y="3253530"/>
          <a:ext cx="113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88" name="Equation" r:id="rId16" imgW="1130040" imgH="736560" progId="Equation.DSMT4">
                  <p:embed/>
                </p:oleObj>
              </mc:Choice>
              <mc:Fallback>
                <p:oleObj name="Equation" r:id="rId16" imgW="1130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90181" y="3253530"/>
                        <a:ext cx="113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5AF55348-44AD-4541-955A-B99279DCC9CD}"/>
              </a:ext>
            </a:extLst>
          </p:cNvPr>
          <p:cNvSpPr/>
          <p:nvPr/>
        </p:nvSpPr>
        <p:spPr>
          <a:xfrm>
            <a:off x="1591585" y="3356871"/>
            <a:ext cx="4601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在</a:t>
            </a:r>
            <a:endParaRPr lang="zh-CN" altLang="en-US" dirty="0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FDA7C77-9640-474F-9499-4327341B7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155773"/>
              </p:ext>
            </p:extLst>
          </p:nvPr>
        </p:nvGraphicFramePr>
        <p:xfrm>
          <a:off x="2110120" y="3416253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89" name="Equation" r:id="rId18" imgW="2666880" imgH="342720" progId="Equation.DSMT4">
                  <p:embed/>
                </p:oleObj>
              </mc:Choice>
              <mc:Fallback>
                <p:oleObj name="Equation" r:id="rId18" imgW="266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10120" y="3416253"/>
                        <a:ext cx="266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698BAFC-D6AB-48EF-9923-08EDDF5BC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172387"/>
              </p:ext>
            </p:extLst>
          </p:nvPr>
        </p:nvGraphicFramePr>
        <p:xfrm>
          <a:off x="5004209" y="3416253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90" name="Equation" r:id="rId20" imgW="2666880" imgH="342720" progId="Equation.DSMT4">
                  <p:embed/>
                </p:oleObj>
              </mc:Choice>
              <mc:Fallback>
                <p:oleObj name="Equation" r:id="rId20" imgW="266688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6FDA7C77-9640-474F-9499-4327341B7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04209" y="3416253"/>
                        <a:ext cx="266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F80FFE6-0637-42D3-9EE1-BB1D4B984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884136"/>
              </p:ext>
            </p:extLst>
          </p:nvPr>
        </p:nvGraphicFramePr>
        <p:xfrm>
          <a:off x="495868" y="4226203"/>
          <a:ext cx="257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91" name="Equation" r:id="rId22" imgW="2577960" imgH="342720" progId="Equation.DSMT4">
                  <p:embed/>
                </p:oleObj>
              </mc:Choice>
              <mc:Fallback>
                <p:oleObj name="Equation" r:id="rId22" imgW="2577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5868" y="4226203"/>
                        <a:ext cx="257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5922A772-04DA-4758-9B30-5F04F66AC2A6}"/>
              </a:ext>
            </a:extLst>
          </p:cNvPr>
          <p:cNvSpPr/>
          <p:nvPr/>
        </p:nvSpPr>
        <p:spPr>
          <a:xfrm>
            <a:off x="2988949" y="4141992"/>
            <a:ext cx="2303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上均一致连续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4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50E8AA-5291-4FDF-AB5C-54628F15E8CF}"/>
              </a:ext>
            </a:extLst>
          </p:cNvPr>
          <p:cNvSpPr/>
          <p:nvPr/>
        </p:nvSpPr>
        <p:spPr>
          <a:xfrm>
            <a:off x="755576" y="339502"/>
            <a:ext cx="8136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定理 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一致连续定理或康托定理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) </a:t>
            </a:r>
            <a:r>
              <a:rPr lang="zh-CN" altLang="en-US" sz="2400" b="1" dirty="0">
                <a:latin typeface="宋体" panose="02010600030101010101" pitchFamily="2" charset="-122"/>
              </a:rPr>
              <a:t>设     是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有界闭区间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F26291-FFBB-45EF-82CB-B64E367174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641485"/>
              </p:ext>
            </p:extLst>
          </p:nvPr>
        </p:nvGraphicFramePr>
        <p:xfrm>
          <a:off x="5796136" y="39888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8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6136" y="39888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F2179D9-485D-4A09-8FF2-4D0C705E3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626785"/>
              </p:ext>
            </p:extLst>
          </p:nvPr>
        </p:nvGraphicFramePr>
        <p:xfrm>
          <a:off x="8359856" y="398884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81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59856" y="398884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58429B4-D8FA-4238-86B4-F22D408945C4}"/>
              </a:ext>
            </a:extLst>
          </p:cNvPr>
          <p:cNvSpPr/>
          <p:nvPr/>
        </p:nvSpPr>
        <p:spPr>
          <a:xfrm>
            <a:off x="179512" y="987574"/>
            <a:ext cx="6552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上的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连续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函数，则     在     上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一致连续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237909C-677E-420D-9DFB-CC27CEEA5F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616838"/>
              </p:ext>
            </p:extLst>
          </p:nvPr>
        </p:nvGraphicFramePr>
        <p:xfrm>
          <a:off x="2771800" y="104695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82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71800" y="104695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392287B-9713-4A9B-A206-D698CE85A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486461"/>
              </p:ext>
            </p:extLst>
          </p:nvPr>
        </p:nvGraphicFramePr>
        <p:xfrm>
          <a:off x="3859557" y="1053306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83" name="Equation" r:id="rId9" imgW="634680" imgH="330120" progId="Equation.DSMT4">
                  <p:embed/>
                </p:oleObj>
              </mc:Choice>
              <mc:Fallback>
                <p:oleObj name="Equation" r:id="rId9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9557" y="1053306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B9B34784-E96B-4FCB-9427-DB73F969A4F4}"/>
              </a:ext>
            </a:extLst>
          </p:cNvPr>
          <p:cNvGrpSpPr/>
          <p:nvPr/>
        </p:nvGrpSpPr>
        <p:grpSpPr>
          <a:xfrm>
            <a:off x="1306882" y="1651372"/>
            <a:ext cx="7513590" cy="461665"/>
            <a:chOff x="1306882" y="1651372"/>
            <a:chExt cx="751359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33DCDA8-A522-4C3A-AA9C-B7055D313AA5}"/>
                </a:ext>
              </a:extLst>
            </p:cNvPr>
            <p:cNvSpPr/>
            <p:nvPr/>
          </p:nvSpPr>
          <p:spPr>
            <a:xfrm>
              <a:off x="1306882" y="1651372"/>
              <a:ext cx="751359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用反证法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 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反设    在     上连续但非一致连续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ADDEEC7-3B6E-47DB-948D-80EEF35AE4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1387758"/>
                </p:ext>
              </p:extLst>
            </p:nvPr>
          </p:nvGraphicFramePr>
          <p:xfrm>
            <a:off x="3547781" y="171075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84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7781" y="171075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7ECE77E1-C17E-4E27-B4CE-64256FFC69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575434"/>
                </p:ext>
              </p:extLst>
            </p:nvPr>
          </p:nvGraphicFramePr>
          <p:xfrm>
            <a:off x="4523581" y="171050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85" name="Equation" r:id="rId13" imgW="634680" imgH="330120" progId="Equation.DSMT4">
                    <p:embed/>
                  </p:oleObj>
                </mc:Choice>
                <mc:Fallback>
                  <p:oleObj name="Equation" r:id="rId13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23581" y="1710508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42E65E9C-04B4-4F51-AEE6-8BC7981A7AB4}"/>
              </a:ext>
            </a:extLst>
          </p:cNvPr>
          <p:cNvSpPr/>
          <p:nvPr/>
        </p:nvSpPr>
        <p:spPr>
          <a:xfrm>
            <a:off x="809318" y="166424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078F6AC-257D-4024-AD32-33E4B8197F72}"/>
              </a:ext>
            </a:extLst>
          </p:cNvPr>
          <p:cNvGrpSpPr/>
          <p:nvPr/>
        </p:nvGrpSpPr>
        <p:grpSpPr>
          <a:xfrm>
            <a:off x="323528" y="2335213"/>
            <a:ext cx="1522537" cy="461665"/>
            <a:chOff x="323528" y="2335213"/>
            <a:chExt cx="1522537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B9A7A1A-E57D-4630-B586-B9CA14F34199}"/>
                </a:ext>
              </a:extLst>
            </p:cNvPr>
            <p:cNvSpPr/>
            <p:nvPr/>
          </p:nvSpPr>
          <p:spPr>
            <a:xfrm>
              <a:off x="323528" y="2335213"/>
              <a:ext cx="8640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存在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F1EE3CC-9D64-4D20-9F0D-C3DB10846F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081786"/>
                </p:ext>
              </p:extLst>
            </p:nvPr>
          </p:nvGraphicFramePr>
          <p:xfrm>
            <a:off x="1020565" y="2335213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86" name="Equation" r:id="rId15" imgW="825480" imgH="380880" progId="Equation.DSMT4">
                    <p:embed/>
                  </p:oleObj>
                </mc:Choice>
                <mc:Fallback>
                  <p:oleObj name="Equation" r:id="rId15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20565" y="2335213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E1791F5-7978-4EFD-9A52-4A7A88A1C74F}"/>
              </a:ext>
            </a:extLst>
          </p:cNvPr>
          <p:cNvGrpSpPr/>
          <p:nvPr/>
        </p:nvGrpSpPr>
        <p:grpSpPr>
          <a:xfrm>
            <a:off x="1884660" y="2280257"/>
            <a:ext cx="7110196" cy="461665"/>
            <a:chOff x="1884660" y="2280257"/>
            <a:chExt cx="7110196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49C11A1-89C2-4AE3-BD48-3633B63FDAB1}"/>
                </a:ext>
              </a:extLst>
            </p:cNvPr>
            <p:cNvSpPr/>
            <p:nvPr/>
          </p:nvSpPr>
          <p:spPr>
            <a:xfrm>
              <a:off x="1884660" y="2280257"/>
              <a:ext cx="71101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对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任意   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总存在两点   和   当          时，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4EF89FC-C365-427C-9E1F-BA94FB129C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7498069"/>
                </p:ext>
              </p:extLst>
            </p:nvPr>
          </p:nvGraphicFramePr>
          <p:xfrm>
            <a:off x="2915816" y="2386013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87" name="Equation" r:id="rId17" imgW="749160" imgH="330120" progId="Equation.DSMT4">
                    <p:embed/>
                  </p:oleObj>
                </mc:Choice>
                <mc:Fallback>
                  <p:oleObj name="Equation" r:id="rId17" imgW="7491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915816" y="2386013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2A2D2FA-209C-4FFA-B88F-6D29E3C6F9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281326"/>
                </p:ext>
              </p:extLst>
            </p:nvPr>
          </p:nvGraphicFramePr>
          <p:xfrm>
            <a:off x="5436096" y="2335213"/>
            <a:ext cx="2667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88" name="Equation" r:id="rId19" imgW="266400" imgH="291960" progId="Equation.DSMT4">
                    <p:embed/>
                  </p:oleObj>
                </mc:Choice>
                <mc:Fallback>
                  <p:oleObj name="Equation" r:id="rId19" imgW="26640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36096" y="2335213"/>
                          <a:ext cx="2667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9AD2AC8-75A4-4AF3-8E6F-E2FDC47A9E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160205"/>
                </p:ext>
              </p:extLst>
            </p:nvPr>
          </p:nvGraphicFramePr>
          <p:xfrm>
            <a:off x="6156176" y="2335213"/>
            <a:ext cx="368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89" name="Equation" r:id="rId21" imgW="368280" imgH="342720" progId="Equation.DSMT4">
                    <p:embed/>
                  </p:oleObj>
                </mc:Choice>
                <mc:Fallback>
                  <p:oleObj name="Equation" r:id="rId21" imgW="368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156176" y="2335213"/>
                          <a:ext cx="368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71B0167-1440-441E-BD1A-B3DDD7E010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6957805"/>
                </p:ext>
              </p:extLst>
            </p:nvPr>
          </p:nvGraphicFramePr>
          <p:xfrm>
            <a:off x="6908696" y="2335213"/>
            <a:ext cx="140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90" name="Equation" r:id="rId23" imgW="1409400" imgH="342720" progId="Equation.DSMT4">
                    <p:embed/>
                  </p:oleObj>
                </mc:Choice>
                <mc:Fallback>
                  <p:oleObj name="Equation" r:id="rId23" imgW="1409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908696" y="2335213"/>
                          <a:ext cx="140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50E82B0-1FE5-4A39-A979-5A9267E6FF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460633"/>
              </p:ext>
            </p:extLst>
          </p:nvPr>
        </p:nvGraphicFramePr>
        <p:xfrm>
          <a:off x="480792" y="2963242"/>
          <a:ext cx="2400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91" name="Equation" r:id="rId25" imgW="2400120" imgH="380880" progId="Equation.DSMT4">
                  <p:embed/>
                </p:oleObj>
              </mc:Choice>
              <mc:Fallback>
                <p:oleObj name="Equation" r:id="rId25" imgW="2400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0792" y="2963242"/>
                        <a:ext cx="2400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D69155C7-589A-4CAD-819E-9148C9768B29}"/>
              </a:ext>
            </a:extLst>
          </p:cNvPr>
          <p:cNvGrpSpPr/>
          <p:nvPr/>
        </p:nvGrpSpPr>
        <p:grpSpPr>
          <a:xfrm>
            <a:off x="809318" y="3373138"/>
            <a:ext cx="2695186" cy="736600"/>
            <a:chOff x="809318" y="3373138"/>
            <a:chExt cx="2695186" cy="73660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34330A0-AC9F-4385-9272-FD4A57123D79}"/>
                </a:ext>
              </a:extLst>
            </p:cNvPr>
            <p:cNvSpPr/>
            <p:nvPr/>
          </p:nvSpPr>
          <p:spPr>
            <a:xfrm>
              <a:off x="809318" y="3510606"/>
              <a:ext cx="4940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取</a:t>
              </a:r>
              <a:endParaRPr lang="zh-CN" altLang="en-US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AD38059A-331B-40CD-B6D5-FCD4EA7B22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1860523"/>
                </p:ext>
              </p:extLst>
            </p:nvPr>
          </p:nvGraphicFramePr>
          <p:xfrm>
            <a:off x="1282004" y="3373138"/>
            <a:ext cx="2222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92" name="Equation" r:id="rId27" imgW="2222280" imgH="736560" progId="Equation.DSMT4">
                    <p:embed/>
                  </p:oleObj>
                </mc:Choice>
                <mc:Fallback>
                  <p:oleObj name="Equation" r:id="rId27" imgW="222228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282004" y="3373138"/>
                          <a:ext cx="2222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9363A4-1E32-4335-8047-0E32D2E1F4ED}"/>
              </a:ext>
            </a:extLst>
          </p:cNvPr>
          <p:cNvGrpSpPr/>
          <p:nvPr/>
        </p:nvGrpSpPr>
        <p:grpSpPr>
          <a:xfrm>
            <a:off x="3483144" y="3486863"/>
            <a:ext cx="3825160" cy="461665"/>
            <a:chOff x="3483144" y="3486863"/>
            <a:chExt cx="3825160" cy="46166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9BCC316-11FB-4A7E-A193-30B069FDE3E2}"/>
                </a:ext>
              </a:extLst>
            </p:cNvPr>
            <p:cNvSpPr/>
            <p:nvPr/>
          </p:nvSpPr>
          <p:spPr>
            <a:xfrm>
              <a:off x="3483144" y="3486863"/>
              <a:ext cx="3825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则存在            满足</a:t>
              </a:r>
              <a:endParaRPr lang="zh-CN" altLang="en-US" dirty="0"/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3A0511AE-AB08-41BC-BB94-188F841192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9562350"/>
                </p:ext>
              </p:extLst>
            </p:nvPr>
          </p:nvGraphicFramePr>
          <p:xfrm>
            <a:off x="4572000" y="3550938"/>
            <a:ext cx="165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593" name="Equation" r:id="rId29" imgW="1650960" imgH="380880" progId="Equation.DSMT4">
                    <p:embed/>
                  </p:oleObj>
                </mc:Choice>
                <mc:Fallback>
                  <p:oleObj name="Equation" r:id="rId29" imgW="1650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572000" y="3550938"/>
                          <a:ext cx="1651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D4CFD89-F535-4620-8E40-2570FC5F9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147088"/>
              </p:ext>
            </p:extLst>
          </p:nvPr>
        </p:nvGraphicFramePr>
        <p:xfrm>
          <a:off x="1690266" y="4194447"/>
          <a:ext cx="160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94" name="Equation" r:id="rId31" imgW="1600200" imgH="736560" progId="Equation.DSMT4">
                  <p:embed/>
                </p:oleObj>
              </mc:Choice>
              <mc:Fallback>
                <p:oleObj name="Equation" r:id="rId31" imgW="1600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690266" y="4194447"/>
                        <a:ext cx="160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8C8FB073-C380-4C48-983C-E6829AE1E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76699"/>
              </p:ext>
            </p:extLst>
          </p:nvPr>
        </p:nvGraphicFramePr>
        <p:xfrm>
          <a:off x="4065352" y="4312469"/>
          <a:ext cx="248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95" name="Equation" r:id="rId33" imgW="2489040" imgH="380880" progId="Equation.DSMT4">
                  <p:embed/>
                </p:oleObj>
              </mc:Choice>
              <mc:Fallback>
                <p:oleObj name="Equation" r:id="rId33" imgW="2489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065352" y="4312469"/>
                        <a:ext cx="248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5A21D79-997A-49C2-961B-76D8F2FB1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67646"/>
              </p:ext>
            </p:extLst>
          </p:nvPr>
        </p:nvGraphicFramePr>
        <p:xfrm>
          <a:off x="6732240" y="4312469"/>
          <a:ext cx="1498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96" name="Equation" r:id="rId35" imgW="1498320" imgH="342720" progId="Equation.DSMT4">
                  <p:embed/>
                </p:oleObj>
              </mc:Choice>
              <mc:Fallback>
                <p:oleObj name="Equation" r:id="rId35" imgW="1498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732240" y="4312469"/>
                        <a:ext cx="1498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06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18428BF-2549-4712-A1DA-86B6BB002A13}"/>
              </a:ext>
            </a:extLst>
          </p:cNvPr>
          <p:cNvGrpSpPr/>
          <p:nvPr/>
        </p:nvGrpSpPr>
        <p:grpSpPr>
          <a:xfrm>
            <a:off x="755576" y="339502"/>
            <a:ext cx="4464496" cy="461665"/>
            <a:chOff x="755576" y="339502"/>
            <a:chExt cx="4464496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1060914-E8F4-4172-A4C0-6494250AF6D0}"/>
                </a:ext>
              </a:extLst>
            </p:cNvPr>
            <p:cNvSpPr/>
            <p:nvPr/>
          </p:nvSpPr>
          <p:spPr>
            <a:xfrm>
              <a:off x="755576" y="339502"/>
              <a:ext cx="44644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由此得到两个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有界数列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AB1CE48-5C0B-4CAE-ABE6-C521C5E1CA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9890254"/>
                </p:ext>
              </p:extLst>
            </p:nvPr>
          </p:nvGraphicFramePr>
          <p:xfrm>
            <a:off x="3949700" y="339502"/>
            <a:ext cx="1244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07" name="Equation" r:id="rId3" imgW="1244520" imgH="380880" progId="Equation.DSMT4">
                    <p:embed/>
                  </p:oleObj>
                </mc:Choice>
                <mc:Fallback>
                  <p:oleObj name="Equation" r:id="rId3" imgW="1244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49700" y="339502"/>
                          <a:ext cx="1244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23DAE70-7C27-4D28-B234-7B7D0E7F3255}"/>
              </a:ext>
            </a:extLst>
          </p:cNvPr>
          <p:cNvCxnSpPr>
            <a:cxnSpLocks/>
          </p:cNvCxnSpPr>
          <p:nvPr/>
        </p:nvCxnSpPr>
        <p:spPr>
          <a:xfrm flipV="1">
            <a:off x="858320" y="759762"/>
            <a:ext cx="4176464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384E296-DBE6-4583-9B73-1E5B701AFDC3}"/>
              </a:ext>
            </a:extLst>
          </p:cNvPr>
          <p:cNvSpPr/>
          <p:nvPr/>
        </p:nvSpPr>
        <p:spPr>
          <a:xfrm>
            <a:off x="698805" y="799026"/>
            <a:ext cx="449549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如果是无穷区间上，则不一定是有界数列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255BCAF-9EA7-447C-BCB8-00D527BFE864}"/>
              </a:ext>
            </a:extLst>
          </p:cNvPr>
          <p:cNvGrpSpPr/>
          <p:nvPr/>
        </p:nvGrpSpPr>
        <p:grpSpPr>
          <a:xfrm>
            <a:off x="5056537" y="292265"/>
            <a:ext cx="3927643" cy="461665"/>
            <a:chOff x="5056537" y="292265"/>
            <a:chExt cx="3927643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353AB52-6D23-4D4A-B690-C8D800254FC2}"/>
                </a:ext>
              </a:extLst>
            </p:cNvPr>
            <p:cNvSpPr/>
            <p:nvPr/>
          </p:nvSpPr>
          <p:spPr>
            <a:xfrm>
              <a:off x="5056537" y="292265"/>
              <a:ext cx="26838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从而存在收敛子列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E76C2F6-E8C9-45AE-9988-DA83B2FA08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6117542"/>
                </p:ext>
              </p:extLst>
            </p:nvPr>
          </p:nvGraphicFramePr>
          <p:xfrm>
            <a:off x="7587180" y="324448"/>
            <a:ext cx="1397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08" name="Equation" r:id="rId5" imgW="1396800" imgH="419040" progId="Equation.DSMT4">
                    <p:embed/>
                  </p:oleObj>
                </mc:Choice>
                <mc:Fallback>
                  <p:oleObj name="Equation" r:id="rId5" imgW="139680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587180" y="324448"/>
                          <a:ext cx="1397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5AFB03C-9D5D-4DAD-8B2F-A543BA361275}"/>
              </a:ext>
            </a:extLst>
          </p:cNvPr>
          <p:cNvCxnSpPr>
            <a:cxnSpLocks/>
          </p:cNvCxnSpPr>
          <p:nvPr/>
        </p:nvCxnSpPr>
        <p:spPr>
          <a:xfrm flipV="1">
            <a:off x="5277196" y="775731"/>
            <a:ext cx="3528392" cy="1"/>
          </a:xfrm>
          <a:prstGeom prst="line">
            <a:avLst/>
          </a:prstGeom>
          <a:ln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266A758-E5AF-4C39-B535-7850BFBD71C7}"/>
              </a:ext>
            </a:extLst>
          </p:cNvPr>
          <p:cNvSpPr/>
          <p:nvPr/>
        </p:nvSpPr>
        <p:spPr>
          <a:xfrm>
            <a:off x="5472584" y="807915"/>
            <a:ext cx="3137616" cy="369332"/>
          </a:xfrm>
          <a:prstGeom prst="rect">
            <a:avLst/>
          </a:prstGeom>
          <a:ln>
            <a:solidFill>
              <a:srgbClr val="0064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有界无穷数列存在收敛子列</a:t>
            </a:r>
            <a:endParaRPr lang="zh-CN" altLang="en-US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0FBC8ED-323F-4CF3-91D9-67024B4E6DDA}"/>
              </a:ext>
            </a:extLst>
          </p:cNvPr>
          <p:cNvGrpSpPr/>
          <p:nvPr/>
        </p:nvGrpSpPr>
        <p:grpSpPr>
          <a:xfrm>
            <a:off x="706021" y="1347614"/>
            <a:ext cx="2650414" cy="812800"/>
            <a:chOff x="706021" y="1347614"/>
            <a:chExt cx="2650414" cy="8128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E14867A-E2AF-46C4-BD90-74C1AB0B154E}"/>
                </a:ext>
              </a:extLst>
            </p:cNvPr>
            <p:cNvSpPr/>
            <p:nvPr/>
          </p:nvSpPr>
          <p:spPr>
            <a:xfrm>
              <a:off x="706021" y="1491630"/>
              <a:ext cx="9136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由于</a:t>
              </a:r>
              <a:endParaRPr lang="zh-CN" altLang="en-US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2725C91-635E-41A1-9454-5225A4134C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8772289"/>
                </p:ext>
              </p:extLst>
            </p:nvPr>
          </p:nvGraphicFramePr>
          <p:xfrm>
            <a:off x="1489535" y="1347614"/>
            <a:ext cx="18669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09" name="Equation" r:id="rId7" imgW="1866600" imgH="812520" progId="Equation.DSMT4">
                    <p:embed/>
                  </p:oleObj>
                </mc:Choice>
                <mc:Fallback>
                  <p:oleObj name="Equation" r:id="rId7" imgW="186660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89535" y="1347614"/>
                          <a:ext cx="18669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807ECC3-8299-45D9-8696-C8419BE89088}"/>
              </a:ext>
            </a:extLst>
          </p:cNvPr>
          <p:cNvSpPr/>
          <p:nvPr/>
        </p:nvSpPr>
        <p:spPr>
          <a:xfrm>
            <a:off x="3356435" y="1491630"/>
            <a:ext cx="5536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故两个子列收敛到同一极限，不妨设</a:t>
            </a:r>
            <a:endParaRPr lang="zh-CN" altLang="en-US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1E0F040-0D00-4431-BD7C-7B2E4F83A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660043"/>
              </p:ext>
            </p:extLst>
          </p:nvPr>
        </p:nvGraphicFramePr>
        <p:xfrm>
          <a:off x="539552" y="2198990"/>
          <a:ext cx="353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10" name="Equation" r:id="rId9" imgW="3530520" imgH="482400" progId="Equation.DSMT4">
                  <p:embed/>
                </p:oleObj>
              </mc:Choice>
              <mc:Fallback>
                <p:oleObj name="Equation" r:id="rId9" imgW="3530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9552" y="2198990"/>
                        <a:ext cx="3530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90904E6-00B4-4913-B39B-7690AC5FE39B}"/>
              </a:ext>
            </a:extLst>
          </p:cNvPr>
          <p:cNvCxnSpPr/>
          <p:nvPr/>
        </p:nvCxnSpPr>
        <p:spPr>
          <a:xfrm>
            <a:off x="565324" y="2716213"/>
            <a:ext cx="33843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671EA-074E-4DC1-9BA8-E2B7E5AA464F}"/>
              </a:ext>
            </a:extLst>
          </p:cNvPr>
          <p:cNvGrpSpPr/>
          <p:nvPr/>
        </p:nvGrpSpPr>
        <p:grpSpPr>
          <a:xfrm>
            <a:off x="467544" y="2750837"/>
            <a:ext cx="4495495" cy="369332"/>
            <a:chOff x="467544" y="2750837"/>
            <a:chExt cx="4495495" cy="36933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DEA1286-61FC-4083-83C8-5522B354B33B}"/>
                </a:ext>
              </a:extLst>
            </p:cNvPr>
            <p:cNvSpPr/>
            <p:nvPr/>
          </p:nvSpPr>
          <p:spPr>
            <a:xfrm>
              <a:off x="467544" y="2750837"/>
              <a:ext cx="4495495" cy="36933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若为开区间     当           则</a:t>
              </a:r>
              <a:endPara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22106F6-3999-4550-B1AE-9E376A18A0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7474322"/>
                </p:ext>
              </p:extLst>
            </p:nvPr>
          </p:nvGraphicFramePr>
          <p:xfrm>
            <a:off x="1698712" y="2823425"/>
            <a:ext cx="558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11" name="Equation" r:id="rId11" imgW="558720" imgH="266400" progId="Equation.DSMT4">
                    <p:embed/>
                  </p:oleObj>
                </mc:Choice>
                <mc:Fallback>
                  <p:oleObj name="Equation" r:id="rId11" imgW="5587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98712" y="2823425"/>
                          <a:ext cx="558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ADDD8A81-B716-4B5E-B15F-F8247F7D4C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1548372"/>
                </p:ext>
              </p:extLst>
            </p:nvPr>
          </p:nvGraphicFramePr>
          <p:xfrm>
            <a:off x="2483768" y="2789453"/>
            <a:ext cx="12065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12" name="Equation" r:id="rId13" imgW="1206360" imgH="291960" progId="Equation.DSMT4">
                    <p:embed/>
                  </p:oleObj>
                </mc:Choice>
                <mc:Fallback>
                  <p:oleObj name="Equation" r:id="rId13" imgW="120636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83768" y="2789453"/>
                          <a:ext cx="12065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2644D35D-09FA-4E4D-85AE-EF77EAC26F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044584"/>
                </p:ext>
              </p:extLst>
            </p:nvPr>
          </p:nvGraphicFramePr>
          <p:xfrm>
            <a:off x="4055968" y="2814853"/>
            <a:ext cx="876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13" name="Equation" r:id="rId15" imgW="876240" imgH="266400" progId="Equation.DSMT4">
                    <p:embed/>
                  </p:oleObj>
                </mc:Choice>
                <mc:Fallback>
                  <p:oleObj name="Equation" r:id="rId15" imgW="8762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55968" y="2814853"/>
                          <a:ext cx="8763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2165361A-703F-407A-B8F8-5A30137BF2F0}"/>
              </a:ext>
            </a:extLst>
          </p:cNvPr>
          <p:cNvSpPr/>
          <p:nvPr/>
        </p:nvSpPr>
        <p:spPr>
          <a:xfrm>
            <a:off x="4139952" y="2160414"/>
            <a:ext cx="2880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由函数的连续性得</a:t>
            </a:r>
            <a:endParaRPr lang="zh-CN" altLang="en-US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A6E803C1-99E1-4EED-8E22-58DFF012F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247875"/>
              </p:ext>
            </p:extLst>
          </p:nvPr>
        </p:nvGraphicFramePr>
        <p:xfrm>
          <a:off x="884238" y="3352800"/>
          <a:ext cx="717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14" name="Equation" r:id="rId17" imgW="7175160" imgH="482400" progId="Equation.DSMT4">
                  <p:embed/>
                </p:oleObj>
              </mc:Choice>
              <mc:Fallback>
                <p:oleObj name="Equation" r:id="rId17" imgW="7175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4238" y="3352800"/>
                        <a:ext cx="71755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1D29D7B1-083B-48D5-A97F-DEA6A7BD9C12}"/>
              </a:ext>
            </a:extLst>
          </p:cNvPr>
          <p:cNvGrpSpPr/>
          <p:nvPr/>
        </p:nvGrpSpPr>
        <p:grpSpPr>
          <a:xfrm>
            <a:off x="909086" y="3851846"/>
            <a:ext cx="7170064" cy="1063784"/>
            <a:chOff x="910971" y="4011910"/>
            <a:chExt cx="7170064" cy="1063784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CFE3A2E-8567-421E-9A55-E835994597DE}"/>
                </a:ext>
              </a:extLst>
            </p:cNvPr>
            <p:cNvSpPr/>
            <p:nvPr/>
          </p:nvSpPr>
          <p:spPr bwMode="auto">
            <a:xfrm>
              <a:off x="940257" y="4208684"/>
              <a:ext cx="6800096" cy="8063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rtlCol="0" anchor="ctr"/>
            <a:lstStyle/>
            <a:p>
              <a:pPr algn="l"/>
              <a:endParaRPr lang="zh-CN" altLang="en-US" sz="135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2347794-507C-410A-835B-E82A5DB000E4}"/>
                </a:ext>
              </a:extLst>
            </p:cNvPr>
            <p:cNvSpPr/>
            <p:nvPr/>
          </p:nvSpPr>
          <p:spPr>
            <a:xfrm>
              <a:off x="940257" y="4628194"/>
              <a:ext cx="19035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</a:t>
              </a:r>
              <a:endParaRPr lang="zh-CN" altLang="en-US" dirty="0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6C3DF0DD-ACDA-4F2A-B7E1-0C9F01945AB8}"/>
                </a:ext>
              </a:extLst>
            </p:cNvPr>
            <p:cNvGrpSpPr/>
            <p:nvPr/>
          </p:nvGrpSpPr>
          <p:grpSpPr>
            <a:xfrm>
              <a:off x="910971" y="4011910"/>
              <a:ext cx="7170064" cy="1063784"/>
              <a:chOff x="910971" y="4011910"/>
              <a:chExt cx="7170064" cy="1063784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7ABFE74E-1943-47C2-8E21-DCA0BEC49457}"/>
                  </a:ext>
                </a:extLst>
              </p:cNvPr>
              <p:cNvGrpSpPr/>
              <p:nvPr/>
            </p:nvGrpSpPr>
            <p:grpSpPr>
              <a:xfrm>
                <a:off x="910971" y="4011910"/>
                <a:ext cx="7170064" cy="677518"/>
                <a:chOff x="903684" y="3980157"/>
                <a:chExt cx="7170064" cy="677518"/>
              </a:xfrm>
            </p:grpSpPr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C5034D62-32E5-4500-A62D-8102EC9287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3684" y="3980157"/>
                  <a:ext cx="7170064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1A1EE939-76BC-4635-AE61-32117BD6A0FC}"/>
                    </a:ext>
                  </a:extLst>
                </p:cNvPr>
                <p:cNvSpPr/>
                <p:nvPr/>
              </p:nvSpPr>
              <p:spPr>
                <a:xfrm>
                  <a:off x="903684" y="4216009"/>
                  <a:ext cx="7062391" cy="369332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若为开区间     当          时，               不一定存在</a:t>
                  </a:r>
                  <a:r>
                    <a:rPr lang="en-US" altLang="zh-CN" b="1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  <a:r>
                    <a:rPr lang="zh-CN" altLang="en-US" b="1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        </a:t>
                  </a:r>
                  <a:endParaRPr lang="zh-CN" altLang="en-US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graphicFrame>
              <p:nvGraphicFramePr>
                <p:cNvPr id="36" name="对象 35">
                  <a:extLst>
                    <a:ext uri="{FF2B5EF4-FFF2-40B4-BE49-F238E27FC236}">
                      <a16:creationId xmlns:a16="http://schemas.microsoft.com/office/drawing/2014/main" id="{79719904-5199-4021-B8B9-12AD51EB1CB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09580669"/>
                    </p:ext>
                  </p:extLst>
                </p:nvPr>
              </p:nvGraphicFramePr>
              <p:xfrm>
                <a:off x="2156491" y="4276675"/>
                <a:ext cx="558800" cy="2667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1515" name="Equation" r:id="rId19" imgW="558720" imgH="266400" progId="Equation.DSMT4">
                        <p:embed/>
                      </p:oleObj>
                    </mc:Choice>
                    <mc:Fallback>
                      <p:oleObj name="Equation" r:id="rId19" imgW="558720" imgH="266400" progId="Equation.DSMT4">
                        <p:embed/>
                        <p:pic>
                          <p:nvPicPr>
                            <p:cNvPr id="25" name="对象 24">
                              <a:extLst>
                                <a:ext uri="{FF2B5EF4-FFF2-40B4-BE49-F238E27FC236}">
                                  <a16:creationId xmlns:a16="http://schemas.microsoft.com/office/drawing/2014/main" id="{C22106F6-3999-4550-B1AE-9E376A18A03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156491" y="4276675"/>
                              <a:ext cx="558800" cy="2667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7" name="对象 36">
                  <a:extLst>
                    <a:ext uri="{FF2B5EF4-FFF2-40B4-BE49-F238E27FC236}">
                      <a16:creationId xmlns:a16="http://schemas.microsoft.com/office/drawing/2014/main" id="{54602A9E-2B8A-4E5A-A482-AEFEFEF8FA1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08083803"/>
                    </p:ext>
                  </p:extLst>
                </p:nvPr>
              </p:nvGraphicFramePr>
              <p:xfrm>
                <a:off x="2986088" y="4264025"/>
                <a:ext cx="1155700" cy="2667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1516" name="Equation" r:id="rId21" imgW="1155600" imgH="266400" progId="Equation.DSMT4">
                        <p:embed/>
                      </p:oleObj>
                    </mc:Choice>
                    <mc:Fallback>
                      <p:oleObj name="Equation" r:id="rId21" imgW="1155600" imgH="266400" progId="Equation.DSMT4">
                        <p:embed/>
                        <p:pic>
                          <p:nvPicPr>
                            <p:cNvPr id="26" name="对象 25">
                              <a:extLst>
                                <a:ext uri="{FF2B5EF4-FFF2-40B4-BE49-F238E27FC236}">
                                  <a16:creationId xmlns:a16="http://schemas.microsoft.com/office/drawing/2014/main" id="{ADDD8A81-B716-4B5E-B15F-F8247F7D4CC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986088" y="4264025"/>
                              <a:ext cx="1155700" cy="2667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" name="对象 39">
                  <a:extLst>
                    <a:ext uri="{FF2B5EF4-FFF2-40B4-BE49-F238E27FC236}">
                      <a16:creationId xmlns:a16="http://schemas.microsoft.com/office/drawing/2014/main" id="{55445AC2-0703-4FC1-A3D8-8F6325B6A8C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94069523"/>
                    </p:ext>
                  </p:extLst>
                </p:nvPr>
              </p:nvGraphicFramePr>
              <p:xfrm>
                <a:off x="4513423" y="4276675"/>
                <a:ext cx="1765300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1517" name="Equation" r:id="rId23" imgW="1765080" imgH="380880" progId="Equation.DSMT4">
                        <p:embed/>
                      </p:oleObj>
                    </mc:Choice>
                    <mc:Fallback>
                      <p:oleObj name="Equation" r:id="rId23" imgW="1765080" imgH="38088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513423" y="4276675"/>
                              <a:ext cx="1765300" cy="3810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4" name="对象 43">
                <a:extLst>
                  <a:ext uri="{FF2B5EF4-FFF2-40B4-BE49-F238E27FC236}">
                    <a16:creationId xmlns:a16="http://schemas.microsoft.com/office/drawing/2014/main" id="{D347C61B-79DA-47C0-8885-83E2A81479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8773739"/>
                  </p:ext>
                </p:extLst>
              </p:nvPr>
            </p:nvGraphicFramePr>
            <p:xfrm>
              <a:off x="1307317" y="4504194"/>
              <a:ext cx="1130300" cy="571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1518" name="Equation" r:id="rId25" imgW="1130040" imgH="571320" progId="Equation.DSMT4">
                      <p:embed/>
                    </p:oleObj>
                  </mc:Choice>
                  <mc:Fallback>
                    <p:oleObj name="Equation" r:id="rId25" imgW="1130040" imgH="571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307317" y="4504194"/>
                            <a:ext cx="1130300" cy="571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87975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9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C4E0352-CF84-44E7-A1A1-94EBA215DA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073036"/>
              </p:ext>
            </p:extLst>
          </p:nvPr>
        </p:nvGraphicFramePr>
        <p:xfrm>
          <a:off x="683568" y="483518"/>
          <a:ext cx="717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61" name="Equation" r:id="rId3" imgW="7175160" imgH="482400" progId="Equation.DSMT4">
                  <p:embed/>
                </p:oleObj>
              </mc:Choice>
              <mc:Fallback>
                <p:oleObj name="Equation" r:id="rId3" imgW="7175160" imgH="4824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A6E803C1-99E1-4EED-8E22-58DFF012F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483518"/>
                        <a:ext cx="71755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2BA591C-9AA7-41E7-AEE1-DC1E65BE58E6}"/>
              </a:ext>
            </a:extLst>
          </p:cNvPr>
          <p:cNvSpPr/>
          <p:nvPr/>
        </p:nvSpPr>
        <p:spPr>
          <a:xfrm>
            <a:off x="697984" y="13476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A35B82B-A769-4BA9-8210-D19D0C04FF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284105"/>
              </p:ext>
            </p:extLst>
          </p:nvPr>
        </p:nvGraphicFramePr>
        <p:xfrm>
          <a:off x="2339752" y="1347614"/>
          <a:ext cx="3098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62" name="Equation" r:id="rId5" imgW="3098520" imgH="482400" progId="Equation.DSMT4">
                  <p:embed/>
                </p:oleObj>
              </mc:Choice>
              <mc:Fallback>
                <p:oleObj name="Equation" r:id="rId5" imgW="3098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9752" y="1347614"/>
                        <a:ext cx="3098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9A08E3E2-BA98-4098-B659-AA197D95B4A7}"/>
              </a:ext>
            </a:extLst>
          </p:cNvPr>
          <p:cNvGrpSpPr/>
          <p:nvPr/>
        </p:nvGrpSpPr>
        <p:grpSpPr>
          <a:xfrm>
            <a:off x="683568" y="2248578"/>
            <a:ext cx="7344816" cy="461665"/>
            <a:chOff x="683568" y="2248578"/>
            <a:chExt cx="7344816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9D0D013-2C47-489D-813D-B77416EBABDC}"/>
                </a:ext>
              </a:extLst>
            </p:cNvPr>
            <p:cNvSpPr/>
            <p:nvPr/>
          </p:nvSpPr>
          <p:spPr>
            <a:xfrm>
              <a:off x="683568" y="2248578"/>
              <a:ext cx="73448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这与关系式                 矛盾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定理得证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B1649DE-45A7-4CBD-83AB-2A3511EC48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9174657"/>
                </p:ext>
              </p:extLst>
            </p:nvPr>
          </p:nvGraphicFramePr>
          <p:xfrm>
            <a:off x="2449513" y="2292350"/>
            <a:ext cx="2324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63" name="Equation" r:id="rId7" imgW="2323800" imgH="380880" progId="Equation.DSMT4">
                    <p:embed/>
                  </p:oleObj>
                </mc:Choice>
                <mc:Fallback>
                  <p:oleObj name="Equation" r:id="rId7" imgW="2323800" imgH="3808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E50E82B0-1FE5-4A39-A979-5A9267E6FF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49513" y="2292350"/>
                          <a:ext cx="2324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6410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1C5B79-E667-40D7-A4F9-B4C70CF28E29}"/>
              </a:ext>
            </a:extLst>
          </p:cNvPr>
          <p:cNvSpPr/>
          <p:nvPr/>
        </p:nvSpPr>
        <p:spPr>
          <a:xfrm>
            <a:off x="611560" y="267494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一致连续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的一些结论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7F3B9AE-ECBD-44FC-8F81-28D92FABF205}"/>
              </a:ext>
            </a:extLst>
          </p:cNvPr>
          <p:cNvGrpSpPr/>
          <p:nvPr/>
        </p:nvGrpSpPr>
        <p:grpSpPr>
          <a:xfrm>
            <a:off x="683568" y="1059582"/>
            <a:ext cx="6480720" cy="461665"/>
            <a:chOff x="683568" y="1059582"/>
            <a:chExt cx="648072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4D5AA1B-EB1A-43A3-BB6B-2CBCC4521E8B}"/>
                </a:ext>
              </a:extLst>
            </p:cNvPr>
            <p:cNvSpPr/>
            <p:nvPr/>
          </p:nvSpPr>
          <p:spPr>
            <a:xfrm>
              <a:off x="683568" y="1059582"/>
              <a:ext cx="64807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1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     在     上连续，则一致连续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C4F0B38-2EFE-4645-85C9-643B18AE96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0240702"/>
                </p:ext>
              </p:extLst>
            </p:nvPr>
          </p:nvGraphicFramePr>
          <p:xfrm>
            <a:off x="2208622" y="11189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87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08622" y="111896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D8A5D2F-0725-469F-A80E-4500DB748A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6008882"/>
                </p:ext>
              </p:extLst>
            </p:nvPr>
          </p:nvGraphicFramePr>
          <p:xfrm>
            <a:off x="3375643" y="1146052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88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75643" y="1146052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F9BDCE1-4BF5-4629-8408-F61CFB7FCD56}"/>
              </a:ext>
            </a:extLst>
          </p:cNvPr>
          <p:cNvGrpSpPr/>
          <p:nvPr/>
        </p:nvGrpSpPr>
        <p:grpSpPr>
          <a:xfrm>
            <a:off x="654424" y="1851670"/>
            <a:ext cx="8238056" cy="554682"/>
            <a:chOff x="654424" y="1851670"/>
            <a:chExt cx="8238056" cy="55468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2790F0D-87C1-469D-AAC1-76A5946C6EE5}"/>
                </a:ext>
              </a:extLst>
            </p:cNvPr>
            <p:cNvSpPr/>
            <p:nvPr/>
          </p:nvSpPr>
          <p:spPr>
            <a:xfrm>
              <a:off x="654424" y="1851670"/>
              <a:ext cx="82380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2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在     上连续且        存在，则一致连续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    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60AD25D-B756-4920-9E7B-FC8845A63B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2765606"/>
                </p:ext>
              </p:extLst>
            </p:nvPr>
          </p:nvGraphicFramePr>
          <p:xfrm>
            <a:off x="2051720" y="191105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89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3C4F0B38-2EFE-4645-85C9-643B18AE96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1720" y="191105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76F90F4-AF85-4542-9D8C-13E3A91B63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85166"/>
                </p:ext>
              </p:extLst>
            </p:nvPr>
          </p:nvGraphicFramePr>
          <p:xfrm>
            <a:off x="3077396" y="1911052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0" name="Equation" r:id="rId9" imgW="647640" imgH="342720" progId="Equation.DSMT4">
                    <p:embed/>
                  </p:oleObj>
                </mc:Choice>
                <mc:Fallback>
                  <p:oleObj name="Equation" r:id="rId9" imgW="6476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77396" y="1911052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5207B71-9FC6-4CE2-8A46-96138598D9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055560"/>
                </p:ext>
              </p:extLst>
            </p:nvPr>
          </p:nvGraphicFramePr>
          <p:xfrm>
            <a:off x="5074394" y="1911052"/>
            <a:ext cx="11176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1" name="Equation" r:id="rId11" imgW="1117440" imgH="495000" progId="Equation.DSMT4">
                    <p:embed/>
                  </p:oleObj>
                </mc:Choice>
                <mc:Fallback>
                  <p:oleObj name="Equation" r:id="rId11" imgW="111744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74394" y="1911052"/>
                          <a:ext cx="11176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CD09F69-A94A-40EA-9367-FDD9B324FEB2}"/>
              </a:ext>
            </a:extLst>
          </p:cNvPr>
          <p:cNvGrpSpPr/>
          <p:nvPr/>
        </p:nvGrpSpPr>
        <p:grpSpPr>
          <a:xfrm>
            <a:off x="671988" y="2600061"/>
            <a:ext cx="8238056" cy="554682"/>
            <a:chOff x="671988" y="2600061"/>
            <a:chExt cx="8238056" cy="55468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D62954E-86F2-440C-B48F-8339A6CCBACC}"/>
                </a:ext>
              </a:extLst>
            </p:cNvPr>
            <p:cNvSpPr/>
            <p:nvPr/>
          </p:nvSpPr>
          <p:spPr>
            <a:xfrm>
              <a:off x="671988" y="2600061"/>
              <a:ext cx="82380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3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在     上连续且        存在，则一致连续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    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B730925-30B1-4B28-82BB-3A45AAD0AD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185653"/>
                </p:ext>
              </p:extLst>
            </p:nvPr>
          </p:nvGraphicFramePr>
          <p:xfrm>
            <a:off x="2069284" y="265944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2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560AD25D-B756-4920-9E7B-FC8845A63B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69284" y="265944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7CD2AEE-1B96-4B67-9331-ED7B63C549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1132237"/>
                </p:ext>
              </p:extLst>
            </p:nvPr>
          </p:nvGraphicFramePr>
          <p:xfrm>
            <a:off x="3131840" y="2668017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3" name="Equation" r:id="rId14" imgW="647640" imgH="342720" progId="Equation.DSMT4">
                    <p:embed/>
                  </p:oleObj>
                </mc:Choice>
                <mc:Fallback>
                  <p:oleObj name="Equation" r:id="rId14" imgW="64764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F76F90F4-AF85-4542-9D8C-13E3A91B63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131840" y="2668017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8AA2F6F-1F40-45E9-95D5-B02D7B068F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7034889"/>
                </p:ext>
              </p:extLst>
            </p:nvPr>
          </p:nvGraphicFramePr>
          <p:xfrm>
            <a:off x="5091958" y="2659443"/>
            <a:ext cx="11176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4" name="Equation" r:id="rId16" imgW="1117440" imgH="495000" progId="Equation.DSMT4">
                    <p:embed/>
                  </p:oleObj>
                </mc:Choice>
                <mc:Fallback>
                  <p:oleObj name="Equation" r:id="rId16" imgW="1117440" imgH="4950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15207B71-9FC6-4CE2-8A46-96138598D9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091958" y="2659443"/>
                          <a:ext cx="11176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D41202D-8C4C-4E25-80D7-DFA045078A38}"/>
              </a:ext>
            </a:extLst>
          </p:cNvPr>
          <p:cNvGrpSpPr/>
          <p:nvPr/>
        </p:nvGrpSpPr>
        <p:grpSpPr>
          <a:xfrm>
            <a:off x="654088" y="3348451"/>
            <a:ext cx="8238056" cy="554682"/>
            <a:chOff x="654088" y="3348451"/>
            <a:chExt cx="8238056" cy="55468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068C1AE-5F36-4601-AB0C-BC36A749519C}"/>
                </a:ext>
              </a:extLst>
            </p:cNvPr>
            <p:cNvSpPr/>
            <p:nvPr/>
          </p:nvSpPr>
          <p:spPr>
            <a:xfrm>
              <a:off x="654088" y="3348451"/>
              <a:ext cx="82380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4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在     上连续且       和        均存在，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BFCC735-2A0B-4A1E-9446-A9E2C6B17B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362301"/>
                </p:ext>
              </p:extLst>
            </p:nvPr>
          </p:nvGraphicFramePr>
          <p:xfrm>
            <a:off x="2051720" y="340783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5" name="Equation" r:id="rId18" imgW="622080" imgH="342720" progId="Equation.DSMT4">
                    <p:embed/>
                  </p:oleObj>
                </mc:Choice>
                <mc:Fallback>
                  <p:oleObj name="Equation" r:id="rId18" imgW="62208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BB730925-30B1-4B28-82BB-3A45AAD0AD0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1720" y="340783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706DFB0-9BBD-45D6-8032-4AE5A74E2F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7803440"/>
                </p:ext>
              </p:extLst>
            </p:nvPr>
          </p:nvGraphicFramePr>
          <p:xfrm>
            <a:off x="3077396" y="3407833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6" name="Equation" r:id="rId19" imgW="660240" imgH="342720" progId="Equation.DSMT4">
                    <p:embed/>
                  </p:oleObj>
                </mc:Choice>
                <mc:Fallback>
                  <p:oleObj name="Equation" r:id="rId19" imgW="66024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07CD2AEE-1B96-4B67-9331-ED7B63C549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077396" y="3407833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19FFC3A-CF0F-49E7-9F27-235B8E18AA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0670426"/>
                </p:ext>
              </p:extLst>
            </p:nvPr>
          </p:nvGraphicFramePr>
          <p:xfrm>
            <a:off x="5019953" y="3407833"/>
            <a:ext cx="25654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497" name="Equation" r:id="rId21" imgW="2565360" imgH="495000" progId="Equation.DSMT4">
                    <p:embed/>
                  </p:oleObj>
                </mc:Choice>
                <mc:Fallback>
                  <p:oleObj name="Equation" r:id="rId21" imgW="2565360" imgH="4950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08AA2F6F-1F40-45E9-95D5-B02D7B068F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19953" y="3407833"/>
                          <a:ext cx="25654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209702AC-EBCF-441A-9F98-7C6DC26E9CDF}"/>
              </a:ext>
            </a:extLst>
          </p:cNvPr>
          <p:cNvSpPr/>
          <p:nvPr/>
        </p:nvSpPr>
        <p:spPr>
          <a:xfrm>
            <a:off x="1763688" y="3909706"/>
            <a:ext cx="1872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则一致连续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988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28862BD-23E6-4CB9-934D-0C5F51E86C26}"/>
              </a:ext>
            </a:extLst>
          </p:cNvPr>
          <p:cNvGrpSpPr/>
          <p:nvPr/>
        </p:nvGrpSpPr>
        <p:grpSpPr>
          <a:xfrm>
            <a:off x="539552" y="296067"/>
            <a:ext cx="7200800" cy="461665"/>
            <a:chOff x="539552" y="411510"/>
            <a:chExt cx="720080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13EF9A3-AB97-4094-B4CD-23C249B8AD2D}"/>
                </a:ext>
              </a:extLst>
            </p:cNvPr>
            <p:cNvSpPr/>
            <p:nvPr/>
          </p:nvSpPr>
          <p:spPr>
            <a:xfrm>
              <a:off x="539552" y="411510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5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     在   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一致连续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，则一定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有界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99D2E839-EDAC-4A9D-A921-5EE52F5DE8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4998660"/>
                </p:ext>
              </p:extLst>
            </p:nvPr>
          </p:nvGraphicFramePr>
          <p:xfrm>
            <a:off x="2064606" y="4708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31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3C4F0B38-2EFE-4645-85C9-643B18AE96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64606" y="4708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65CC9B43-28C3-4A19-9525-2A3EA346F0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760636"/>
                </p:ext>
              </p:extLst>
            </p:nvPr>
          </p:nvGraphicFramePr>
          <p:xfrm>
            <a:off x="3219450" y="492125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32" name="Equation" r:id="rId5" imgW="660240" imgH="342720" progId="Equation.DSMT4">
                    <p:embed/>
                  </p:oleObj>
                </mc:Choice>
                <mc:Fallback>
                  <p:oleObj name="Equation" r:id="rId5" imgW="66024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FD8A5D2F-0725-469F-A80E-4500DB748A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19450" y="492125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E5C8DE-0E45-425F-9F4F-B3623440E1E1}"/>
              </a:ext>
            </a:extLst>
          </p:cNvPr>
          <p:cNvGrpSpPr/>
          <p:nvPr/>
        </p:nvGrpSpPr>
        <p:grpSpPr>
          <a:xfrm>
            <a:off x="539552" y="1003041"/>
            <a:ext cx="7200800" cy="461665"/>
            <a:chOff x="539552" y="411510"/>
            <a:chExt cx="7200800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90CA9BA-6BB1-405F-912E-589866E3605F}"/>
                </a:ext>
              </a:extLst>
            </p:cNvPr>
            <p:cNvSpPr/>
            <p:nvPr/>
          </p:nvSpPr>
          <p:spPr>
            <a:xfrm>
              <a:off x="539552" y="411510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6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     在   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无界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，则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不一致连续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B8E369A-3F03-4434-BA02-6C9CAECFF9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1492399"/>
                </p:ext>
              </p:extLst>
            </p:nvPr>
          </p:nvGraphicFramePr>
          <p:xfrm>
            <a:off x="2064606" y="4708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33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99D2E839-EDAC-4A9D-A921-5EE52F5DE8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64606" y="4708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4A848A6-3569-4F59-BBBD-E3160E178E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5560278"/>
                </p:ext>
              </p:extLst>
            </p:nvPr>
          </p:nvGraphicFramePr>
          <p:xfrm>
            <a:off x="3219450" y="492125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34" name="Equation" r:id="rId8" imgW="660240" imgH="342720" progId="Equation.DSMT4">
                    <p:embed/>
                  </p:oleObj>
                </mc:Choice>
                <mc:Fallback>
                  <p:oleObj name="Equation" r:id="rId8" imgW="66024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65CC9B43-28C3-4A19-9525-2A3EA346F0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19450" y="492125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A836DD9-CC0F-4B66-ACB4-3ED454A6F6C8}"/>
              </a:ext>
            </a:extLst>
          </p:cNvPr>
          <p:cNvGrpSpPr/>
          <p:nvPr/>
        </p:nvGrpSpPr>
        <p:grpSpPr>
          <a:xfrm>
            <a:off x="539552" y="1754256"/>
            <a:ext cx="8280920" cy="461665"/>
            <a:chOff x="539552" y="1923678"/>
            <a:chExt cx="8280920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62AB177-9C53-44F0-A129-086FD76E4441}"/>
                </a:ext>
              </a:extLst>
            </p:cNvPr>
            <p:cNvSpPr/>
            <p:nvPr/>
          </p:nvSpPr>
          <p:spPr>
            <a:xfrm>
              <a:off x="539552" y="1923678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7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若     在   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单调连续有界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，则一致连续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FF48801-005C-4240-8C74-E3427C5A55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7029713"/>
                </p:ext>
              </p:extLst>
            </p:nvPr>
          </p:nvGraphicFramePr>
          <p:xfrm>
            <a:off x="2064606" y="198306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35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B8E369A-3F03-4434-BA02-6C9CAECFF9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64606" y="198306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06FED6A-C6EF-4EA6-8FC4-E464371938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061243"/>
                </p:ext>
              </p:extLst>
            </p:nvPr>
          </p:nvGraphicFramePr>
          <p:xfrm>
            <a:off x="3219450" y="2004293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36" name="Equation" r:id="rId11" imgW="660240" imgH="342720" progId="Equation.DSMT4">
                    <p:embed/>
                  </p:oleObj>
                </mc:Choice>
                <mc:Fallback>
                  <p:oleObj name="Equation" r:id="rId11" imgW="66024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A4A848A6-3569-4F59-BBBD-E3160E178E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19450" y="2004293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94BE27E-B97F-4996-9FA8-C9D83B9032F0}"/>
              </a:ext>
            </a:extLst>
          </p:cNvPr>
          <p:cNvGrpSpPr/>
          <p:nvPr/>
        </p:nvGrpSpPr>
        <p:grpSpPr>
          <a:xfrm>
            <a:off x="524960" y="2461230"/>
            <a:ext cx="7503424" cy="1377088"/>
            <a:chOff x="539552" y="2617546"/>
            <a:chExt cx="7503424" cy="1377088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6FE71CC-8F38-4885-9460-1D6DE366439D}"/>
                </a:ext>
              </a:extLst>
            </p:cNvPr>
            <p:cNvGrpSpPr/>
            <p:nvPr/>
          </p:nvGrpSpPr>
          <p:grpSpPr>
            <a:xfrm>
              <a:off x="539552" y="2617546"/>
              <a:ext cx="7503424" cy="1377088"/>
              <a:chOff x="524808" y="2702660"/>
              <a:chExt cx="7503424" cy="1377088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849C1BB-2F80-4940-9EC7-137A25333E6C}"/>
                  </a:ext>
                </a:extLst>
              </p:cNvPr>
              <p:cNvSpPr/>
              <p:nvPr/>
            </p:nvSpPr>
            <p:spPr>
              <a:xfrm>
                <a:off x="524808" y="2702660"/>
                <a:ext cx="75034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</a:rPr>
                  <a:t>结论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宋体" panose="02010600030101010101" pitchFamily="2" charset="-122"/>
                  </a:rPr>
                  <a:t>8 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若     在     上连续，且        存在，则</a:t>
                </a:r>
                <a:endParaRPr lang="zh-CN" altLang="en-US" sz="2400" dirty="0"/>
              </a:p>
            </p:txBody>
          </p: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C6805B4D-E7A5-4EE9-9693-EBB03770EC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1959907"/>
                  </p:ext>
                </p:extLst>
              </p:nvPr>
            </p:nvGraphicFramePr>
            <p:xfrm>
              <a:off x="2064606" y="2762042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4537" name="Equation" r:id="rId12" imgW="622080" imgH="342720" progId="Equation.DSMT4">
                      <p:embed/>
                    </p:oleObj>
                  </mc:Choice>
                  <mc:Fallback>
                    <p:oleObj name="Equation" r:id="rId12" imgW="622080" imgH="34272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EFF48801-005C-4240-8C74-E3427C5A55F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064606" y="2762042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E80D2A1E-91A3-4361-BC1C-F4F091701F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6700003"/>
                  </p:ext>
                </p:extLst>
              </p:nvPr>
            </p:nvGraphicFramePr>
            <p:xfrm>
              <a:off x="3076827" y="2769673"/>
              <a:ext cx="889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4538" name="Equation" r:id="rId13" imgW="888840" imgH="342720" progId="Equation.DSMT4">
                      <p:embed/>
                    </p:oleObj>
                  </mc:Choice>
                  <mc:Fallback>
                    <p:oleObj name="Equation" r:id="rId13" imgW="888840" imgH="34272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506FED6A-C6EF-4EA6-8FC4-E464371938D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076827" y="2769673"/>
                            <a:ext cx="8890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>
                <a:extLst>
                  <a:ext uri="{FF2B5EF4-FFF2-40B4-BE49-F238E27FC236}">
                    <a16:creationId xmlns:a16="http://schemas.microsoft.com/office/drawing/2014/main" id="{CA641763-5797-4267-9145-A7B01869DD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9044459"/>
                  </p:ext>
                </p:extLst>
              </p:nvPr>
            </p:nvGraphicFramePr>
            <p:xfrm>
              <a:off x="5386290" y="2741408"/>
              <a:ext cx="11557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4539" name="Equation" r:id="rId15" imgW="1155600" imgH="482400" progId="Equation.DSMT4">
                      <p:embed/>
                    </p:oleObj>
                  </mc:Choice>
                  <mc:Fallback>
                    <p:oleObj name="Equation" r:id="rId15" imgW="1155600" imgH="482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386290" y="2741408"/>
                            <a:ext cx="1155700" cy="482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6D3BE45-A7FA-412E-AA5E-C67A7A3B4171}"/>
                  </a:ext>
                </a:extLst>
              </p:cNvPr>
              <p:cNvSpPr/>
              <p:nvPr/>
            </p:nvSpPr>
            <p:spPr>
              <a:xfrm>
                <a:off x="1641622" y="3618083"/>
                <a:ext cx="15776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一致连续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p:grp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42345F86-3485-4397-9FB3-0718C3E7B6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1083113"/>
                </p:ext>
              </p:extLst>
            </p:nvPr>
          </p:nvGraphicFramePr>
          <p:xfrm>
            <a:off x="3069875" y="3098506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40" name="Equation" r:id="rId17" imgW="876240" imgH="342720" progId="Equation.DSMT4">
                    <p:embed/>
                  </p:oleObj>
                </mc:Choice>
                <mc:Fallback>
                  <p:oleObj name="Equation" r:id="rId17" imgW="87624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E80D2A1E-91A3-4361-BC1C-F4F091701F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69875" y="3098506"/>
                          <a:ext cx="87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3F3C5923-C807-42BC-9F52-788CB8078F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0983333"/>
                </p:ext>
              </p:extLst>
            </p:nvPr>
          </p:nvGraphicFramePr>
          <p:xfrm>
            <a:off x="5401034" y="3138894"/>
            <a:ext cx="1155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41" name="Equation" r:id="rId19" imgW="1155600" imgH="482400" progId="Equation.DSMT4">
                    <p:embed/>
                  </p:oleObj>
                </mc:Choice>
                <mc:Fallback>
                  <p:oleObj name="Equation" r:id="rId19" imgW="1155600" imgH="4824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CA641763-5797-4267-9145-A7B01869DDF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01034" y="3138894"/>
                          <a:ext cx="1155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8D22976-A104-4853-B2B3-F22ABF9C0BEC}"/>
              </a:ext>
            </a:extLst>
          </p:cNvPr>
          <p:cNvGrpSpPr/>
          <p:nvPr/>
        </p:nvGrpSpPr>
        <p:grpSpPr>
          <a:xfrm>
            <a:off x="517600" y="3944392"/>
            <a:ext cx="8108800" cy="501114"/>
            <a:chOff x="517600" y="3944392"/>
            <a:chExt cx="8108800" cy="501114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09E52CB-53E9-4457-8D37-45E995F513E7}"/>
                </a:ext>
              </a:extLst>
            </p:cNvPr>
            <p:cNvSpPr/>
            <p:nvPr/>
          </p:nvSpPr>
          <p:spPr>
            <a:xfrm>
              <a:off x="517600" y="3944392"/>
              <a:ext cx="111440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结论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9 </a:t>
              </a:r>
              <a:endParaRPr lang="zh-CN" altLang="en-US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FEA3961-8C97-4BE8-8E6C-F5E7803715FB}"/>
                </a:ext>
              </a:extLst>
            </p:cNvPr>
            <p:cNvSpPr/>
            <p:nvPr/>
          </p:nvSpPr>
          <p:spPr>
            <a:xfrm>
              <a:off x="1477606" y="3983841"/>
              <a:ext cx="71487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若     为        上连续周期函数，则一致连续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5BB1899-2BB1-4FD0-90F0-D5778FFB3E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0606798"/>
                </p:ext>
              </p:extLst>
            </p:nvPr>
          </p:nvGraphicFramePr>
          <p:xfrm>
            <a:off x="1931056" y="406313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42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931056" y="406313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625076D8-B111-4860-9811-DC96867991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6636600"/>
                </p:ext>
              </p:extLst>
            </p:nvPr>
          </p:nvGraphicFramePr>
          <p:xfrm>
            <a:off x="2973876" y="4063131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43" name="Equation" r:id="rId23" imgW="1130040" imgH="342720" progId="Equation.DSMT4">
                    <p:embed/>
                  </p:oleObj>
                </mc:Choice>
                <mc:Fallback>
                  <p:oleObj name="Equation" r:id="rId23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973876" y="4063131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8668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9">
            <a:extLst>
              <a:ext uri="{FF2B5EF4-FFF2-40B4-BE49-F238E27FC236}">
                <a16:creationId xmlns:a16="http://schemas.microsoft.com/office/drawing/2014/main" id="{6DC4761F-4FCF-479D-90A9-BE55CA31F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5399" y="2322270"/>
            <a:ext cx="4105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零点定理及推论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4FB44D90-C9D5-44A8-9861-C2109B99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1590616"/>
            <a:ext cx="51821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有界性定理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2FF42A-5AE4-4BD4-95CE-EEA812B7783E}"/>
              </a:ext>
            </a:extLst>
          </p:cNvPr>
          <p:cNvSpPr/>
          <p:nvPr/>
        </p:nvSpPr>
        <p:spPr>
          <a:xfrm>
            <a:off x="3419872" y="5147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楷体_GB2312" pitchFamily="49" charset="-122"/>
              </a:rPr>
              <a:t>内容小结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24B003A2-E92C-4503-95E3-BDBF40EA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868757"/>
            <a:ext cx="56886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最大值最小值定理</a:t>
            </a:r>
          </a:p>
        </p:txBody>
      </p:sp>
      <p:sp>
        <p:nvSpPr>
          <p:cNvPr id="38" name="Text Box 29">
            <a:extLst>
              <a:ext uri="{FF2B5EF4-FFF2-40B4-BE49-F238E27FC236}">
                <a16:creationId xmlns:a16="http://schemas.microsoft.com/office/drawing/2014/main" id="{24F4BD23-D0F6-4CFC-8649-116D1EF13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5399" y="3053924"/>
            <a:ext cx="3242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4.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介值定理及推论</a:t>
            </a:r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95520809-49B1-4055-9FCA-2A2E5E44A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519" y="3725469"/>
            <a:ext cx="3242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5.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一致连续</a:t>
            </a:r>
          </a:p>
        </p:txBody>
      </p:sp>
    </p:spTree>
    <p:extLst>
      <p:ext uri="{BB962C8B-B14F-4D97-AF65-F5344CB8AC3E}">
        <p14:creationId xmlns:p14="http://schemas.microsoft.com/office/powerpoint/2010/main" val="42011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  <p:bldP spid="32" grpId="0"/>
      <p:bldP spid="38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B76082-EC97-443F-9C6C-2D6A5353D4BF}"/>
              </a:ext>
            </a:extLst>
          </p:cNvPr>
          <p:cNvSpPr/>
          <p:nvPr/>
        </p:nvSpPr>
        <p:spPr>
          <a:xfrm>
            <a:off x="611560" y="339502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楷体_GB2312" pitchFamily="49" charset="-122"/>
              </a:rPr>
              <a:t>练习题</a:t>
            </a:r>
          </a:p>
        </p:txBody>
      </p:sp>
      <p:sp>
        <p:nvSpPr>
          <p:cNvPr id="3" name="Text Box 40">
            <a:extLst>
              <a:ext uri="{FF2B5EF4-FFF2-40B4-BE49-F238E27FC236}">
                <a16:creationId xmlns:a16="http://schemas.microsoft.com/office/drawing/2014/main" id="{E3F7D6CD-87C7-4233-B367-B041D94B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87574"/>
            <a:ext cx="76328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latin typeface="+mn-ea"/>
                <a:ea typeface="+mn-ea"/>
              </a:rPr>
              <a:t>证明方程        在    内至少存在一个实根</a:t>
            </a:r>
            <a:r>
              <a:rPr lang="en-US" altLang="zh-CN" sz="2400" b="1" dirty="0">
                <a:latin typeface="+mn-ea"/>
                <a:ea typeface="+mn-ea"/>
              </a:rPr>
              <a:t>.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1D35710-4354-4C29-A319-7EE94F2C7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069154"/>
              </p:ext>
            </p:extLst>
          </p:nvPr>
        </p:nvGraphicFramePr>
        <p:xfrm>
          <a:off x="2323512" y="1036718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08" name="Equation" r:id="rId3" imgW="1028520" imgH="342720" progId="Equation.DSMT4">
                  <p:embed/>
                </p:oleObj>
              </mc:Choice>
              <mc:Fallback>
                <p:oleObj name="Equation" r:id="rId3" imgW="1028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3512" y="1036718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8D2C2AA-12BC-42D7-9136-D873FCF0C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16952"/>
              </p:ext>
            </p:extLst>
          </p:nvPr>
        </p:nvGraphicFramePr>
        <p:xfrm>
          <a:off x="3811017" y="1104777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09" name="Equation" r:id="rId5" imgW="596880" imgH="342720" progId="Equation.DSMT4">
                  <p:embed/>
                </p:oleObj>
              </mc:Choice>
              <mc:Fallback>
                <p:oleObj name="Equation" r:id="rId5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1017" y="1104777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B06C8BE-AC70-42AD-9482-1AEDF59AA510}"/>
              </a:ext>
            </a:extLst>
          </p:cNvPr>
          <p:cNvSpPr/>
          <p:nvPr/>
        </p:nvSpPr>
        <p:spPr>
          <a:xfrm>
            <a:off x="589274" y="17076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3D930A6-F35C-43B7-8FBC-1F2CF3C50FB7}"/>
              </a:ext>
            </a:extLst>
          </p:cNvPr>
          <p:cNvGrpSpPr/>
          <p:nvPr/>
        </p:nvGrpSpPr>
        <p:grpSpPr>
          <a:xfrm>
            <a:off x="1123132" y="1699987"/>
            <a:ext cx="3448868" cy="469331"/>
            <a:chOff x="1195140" y="1988019"/>
            <a:chExt cx="3448868" cy="46933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069E540-2E71-45DD-94A5-5C91484C5883}"/>
                </a:ext>
              </a:extLst>
            </p:cNvPr>
            <p:cNvSpPr/>
            <p:nvPr/>
          </p:nvSpPr>
          <p:spPr>
            <a:xfrm>
              <a:off x="1195140" y="1995685"/>
              <a:ext cx="34488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941FADA-D462-42B2-AE32-773528AA19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823549"/>
                </p:ext>
              </p:extLst>
            </p:nvPr>
          </p:nvGraphicFramePr>
          <p:xfrm>
            <a:off x="1705920" y="1988019"/>
            <a:ext cx="1955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0" name="Equation" r:id="rId7" imgW="1955520" imgH="406080" progId="Equation.DSMT4">
                    <p:embed/>
                  </p:oleObj>
                </mc:Choice>
                <mc:Fallback>
                  <p:oleObj name="Equation" r:id="rId7" imgW="195552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05920" y="1988019"/>
                          <a:ext cx="19558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232FF14-BA91-4986-ABF4-AA401810291C}"/>
              </a:ext>
            </a:extLst>
          </p:cNvPr>
          <p:cNvGrpSpPr/>
          <p:nvPr/>
        </p:nvGrpSpPr>
        <p:grpSpPr>
          <a:xfrm>
            <a:off x="3740150" y="1693774"/>
            <a:ext cx="3448868" cy="461665"/>
            <a:chOff x="3812158" y="1981806"/>
            <a:chExt cx="3448868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A9FCF0-F025-420C-8AA7-411AF7CD522D}"/>
                </a:ext>
              </a:extLst>
            </p:cNvPr>
            <p:cNvSpPr/>
            <p:nvPr/>
          </p:nvSpPr>
          <p:spPr>
            <a:xfrm>
              <a:off x="3812158" y="1981806"/>
              <a:ext cx="34488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B2DD4F6-36A9-44A2-8D0D-7E002BE9B9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852052"/>
                </p:ext>
              </p:extLst>
            </p:nvPr>
          </p:nvGraphicFramePr>
          <p:xfrm>
            <a:off x="4291188" y="2033805"/>
            <a:ext cx="1727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1" name="Equation" r:id="rId9" imgW="1726920" imgH="342720" progId="Equation.DSMT4">
                    <p:embed/>
                  </p:oleObj>
                </mc:Choice>
                <mc:Fallback>
                  <p:oleObj name="Equation" r:id="rId9" imgW="17269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91188" y="2033805"/>
                          <a:ext cx="1727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D70FA3C-5F99-4E79-92AC-D4B00CE313E0}"/>
              </a:ext>
            </a:extLst>
          </p:cNvPr>
          <p:cNvGrpSpPr/>
          <p:nvPr/>
        </p:nvGrpSpPr>
        <p:grpSpPr>
          <a:xfrm>
            <a:off x="556138" y="2507384"/>
            <a:ext cx="7394892" cy="461665"/>
            <a:chOff x="628146" y="2795416"/>
            <a:chExt cx="7394892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E7DF84C-4BDF-49BF-AE3A-40C7A5FEAF48}"/>
                </a:ext>
              </a:extLst>
            </p:cNvPr>
            <p:cNvSpPr/>
            <p:nvPr/>
          </p:nvSpPr>
          <p:spPr>
            <a:xfrm>
              <a:off x="628146" y="2795416"/>
              <a:ext cx="73948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而                       则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4754B5D-C960-4605-83EE-E555A873E1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733004"/>
                </p:ext>
              </p:extLst>
            </p:nvPr>
          </p:nvGraphicFramePr>
          <p:xfrm>
            <a:off x="1120962" y="2890008"/>
            <a:ext cx="1739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2" name="Equation" r:id="rId11" imgW="1739880" imgH="342720" progId="Equation.DSMT4">
                    <p:embed/>
                  </p:oleObj>
                </mc:Choice>
                <mc:Fallback>
                  <p:oleObj name="Equation" r:id="rId11" imgW="1739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20962" y="2890008"/>
                          <a:ext cx="1739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36CBAD7-A4F0-4DC4-A9C3-AECCFEB930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1496964"/>
                </p:ext>
              </p:extLst>
            </p:nvPr>
          </p:nvGraphicFramePr>
          <p:xfrm>
            <a:off x="2994025" y="2881140"/>
            <a:ext cx="1485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3" name="Equation" r:id="rId13" imgW="1485720" imgH="342720" progId="Equation.DSMT4">
                    <p:embed/>
                  </p:oleObj>
                </mc:Choice>
                <mc:Fallback>
                  <p:oleObj name="Equation" r:id="rId13" imgW="148572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E4754B5D-C960-4605-83EE-E555A873E17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94025" y="2881140"/>
                          <a:ext cx="1485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4C97210-7E3D-42A4-ABFC-F1E07F4241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9539467"/>
                </p:ext>
              </p:extLst>
            </p:nvPr>
          </p:nvGraphicFramePr>
          <p:xfrm>
            <a:off x="5154788" y="2823865"/>
            <a:ext cx="1663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4" name="Equation" r:id="rId15" imgW="1663560" imgH="342720" progId="Equation.DSMT4">
                    <p:embed/>
                  </p:oleObj>
                </mc:Choice>
                <mc:Fallback>
                  <p:oleObj name="Equation" r:id="rId15" imgW="1663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154788" y="2823865"/>
                          <a:ext cx="1663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8070136-029E-457F-A098-EB1D791FD0C2}"/>
              </a:ext>
            </a:extLst>
          </p:cNvPr>
          <p:cNvGrpSpPr/>
          <p:nvPr/>
        </p:nvGrpSpPr>
        <p:grpSpPr>
          <a:xfrm>
            <a:off x="625736" y="3090161"/>
            <a:ext cx="7394892" cy="461665"/>
            <a:chOff x="697744" y="3378193"/>
            <a:chExt cx="7394892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12DFBAC-5442-4E8F-9D51-8077A0B8A97A}"/>
                </a:ext>
              </a:extLst>
            </p:cNvPr>
            <p:cNvSpPr/>
            <p:nvPr/>
          </p:nvSpPr>
          <p:spPr>
            <a:xfrm>
              <a:off x="697744" y="3378193"/>
              <a:ext cx="73948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由零点定理得至少存在一点         使得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1FCF9B8-0F75-478F-A91E-2A2CD99D07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4230708"/>
                </p:ext>
              </p:extLst>
            </p:nvPr>
          </p:nvGraphicFramePr>
          <p:xfrm>
            <a:off x="4572000" y="3449615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5" name="Equation" r:id="rId17" imgW="1130040" imgH="342720" progId="Equation.DSMT4">
                    <p:embed/>
                  </p:oleObj>
                </mc:Choice>
                <mc:Fallback>
                  <p:oleObj name="Equation" r:id="rId17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572000" y="3449615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D2B481E-8CDF-4199-BCA1-90CAC0E469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1158273"/>
                </p:ext>
              </p:extLst>
            </p:nvPr>
          </p:nvGraphicFramePr>
          <p:xfrm>
            <a:off x="6516216" y="3437575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6" name="Equation" r:id="rId19" imgW="1168200" imgH="342720" progId="Equation.DSMT4">
                    <p:embed/>
                  </p:oleObj>
                </mc:Choice>
                <mc:Fallback>
                  <p:oleObj name="Equation" r:id="rId19" imgW="1168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516216" y="3437575"/>
                          <a:ext cx="1168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65E7D25-63C2-494F-A22B-3C8FDA532282}"/>
              </a:ext>
            </a:extLst>
          </p:cNvPr>
          <p:cNvGrpSpPr/>
          <p:nvPr/>
        </p:nvGrpSpPr>
        <p:grpSpPr>
          <a:xfrm>
            <a:off x="646992" y="3729482"/>
            <a:ext cx="7948860" cy="479492"/>
            <a:chOff x="719000" y="4017514"/>
            <a:chExt cx="7948860" cy="479492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803DD78-08B6-485A-B950-D13EFB7331BE}"/>
                </a:ext>
              </a:extLst>
            </p:cNvPr>
            <p:cNvSpPr/>
            <p:nvPr/>
          </p:nvSpPr>
          <p:spPr>
            <a:xfrm>
              <a:off x="719000" y="4035341"/>
              <a:ext cx="79488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即         从而方程       在    内至少有一个实根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0322A94-204D-4D5F-BCF4-18E28D57C5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2855188"/>
                </p:ext>
              </p:extLst>
            </p:nvPr>
          </p:nvGraphicFramePr>
          <p:xfrm>
            <a:off x="1195140" y="4017514"/>
            <a:ext cx="1117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7" name="Equation" r:id="rId21" imgW="1117440" imgH="393480" progId="Equation.DSMT4">
                    <p:embed/>
                  </p:oleObj>
                </mc:Choice>
                <mc:Fallback>
                  <p:oleObj name="Equation" r:id="rId21" imgW="11174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95140" y="4017514"/>
                          <a:ext cx="11176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4BCCADA1-D281-410D-AA9E-6848499988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2602519"/>
                </p:ext>
              </p:extLst>
            </p:nvPr>
          </p:nvGraphicFramePr>
          <p:xfrm>
            <a:off x="3765763" y="4042914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8" name="Equation" r:id="rId23" imgW="1028520" imgH="342720" progId="Equation.DSMT4">
                    <p:embed/>
                  </p:oleObj>
                </mc:Choice>
                <mc:Fallback>
                  <p:oleObj name="Equation" r:id="rId23" imgW="102852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21D35710-4354-4C29-A319-7EE94F2C79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65763" y="4042914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049449F5-37B2-49B3-AC5C-305408E6ED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6129432"/>
                </p:ext>
              </p:extLst>
            </p:nvPr>
          </p:nvGraphicFramePr>
          <p:xfrm>
            <a:off x="5170042" y="4143776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9" name="Equation" r:id="rId24" imgW="596880" imgH="342720" progId="Equation.DSMT4">
                    <p:embed/>
                  </p:oleObj>
                </mc:Choice>
                <mc:Fallback>
                  <p:oleObj name="Equation" r:id="rId24" imgW="5968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8D2C2AA-12BC-42D7-9136-D873FCF0C0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70042" y="4143776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5646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7DF30AD-8651-4155-A9BE-24F90EC78889}"/>
              </a:ext>
            </a:extLst>
          </p:cNvPr>
          <p:cNvGrpSpPr/>
          <p:nvPr/>
        </p:nvGrpSpPr>
        <p:grpSpPr>
          <a:xfrm>
            <a:off x="279555" y="339502"/>
            <a:ext cx="8584889" cy="908575"/>
            <a:chOff x="379599" y="627534"/>
            <a:chExt cx="8584889" cy="908575"/>
          </a:xfrm>
        </p:grpSpPr>
        <p:sp>
          <p:nvSpPr>
            <p:cNvPr id="2" name="Text Box 40">
              <a:extLst>
                <a:ext uri="{FF2B5EF4-FFF2-40B4-BE49-F238E27FC236}">
                  <a16:creationId xmlns:a16="http://schemas.microsoft.com/office/drawing/2014/main" id="{6F0EE73A-72B8-4A33-BE01-6600B3450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627534"/>
              <a:ext cx="82089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2.</a:t>
              </a:r>
              <a:r>
                <a:rPr lang="zh-CN" altLang="en-US" sz="2400" b="1" dirty="0">
                  <a:latin typeface="+mn-ea"/>
                  <a:ea typeface="+mn-ea"/>
                </a:rPr>
                <a:t>证明方程            至少有一个不超过     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正</a:t>
              </a:r>
              <a:r>
                <a:rPr lang="zh-CN" altLang="en-US" sz="2400" b="1" dirty="0">
                  <a:latin typeface="+mn-ea"/>
                  <a:ea typeface="+mn-ea"/>
                </a:rPr>
                <a:t>实根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38EB2E3-9BF6-4230-B58F-4AC5DBA47F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8620633"/>
                </p:ext>
              </p:extLst>
            </p:nvPr>
          </p:nvGraphicFramePr>
          <p:xfrm>
            <a:off x="2483768" y="718666"/>
            <a:ext cx="1663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0" name="Equation" r:id="rId3" imgW="1663560" imgH="279360" progId="Equation.DSMT4">
                    <p:embed/>
                  </p:oleObj>
                </mc:Choice>
                <mc:Fallback>
                  <p:oleObj name="Equation" r:id="rId3" imgW="16635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83768" y="718666"/>
                          <a:ext cx="1663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0482EF1-4A7B-4D54-9507-F778773578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7054128"/>
                </p:ext>
              </p:extLst>
            </p:nvPr>
          </p:nvGraphicFramePr>
          <p:xfrm>
            <a:off x="6732240" y="718666"/>
            <a:ext cx="622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1" name="Equation" r:id="rId5" imgW="622080" imgH="279360" progId="Equation.DSMT4">
                    <p:embed/>
                  </p:oleObj>
                </mc:Choice>
                <mc:Fallback>
                  <p:oleObj name="Equation" r:id="rId5" imgW="6220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32240" y="718666"/>
                          <a:ext cx="622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8D2533C-6163-47D5-9D27-570A98412B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6606771"/>
                </p:ext>
              </p:extLst>
            </p:nvPr>
          </p:nvGraphicFramePr>
          <p:xfrm>
            <a:off x="379599" y="1193209"/>
            <a:ext cx="1803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2" name="Equation" r:id="rId7" imgW="1803240" imgH="342720" progId="Equation.DSMT4">
                    <p:embed/>
                  </p:oleObj>
                </mc:Choice>
                <mc:Fallback>
                  <p:oleObj name="Equation" r:id="rId7" imgW="1803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9599" y="1193209"/>
                          <a:ext cx="1803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361C92B8-A757-46F7-8653-AFB094122BB9}"/>
              </a:ext>
            </a:extLst>
          </p:cNvPr>
          <p:cNvSpPr/>
          <p:nvPr/>
        </p:nvSpPr>
        <p:spPr>
          <a:xfrm>
            <a:off x="703093" y="133939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8D51D97-19B4-49C6-9EC7-2F16D9876616}"/>
              </a:ext>
            </a:extLst>
          </p:cNvPr>
          <p:cNvGrpSpPr/>
          <p:nvPr/>
        </p:nvGrpSpPr>
        <p:grpSpPr>
          <a:xfrm>
            <a:off x="1068855" y="1350698"/>
            <a:ext cx="3448868" cy="461665"/>
            <a:chOff x="1195140" y="1995685"/>
            <a:chExt cx="3448868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6EFA6FA-5EEF-4DEC-BC7D-9999B15DBAF6}"/>
                </a:ext>
              </a:extLst>
            </p:cNvPr>
            <p:cNvSpPr/>
            <p:nvPr/>
          </p:nvSpPr>
          <p:spPr>
            <a:xfrm>
              <a:off x="1195140" y="1995685"/>
              <a:ext cx="34488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3A91B57-3AB7-4D87-981F-4F064204D2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592379"/>
                </p:ext>
              </p:extLst>
            </p:nvPr>
          </p:nvGraphicFramePr>
          <p:xfrm>
            <a:off x="1596140" y="2041189"/>
            <a:ext cx="2590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3" name="Equation" r:id="rId9" imgW="2590560" imgH="342720" progId="Equation.DSMT4">
                    <p:embed/>
                  </p:oleObj>
                </mc:Choice>
                <mc:Fallback>
                  <p:oleObj name="Equation" r:id="rId9" imgW="259056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F941FADA-D462-42B2-AE32-773528AA19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96140" y="2041189"/>
                          <a:ext cx="2590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0C2E163-3CCF-46CE-B414-B88F515D0FB0}"/>
              </a:ext>
            </a:extLst>
          </p:cNvPr>
          <p:cNvGrpSpPr/>
          <p:nvPr/>
        </p:nvGrpSpPr>
        <p:grpSpPr>
          <a:xfrm>
            <a:off x="4047424" y="1366576"/>
            <a:ext cx="3448868" cy="461665"/>
            <a:chOff x="3812158" y="1981806"/>
            <a:chExt cx="3448868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C1D4CCC-31A9-4A94-A24D-EECEC3895C5C}"/>
                </a:ext>
              </a:extLst>
            </p:cNvPr>
            <p:cNvSpPr/>
            <p:nvPr/>
          </p:nvSpPr>
          <p:spPr>
            <a:xfrm>
              <a:off x="3812158" y="1981806"/>
              <a:ext cx="34488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9A19AFD-3931-40ED-B69B-5BA315F86F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893344"/>
                </p:ext>
              </p:extLst>
            </p:nvPr>
          </p:nvGraphicFramePr>
          <p:xfrm>
            <a:off x="4260017" y="2016963"/>
            <a:ext cx="2222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4" name="Equation" r:id="rId11" imgW="2222280" imgH="342720" progId="Equation.DSMT4">
                    <p:embed/>
                  </p:oleObj>
                </mc:Choice>
                <mc:Fallback>
                  <p:oleObj name="Equation" r:id="rId11" imgW="22222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B2DD4F6-36A9-44A2-8D0D-7E002BE9B9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60017" y="2016963"/>
                          <a:ext cx="2222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5970940-5F21-4275-BB00-7B9BBE6EE9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258731"/>
              </p:ext>
            </p:extLst>
          </p:nvPr>
        </p:nvGraphicFramePr>
        <p:xfrm>
          <a:off x="847185" y="1952424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65" name="Equation" r:id="rId13" imgW="1765080" imgH="342720" progId="Equation.DSMT4">
                  <p:embed/>
                </p:oleObj>
              </mc:Choice>
              <mc:Fallback>
                <p:oleObj name="Equation" r:id="rId13" imgW="1765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47185" y="1952424"/>
                        <a:ext cx="176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9F599F3-A480-4B06-A29A-924CDBB08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176423"/>
              </p:ext>
            </p:extLst>
          </p:nvPr>
        </p:nvGraphicFramePr>
        <p:xfrm>
          <a:off x="2907760" y="1947662"/>
          <a:ext cx="370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66" name="Equation" r:id="rId15" imgW="3708360" imgH="342720" progId="Equation.DSMT4">
                  <p:embed/>
                </p:oleObj>
              </mc:Choice>
              <mc:Fallback>
                <p:oleObj name="Equation" r:id="rId15" imgW="370836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5970940-5F21-4275-BB00-7B9BBE6EE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07760" y="1947662"/>
                        <a:ext cx="370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3F29CD0-D197-44EB-8BF0-DBCF5B8D3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772282"/>
              </p:ext>
            </p:extLst>
          </p:nvPr>
        </p:nvGraphicFramePr>
        <p:xfrm>
          <a:off x="5320115" y="858465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67" name="Equation" r:id="rId17" imgW="1536480" imgH="330120" progId="Equation.DSMT4">
                  <p:embed/>
                </p:oleObj>
              </mc:Choice>
              <mc:Fallback>
                <p:oleObj name="Equation" r:id="rId17" imgW="1536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20115" y="858465"/>
                        <a:ext cx="1536700" cy="3302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2F39880-D55C-4B1E-A0E6-259432662C1A}"/>
              </a:ext>
            </a:extLst>
          </p:cNvPr>
          <p:cNvCxnSpPr/>
          <p:nvPr/>
        </p:nvCxnSpPr>
        <p:spPr>
          <a:xfrm>
            <a:off x="5648448" y="787604"/>
            <a:ext cx="88003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B15AB3E-4467-4504-AB82-96B3A762EB48}"/>
              </a:ext>
            </a:extLst>
          </p:cNvPr>
          <p:cNvGrpSpPr/>
          <p:nvPr/>
        </p:nvGrpSpPr>
        <p:grpSpPr>
          <a:xfrm>
            <a:off x="1059728" y="4043377"/>
            <a:ext cx="7751622" cy="461665"/>
            <a:chOff x="1031693" y="4256303"/>
            <a:chExt cx="7751622" cy="461665"/>
          </a:xfrm>
        </p:grpSpPr>
        <p:sp>
          <p:nvSpPr>
            <p:cNvPr id="23" name="Text Box 29">
              <a:extLst>
                <a:ext uri="{FF2B5EF4-FFF2-40B4-BE49-F238E27FC236}">
                  <a16:creationId xmlns:a16="http://schemas.microsoft.com/office/drawing/2014/main" id="{ED65AEB3-93C3-42FF-B371-29824613D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693" y="4256303"/>
              <a:ext cx="77516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从而方程           至少有一个不超过     的正实根</a:t>
              </a:r>
              <a:r>
                <a:rPr kumimoji="1"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kumimoji="1"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9758342-39B5-4DA9-BC44-C7FDCD4E31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638166"/>
                </p:ext>
              </p:extLst>
            </p:nvPr>
          </p:nvGraphicFramePr>
          <p:xfrm>
            <a:off x="2368366" y="4350561"/>
            <a:ext cx="1663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8" name="Equation" r:id="rId19" imgW="1663560" imgH="279360" progId="Equation.DSMT4">
                    <p:embed/>
                  </p:oleObj>
                </mc:Choice>
                <mc:Fallback>
                  <p:oleObj name="Equation" r:id="rId19" imgW="166356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C38EB2E3-9BF6-4230-B58F-4AC5DBA47F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68366" y="4350561"/>
                          <a:ext cx="1663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0D05E77A-1373-4CED-977A-B55AC58D8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8166392"/>
                </p:ext>
              </p:extLst>
            </p:nvPr>
          </p:nvGraphicFramePr>
          <p:xfrm>
            <a:off x="6521271" y="4360240"/>
            <a:ext cx="622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69" name="Equation" r:id="rId20" imgW="622080" imgH="279360" progId="Equation.DSMT4">
                    <p:embed/>
                  </p:oleObj>
                </mc:Choice>
                <mc:Fallback>
                  <p:oleObj name="Equation" r:id="rId20" imgW="6220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521271" y="4360240"/>
                          <a:ext cx="622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4E82440-C3E7-46A2-B39F-98BEFC1611FB}"/>
              </a:ext>
            </a:extLst>
          </p:cNvPr>
          <p:cNvGrpSpPr/>
          <p:nvPr/>
        </p:nvGrpSpPr>
        <p:grpSpPr>
          <a:xfrm>
            <a:off x="724224" y="2409388"/>
            <a:ext cx="7751622" cy="461665"/>
            <a:chOff x="696189" y="2622314"/>
            <a:chExt cx="7751622" cy="461665"/>
          </a:xfrm>
        </p:grpSpPr>
        <p:sp>
          <p:nvSpPr>
            <p:cNvPr id="20" name="Text Box 29">
              <a:extLst>
                <a:ext uri="{FF2B5EF4-FFF2-40B4-BE49-F238E27FC236}">
                  <a16:creationId xmlns:a16="http://schemas.microsoft.com/office/drawing/2014/main" id="{062DB709-F7A1-4050-8FEE-FD985C857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189" y="2622314"/>
              <a:ext cx="77516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                    则                   为方程正实根</a:t>
              </a:r>
              <a:r>
                <a: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;</a:t>
              </a:r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EF9D86BF-E2FF-424D-A5F8-92BB5DB610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77749"/>
                </p:ext>
              </p:extLst>
            </p:nvPr>
          </p:nvGraphicFramePr>
          <p:xfrm>
            <a:off x="1403648" y="2716704"/>
            <a:ext cx="1574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70" name="Equation" r:id="rId22" imgW="1574640" imgH="342720" progId="Equation.DSMT4">
                    <p:embed/>
                  </p:oleObj>
                </mc:Choice>
                <mc:Fallback>
                  <p:oleObj name="Equation" r:id="rId22" imgW="15746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403648" y="2716704"/>
                          <a:ext cx="1574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3A37CC1D-3085-460F-9D92-CB0039599D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7574949"/>
                </p:ext>
              </p:extLst>
            </p:nvPr>
          </p:nvGraphicFramePr>
          <p:xfrm>
            <a:off x="3448050" y="2731944"/>
            <a:ext cx="1092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71" name="Equation" r:id="rId24" imgW="1091880" imgH="330120" progId="Equation.DSMT4">
                    <p:embed/>
                  </p:oleObj>
                </mc:Choice>
                <mc:Fallback>
                  <p:oleObj name="Equation" r:id="rId24" imgW="10918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448050" y="2731944"/>
                          <a:ext cx="1092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FA0FA09-3A3E-4FD3-8030-215BFADB884F}"/>
              </a:ext>
            </a:extLst>
          </p:cNvPr>
          <p:cNvGrpSpPr/>
          <p:nvPr/>
        </p:nvGrpSpPr>
        <p:grpSpPr>
          <a:xfrm>
            <a:off x="717501" y="3001221"/>
            <a:ext cx="8347030" cy="461665"/>
            <a:chOff x="689466" y="3214147"/>
            <a:chExt cx="8347030" cy="461665"/>
          </a:xfrm>
        </p:grpSpPr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46EA12FC-F31E-4D4F-8237-6D5D2677D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466" y="3214147"/>
              <a:ext cx="83470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(2)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                    则                               由零点定理得，至少存</a:t>
              </a: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6DC17A3F-D95E-4FD1-A474-C2A8B44F2E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2401014"/>
                </p:ext>
              </p:extLst>
            </p:nvPr>
          </p:nvGraphicFramePr>
          <p:xfrm>
            <a:off x="1403648" y="3296408"/>
            <a:ext cx="1574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72" name="Equation" r:id="rId26" imgW="1574640" imgH="342720" progId="Equation.DSMT4">
                    <p:embed/>
                  </p:oleObj>
                </mc:Choice>
                <mc:Fallback>
                  <p:oleObj name="Equation" r:id="rId26" imgW="157464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EF9D86BF-E2FF-424D-A5F8-92BB5DB610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403648" y="3296408"/>
                          <a:ext cx="1574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5ABB716C-4184-49CC-B368-0EA88FF5C2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5436315"/>
                </p:ext>
              </p:extLst>
            </p:nvPr>
          </p:nvGraphicFramePr>
          <p:xfrm>
            <a:off x="3347864" y="3301156"/>
            <a:ext cx="214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73" name="Equation" r:id="rId28" imgW="2145960" imgH="342720" progId="Equation.DSMT4">
                    <p:embed/>
                  </p:oleObj>
                </mc:Choice>
                <mc:Fallback>
                  <p:oleObj name="Equation" r:id="rId28" imgW="21459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347864" y="3301156"/>
                          <a:ext cx="214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5E0B79D-2C4C-4F83-A2B7-32A90AACAA75}"/>
              </a:ext>
            </a:extLst>
          </p:cNvPr>
          <p:cNvGrpSpPr/>
          <p:nvPr/>
        </p:nvGrpSpPr>
        <p:grpSpPr>
          <a:xfrm>
            <a:off x="257651" y="3565834"/>
            <a:ext cx="8208912" cy="461665"/>
            <a:chOff x="229616" y="3778760"/>
            <a:chExt cx="8208912" cy="461665"/>
          </a:xfrm>
        </p:grpSpPr>
        <p:sp>
          <p:nvSpPr>
            <p:cNvPr id="34" name="Text Box 29">
              <a:extLst>
                <a:ext uri="{FF2B5EF4-FFF2-40B4-BE49-F238E27FC236}">
                  <a16:creationId xmlns:a16="http://schemas.microsoft.com/office/drawing/2014/main" id="{002A3D0F-66AC-47CD-B7FC-C969AC8B9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616" y="3778760"/>
              <a:ext cx="82089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在一点            使得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DDCF8A8-E81F-4DB9-B5D1-F1EC3F88E7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0439786"/>
                </p:ext>
              </p:extLst>
            </p:nvPr>
          </p:nvGraphicFramePr>
          <p:xfrm>
            <a:off x="3756222" y="3878322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74" name="Equation" r:id="rId30" imgW="1155600" imgH="342720" progId="Equation.DSMT4">
                    <p:embed/>
                  </p:oleObj>
                </mc:Choice>
                <mc:Fallback>
                  <p:oleObj name="Equation" r:id="rId30" imgW="1155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756222" y="3878322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8DC15DC5-4591-4067-BE2F-878CC552B5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2643463"/>
                </p:ext>
              </p:extLst>
            </p:nvPr>
          </p:nvGraphicFramePr>
          <p:xfrm>
            <a:off x="1342722" y="3866274"/>
            <a:ext cx="161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475" name="Equation" r:id="rId32" imgW="1612800" imgH="342720" progId="Equation.DSMT4">
                    <p:embed/>
                  </p:oleObj>
                </mc:Choice>
                <mc:Fallback>
                  <p:oleObj name="Equation" r:id="rId32" imgW="1612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342722" y="3866274"/>
                          <a:ext cx="161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9642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0">
            <a:extLst>
              <a:ext uri="{FF2B5EF4-FFF2-40B4-BE49-F238E27FC236}">
                <a16:creationId xmlns:a16="http://schemas.microsoft.com/office/drawing/2014/main" id="{42B5FFD1-56AB-47E1-9DC4-43EAFA63E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95486"/>
            <a:ext cx="8208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3. </a:t>
            </a:r>
            <a:r>
              <a:rPr lang="zh-CN" altLang="en-US" sz="2400" b="1" dirty="0">
                <a:latin typeface="+mn-ea"/>
                <a:ea typeface="+mn-ea"/>
              </a:rPr>
              <a:t>设                                      证明至少                                      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051DB5D-1684-47DB-9D4E-226582626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997635"/>
              </p:ext>
            </p:extLst>
          </p:nvPr>
        </p:nvGraphicFramePr>
        <p:xfrm>
          <a:off x="1806526" y="309288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34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6526" y="309288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7C4C9D4-A4F6-46FA-AC13-D735346B2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486603"/>
              </p:ext>
            </p:extLst>
          </p:nvPr>
        </p:nvGraphicFramePr>
        <p:xfrm>
          <a:off x="3707904" y="281392"/>
          <a:ext cx="375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35" name="Equation" r:id="rId5" imgW="3759120" imgH="380880" progId="Equation.DSMT4">
                  <p:embed/>
                </p:oleObj>
              </mc:Choice>
              <mc:Fallback>
                <p:oleObj name="Equation" r:id="rId5" imgW="3759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281392"/>
                        <a:ext cx="375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8B04C3-61DF-4D6C-8B78-A21BECDDD7C3}"/>
              </a:ext>
            </a:extLst>
          </p:cNvPr>
          <p:cNvGrpSpPr/>
          <p:nvPr/>
        </p:nvGrpSpPr>
        <p:grpSpPr>
          <a:xfrm>
            <a:off x="109657" y="814883"/>
            <a:ext cx="5760869" cy="787400"/>
            <a:chOff x="179512" y="1321349"/>
            <a:chExt cx="5760869" cy="787400"/>
          </a:xfrm>
        </p:grpSpPr>
        <p:sp>
          <p:nvSpPr>
            <p:cNvPr id="5" name="Text Box 40">
              <a:extLst>
                <a:ext uri="{FF2B5EF4-FFF2-40B4-BE49-F238E27FC236}">
                  <a16:creationId xmlns:a16="http://schemas.microsoft.com/office/drawing/2014/main" id="{1279665E-774F-4F16-B54B-24ACECB41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1454212"/>
              <a:ext cx="35982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存在一点          使得                                   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884F691-22F3-4FE3-9639-0160FE58ED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7479111"/>
                </p:ext>
              </p:extLst>
            </p:nvPr>
          </p:nvGraphicFramePr>
          <p:xfrm>
            <a:off x="1605248" y="1495541"/>
            <a:ext cx="1397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36" name="Equation" r:id="rId7" imgW="1396800" imgH="380880" progId="Equation.DSMT4">
                    <p:embed/>
                  </p:oleObj>
                </mc:Choice>
                <mc:Fallback>
                  <p:oleObj name="Equation" r:id="rId7" imgW="13968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05248" y="1495541"/>
                          <a:ext cx="1397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546C0E0-2BFD-45E6-ACC9-A87A05BB4F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7218257"/>
                </p:ext>
              </p:extLst>
            </p:nvPr>
          </p:nvGraphicFramePr>
          <p:xfrm>
            <a:off x="3692481" y="1321349"/>
            <a:ext cx="2247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37" name="Equation" r:id="rId9" imgW="2247840" imgH="787320" progId="Equation.DSMT4">
                    <p:embed/>
                  </p:oleObj>
                </mc:Choice>
                <mc:Fallback>
                  <p:oleObj name="Equation" r:id="rId9" imgW="224784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92481" y="1321349"/>
                          <a:ext cx="2247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56909241-DFFA-4B6C-AC4A-D32C3D59342B}"/>
              </a:ext>
            </a:extLst>
          </p:cNvPr>
          <p:cNvSpPr/>
          <p:nvPr/>
        </p:nvSpPr>
        <p:spPr>
          <a:xfrm>
            <a:off x="774043" y="1634054"/>
            <a:ext cx="49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4AD99C6-2C33-4F08-AFB4-86792C5CB5B8}"/>
              </a:ext>
            </a:extLst>
          </p:cNvPr>
          <p:cNvGrpSpPr/>
          <p:nvPr/>
        </p:nvGrpSpPr>
        <p:grpSpPr>
          <a:xfrm>
            <a:off x="1232069" y="1635862"/>
            <a:ext cx="7427247" cy="462813"/>
            <a:chOff x="1232069" y="1903748"/>
            <a:chExt cx="7427247" cy="462813"/>
          </a:xfrm>
        </p:grpSpPr>
        <p:sp>
          <p:nvSpPr>
            <p:cNvPr id="15" name="Text Box 40">
              <a:extLst>
                <a:ext uri="{FF2B5EF4-FFF2-40B4-BE49-F238E27FC236}">
                  <a16:creationId xmlns:a16="http://schemas.microsoft.com/office/drawing/2014/main" id="{C96C185F-4083-43F9-B194-A93769250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2069" y="1903748"/>
              <a:ext cx="71378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因为             从而     在     上存在最大值                                   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FE1FD6D-9103-49F0-8734-14FC53C529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553760"/>
                </p:ext>
              </p:extLst>
            </p:nvPr>
          </p:nvGraphicFramePr>
          <p:xfrm>
            <a:off x="1870075" y="1985561"/>
            <a:ext cx="200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38" name="Equation" r:id="rId11" imgW="2006280" imgH="380880" progId="Equation.DSMT4">
                    <p:embed/>
                  </p:oleObj>
                </mc:Choice>
                <mc:Fallback>
                  <p:oleObj name="Equation" r:id="rId11" imgW="2006280" imgH="38088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1051DB5D-1684-47DB-9D4E-2265826260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70075" y="1985561"/>
                          <a:ext cx="200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DA6D0A3-6C15-4A25-83F6-F4780204F2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547874"/>
                </p:ext>
              </p:extLst>
            </p:nvPr>
          </p:nvGraphicFramePr>
          <p:xfrm>
            <a:off x="4587625" y="200612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39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87625" y="200612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52FB5EF-4279-471C-837A-11C9099C65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9219354"/>
                </p:ext>
              </p:extLst>
            </p:nvPr>
          </p:nvGraphicFramePr>
          <p:xfrm>
            <a:off x="5602288" y="1981200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0" name="Equation" r:id="rId15" imgW="825480" imgH="380880" progId="Equation.DSMT4">
                    <p:embed/>
                  </p:oleObj>
                </mc:Choice>
                <mc:Fallback>
                  <p:oleObj name="Equation" r:id="rId15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602288" y="1981200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B5F9EB5-DEF4-46E2-88F8-903DCF584C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6393367"/>
                </p:ext>
              </p:extLst>
            </p:nvPr>
          </p:nvGraphicFramePr>
          <p:xfrm>
            <a:off x="8316416" y="2043481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1" name="Equation" r:id="rId17" imgW="342720" imgH="266400" progId="Equation.DSMT4">
                    <p:embed/>
                  </p:oleObj>
                </mc:Choice>
                <mc:Fallback>
                  <p:oleObj name="Equation" r:id="rId17" imgW="3427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316416" y="2043481"/>
                          <a:ext cx="342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E141363-A970-4BFD-8EA2-CDE84D343B2E}"/>
              </a:ext>
            </a:extLst>
          </p:cNvPr>
          <p:cNvGrpSpPr/>
          <p:nvPr/>
        </p:nvGrpSpPr>
        <p:grpSpPr>
          <a:xfrm>
            <a:off x="109657" y="2199174"/>
            <a:ext cx="2501900" cy="461665"/>
            <a:chOff x="107504" y="2697055"/>
            <a:chExt cx="2501900" cy="461665"/>
          </a:xfrm>
        </p:grpSpPr>
        <p:sp>
          <p:nvSpPr>
            <p:cNvPr id="20" name="Text Box 40">
              <a:extLst>
                <a:ext uri="{FF2B5EF4-FFF2-40B4-BE49-F238E27FC236}">
                  <a16:creationId xmlns:a16="http://schemas.microsoft.com/office/drawing/2014/main" id="{452BBB18-3DD4-41B7-A760-9C8726F76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04" y="2697055"/>
              <a:ext cx="25019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和最小值   则有                                   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05F54B86-9AC0-44A8-8D13-BB3ADEA860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496757"/>
                </p:ext>
              </p:extLst>
            </p:nvPr>
          </p:nvGraphicFramePr>
          <p:xfrm>
            <a:off x="1484099" y="2897894"/>
            <a:ext cx="3302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2" name="Equation" r:id="rId19" imgW="330120" imgH="253800" progId="Equation.DSMT4">
                    <p:embed/>
                  </p:oleObj>
                </mc:Choice>
                <mc:Fallback>
                  <p:oleObj name="Equation" r:id="rId19" imgW="3301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84099" y="2897894"/>
                          <a:ext cx="3302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5918FDF-8F75-471B-BCA8-26EC6422A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800731"/>
              </p:ext>
            </p:extLst>
          </p:nvPr>
        </p:nvGraphicFramePr>
        <p:xfrm>
          <a:off x="2913692" y="2493590"/>
          <a:ext cx="2476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43" name="Equation" r:id="rId21" imgW="2476440" imgH="787320" progId="Equation.DSMT4">
                  <p:embed/>
                </p:oleObj>
              </mc:Choice>
              <mc:Fallback>
                <p:oleObj name="Equation" r:id="rId21" imgW="24764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13692" y="2493590"/>
                        <a:ext cx="2476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40">
            <a:extLst>
              <a:ext uri="{FF2B5EF4-FFF2-40B4-BE49-F238E27FC236}">
                <a16:creationId xmlns:a16="http://schemas.microsoft.com/office/drawing/2014/main" id="{2BEE5B08-8C71-4BA9-9405-8027D43B8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295" y="3419880"/>
            <a:ext cx="42721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由介值定理得，至少存在一点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FF8DA9E-44FE-4EA4-9810-213F8A3C616A}"/>
              </a:ext>
            </a:extLst>
          </p:cNvPr>
          <p:cNvGrpSpPr/>
          <p:nvPr/>
        </p:nvGrpSpPr>
        <p:grpSpPr>
          <a:xfrm>
            <a:off x="882508" y="3294857"/>
            <a:ext cx="3557430" cy="787400"/>
            <a:chOff x="882508" y="3562743"/>
            <a:chExt cx="3557430" cy="787400"/>
          </a:xfrm>
        </p:grpSpPr>
        <p:sp>
          <p:nvSpPr>
            <p:cNvPr id="30" name="Text Box 40">
              <a:extLst>
                <a:ext uri="{FF2B5EF4-FFF2-40B4-BE49-F238E27FC236}">
                  <a16:creationId xmlns:a16="http://schemas.microsoft.com/office/drawing/2014/main" id="{5ED65DDC-A6C5-41E9-992C-39DF03539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508" y="3725611"/>
              <a:ext cx="10555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                                                           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409C4BE3-E083-4F9D-82A5-B79AE1757C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2011283"/>
                </p:ext>
              </p:extLst>
            </p:nvPr>
          </p:nvGraphicFramePr>
          <p:xfrm>
            <a:off x="1938038" y="3562743"/>
            <a:ext cx="2501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4" name="Equation" r:id="rId23" imgW="2501640" imgH="787320" progId="Equation.DSMT4">
                    <p:embed/>
                  </p:oleObj>
                </mc:Choice>
                <mc:Fallback>
                  <p:oleObj name="Equation" r:id="rId23" imgW="2501640" imgH="7873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8F187974-8283-43AA-96D8-DC95942D669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938038" y="3562743"/>
                          <a:ext cx="2501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15970697-9ACD-4AE6-8A2C-258DEA424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508152"/>
              </p:ext>
            </p:extLst>
          </p:nvPr>
        </p:nvGraphicFramePr>
        <p:xfrm>
          <a:off x="254352" y="4221742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45" name="Equation" r:id="rId25" imgW="1396800" imgH="380880" progId="Equation.DSMT4">
                  <p:embed/>
                </p:oleObj>
              </mc:Choice>
              <mc:Fallback>
                <p:oleObj name="Equation" r:id="rId25" imgW="139680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041B5DA-06E9-4CFC-A89E-EFA84D77E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4352" y="4221742"/>
                        <a:ext cx="139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83893A0D-66F6-4BD1-B7CE-3AC72B57741E}"/>
              </a:ext>
            </a:extLst>
          </p:cNvPr>
          <p:cNvGrpSpPr/>
          <p:nvPr/>
        </p:nvGrpSpPr>
        <p:grpSpPr>
          <a:xfrm>
            <a:off x="1766070" y="4032762"/>
            <a:ext cx="2980506" cy="787400"/>
            <a:chOff x="1766070" y="4300648"/>
            <a:chExt cx="2980506" cy="787400"/>
          </a:xfrm>
        </p:grpSpPr>
        <p:sp>
          <p:nvSpPr>
            <p:cNvPr id="36" name="Text Box 40">
              <a:extLst>
                <a:ext uri="{FF2B5EF4-FFF2-40B4-BE49-F238E27FC236}">
                  <a16:creationId xmlns:a16="http://schemas.microsoft.com/office/drawing/2014/main" id="{AC2F80F5-3C03-4614-9247-E10E424A5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070" y="4411704"/>
              <a:ext cx="8454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使得                                   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A2B9DF6D-7B2A-4F78-AE80-FFE40498B4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2513487"/>
                </p:ext>
              </p:extLst>
            </p:nvPr>
          </p:nvGraphicFramePr>
          <p:xfrm>
            <a:off x="2498676" y="4300648"/>
            <a:ext cx="2247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6" name="Equation" r:id="rId27" imgW="2247840" imgH="787320" progId="Equation.DSMT4">
                    <p:embed/>
                  </p:oleObj>
                </mc:Choice>
                <mc:Fallback>
                  <p:oleObj name="Equation" r:id="rId27" imgW="2247840" imgH="7873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D5009D1F-ADA4-4BE0-B11A-E0D333F1F7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498676" y="4300648"/>
                          <a:ext cx="2247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882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40">
            <a:extLst>
              <a:ext uri="{FF2B5EF4-FFF2-40B4-BE49-F238E27FC236}">
                <a16:creationId xmlns:a16="http://schemas.microsoft.com/office/drawing/2014/main" id="{CDE6E1F1-1AE9-4149-890B-E3E7FAD4B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869" y="747878"/>
            <a:ext cx="63664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                             或                             则                                                           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EA859AC-53EE-470C-BF00-D751965E4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543203"/>
              </p:ext>
            </p:extLst>
          </p:nvPr>
        </p:nvGraphicFramePr>
        <p:xfrm>
          <a:off x="1720424" y="634188"/>
          <a:ext cx="189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50" name="Equation" r:id="rId3" imgW="1892160" imgH="787320" progId="Equation.DSMT4">
                  <p:embed/>
                </p:oleObj>
              </mc:Choice>
              <mc:Fallback>
                <p:oleObj name="Equation" r:id="rId3" imgW="1892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0424" y="634188"/>
                        <a:ext cx="1892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294AD94-6C17-4970-980A-81A61D5E1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382547"/>
              </p:ext>
            </p:extLst>
          </p:nvPr>
        </p:nvGraphicFramePr>
        <p:xfrm>
          <a:off x="4270996" y="635592"/>
          <a:ext cx="198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51" name="Equation" r:id="rId5" imgW="1981080" imgH="787320" progId="Equation.DSMT4">
                  <p:embed/>
                </p:oleObj>
              </mc:Choice>
              <mc:Fallback>
                <p:oleObj name="Equation" r:id="rId5" imgW="19810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70996" y="635592"/>
                        <a:ext cx="1981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0F7CFAA-3E70-4CE6-89D4-80DECCB0C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688032"/>
              </p:ext>
            </p:extLst>
          </p:nvPr>
        </p:nvGraphicFramePr>
        <p:xfrm>
          <a:off x="1024423" y="1874890"/>
          <a:ext cx="283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52" name="Equation" r:id="rId7" imgW="2831760" imgH="380880" progId="Equation.DSMT4">
                  <p:embed/>
                </p:oleObj>
              </mc:Choice>
              <mc:Fallback>
                <p:oleObj name="Equation" r:id="rId7" imgW="2831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24423" y="1874890"/>
                        <a:ext cx="2832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8065D57-A5EA-40C3-83EA-523D04FA6B3A}"/>
              </a:ext>
            </a:extLst>
          </p:cNvPr>
          <p:cNvSpPr/>
          <p:nvPr/>
        </p:nvSpPr>
        <p:spPr>
          <a:xfrm>
            <a:off x="3856523" y="18447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392352E-49B6-424F-8234-0A99B3482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840604"/>
              </p:ext>
            </p:extLst>
          </p:nvPr>
        </p:nvGraphicFramePr>
        <p:xfrm>
          <a:off x="4270996" y="1908069"/>
          <a:ext cx="299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53" name="Equation" r:id="rId9" imgW="2997000" imgH="380880" progId="Equation.DSMT4">
                  <p:embed/>
                </p:oleObj>
              </mc:Choice>
              <mc:Fallback>
                <p:oleObj name="Equation" r:id="rId9" imgW="299700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0F7CFAA-3E70-4CE6-89D4-80DECCB0C0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0996" y="1908069"/>
                        <a:ext cx="2997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744F38DB-8544-4457-90F3-230812E19A9B}"/>
              </a:ext>
            </a:extLst>
          </p:cNvPr>
          <p:cNvGrpSpPr/>
          <p:nvPr/>
        </p:nvGrpSpPr>
        <p:grpSpPr>
          <a:xfrm>
            <a:off x="1115616" y="2639393"/>
            <a:ext cx="8581110" cy="461665"/>
            <a:chOff x="1115616" y="2639393"/>
            <a:chExt cx="8581110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7530186-FC08-4C5C-9CA6-94F7C7C0C76B}"/>
                </a:ext>
              </a:extLst>
            </p:cNvPr>
            <p:cNvSpPr/>
            <p:nvPr/>
          </p:nvSpPr>
          <p:spPr>
            <a:xfrm>
              <a:off x="1115616" y="2639393"/>
              <a:ext cx="85811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                      中任取一个为      且           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CACCB21-41B9-4BE1-8071-CCEEC5C9AB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7310222"/>
                </p:ext>
              </p:extLst>
            </p:nvPr>
          </p:nvGraphicFramePr>
          <p:xfrm>
            <a:off x="1547664" y="2643669"/>
            <a:ext cx="1574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54" name="Equation" r:id="rId11" imgW="1574640" imgH="380880" progId="Equation.DSMT4">
                    <p:embed/>
                  </p:oleObj>
                </mc:Choice>
                <mc:Fallback>
                  <p:oleObj name="Equation" r:id="rId11" imgW="15746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47664" y="2643669"/>
                          <a:ext cx="1574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915C62C1-C774-4979-8E56-EC3716F2B2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3360530"/>
                </p:ext>
              </p:extLst>
            </p:nvPr>
          </p:nvGraphicFramePr>
          <p:xfrm>
            <a:off x="5097443" y="2739950"/>
            <a:ext cx="279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55" name="Equation" r:id="rId13" imgW="279360" imgH="330120" progId="Equation.DSMT4">
                    <p:embed/>
                  </p:oleObj>
                </mc:Choice>
                <mc:Fallback>
                  <p:oleObj name="Equation" r:id="rId13" imgW="279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97443" y="2739950"/>
                          <a:ext cx="279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4AD7AD4-DA61-4EBA-9998-E0F2E4D47E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860268"/>
                </p:ext>
              </p:extLst>
            </p:nvPr>
          </p:nvGraphicFramePr>
          <p:xfrm>
            <a:off x="5822950" y="2666619"/>
            <a:ext cx="1384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56" name="Equation" r:id="rId15" imgW="1384200" imgH="380880" progId="Equation.DSMT4">
                    <p:embed/>
                  </p:oleObj>
                </mc:Choice>
                <mc:Fallback>
                  <p:oleObj name="Equation" r:id="rId15" imgW="13842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822950" y="2666619"/>
                          <a:ext cx="1384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2F8545F-770B-4129-9F93-5165B50123FC}"/>
              </a:ext>
            </a:extLst>
          </p:cNvPr>
          <p:cNvGrpSpPr/>
          <p:nvPr/>
        </p:nvGrpSpPr>
        <p:grpSpPr>
          <a:xfrm>
            <a:off x="694751" y="3165445"/>
            <a:ext cx="8581110" cy="968506"/>
            <a:chOff x="694751" y="3165445"/>
            <a:chExt cx="8581110" cy="96850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783CA9C-69A8-44A0-86BD-7933266E0C8A}"/>
                </a:ext>
              </a:extLst>
            </p:cNvPr>
            <p:cNvSpPr/>
            <p:nvPr/>
          </p:nvSpPr>
          <p:spPr>
            <a:xfrm>
              <a:off x="694751" y="3509419"/>
              <a:ext cx="85811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综合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，至少存在一点                  使得       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687AFEDA-1308-4A7F-BB00-27CC2A0BAC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6052750"/>
                </p:ext>
              </p:extLst>
            </p:nvPr>
          </p:nvGraphicFramePr>
          <p:xfrm>
            <a:off x="6466433" y="3165445"/>
            <a:ext cx="177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57" name="Equation" r:id="rId17" imgW="177480" imgH="291960" progId="Equation.DSMT4">
                    <p:embed/>
                  </p:oleObj>
                </mc:Choice>
                <mc:Fallback>
                  <p:oleObj name="Equation" r:id="rId17" imgW="1774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466433" y="3165445"/>
                          <a:ext cx="177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1F7B8A7-CB12-41D6-940F-9D6AA012D3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4811916"/>
                </p:ext>
              </p:extLst>
            </p:nvPr>
          </p:nvGraphicFramePr>
          <p:xfrm>
            <a:off x="4560306" y="3560819"/>
            <a:ext cx="1397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58" name="Equation" r:id="rId19" imgW="1396800" imgH="380880" progId="Equation.DSMT4">
                    <p:embed/>
                  </p:oleObj>
                </mc:Choice>
                <mc:Fallback>
                  <p:oleObj name="Equation" r:id="rId19" imgW="139680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041B5DA-06E9-4CFC-A89E-EFA84D77E1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60306" y="3560819"/>
                          <a:ext cx="1397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42BEBD1-5AA3-4F3F-9663-0F01D97B21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765856"/>
                </p:ext>
              </p:extLst>
            </p:nvPr>
          </p:nvGraphicFramePr>
          <p:xfrm>
            <a:off x="6492633" y="3346551"/>
            <a:ext cx="2247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59" name="Equation" r:id="rId21" imgW="2247840" imgH="787320" progId="Equation.DSMT4">
                    <p:embed/>
                  </p:oleObj>
                </mc:Choice>
                <mc:Fallback>
                  <p:oleObj name="Equation" r:id="rId21" imgW="2247840" imgH="7873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D5009D1F-ADA4-4BE0-B11A-E0D333F1F7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492633" y="3346551"/>
                          <a:ext cx="2247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021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72007F3-E20D-48CD-BDFC-0A36302294BC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851670"/>
            <a:ext cx="4248472" cy="464128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习题册 第一章 第九、十节；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17DF52-5984-44CF-BAEB-24BB4F3B4073}"/>
              </a:ext>
            </a:extLst>
          </p:cNvPr>
          <p:cNvSpPr/>
          <p:nvPr/>
        </p:nvSpPr>
        <p:spPr>
          <a:xfrm>
            <a:off x="827584" y="2485380"/>
            <a:ext cx="3024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2.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课本习题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1-9.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E64A6E-F891-43DC-9D10-D1E25AD39F34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738468"/>
            <a:ext cx="2057400" cy="6858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2427414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8E0EA-A416-41C8-B5E1-100BD1589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5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rgbClr val="FF0000"/>
          </a:solidFill>
          <a:round/>
          <a:headEnd/>
          <a:tailEnd/>
        </a:ln>
      </a:spPr>
      <a:bodyPr wrap="none" anchor="ctr"/>
      <a:lstStyle>
        <a:defPPr algn="l">
          <a:defRPr sz="135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6674</TotalTime>
  <Words>1692</Words>
  <Application>Microsoft Office PowerPoint</Application>
  <PresentationFormat>全屏显示(16:9)</PresentationFormat>
  <Paragraphs>388</Paragraphs>
  <Slides>45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华文楷体</vt:lpstr>
      <vt:lpstr>楷体</vt:lpstr>
      <vt:lpstr>楷体_GB2312</vt:lpstr>
      <vt:lpstr>隶书</vt:lpstr>
      <vt:lpstr>宋体</vt:lpstr>
      <vt:lpstr>宋体-方正超大字符集</vt:lpstr>
      <vt:lpstr>微软雅黑</vt:lpstr>
      <vt:lpstr>Arial</vt:lpstr>
      <vt:lpstr>Calibri</vt:lpstr>
      <vt:lpstr>Times New Roman</vt:lpstr>
      <vt:lpstr>Office 主题</vt:lpstr>
      <vt:lpstr>Equation</vt:lpstr>
      <vt:lpstr>公式</vt:lpstr>
      <vt:lpstr>PowerPoint 演示文稿</vt:lpstr>
      <vt:lpstr>一、最大值最小值定理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定理4  </vt:lpstr>
      <vt:lpstr>PowerPoint 演示文稿</vt:lpstr>
      <vt:lpstr>即  </vt:lpstr>
      <vt:lpstr>分析  </vt:lpstr>
      <vt:lpstr>证  </vt:lpstr>
      <vt:lpstr>特别地，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678</cp:revision>
  <cp:lastPrinted>2019-06-30T07:48:14Z</cp:lastPrinted>
  <dcterms:created xsi:type="dcterms:W3CDTF">2018-09-27T06:48:00Z</dcterms:created>
  <dcterms:modified xsi:type="dcterms:W3CDTF">2023-10-07T14:42:48Z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