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handoutMasterIdLst>
    <p:handoutMasterId r:id="rId50"/>
  </p:handoutMasterIdLst>
  <p:sldIdLst>
    <p:sldId id="592" r:id="rId2"/>
    <p:sldId id="257" r:id="rId3"/>
    <p:sldId id="292" r:id="rId4"/>
    <p:sldId id="603" r:id="rId5"/>
    <p:sldId id="312" r:id="rId6"/>
    <p:sldId id="293" r:id="rId7"/>
    <p:sldId id="295" r:id="rId8"/>
    <p:sldId id="296" r:id="rId9"/>
    <p:sldId id="604" r:id="rId10"/>
    <p:sldId id="297" r:id="rId11"/>
    <p:sldId id="298" r:id="rId12"/>
    <p:sldId id="299" r:id="rId13"/>
    <p:sldId id="594" r:id="rId14"/>
    <p:sldId id="600" r:id="rId15"/>
    <p:sldId id="300" r:id="rId16"/>
    <p:sldId id="301" r:id="rId17"/>
    <p:sldId id="337" r:id="rId18"/>
    <p:sldId id="315" r:id="rId19"/>
    <p:sldId id="302" r:id="rId20"/>
    <p:sldId id="303" r:id="rId21"/>
    <p:sldId id="318" r:id="rId22"/>
    <p:sldId id="322" r:id="rId23"/>
    <p:sldId id="323" r:id="rId24"/>
    <p:sldId id="324" r:id="rId25"/>
    <p:sldId id="305" r:id="rId26"/>
    <p:sldId id="306" r:id="rId27"/>
    <p:sldId id="327" r:id="rId28"/>
    <p:sldId id="328" r:id="rId29"/>
    <p:sldId id="330" r:id="rId30"/>
    <p:sldId id="589" r:id="rId31"/>
    <p:sldId id="596" r:id="rId32"/>
    <p:sldId id="597" r:id="rId33"/>
    <p:sldId id="598" r:id="rId34"/>
    <p:sldId id="605" r:id="rId35"/>
    <p:sldId id="606" r:id="rId36"/>
    <p:sldId id="607" r:id="rId37"/>
    <p:sldId id="608" r:id="rId38"/>
    <p:sldId id="609" r:id="rId39"/>
    <p:sldId id="610" r:id="rId40"/>
    <p:sldId id="613" r:id="rId41"/>
    <p:sldId id="614" r:id="rId42"/>
    <p:sldId id="615" r:id="rId43"/>
    <p:sldId id="616" r:id="rId44"/>
    <p:sldId id="617" r:id="rId45"/>
    <p:sldId id="618" r:id="rId46"/>
    <p:sldId id="595" r:id="rId47"/>
    <p:sldId id="593" r:id="rId48"/>
  </p:sldIdLst>
  <p:sldSz cx="9144000" cy="5143500" type="screen16x9"/>
  <p:notesSz cx="9928225"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CC22D00E-B9EF-4DB6-BF44-23B17438B059}">
          <p14:sldIdLst>
            <p14:sldId id="592"/>
            <p14:sldId id="257"/>
            <p14:sldId id="292"/>
            <p14:sldId id="603"/>
            <p14:sldId id="312"/>
            <p14:sldId id="293"/>
            <p14:sldId id="295"/>
            <p14:sldId id="296"/>
            <p14:sldId id="604"/>
            <p14:sldId id="297"/>
            <p14:sldId id="298"/>
            <p14:sldId id="299"/>
            <p14:sldId id="594"/>
            <p14:sldId id="600"/>
            <p14:sldId id="300"/>
            <p14:sldId id="301"/>
            <p14:sldId id="337"/>
            <p14:sldId id="315"/>
            <p14:sldId id="302"/>
            <p14:sldId id="303"/>
            <p14:sldId id="318"/>
            <p14:sldId id="322"/>
            <p14:sldId id="323"/>
            <p14:sldId id="324"/>
            <p14:sldId id="305"/>
            <p14:sldId id="306"/>
            <p14:sldId id="327"/>
            <p14:sldId id="328"/>
            <p14:sldId id="330"/>
            <p14:sldId id="589"/>
            <p14:sldId id="596"/>
            <p14:sldId id="597"/>
            <p14:sldId id="598"/>
            <p14:sldId id="605"/>
            <p14:sldId id="606"/>
            <p14:sldId id="607"/>
            <p14:sldId id="608"/>
            <p14:sldId id="609"/>
            <p14:sldId id="610"/>
            <p14:sldId id="613"/>
            <p14:sldId id="614"/>
            <p14:sldId id="615"/>
            <p14:sldId id="616"/>
            <p14:sldId id="617"/>
            <p14:sldId id="618"/>
            <p14:sldId id="595"/>
            <p14:sldId id="593"/>
          </p14:sldIdLst>
        </p14:section>
      </p14:sectionLst>
    </p:ext>
    <p:ext uri="{EFAFB233-063F-42B5-8137-9DF3F51BA10A}">
      <p15:sldGuideLst xmlns:p15="http://schemas.microsoft.com/office/powerpoint/2012/main">
        <p15:guide id="1" orient="horz" pos="1711" userDrawn="1">
          <p15:clr>
            <a:srgbClr val="A4A3A4"/>
          </p15:clr>
        </p15:guide>
        <p15:guide id="2" pos="2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4FF"/>
    <a:srgbClr val="4234FE"/>
    <a:srgbClr val="FFFFFF"/>
    <a:srgbClr val="2F42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94660"/>
  </p:normalViewPr>
  <p:slideViewPr>
    <p:cSldViewPr>
      <p:cViewPr varScale="1">
        <p:scale>
          <a:sx n="136" d="100"/>
          <a:sy n="136" d="100"/>
        </p:scale>
        <p:origin x="120" y="144"/>
      </p:cViewPr>
      <p:guideLst>
        <p:guide orient="horz" pos="1711"/>
        <p:guide pos="283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image" Target="../media/image2.wmf"/><Relationship Id="rId1" Type="http://schemas.openxmlformats.org/officeDocument/2006/relationships/image" Target="../media/image1.wmf"/><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image" Target="../media/image22.wmf"/><Relationship Id="rId7" Type="http://schemas.openxmlformats.org/officeDocument/2006/relationships/image" Target="../media/image26.wmf"/><Relationship Id="rId2" Type="http://schemas.openxmlformats.org/officeDocument/2006/relationships/image" Target="../media/image4.wmf"/><Relationship Id="rId1" Type="http://schemas.openxmlformats.org/officeDocument/2006/relationships/image" Target="../media/image21.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4"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image" Target="../media/image44.wmf"/><Relationship Id="rId18" Type="http://schemas.openxmlformats.org/officeDocument/2006/relationships/image" Target="../media/image49.wmf"/><Relationship Id="rId3" Type="http://schemas.openxmlformats.org/officeDocument/2006/relationships/image" Target="../media/image34.emf"/><Relationship Id="rId7" Type="http://schemas.openxmlformats.org/officeDocument/2006/relationships/image" Target="../media/image38.emf"/><Relationship Id="rId12" Type="http://schemas.openxmlformats.org/officeDocument/2006/relationships/image" Target="../media/image43.wmf"/><Relationship Id="rId17" Type="http://schemas.openxmlformats.org/officeDocument/2006/relationships/image" Target="../media/image48.wmf"/><Relationship Id="rId2" Type="http://schemas.openxmlformats.org/officeDocument/2006/relationships/image" Target="../media/image33.emf"/><Relationship Id="rId16" Type="http://schemas.openxmlformats.org/officeDocument/2006/relationships/image" Target="../media/image47.wmf"/><Relationship Id="rId1" Type="http://schemas.openxmlformats.org/officeDocument/2006/relationships/image" Target="../media/image32.emf"/><Relationship Id="rId6" Type="http://schemas.openxmlformats.org/officeDocument/2006/relationships/image" Target="../media/image37.wmf"/><Relationship Id="rId11" Type="http://schemas.openxmlformats.org/officeDocument/2006/relationships/image" Target="../media/image42.wmf"/><Relationship Id="rId5" Type="http://schemas.openxmlformats.org/officeDocument/2006/relationships/image" Target="../media/image36.wmf"/><Relationship Id="rId15" Type="http://schemas.openxmlformats.org/officeDocument/2006/relationships/image" Target="../media/image46.wmf"/><Relationship Id="rId10" Type="http://schemas.openxmlformats.org/officeDocument/2006/relationships/image" Target="../media/image41.wmf"/><Relationship Id="rId19" Type="http://schemas.openxmlformats.org/officeDocument/2006/relationships/image" Target="../media/image50.wmf"/><Relationship Id="rId4" Type="http://schemas.openxmlformats.org/officeDocument/2006/relationships/image" Target="../media/image35.emf"/><Relationship Id="rId9" Type="http://schemas.openxmlformats.org/officeDocument/2006/relationships/image" Target="../media/image40.wmf"/><Relationship Id="rId14" Type="http://schemas.openxmlformats.org/officeDocument/2006/relationships/image" Target="../media/image4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5.wmf"/><Relationship Id="rId5" Type="http://schemas.openxmlformats.org/officeDocument/2006/relationships/image" Target="../media/image45.wmf"/><Relationship Id="rId4" Type="http://schemas.openxmlformats.org/officeDocument/2006/relationships/image" Target="../media/image5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 Id="rId4" Type="http://schemas.openxmlformats.org/officeDocument/2006/relationships/image" Target="../media/image59.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image" Target="../media/image73.wmf"/><Relationship Id="rId3" Type="http://schemas.openxmlformats.org/officeDocument/2006/relationships/image" Target="../media/image63.wmf"/><Relationship Id="rId7" Type="http://schemas.openxmlformats.org/officeDocument/2006/relationships/image" Target="../media/image67.wmf"/><Relationship Id="rId12" Type="http://schemas.openxmlformats.org/officeDocument/2006/relationships/image" Target="../media/image72.wmf"/><Relationship Id="rId2" Type="http://schemas.openxmlformats.org/officeDocument/2006/relationships/image" Target="../media/image62.wmf"/><Relationship Id="rId1" Type="http://schemas.openxmlformats.org/officeDocument/2006/relationships/image" Target="../media/image61.wmf"/><Relationship Id="rId6" Type="http://schemas.openxmlformats.org/officeDocument/2006/relationships/image" Target="../media/image66.wmf"/><Relationship Id="rId11" Type="http://schemas.openxmlformats.org/officeDocument/2006/relationships/image" Target="../media/image71.wmf"/><Relationship Id="rId5" Type="http://schemas.openxmlformats.org/officeDocument/2006/relationships/image" Target="../media/image65.wmf"/><Relationship Id="rId10" Type="http://schemas.openxmlformats.org/officeDocument/2006/relationships/image" Target="../media/image70.wmf"/><Relationship Id="rId4" Type="http://schemas.openxmlformats.org/officeDocument/2006/relationships/image" Target="../media/image64.wmf"/><Relationship Id="rId9" Type="http://schemas.openxmlformats.org/officeDocument/2006/relationships/image" Target="../media/image69.wmf"/><Relationship Id="rId14" Type="http://schemas.openxmlformats.org/officeDocument/2006/relationships/image" Target="../media/image74.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81.wmf"/><Relationship Id="rId13" Type="http://schemas.openxmlformats.org/officeDocument/2006/relationships/image" Target="../media/image86.wmf"/><Relationship Id="rId3" Type="http://schemas.openxmlformats.org/officeDocument/2006/relationships/image" Target="../media/image72.wmf"/><Relationship Id="rId7" Type="http://schemas.openxmlformats.org/officeDocument/2006/relationships/image" Target="../media/image80.wmf"/><Relationship Id="rId12" Type="http://schemas.openxmlformats.org/officeDocument/2006/relationships/image" Target="../media/image85.wmf"/><Relationship Id="rId2" Type="http://schemas.openxmlformats.org/officeDocument/2006/relationships/image" Target="../media/image76.wmf"/><Relationship Id="rId1" Type="http://schemas.openxmlformats.org/officeDocument/2006/relationships/image" Target="../media/image75.wmf"/><Relationship Id="rId6" Type="http://schemas.openxmlformats.org/officeDocument/2006/relationships/image" Target="../media/image79.wmf"/><Relationship Id="rId11" Type="http://schemas.openxmlformats.org/officeDocument/2006/relationships/image" Target="../media/image84.wmf"/><Relationship Id="rId5" Type="http://schemas.openxmlformats.org/officeDocument/2006/relationships/image" Target="../media/image78.wmf"/><Relationship Id="rId10" Type="http://schemas.openxmlformats.org/officeDocument/2006/relationships/image" Target="../media/image83.wmf"/><Relationship Id="rId4" Type="http://schemas.openxmlformats.org/officeDocument/2006/relationships/image" Target="../media/image77.wmf"/><Relationship Id="rId9" Type="http://schemas.openxmlformats.org/officeDocument/2006/relationships/image" Target="../media/image82.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image" Target="../media/image89.wmf"/><Relationship Id="rId7" Type="http://schemas.openxmlformats.org/officeDocument/2006/relationships/image" Target="../media/image93.wmf"/><Relationship Id="rId2" Type="http://schemas.openxmlformats.org/officeDocument/2006/relationships/image" Target="../media/image88.wmf"/><Relationship Id="rId1" Type="http://schemas.openxmlformats.org/officeDocument/2006/relationships/image" Target="../media/image87.wmf"/><Relationship Id="rId6" Type="http://schemas.openxmlformats.org/officeDocument/2006/relationships/image" Target="../media/image92.wmf"/><Relationship Id="rId5" Type="http://schemas.openxmlformats.org/officeDocument/2006/relationships/image" Target="../media/image91.wmf"/><Relationship Id="rId10" Type="http://schemas.openxmlformats.org/officeDocument/2006/relationships/image" Target="../media/image96.wmf"/><Relationship Id="rId4" Type="http://schemas.openxmlformats.org/officeDocument/2006/relationships/image" Target="../media/image90.wmf"/><Relationship Id="rId9" Type="http://schemas.openxmlformats.org/officeDocument/2006/relationships/image" Target="../media/image95.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05.wmf"/><Relationship Id="rId13" Type="http://schemas.openxmlformats.org/officeDocument/2006/relationships/image" Target="../media/image110.wmf"/><Relationship Id="rId3" Type="http://schemas.openxmlformats.org/officeDocument/2006/relationships/image" Target="../media/image100.wmf"/><Relationship Id="rId7" Type="http://schemas.openxmlformats.org/officeDocument/2006/relationships/image" Target="../media/image104.wmf"/><Relationship Id="rId12" Type="http://schemas.openxmlformats.org/officeDocument/2006/relationships/image" Target="../media/image109.wmf"/><Relationship Id="rId2" Type="http://schemas.openxmlformats.org/officeDocument/2006/relationships/image" Target="../media/image99.wmf"/><Relationship Id="rId16" Type="http://schemas.openxmlformats.org/officeDocument/2006/relationships/image" Target="../media/image113.wmf"/><Relationship Id="rId1" Type="http://schemas.openxmlformats.org/officeDocument/2006/relationships/image" Target="../media/image98.wmf"/><Relationship Id="rId6" Type="http://schemas.openxmlformats.org/officeDocument/2006/relationships/image" Target="../media/image103.wmf"/><Relationship Id="rId11" Type="http://schemas.openxmlformats.org/officeDocument/2006/relationships/image" Target="../media/image108.wmf"/><Relationship Id="rId5" Type="http://schemas.openxmlformats.org/officeDocument/2006/relationships/image" Target="../media/image102.wmf"/><Relationship Id="rId15" Type="http://schemas.openxmlformats.org/officeDocument/2006/relationships/image" Target="../media/image112.wmf"/><Relationship Id="rId10" Type="http://schemas.openxmlformats.org/officeDocument/2006/relationships/image" Target="../media/image107.wmf"/><Relationship Id="rId4" Type="http://schemas.openxmlformats.org/officeDocument/2006/relationships/image" Target="../media/image101.wmf"/><Relationship Id="rId9" Type="http://schemas.openxmlformats.org/officeDocument/2006/relationships/image" Target="../media/image106.wmf"/><Relationship Id="rId14" Type="http://schemas.openxmlformats.org/officeDocument/2006/relationships/image" Target="../media/image111.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18.wmf"/><Relationship Id="rId13" Type="http://schemas.openxmlformats.org/officeDocument/2006/relationships/image" Target="../media/image123.wmf"/><Relationship Id="rId18" Type="http://schemas.openxmlformats.org/officeDocument/2006/relationships/image" Target="../media/image128.wmf"/><Relationship Id="rId3" Type="http://schemas.openxmlformats.org/officeDocument/2006/relationships/image" Target="../media/image110.wmf"/><Relationship Id="rId7" Type="http://schemas.openxmlformats.org/officeDocument/2006/relationships/image" Target="../media/image117.wmf"/><Relationship Id="rId12" Type="http://schemas.openxmlformats.org/officeDocument/2006/relationships/image" Target="../media/image122.wmf"/><Relationship Id="rId17" Type="http://schemas.openxmlformats.org/officeDocument/2006/relationships/image" Target="../media/image127.wmf"/><Relationship Id="rId2" Type="http://schemas.openxmlformats.org/officeDocument/2006/relationships/image" Target="../media/image109.wmf"/><Relationship Id="rId16" Type="http://schemas.openxmlformats.org/officeDocument/2006/relationships/image" Target="../media/image126.wmf"/><Relationship Id="rId20" Type="http://schemas.openxmlformats.org/officeDocument/2006/relationships/image" Target="../media/image130.wmf"/><Relationship Id="rId1" Type="http://schemas.openxmlformats.org/officeDocument/2006/relationships/image" Target="../media/image114.wmf"/><Relationship Id="rId6" Type="http://schemas.openxmlformats.org/officeDocument/2006/relationships/image" Target="../media/image116.wmf"/><Relationship Id="rId11" Type="http://schemas.openxmlformats.org/officeDocument/2006/relationships/image" Target="../media/image121.wmf"/><Relationship Id="rId5" Type="http://schemas.openxmlformats.org/officeDocument/2006/relationships/image" Target="../media/image115.wmf"/><Relationship Id="rId15" Type="http://schemas.openxmlformats.org/officeDocument/2006/relationships/image" Target="../media/image125.wmf"/><Relationship Id="rId10" Type="http://schemas.openxmlformats.org/officeDocument/2006/relationships/image" Target="../media/image120.wmf"/><Relationship Id="rId19" Type="http://schemas.openxmlformats.org/officeDocument/2006/relationships/image" Target="../media/image129.wmf"/><Relationship Id="rId4" Type="http://schemas.openxmlformats.org/officeDocument/2006/relationships/image" Target="../media/image111.wmf"/><Relationship Id="rId9" Type="http://schemas.openxmlformats.org/officeDocument/2006/relationships/image" Target="../media/image119.wmf"/><Relationship Id="rId14" Type="http://schemas.openxmlformats.org/officeDocument/2006/relationships/image" Target="../media/image124.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36.wmf"/><Relationship Id="rId3" Type="http://schemas.openxmlformats.org/officeDocument/2006/relationships/image" Target="../media/image133.wmf"/><Relationship Id="rId7" Type="http://schemas.openxmlformats.org/officeDocument/2006/relationships/image" Target="../media/image125.wmf"/><Relationship Id="rId2" Type="http://schemas.openxmlformats.org/officeDocument/2006/relationships/image" Target="../media/image132.wmf"/><Relationship Id="rId1" Type="http://schemas.openxmlformats.org/officeDocument/2006/relationships/image" Target="../media/image131.wmf"/><Relationship Id="rId6" Type="http://schemas.openxmlformats.org/officeDocument/2006/relationships/image" Target="../media/image119.wmf"/><Relationship Id="rId5" Type="http://schemas.openxmlformats.org/officeDocument/2006/relationships/image" Target="../media/image135.wmf"/><Relationship Id="rId4" Type="http://schemas.openxmlformats.org/officeDocument/2006/relationships/image" Target="../media/image134.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44.wmf"/><Relationship Id="rId3" Type="http://schemas.openxmlformats.org/officeDocument/2006/relationships/image" Target="../media/image139.wmf"/><Relationship Id="rId7" Type="http://schemas.openxmlformats.org/officeDocument/2006/relationships/image" Target="../media/image143.wmf"/><Relationship Id="rId2" Type="http://schemas.openxmlformats.org/officeDocument/2006/relationships/image" Target="../media/image138.wmf"/><Relationship Id="rId1" Type="http://schemas.openxmlformats.org/officeDocument/2006/relationships/image" Target="../media/image137.wmf"/><Relationship Id="rId6" Type="http://schemas.openxmlformats.org/officeDocument/2006/relationships/image" Target="../media/image142.wmf"/><Relationship Id="rId5" Type="http://schemas.openxmlformats.org/officeDocument/2006/relationships/image" Target="../media/image141.wmf"/><Relationship Id="rId4" Type="http://schemas.openxmlformats.org/officeDocument/2006/relationships/image" Target="../media/image140.wmf"/><Relationship Id="rId9" Type="http://schemas.openxmlformats.org/officeDocument/2006/relationships/image" Target="../media/image145.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17.wmf"/><Relationship Id="rId13" Type="http://schemas.openxmlformats.org/officeDocument/2006/relationships/image" Target="../media/image153.wmf"/><Relationship Id="rId3" Type="http://schemas.openxmlformats.org/officeDocument/2006/relationships/image" Target="../media/image109.wmf"/><Relationship Id="rId7" Type="http://schemas.openxmlformats.org/officeDocument/2006/relationships/image" Target="../media/image116.wmf"/><Relationship Id="rId12" Type="http://schemas.openxmlformats.org/officeDocument/2006/relationships/image" Target="../media/image152.wmf"/><Relationship Id="rId2" Type="http://schemas.openxmlformats.org/officeDocument/2006/relationships/image" Target="../media/image147.wmf"/><Relationship Id="rId1" Type="http://schemas.openxmlformats.org/officeDocument/2006/relationships/image" Target="../media/image146.wmf"/><Relationship Id="rId6" Type="http://schemas.openxmlformats.org/officeDocument/2006/relationships/image" Target="../media/image148.wmf"/><Relationship Id="rId11" Type="http://schemas.openxmlformats.org/officeDocument/2006/relationships/image" Target="../media/image151.wmf"/><Relationship Id="rId5" Type="http://schemas.openxmlformats.org/officeDocument/2006/relationships/image" Target="../media/image111.wmf"/><Relationship Id="rId10" Type="http://schemas.openxmlformats.org/officeDocument/2006/relationships/image" Target="../media/image150.wmf"/><Relationship Id="rId4" Type="http://schemas.openxmlformats.org/officeDocument/2006/relationships/image" Target="../media/image110.wmf"/><Relationship Id="rId9" Type="http://schemas.openxmlformats.org/officeDocument/2006/relationships/image" Target="../media/image149.wmf"/><Relationship Id="rId14" Type="http://schemas.openxmlformats.org/officeDocument/2006/relationships/image" Target="../media/image154.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62.wmf"/><Relationship Id="rId3" Type="http://schemas.openxmlformats.org/officeDocument/2006/relationships/image" Target="../media/image157.emf"/><Relationship Id="rId7" Type="http://schemas.openxmlformats.org/officeDocument/2006/relationships/image" Target="../media/image161.wmf"/><Relationship Id="rId2" Type="http://schemas.openxmlformats.org/officeDocument/2006/relationships/image" Target="../media/image156.emf"/><Relationship Id="rId1" Type="http://schemas.openxmlformats.org/officeDocument/2006/relationships/image" Target="../media/image155.emf"/><Relationship Id="rId6" Type="http://schemas.openxmlformats.org/officeDocument/2006/relationships/image" Target="../media/image160.wmf"/><Relationship Id="rId5" Type="http://schemas.openxmlformats.org/officeDocument/2006/relationships/image" Target="../media/image159.wmf"/><Relationship Id="rId10" Type="http://schemas.openxmlformats.org/officeDocument/2006/relationships/image" Target="../media/image164.wmf"/><Relationship Id="rId4" Type="http://schemas.openxmlformats.org/officeDocument/2006/relationships/image" Target="../media/image158.emf"/><Relationship Id="rId9" Type="http://schemas.openxmlformats.org/officeDocument/2006/relationships/image" Target="../media/image163.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72.wmf"/><Relationship Id="rId3" Type="http://schemas.openxmlformats.org/officeDocument/2006/relationships/image" Target="../media/image167.wmf"/><Relationship Id="rId7" Type="http://schemas.openxmlformats.org/officeDocument/2006/relationships/image" Target="../media/image171.wmf"/><Relationship Id="rId2" Type="http://schemas.openxmlformats.org/officeDocument/2006/relationships/image" Target="../media/image166.wmf"/><Relationship Id="rId1" Type="http://schemas.openxmlformats.org/officeDocument/2006/relationships/image" Target="../media/image165.wmf"/><Relationship Id="rId6" Type="http://schemas.openxmlformats.org/officeDocument/2006/relationships/image" Target="../media/image170.wmf"/><Relationship Id="rId5" Type="http://schemas.openxmlformats.org/officeDocument/2006/relationships/image" Target="../media/image169.wmf"/><Relationship Id="rId10" Type="http://schemas.openxmlformats.org/officeDocument/2006/relationships/image" Target="../media/image174.wmf"/><Relationship Id="rId4" Type="http://schemas.openxmlformats.org/officeDocument/2006/relationships/image" Target="../media/image168.wmf"/><Relationship Id="rId9" Type="http://schemas.openxmlformats.org/officeDocument/2006/relationships/image" Target="../media/image173.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 Id="rId5" Type="http://schemas.openxmlformats.org/officeDocument/2006/relationships/image" Target="../media/image179.wmf"/><Relationship Id="rId4" Type="http://schemas.openxmlformats.org/officeDocument/2006/relationships/image" Target="../media/image178.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87.wmf"/><Relationship Id="rId3" Type="http://schemas.openxmlformats.org/officeDocument/2006/relationships/image" Target="../media/image182.wmf"/><Relationship Id="rId7" Type="http://schemas.openxmlformats.org/officeDocument/2006/relationships/image" Target="../media/image186.wmf"/><Relationship Id="rId2" Type="http://schemas.openxmlformats.org/officeDocument/2006/relationships/image" Target="../media/image181.wmf"/><Relationship Id="rId1" Type="http://schemas.openxmlformats.org/officeDocument/2006/relationships/image" Target="../media/image180.wmf"/><Relationship Id="rId6" Type="http://schemas.openxmlformats.org/officeDocument/2006/relationships/image" Target="../media/image185.wmf"/><Relationship Id="rId5" Type="http://schemas.openxmlformats.org/officeDocument/2006/relationships/image" Target="../media/image184.wmf"/><Relationship Id="rId4" Type="http://schemas.openxmlformats.org/officeDocument/2006/relationships/image" Target="../media/image183.wmf"/><Relationship Id="rId9" Type="http://schemas.openxmlformats.org/officeDocument/2006/relationships/image" Target="../media/image188.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96.wmf"/><Relationship Id="rId3" Type="http://schemas.openxmlformats.org/officeDocument/2006/relationships/image" Target="../media/image191.wmf"/><Relationship Id="rId7" Type="http://schemas.openxmlformats.org/officeDocument/2006/relationships/image" Target="../media/image195.wmf"/><Relationship Id="rId2" Type="http://schemas.openxmlformats.org/officeDocument/2006/relationships/image" Target="../media/image190.wmf"/><Relationship Id="rId1" Type="http://schemas.openxmlformats.org/officeDocument/2006/relationships/image" Target="../media/image189.wmf"/><Relationship Id="rId6" Type="http://schemas.openxmlformats.org/officeDocument/2006/relationships/image" Target="../media/image194.wmf"/><Relationship Id="rId5" Type="http://schemas.openxmlformats.org/officeDocument/2006/relationships/image" Target="../media/image193.wmf"/><Relationship Id="rId10" Type="http://schemas.openxmlformats.org/officeDocument/2006/relationships/image" Target="../media/image198.wmf"/><Relationship Id="rId4" Type="http://schemas.openxmlformats.org/officeDocument/2006/relationships/image" Target="../media/image192.wmf"/><Relationship Id="rId9" Type="http://schemas.openxmlformats.org/officeDocument/2006/relationships/image" Target="../media/image197.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image" Target="../media/image201.wmf"/><Relationship Id="rId7" Type="http://schemas.openxmlformats.org/officeDocument/2006/relationships/image" Target="../media/image204.wmf"/><Relationship Id="rId2" Type="http://schemas.openxmlformats.org/officeDocument/2006/relationships/image" Target="../media/image200.wmf"/><Relationship Id="rId1" Type="http://schemas.openxmlformats.org/officeDocument/2006/relationships/image" Target="../media/image199.wmf"/><Relationship Id="rId6" Type="http://schemas.openxmlformats.org/officeDocument/2006/relationships/image" Target="../media/image203.wmf"/><Relationship Id="rId11" Type="http://schemas.openxmlformats.org/officeDocument/2006/relationships/image" Target="../media/image208.wmf"/><Relationship Id="rId5" Type="http://schemas.openxmlformats.org/officeDocument/2006/relationships/image" Target="../media/image189.wmf"/><Relationship Id="rId10" Type="http://schemas.openxmlformats.org/officeDocument/2006/relationships/image" Target="../media/image207.wmf"/><Relationship Id="rId4" Type="http://schemas.openxmlformats.org/officeDocument/2006/relationships/image" Target="../media/image202.wmf"/><Relationship Id="rId9" Type="http://schemas.openxmlformats.org/officeDocument/2006/relationships/image" Target="../media/image206.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216.wmf"/><Relationship Id="rId3" Type="http://schemas.openxmlformats.org/officeDocument/2006/relationships/image" Target="../media/image211.wmf"/><Relationship Id="rId7" Type="http://schemas.openxmlformats.org/officeDocument/2006/relationships/image" Target="../media/image215.wmf"/><Relationship Id="rId2" Type="http://schemas.openxmlformats.org/officeDocument/2006/relationships/image" Target="../media/image210.wmf"/><Relationship Id="rId1" Type="http://schemas.openxmlformats.org/officeDocument/2006/relationships/image" Target="../media/image209.wmf"/><Relationship Id="rId6" Type="http://schemas.openxmlformats.org/officeDocument/2006/relationships/image" Target="../media/image214.wmf"/><Relationship Id="rId5" Type="http://schemas.openxmlformats.org/officeDocument/2006/relationships/image" Target="../media/image213.wmf"/><Relationship Id="rId4" Type="http://schemas.openxmlformats.org/officeDocument/2006/relationships/image" Target="../media/image212.wmf"/><Relationship Id="rId9" Type="http://schemas.openxmlformats.org/officeDocument/2006/relationships/image" Target="../media/image217.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25.wmf"/><Relationship Id="rId3" Type="http://schemas.openxmlformats.org/officeDocument/2006/relationships/image" Target="../media/image220.wmf"/><Relationship Id="rId7" Type="http://schemas.openxmlformats.org/officeDocument/2006/relationships/image" Target="../media/image224.wmf"/><Relationship Id="rId2" Type="http://schemas.openxmlformats.org/officeDocument/2006/relationships/image" Target="../media/image219.wmf"/><Relationship Id="rId1" Type="http://schemas.openxmlformats.org/officeDocument/2006/relationships/image" Target="../media/image218.wmf"/><Relationship Id="rId6" Type="http://schemas.openxmlformats.org/officeDocument/2006/relationships/image" Target="../media/image223.wmf"/><Relationship Id="rId11" Type="http://schemas.openxmlformats.org/officeDocument/2006/relationships/image" Target="../media/image228.wmf"/><Relationship Id="rId5" Type="http://schemas.openxmlformats.org/officeDocument/2006/relationships/image" Target="../media/image222.wmf"/><Relationship Id="rId10" Type="http://schemas.openxmlformats.org/officeDocument/2006/relationships/image" Target="../media/image227.wmf"/><Relationship Id="rId4" Type="http://schemas.openxmlformats.org/officeDocument/2006/relationships/image" Target="../media/image221.wmf"/><Relationship Id="rId9" Type="http://schemas.openxmlformats.org/officeDocument/2006/relationships/image" Target="../media/image226.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36.wmf"/><Relationship Id="rId3" Type="http://schemas.openxmlformats.org/officeDocument/2006/relationships/image" Target="../media/image231.wmf"/><Relationship Id="rId7" Type="http://schemas.openxmlformats.org/officeDocument/2006/relationships/image" Target="../media/image235.wmf"/><Relationship Id="rId2" Type="http://schemas.openxmlformats.org/officeDocument/2006/relationships/image" Target="../media/image230.wmf"/><Relationship Id="rId1" Type="http://schemas.openxmlformats.org/officeDocument/2006/relationships/image" Target="../media/image229.wmf"/><Relationship Id="rId6" Type="http://schemas.openxmlformats.org/officeDocument/2006/relationships/image" Target="../media/image234.wmf"/><Relationship Id="rId11" Type="http://schemas.openxmlformats.org/officeDocument/2006/relationships/image" Target="../media/image239.wmf"/><Relationship Id="rId5" Type="http://schemas.openxmlformats.org/officeDocument/2006/relationships/image" Target="../media/image233.wmf"/><Relationship Id="rId10" Type="http://schemas.openxmlformats.org/officeDocument/2006/relationships/image" Target="../media/image238.wmf"/><Relationship Id="rId4" Type="http://schemas.openxmlformats.org/officeDocument/2006/relationships/image" Target="../media/image232.wmf"/><Relationship Id="rId9" Type="http://schemas.openxmlformats.org/officeDocument/2006/relationships/image" Target="../media/image23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242.wmf"/><Relationship Id="rId2" Type="http://schemas.openxmlformats.org/officeDocument/2006/relationships/image" Target="../media/image241.wmf"/><Relationship Id="rId1" Type="http://schemas.openxmlformats.org/officeDocument/2006/relationships/image" Target="../media/image240.wmf"/><Relationship Id="rId6" Type="http://schemas.openxmlformats.org/officeDocument/2006/relationships/image" Target="../media/image245.wmf"/><Relationship Id="rId5" Type="http://schemas.openxmlformats.org/officeDocument/2006/relationships/image" Target="../media/image244.wmf"/><Relationship Id="rId4" Type="http://schemas.openxmlformats.org/officeDocument/2006/relationships/image" Target="../media/image243.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48.wmf"/><Relationship Id="rId7" Type="http://schemas.openxmlformats.org/officeDocument/2006/relationships/image" Target="../media/image252.wmf"/><Relationship Id="rId2" Type="http://schemas.openxmlformats.org/officeDocument/2006/relationships/image" Target="../media/image247.wmf"/><Relationship Id="rId1" Type="http://schemas.openxmlformats.org/officeDocument/2006/relationships/image" Target="../media/image246.wmf"/><Relationship Id="rId6" Type="http://schemas.openxmlformats.org/officeDocument/2006/relationships/image" Target="../media/image251.wmf"/><Relationship Id="rId5" Type="http://schemas.openxmlformats.org/officeDocument/2006/relationships/image" Target="../media/image250.wmf"/><Relationship Id="rId4" Type="http://schemas.openxmlformats.org/officeDocument/2006/relationships/image" Target="../media/image249.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55.wmf"/><Relationship Id="rId2" Type="http://schemas.openxmlformats.org/officeDocument/2006/relationships/image" Target="../media/image254.wmf"/><Relationship Id="rId1" Type="http://schemas.openxmlformats.org/officeDocument/2006/relationships/image" Target="../media/image253.wmf"/><Relationship Id="rId5" Type="http://schemas.openxmlformats.org/officeDocument/2006/relationships/image" Target="../media/image257.wmf"/><Relationship Id="rId4" Type="http://schemas.openxmlformats.org/officeDocument/2006/relationships/image" Target="../media/image256.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60.wmf"/><Relationship Id="rId2" Type="http://schemas.openxmlformats.org/officeDocument/2006/relationships/image" Target="../media/image259.wmf"/><Relationship Id="rId1" Type="http://schemas.openxmlformats.org/officeDocument/2006/relationships/image" Target="../media/image258.wmf"/><Relationship Id="rId5" Type="http://schemas.openxmlformats.org/officeDocument/2006/relationships/image" Target="../media/image262.wmf"/><Relationship Id="rId4" Type="http://schemas.openxmlformats.org/officeDocument/2006/relationships/image" Target="../media/image261.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265.wmf"/><Relationship Id="rId2" Type="http://schemas.openxmlformats.org/officeDocument/2006/relationships/image" Target="../media/image264.wmf"/><Relationship Id="rId1" Type="http://schemas.openxmlformats.org/officeDocument/2006/relationships/image" Target="../media/image263.wmf"/><Relationship Id="rId4" Type="http://schemas.openxmlformats.org/officeDocument/2006/relationships/image" Target="../media/image266.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269.wmf"/><Relationship Id="rId2" Type="http://schemas.openxmlformats.org/officeDocument/2006/relationships/image" Target="../media/image268.wmf"/><Relationship Id="rId1" Type="http://schemas.openxmlformats.org/officeDocument/2006/relationships/image" Target="../media/image267.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72.wmf"/><Relationship Id="rId2" Type="http://schemas.openxmlformats.org/officeDocument/2006/relationships/image" Target="../media/image271.wmf"/><Relationship Id="rId1" Type="http://schemas.openxmlformats.org/officeDocument/2006/relationships/image" Target="../media/image270.wmf"/><Relationship Id="rId5" Type="http://schemas.openxmlformats.org/officeDocument/2006/relationships/image" Target="../media/image274.wmf"/><Relationship Id="rId4" Type="http://schemas.openxmlformats.org/officeDocument/2006/relationships/image" Target="../media/image273.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77.wmf"/><Relationship Id="rId2" Type="http://schemas.openxmlformats.org/officeDocument/2006/relationships/image" Target="../media/image276.wmf"/><Relationship Id="rId1" Type="http://schemas.openxmlformats.org/officeDocument/2006/relationships/image" Target="../media/image275.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80.wmf"/><Relationship Id="rId2" Type="http://schemas.openxmlformats.org/officeDocument/2006/relationships/image" Target="../media/image279.wmf"/><Relationship Id="rId1" Type="http://schemas.openxmlformats.org/officeDocument/2006/relationships/image" Target="../media/image278.wmf"/><Relationship Id="rId4" Type="http://schemas.openxmlformats.org/officeDocument/2006/relationships/image" Target="../media/image281.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89.wmf"/><Relationship Id="rId3" Type="http://schemas.openxmlformats.org/officeDocument/2006/relationships/image" Target="../media/image284.wmf"/><Relationship Id="rId7" Type="http://schemas.openxmlformats.org/officeDocument/2006/relationships/image" Target="../media/image288.wmf"/><Relationship Id="rId2" Type="http://schemas.openxmlformats.org/officeDocument/2006/relationships/image" Target="../media/image283.wmf"/><Relationship Id="rId1" Type="http://schemas.openxmlformats.org/officeDocument/2006/relationships/image" Target="../media/image282.wmf"/><Relationship Id="rId6" Type="http://schemas.openxmlformats.org/officeDocument/2006/relationships/image" Target="../media/image287.wmf"/><Relationship Id="rId5" Type="http://schemas.openxmlformats.org/officeDocument/2006/relationships/image" Target="../media/image286.wmf"/><Relationship Id="rId10" Type="http://schemas.openxmlformats.org/officeDocument/2006/relationships/image" Target="../media/image291.wmf"/><Relationship Id="rId4" Type="http://schemas.openxmlformats.org/officeDocument/2006/relationships/image" Target="../media/image285.wmf"/><Relationship Id="rId9" Type="http://schemas.openxmlformats.org/officeDocument/2006/relationships/image" Target="../media/image290.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94.wmf"/><Relationship Id="rId7" Type="http://schemas.openxmlformats.org/officeDocument/2006/relationships/image" Target="../media/image298.wmf"/><Relationship Id="rId2" Type="http://schemas.openxmlformats.org/officeDocument/2006/relationships/image" Target="../media/image293.wmf"/><Relationship Id="rId1" Type="http://schemas.openxmlformats.org/officeDocument/2006/relationships/image" Target="../media/image292.wmf"/><Relationship Id="rId6" Type="http://schemas.openxmlformats.org/officeDocument/2006/relationships/image" Target="../media/image297.wmf"/><Relationship Id="rId5" Type="http://schemas.openxmlformats.org/officeDocument/2006/relationships/image" Target="../media/image296.wmf"/><Relationship Id="rId4" Type="http://schemas.openxmlformats.org/officeDocument/2006/relationships/image" Target="../media/image295.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300.wmf"/><Relationship Id="rId2" Type="http://schemas.openxmlformats.org/officeDocument/2006/relationships/image" Target="../media/image299.wmf"/><Relationship Id="rId1" Type="http://schemas.openxmlformats.org/officeDocument/2006/relationships/image" Target="../media/image298.wmf"/><Relationship Id="rId5" Type="http://schemas.openxmlformats.org/officeDocument/2006/relationships/image" Target="../media/image302.wmf"/><Relationship Id="rId4" Type="http://schemas.openxmlformats.org/officeDocument/2006/relationships/image" Target="../media/image301.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310.wmf"/><Relationship Id="rId3" Type="http://schemas.openxmlformats.org/officeDocument/2006/relationships/image" Target="../media/image305.wmf"/><Relationship Id="rId7" Type="http://schemas.openxmlformats.org/officeDocument/2006/relationships/image" Target="../media/image309.wmf"/><Relationship Id="rId2" Type="http://schemas.openxmlformats.org/officeDocument/2006/relationships/image" Target="../media/image304.wmf"/><Relationship Id="rId1" Type="http://schemas.openxmlformats.org/officeDocument/2006/relationships/image" Target="../media/image303.wmf"/><Relationship Id="rId6" Type="http://schemas.openxmlformats.org/officeDocument/2006/relationships/image" Target="../media/image308.wmf"/><Relationship Id="rId5" Type="http://schemas.openxmlformats.org/officeDocument/2006/relationships/image" Target="../media/image307.wmf"/><Relationship Id="rId10" Type="http://schemas.openxmlformats.org/officeDocument/2006/relationships/image" Target="../media/image312.wmf"/><Relationship Id="rId4" Type="http://schemas.openxmlformats.org/officeDocument/2006/relationships/image" Target="../media/image306.wmf"/><Relationship Id="rId9" Type="http://schemas.openxmlformats.org/officeDocument/2006/relationships/image" Target="../media/image311.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320.wmf"/><Relationship Id="rId3" Type="http://schemas.openxmlformats.org/officeDocument/2006/relationships/image" Target="../media/image315.wmf"/><Relationship Id="rId7" Type="http://schemas.openxmlformats.org/officeDocument/2006/relationships/image" Target="../media/image319.wmf"/><Relationship Id="rId2" Type="http://schemas.openxmlformats.org/officeDocument/2006/relationships/image" Target="../media/image314.wmf"/><Relationship Id="rId1" Type="http://schemas.openxmlformats.org/officeDocument/2006/relationships/image" Target="../media/image313.wmf"/><Relationship Id="rId6" Type="http://schemas.openxmlformats.org/officeDocument/2006/relationships/image" Target="../media/image318.wmf"/><Relationship Id="rId5" Type="http://schemas.openxmlformats.org/officeDocument/2006/relationships/image" Target="../media/image317.wmf"/><Relationship Id="rId10" Type="http://schemas.openxmlformats.org/officeDocument/2006/relationships/image" Target="../media/image322.wmf"/><Relationship Id="rId4" Type="http://schemas.openxmlformats.org/officeDocument/2006/relationships/image" Target="../media/image316.wmf"/><Relationship Id="rId9" Type="http://schemas.openxmlformats.org/officeDocument/2006/relationships/image" Target="../media/image321.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325.wmf"/><Relationship Id="rId2" Type="http://schemas.openxmlformats.org/officeDocument/2006/relationships/image" Target="../media/image324.wmf"/><Relationship Id="rId1" Type="http://schemas.openxmlformats.org/officeDocument/2006/relationships/image" Target="../media/image323.wmf"/><Relationship Id="rId6" Type="http://schemas.openxmlformats.org/officeDocument/2006/relationships/image" Target="../media/image327.wmf"/><Relationship Id="rId5" Type="http://schemas.openxmlformats.org/officeDocument/2006/relationships/image" Target="../media/image326.wmf"/><Relationship Id="rId4" Type="http://schemas.openxmlformats.org/officeDocument/2006/relationships/image" Target="../media/image32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2925" y="0"/>
            <a:ext cx="4303713" cy="341313"/>
          </a:xfrm>
          <a:prstGeom prst="rect">
            <a:avLst/>
          </a:prstGeom>
        </p:spPr>
        <p:txBody>
          <a:bodyPr vert="horz" lIns="91440" tIns="45720" rIns="91440" bIns="45720" rtlCol="0"/>
          <a:lstStyle>
            <a:lvl1pPr algn="r">
              <a:defRPr sz="1200"/>
            </a:lvl1pPr>
          </a:lstStyle>
          <a:p>
            <a:fld id="{E0B9224C-9BA5-4FD9-B747-ECD2040D2377}" type="datetimeFigureOut">
              <a:rPr lang="zh-CN" altLang="en-US" smtClean="0"/>
              <a:t>2023/9/26</a:t>
            </a:fld>
            <a:endParaRPr lang="zh-CN" altLang="en-US"/>
          </a:p>
        </p:txBody>
      </p:sp>
      <p:sp>
        <p:nvSpPr>
          <p:cNvPr id="4" name="页脚占位符 3"/>
          <p:cNvSpPr>
            <a:spLocks noGrp="1"/>
          </p:cNvSpPr>
          <p:nvPr>
            <p:ph type="ftr" sz="quarter" idx="2"/>
          </p:nvPr>
        </p:nvSpPr>
        <p:spPr>
          <a:xfrm>
            <a:off x="0" y="6456363"/>
            <a:ext cx="4302125" cy="34131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2925" y="6456363"/>
            <a:ext cx="4303713" cy="341312"/>
          </a:xfrm>
          <a:prstGeom prst="rect">
            <a:avLst/>
          </a:prstGeom>
        </p:spPr>
        <p:txBody>
          <a:bodyPr vert="horz" lIns="91440" tIns="45720" rIns="91440" bIns="45720" rtlCol="0" anchor="b"/>
          <a:lstStyle>
            <a:lvl1pPr algn="r">
              <a:defRPr sz="1200"/>
            </a:lvl1pPr>
          </a:lstStyle>
          <a:p>
            <a:fld id="{111926D0-47C5-462B-B043-34471B37070D}" type="slidenum">
              <a:rPr lang="zh-CN" altLang="en-US" smtClean="0"/>
              <a:t>‹#›</a:t>
            </a:fld>
            <a:endParaRPr lang="zh-CN" altLang="en-US"/>
          </a:p>
        </p:txBody>
      </p:sp>
    </p:spTree>
    <p:extLst>
      <p:ext uri="{BB962C8B-B14F-4D97-AF65-F5344CB8AC3E}">
        <p14:creationId xmlns:p14="http://schemas.microsoft.com/office/powerpoint/2010/main" val="40616151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3698" y="1"/>
            <a:ext cx="4302231" cy="341064"/>
          </a:xfrm>
          <a:prstGeom prst="rect">
            <a:avLst/>
          </a:prstGeom>
        </p:spPr>
        <p:txBody>
          <a:bodyPr vert="horz" lIns="91440" tIns="45720" rIns="91440" bIns="45720" rtlCol="0"/>
          <a:lstStyle>
            <a:lvl1pPr algn="r">
              <a:defRPr sz="1200"/>
            </a:lvl1pPr>
          </a:lstStyle>
          <a:p>
            <a:fld id="{319CC27E-DF4C-45EB-9E1C-5E003C8EDBCB}" type="datetimeFigureOut">
              <a:rPr lang="zh-CN" altLang="en-US" smtClean="0"/>
              <a:pPr/>
              <a:t>2023/9/26</a:t>
            </a:fld>
            <a:endParaRPr lang="zh-CN" altLang="en-US"/>
          </a:p>
        </p:txBody>
      </p:sp>
      <p:sp>
        <p:nvSpPr>
          <p:cNvPr id="4" name="幻灯片图像占位符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23" y="3271382"/>
            <a:ext cx="7942580" cy="267658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6456613"/>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3698" y="6456613"/>
            <a:ext cx="4302231" cy="341063"/>
          </a:xfrm>
          <a:prstGeom prst="rect">
            <a:avLst/>
          </a:prstGeom>
        </p:spPr>
        <p:txBody>
          <a:bodyPr vert="horz" lIns="91440" tIns="45720" rIns="91440" bIns="45720" rtlCol="0" anchor="b"/>
          <a:lstStyle>
            <a:lvl1pPr algn="r">
              <a:defRPr sz="1200"/>
            </a:lvl1pPr>
          </a:lstStyle>
          <a:p>
            <a:fld id="{4FE3C278-08F4-462E-B47D-35BFACA31035}" type="slidenum">
              <a:rPr lang="zh-CN" altLang="en-US" smtClean="0"/>
              <a:pPr/>
              <a:t>‹#›</a:t>
            </a:fld>
            <a:endParaRPr lang="zh-CN" altLang="en-US"/>
          </a:p>
        </p:txBody>
      </p:sp>
    </p:spTree>
    <p:extLst>
      <p:ext uri="{BB962C8B-B14F-4D97-AF65-F5344CB8AC3E}">
        <p14:creationId xmlns:p14="http://schemas.microsoft.com/office/powerpoint/2010/main" val="4121574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a:t>
            </a:fld>
            <a:endParaRPr lang="zh-CN" altLang="en-US"/>
          </a:p>
        </p:txBody>
      </p:sp>
    </p:spTree>
    <p:extLst>
      <p:ext uri="{BB962C8B-B14F-4D97-AF65-F5344CB8AC3E}">
        <p14:creationId xmlns:p14="http://schemas.microsoft.com/office/powerpoint/2010/main" val="1181826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总之，有结论</a:t>
            </a:r>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3</a:t>
            </a:fld>
            <a:endParaRPr lang="zh-CN" altLang="en-US"/>
          </a:p>
        </p:txBody>
      </p:sp>
    </p:spTree>
    <p:extLst>
      <p:ext uri="{BB962C8B-B14F-4D97-AF65-F5344CB8AC3E}">
        <p14:creationId xmlns:p14="http://schemas.microsoft.com/office/powerpoint/2010/main" val="2876340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5</a:t>
            </a:fld>
            <a:endParaRPr lang="zh-CN" altLang="en-US"/>
          </a:p>
        </p:txBody>
      </p:sp>
    </p:spTree>
    <p:extLst>
      <p:ext uri="{BB962C8B-B14F-4D97-AF65-F5344CB8AC3E}">
        <p14:creationId xmlns:p14="http://schemas.microsoft.com/office/powerpoint/2010/main" val="4249073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6</a:t>
            </a:fld>
            <a:endParaRPr lang="zh-CN" altLang="en-US"/>
          </a:p>
        </p:txBody>
      </p:sp>
    </p:spTree>
    <p:extLst>
      <p:ext uri="{BB962C8B-B14F-4D97-AF65-F5344CB8AC3E}">
        <p14:creationId xmlns:p14="http://schemas.microsoft.com/office/powerpoint/2010/main" val="3721022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7</a:t>
            </a:fld>
            <a:endParaRPr lang="zh-CN" altLang="en-US"/>
          </a:p>
        </p:txBody>
      </p:sp>
    </p:spTree>
    <p:extLst>
      <p:ext uri="{BB962C8B-B14F-4D97-AF65-F5344CB8AC3E}">
        <p14:creationId xmlns:p14="http://schemas.microsoft.com/office/powerpoint/2010/main" val="665557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总之，有结论</a:t>
            </a:r>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8</a:t>
            </a:fld>
            <a:endParaRPr lang="zh-CN" altLang="en-US"/>
          </a:p>
        </p:txBody>
      </p:sp>
    </p:spTree>
    <p:extLst>
      <p:ext uri="{BB962C8B-B14F-4D97-AF65-F5344CB8AC3E}">
        <p14:creationId xmlns:p14="http://schemas.microsoft.com/office/powerpoint/2010/main" val="956584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10</a:t>
            </a:fld>
            <a:endParaRPr lang="zh-CN" altLang="en-US"/>
          </a:p>
        </p:txBody>
      </p:sp>
    </p:spTree>
    <p:extLst>
      <p:ext uri="{BB962C8B-B14F-4D97-AF65-F5344CB8AC3E}">
        <p14:creationId xmlns:p14="http://schemas.microsoft.com/office/powerpoint/2010/main" val="1574531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11</a:t>
            </a:fld>
            <a:endParaRPr lang="zh-CN" altLang="en-US"/>
          </a:p>
        </p:txBody>
      </p:sp>
    </p:spTree>
    <p:extLst>
      <p:ext uri="{BB962C8B-B14F-4D97-AF65-F5344CB8AC3E}">
        <p14:creationId xmlns:p14="http://schemas.microsoft.com/office/powerpoint/2010/main" val="1390984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12</a:t>
            </a:fld>
            <a:endParaRPr lang="zh-CN" altLang="en-US"/>
          </a:p>
        </p:txBody>
      </p:sp>
    </p:spTree>
    <p:extLst>
      <p:ext uri="{BB962C8B-B14F-4D97-AF65-F5344CB8AC3E}">
        <p14:creationId xmlns:p14="http://schemas.microsoft.com/office/powerpoint/2010/main" val="678589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15</a:t>
            </a:fld>
            <a:endParaRPr lang="zh-CN" altLang="en-US"/>
          </a:p>
        </p:txBody>
      </p:sp>
    </p:spTree>
    <p:extLst>
      <p:ext uri="{BB962C8B-B14F-4D97-AF65-F5344CB8AC3E}">
        <p14:creationId xmlns:p14="http://schemas.microsoft.com/office/powerpoint/2010/main" val="2784065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16</a:t>
            </a:fld>
            <a:endParaRPr lang="zh-CN" altLang="en-US"/>
          </a:p>
        </p:txBody>
      </p:sp>
    </p:spTree>
    <p:extLst>
      <p:ext uri="{BB962C8B-B14F-4D97-AF65-F5344CB8AC3E}">
        <p14:creationId xmlns:p14="http://schemas.microsoft.com/office/powerpoint/2010/main" val="1973501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18</a:t>
            </a:fld>
            <a:endParaRPr lang="zh-CN" altLang="en-US"/>
          </a:p>
        </p:txBody>
      </p:sp>
    </p:spTree>
    <p:extLst>
      <p:ext uri="{BB962C8B-B14F-4D97-AF65-F5344CB8AC3E}">
        <p14:creationId xmlns:p14="http://schemas.microsoft.com/office/powerpoint/2010/main" val="122916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19</a:t>
            </a:fld>
            <a:endParaRPr lang="zh-CN" altLang="en-US"/>
          </a:p>
        </p:txBody>
      </p:sp>
    </p:spTree>
    <p:extLst>
      <p:ext uri="{BB962C8B-B14F-4D97-AF65-F5344CB8AC3E}">
        <p14:creationId xmlns:p14="http://schemas.microsoft.com/office/powerpoint/2010/main" val="3122800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20</a:t>
            </a:fld>
            <a:endParaRPr lang="zh-CN" altLang="en-US"/>
          </a:p>
        </p:txBody>
      </p:sp>
    </p:spTree>
    <p:extLst>
      <p:ext uri="{BB962C8B-B14F-4D97-AF65-F5344CB8AC3E}">
        <p14:creationId xmlns:p14="http://schemas.microsoft.com/office/powerpoint/2010/main" val="1813548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21</a:t>
            </a:fld>
            <a:endParaRPr lang="zh-CN" altLang="en-US"/>
          </a:p>
        </p:txBody>
      </p:sp>
    </p:spTree>
    <p:extLst>
      <p:ext uri="{BB962C8B-B14F-4D97-AF65-F5344CB8AC3E}">
        <p14:creationId xmlns:p14="http://schemas.microsoft.com/office/powerpoint/2010/main" val="1326070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22</a:t>
            </a:fld>
            <a:endParaRPr lang="zh-CN" altLang="en-US"/>
          </a:p>
        </p:txBody>
      </p:sp>
    </p:spTree>
    <p:extLst>
      <p:ext uri="{BB962C8B-B14F-4D97-AF65-F5344CB8AC3E}">
        <p14:creationId xmlns:p14="http://schemas.microsoft.com/office/powerpoint/2010/main" val="2717254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23</a:t>
            </a:fld>
            <a:endParaRPr lang="zh-CN" altLang="en-US"/>
          </a:p>
        </p:txBody>
      </p:sp>
    </p:spTree>
    <p:extLst>
      <p:ext uri="{BB962C8B-B14F-4D97-AF65-F5344CB8AC3E}">
        <p14:creationId xmlns:p14="http://schemas.microsoft.com/office/powerpoint/2010/main" val="27463961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24</a:t>
            </a:fld>
            <a:endParaRPr lang="zh-CN" altLang="en-US"/>
          </a:p>
        </p:txBody>
      </p:sp>
    </p:spTree>
    <p:extLst>
      <p:ext uri="{BB962C8B-B14F-4D97-AF65-F5344CB8AC3E}">
        <p14:creationId xmlns:p14="http://schemas.microsoft.com/office/powerpoint/2010/main" val="3539557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25</a:t>
            </a:fld>
            <a:endParaRPr lang="zh-CN" altLang="en-US"/>
          </a:p>
        </p:txBody>
      </p:sp>
    </p:spTree>
    <p:extLst>
      <p:ext uri="{BB962C8B-B14F-4D97-AF65-F5344CB8AC3E}">
        <p14:creationId xmlns:p14="http://schemas.microsoft.com/office/powerpoint/2010/main" val="3106952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26</a:t>
            </a:fld>
            <a:endParaRPr lang="zh-CN" altLang="en-US"/>
          </a:p>
        </p:txBody>
      </p:sp>
    </p:spTree>
    <p:extLst>
      <p:ext uri="{BB962C8B-B14F-4D97-AF65-F5344CB8AC3E}">
        <p14:creationId xmlns:p14="http://schemas.microsoft.com/office/powerpoint/2010/main" val="3656273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27</a:t>
            </a:fld>
            <a:endParaRPr lang="zh-CN" altLang="en-US"/>
          </a:p>
        </p:txBody>
      </p:sp>
    </p:spTree>
    <p:extLst>
      <p:ext uri="{BB962C8B-B14F-4D97-AF65-F5344CB8AC3E}">
        <p14:creationId xmlns:p14="http://schemas.microsoft.com/office/powerpoint/2010/main" val="23964026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28</a:t>
            </a:fld>
            <a:endParaRPr lang="zh-CN" altLang="en-US"/>
          </a:p>
        </p:txBody>
      </p:sp>
    </p:spTree>
    <p:extLst>
      <p:ext uri="{BB962C8B-B14F-4D97-AF65-F5344CB8AC3E}">
        <p14:creationId xmlns:p14="http://schemas.microsoft.com/office/powerpoint/2010/main" val="5812449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FE3C278-08F4-462E-B47D-35BFACA31035}" type="slidenum">
              <a:rPr lang="zh-CN" altLang="en-US" smtClean="0"/>
              <a:pPr/>
              <a:t>29</a:t>
            </a:fld>
            <a:endParaRPr lang="zh-CN" altLang="en-US"/>
          </a:p>
        </p:txBody>
      </p:sp>
    </p:spTree>
    <p:extLst>
      <p:ext uri="{BB962C8B-B14F-4D97-AF65-F5344CB8AC3E}">
        <p14:creationId xmlns:p14="http://schemas.microsoft.com/office/powerpoint/2010/main" val="39308201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6442D36-8605-4790-AF9E-62C1D973FADA}" type="slidenum">
              <a:rPr lang="zh-CN" altLang="en-US" smtClean="0"/>
              <a:pPr/>
              <a:t>30</a:t>
            </a:fld>
            <a:endParaRPr lang="zh-CN" altLang="en-US"/>
          </a:p>
        </p:txBody>
      </p:sp>
    </p:spTree>
    <p:extLst>
      <p:ext uri="{BB962C8B-B14F-4D97-AF65-F5344CB8AC3E}">
        <p14:creationId xmlns:p14="http://schemas.microsoft.com/office/powerpoint/2010/main" val="1381976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文本框 6">
            <a:extLst>
              <a:ext uri="{FF2B5EF4-FFF2-40B4-BE49-F238E27FC236}">
                <a16:creationId xmlns:a16="http://schemas.microsoft.com/office/drawing/2014/main" id="{B3BC0268-565B-4C2B-A008-D7995EB7A07E}"/>
              </a:ext>
            </a:extLst>
          </p:cNvPr>
          <p:cNvSpPr txBox="1"/>
          <p:nvPr userDrawn="1"/>
        </p:nvSpPr>
        <p:spPr>
          <a:xfrm>
            <a:off x="5293060" y="0"/>
            <a:ext cx="2520280" cy="369332"/>
          </a:xfrm>
          <a:prstGeom prst="rect">
            <a:avLst/>
          </a:prstGeom>
          <a:noFill/>
        </p:spPr>
        <p:txBody>
          <a:bodyPr wrap="square" rtlCol="0">
            <a:spAutoFit/>
          </a:bodyPr>
          <a:lstStyle/>
          <a:p>
            <a:r>
              <a:rPr lang="zh-CN" altLang="en-US" dirty="0">
                <a:solidFill>
                  <a:schemeClr val="bg1"/>
                </a:solidFill>
                <a:latin typeface="楷体" panose="02010609060101010101" pitchFamily="49" charset="-122"/>
                <a:ea typeface="楷体" panose="02010609060101010101" pitchFamily="49" charset="-122"/>
              </a:rPr>
              <a:t>数学与统计学院</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627534"/>
            <a:ext cx="8229600" cy="857250"/>
          </a:xfr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文本框 7">
            <a:extLst>
              <a:ext uri="{FF2B5EF4-FFF2-40B4-BE49-F238E27FC236}">
                <a16:creationId xmlns:a16="http://schemas.microsoft.com/office/drawing/2014/main" id="{511E63A0-86CF-48AF-AC05-C11546C66C9F}"/>
              </a:ext>
            </a:extLst>
          </p:cNvPr>
          <p:cNvSpPr txBox="1"/>
          <p:nvPr userDrawn="1"/>
        </p:nvSpPr>
        <p:spPr>
          <a:xfrm>
            <a:off x="3707904" y="-19810"/>
            <a:ext cx="4680520" cy="369332"/>
          </a:xfrm>
          <a:prstGeom prst="rect">
            <a:avLst/>
          </a:prstGeom>
          <a:noFill/>
        </p:spPr>
        <p:txBody>
          <a:bodyPr wrap="square" rtlCol="0">
            <a:spAutoFit/>
          </a:bodyPr>
          <a:lstStyle/>
          <a:p>
            <a:pPr algn="ctr"/>
            <a:r>
              <a:rPr lang="zh-CN" altLang="en-US" dirty="0">
                <a:solidFill>
                  <a:schemeClr val="bg1"/>
                </a:solidFill>
                <a:latin typeface="楷体" panose="02010609060101010101" pitchFamily="49" charset="-122"/>
                <a:ea typeface="楷体" panose="02010609060101010101" pitchFamily="49" charset="-122"/>
              </a:rPr>
              <a:t>第九讲连续函数的运算与初等函数的连续性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2023/9/26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2023/9/26</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5.wmf"/><Relationship Id="rId18" Type="http://schemas.openxmlformats.org/officeDocument/2006/relationships/oleObject" Target="../embeddings/oleObject9.bin"/><Relationship Id="rId3" Type="http://schemas.openxmlformats.org/officeDocument/2006/relationships/notesSlide" Target="../notesSlides/notesSlide1.xml"/><Relationship Id="rId21" Type="http://schemas.openxmlformats.org/officeDocument/2006/relationships/image" Target="../media/image8.wmf"/><Relationship Id="rId7" Type="http://schemas.openxmlformats.org/officeDocument/2006/relationships/image" Target="../media/image2.wmf"/><Relationship Id="rId12" Type="http://schemas.openxmlformats.org/officeDocument/2006/relationships/oleObject" Target="../embeddings/oleObject5.bin"/><Relationship Id="rId17" Type="http://schemas.openxmlformats.org/officeDocument/2006/relationships/oleObject" Target="../embeddings/oleObject8.bin"/><Relationship Id="rId2" Type="http://schemas.openxmlformats.org/officeDocument/2006/relationships/slideLayout" Target="../slideLayouts/slideLayout7.xml"/><Relationship Id="rId16" Type="http://schemas.openxmlformats.org/officeDocument/2006/relationships/image" Target="../media/image6.wmf"/><Relationship Id="rId20" Type="http://schemas.openxmlformats.org/officeDocument/2006/relationships/oleObject" Target="../embeddings/oleObject10.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4.wmf"/><Relationship Id="rId5" Type="http://schemas.openxmlformats.org/officeDocument/2006/relationships/image" Target="../media/image1.wmf"/><Relationship Id="rId15" Type="http://schemas.openxmlformats.org/officeDocument/2006/relationships/oleObject" Target="../embeddings/oleObject7.bin"/><Relationship Id="rId10" Type="http://schemas.openxmlformats.org/officeDocument/2006/relationships/oleObject" Target="../embeddings/oleObject4.bin"/><Relationship Id="rId19" Type="http://schemas.openxmlformats.org/officeDocument/2006/relationships/image" Target="../media/image7.wmf"/><Relationship Id="rId4" Type="http://schemas.openxmlformats.org/officeDocument/2006/relationships/oleObject" Target="../embeddings/oleObject1.bin"/><Relationship Id="rId9" Type="http://schemas.openxmlformats.org/officeDocument/2006/relationships/image" Target="../media/image3.wmf"/><Relationship Id="rId14" Type="http://schemas.openxmlformats.org/officeDocument/2006/relationships/oleObject" Target="../embeddings/oleObject6.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notesSlide" Target="../notesSlides/notesSlide2.xml"/><Relationship Id="rId7" Type="http://schemas.openxmlformats.org/officeDocument/2006/relationships/image" Target="../media/image10.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12.bin"/><Relationship Id="rId5" Type="http://schemas.openxmlformats.org/officeDocument/2006/relationships/image" Target="../media/image9.wmf"/><Relationship Id="rId4" Type="http://schemas.openxmlformats.org/officeDocument/2006/relationships/oleObject" Target="../embeddings/oleObject11.bin"/><Relationship Id="rId9" Type="http://schemas.openxmlformats.org/officeDocument/2006/relationships/image" Target="../media/image11.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15.wmf"/><Relationship Id="rId3" Type="http://schemas.openxmlformats.org/officeDocument/2006/relationships/image" Target="../media/image18.png"/><Relationship Id="rId7" Type="http://schemas.openxmlformats.org/officeDocument/2006/relationships/image" Target="../media/image12.wmf"/><Relationship Id="rId12" Type="http://schemas.openxmlformats.org/officeDocument/2006/relationships/oleObject" Target="../embeddings/oleObject17.bin"/><Relationship Id="rId17" Type="http://schemas.openxmlformats.org/officeDocument/2006/relationships/image" Target="../media/image17.wmf"/><Relationship Id="rId2" Type="http://schemas.openxmlformats.org/officeDocument/2006/relationships/slideLayout" Target="../slideLayouts/slideLayout7.xml"/><Relationship Id="rId16" Type="http://schemas.openxmlformats.org/officeDocument/2006/relationships/oleObject" Target="../embeddings/oleObject19.bin"/><Relationship Id="rId1" Type="http://schemas.openxmlformats.org/officeDocument/2006/relationships/vmlDrawing" Target="../drawings/vmlDrawing3.vml"/><Relationship Id="rId6" Type="http://schemas.openxmlformats.org/officeDocument/2006/relationships/oleObject" Target="../embeddings/oleObject14.bin"/><Relationship Id="rId11" Type="http://schemas.openxmlformats.org/officeDocument/2006/relationships/image" Target="../media/image14.wmf"/><Relationship Id="rId5" Type="http://schemas.openxmlformats.org/officeDocument/2006/relationships/image" Target="../media/image20.png"/><Relationship Id="rId15" Type="http://schemas.openxmlformats.org/officeDocument/2006/relationships/image" Target="../media/image16.wmf"/><Relationship Id="rId10" Type="http://schemas.openxmlformats.org/officeDocument/2006/relationships/oleObject" Target="../embeddings/oleObject16.bin"/><Relationship Id="rId4" Type="http://schemas.openxmlformats.org/officeDocument/2006/relationships/image" Target="../media/image19.png"/><Relationship Id="rId9" Type="http://schemas.openxmlformats.org/officeDocument/2006/relationships/image" Target="../media/image13.wmf"/><Relationship Id="rId14" Type="http://schemas.openxmlformats.org/officeDocument/2006/relationships/oleObject" Target="../embeddings/oleObject18.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oleObject" Target="../embeddings/oleObject25.bin"/><Relationship Id="rId18" Type="http://schemas.openxmlformats.org/officeDocument/2006/relationships/image" Target="../media/image25.wmf"/><Relationship Id="rId3" Type="http://schemas.openxmlformats.org/officeDocument/2006/relationships/notesSlide" Target="../notesSlides/notesSlide3.xml"/><Relationship Id="rId21" Type="http://schemas.openxmlformats.org/officeDocument/2006/relationships/image" Target="../media/image26.wmf"/><Relationship Id="rId7" Type="http://schemas.openxmlformats.org/officeDocument/2006/relationships/image" Target="../media/image4.wmf"/><Relationship Id="rId12" Type="http://schemas.openxmlformats.org/officeDocument/2006/relationships/image" Target="../media/image23.wmf"/><Relationship Id="rId17" Type="http://schemas.openxmlformats.org/officeDocument/2006/relationships/oleObject" Target="../embeddings/oleObject28.bin"/><Relationship Id="rId2" Type="http://schemas.openxmlformats.org/officeDocument/2006/relationships/slideLayout" Target="../slideLayouts/slideLayout7.xml"/><Relationship Id="rId16" Type="http://schemas.openxmlformats.org/officeDocument/2006/relationships/oleObject" Target="../embeddings/oleObject27.bin"/><Relationship Id="rId20" Type="http://schemas.openxmlformats.org/officeDocument/2006/relationships/oleObject" Target="../embeddings/oleObject30.bin"/><Relationship Id="rId1" Type="http://schemas.openxmlformats.org/officeDocument/2006/relationships/vmlDrawing" Target="../drawings/vmlDrawing4.vml"/><Relationship Id="rId6" Type="http://schemas.openxmlformats.org/officeDocument/2006/relationships/oleObject" Target="../embeddings/oleObject21.bin"/><Relationship Id="rId11" Type="http://schemas.openxmlformats.org/officeDocument/2006/relationships/oleObject" Target="../embeddings/oleObject24.bin"/><Relationship Id="rId5" Type="http://schemas.openxmlformats.org/officeDocument/2006/relationships/image" Target="../media/image21.wmf"/><Relationship Id="rId15" Type="http://schemas.openxmlformats.org/officeDocument/2006/relationships/image" Target="../media/image24.wmf"/><Relationship Id="rId23" Type="http://schemas.openxmlformats.org/officeDocument/2006/relationships/image" Target="../media/image27.wmf"/><Relationship Id="rId10" Type="http://schemas.openxmlformats.org/officeDocument/2006/relationships/oleObject" Target="../embeddings/oleObject23.bin"/><Relationship Id="rId19" Type="http://schemas.openxmlformats.org/officeDocument/2006/relationships/oleObject" Target="../embeddings/oleObject29.bin"/><Relationship Id="rId4" Type="http://schemas.openxmlformats.org/officeDocument/2006/relationships/oleObject" Target="../embeddings/oleObject20.bin"/><Relationship Id="rId9" Type="http://schemas.openxmlformats.org/officeDocument/2006/relationships/image" Target="../media/image22.wmf"/><Relationship Id="rId14" Type="http://schemas.openxmlformats.org/officeDocument/2006/relationships/oleObject" Target="../embeddings/oleObject26.bin"/><Relationship Id="rId22" Type="http://schemas.openxmlformats.org/officeDocument/2006/relationships/oleObject" Target="../embeddings/oleObject31.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notesSlide" Target="../notesSlides/notesSlide4.xml"/><Relationship Id="rId7"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33.bin"/><Relationship Id="rId11" Type="http://schemas.openxmlformats.org/officeDocument/2006/relationships/image" Target="../media/image31.wmf"/><Relationship Id="rId5" Type="http://schemas.openxmlformats.org/officeDocument/2006/relationships/image" Target="../media/image28.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30.wmf"/></Relationships>
</file>

<file path=ppt/slides/_rels/slide7.xml.rels><?xml version="1.0" encoding="UTF-8" standalone="yes"?>
<Relationships xmlns="http://schemas.openxmlformats.org/package/2006/relationships"><Relationship Id="rId13" Type="http://schemas.openxmlformats.org/officeDocument/2006/relationships/image" Target="../media/image36.wmf"/><Relationship Id="rId18" Type="http://schemas.openxmlformats.org/officeDocument/2006/relationships/oleObject" Target="../embeddings/oleObject43.bin"/><Relationship Id="rId26" Type="http://schemas.openxmlformats.org/officeDocument/2006/relationships/oleObject" Target="../embeddings/oleObject47.bin"/><Relationship Id="rId39" Type="http://schemas.openxmlformats.org/officeDocument/2006/relationships/image" Target="../media/image49.wmf"/><Relationship Id="rId21" Type="http://schemas.openxmlformats.org/officeDocument/2006/relationships/image" Target="../media/image40.wmf"/><Relationship Id="rId34" Type="http://schemas.openxmlformats.org/officeDocument/2006/relationships/oleObject" Target="../embeddings/oleObject51.bin"/><Relationship Id="rId7" Type="http://schemas.openxmlformats.org/officeDocument/2006/relationships/image" Target="../media/image33.emf"/><Relationship Id="rId2" Type="http://schemas.openxmlformats.org/officeDocument/2006/relationships/slideLayout" Target="../slideLayouts/slideLayout7.xml"/><Relationship Id="rId16" Type="http://schemas.openxmlformats.org/officeDocument/2006/relationships/oleObject" Target="../embeddings/oleObject42.bin"/><Relationship Id="rId20" Type="http://schemas.openxmlformats.org/officeDocument/2006/relationships/oleObject" Target="../embeddings/oleObject44.bin"/><Relationship Id="rId29" Type="http://schemas.openxmlformats.org/officeDocument/2006/relationships/image" Target="../media/image44.wmf"/><Relationship Id="rId41" Type="http://schemas.openxmlformats.org/officeDocument/2006/relationships/image" Target="../media/image50.wmf"/><Relationship Id="rId1" Type="http://schemas.openxmlformats.org/officeDocument/2006/relationships/vmlDrawing" Target="../drawings/vmlDrawing6.vml"/><Relationship Id="rId6" Type="http://schemas.openxmlformats.org/officeDocument/2006/relationships/oleObject" Target="../embeddings/oleObject37.bin"/><Relationship Id="rId11" Type="http://schemas.openxmlformats.org/officeDocument/2006/relationships/image" Target="../media/image35.emf"/><Relationship Id="rId24" Type="http://schemas.openxmlformats.org/officeDocument/2006/relationships/oleObject" Target="../embeddings/oleObject46.bin"/><Relationship Id="rId32" Type="http://schemas.openxmlformats.org/officeDocument/2006/relationships/oleObject" Target="../embeddings/oleObject50.bin"/><Relationship Id="rId37" Type="http://schemas.openxmlformats.org/officeDocument/2006/relationships/image" Target="../media/image48.wmf"/><Relationship Id="rId40" Type="http://schemas.openxmlformats.org/officeDocument/2006/relationships/oleObject" Target="../embeddings/oleObject54.bin"/><Relationship Id="rId5" Type="http://schemas.openxmlformats.org/officeDocument/2006/relationships/image" Target="../media/image32.emf"/><Relationship Id="rId15" Type="http://schemas.openxmlformats.org/officeDocument/2006/relationships/image" Target="../media/image37.wmf"/><Relationship Id="rId23" Type="http://schemas.openxmlformats.org/officeDocument/2006/relationships/image" Target="../media/image41.wmf"/><Relationship Id="rId28" Type="http://schemas.openxmlformats.org/officeDocument/2006/relationships/oleObject" Target="../embeddings/oleObject48.bin"/><Relationship Id="rId36" Type="http://schemas.openxmlformats.org/officeDocument/2006/relationships/oleObject" Target="../embeddings/oleObject52.bin"/><Relationship Id="rId10" Type="http://schemas.openxmlformats.org/officeDocument/2006/relationships/oleObject" Target="../embeddings/oleObject39.bin"/><Relationship Id="rId19" Type="http://schemas.openxmlformats.org/officeDocument/2006/relationships/image" Target="../media/image39.wmf"/><Relationship Id="rId31" Type="http://schemas.openxmlformats.org/officeDocument/2006/relationships/image" Target="../media/image45.wmf"/><Relationship Id="rId4" Type="http://schemas.openxmlformats.org/officeDocument/2006/relationships/oleObject" Target="../embeddings/oleObject36.bin"/><Relationship Id="rId9" Type="http://schemas.openxmlformats.org/officeDocument/2006/relationships/image" Target="../media/image34.emf"/><Relationship Id="rId14" Type="http://schemas.openxmlformats.org/officeDocument/2006/relationships/oleObject" Target="../embeddings/oleObject41.bin"/><Relationship Id="rId22" Type="http://schemas.openxmlformats.org/officeDocument/2006/relationships/oleObject" Target="../embeddings/oleObject45.bin"/><Relationship Id="rId27" Type="http://schemas.openxmlformats.org/officeDocument/2006/relationships/image" Target="../media/image43.wmf"/><Relationship Id="rId30" Type="http://schemas.openxmlformats.org/officeDocument/2006/relationships/oleObject" Target="../embeddings/oleObject49.bin"/><Relationship Id="rId35" Type="http://schemas.openxmlformats.org/officeDocument/2006/relationships/image" Target="../media/image47.wmf"/><Relationship Id="rId8" Type="http://schemas.openxmlformats.org/officeDocument/2006/relationships/oleObject" Target="../embeddings/oleObject38.bin"/><Relationship Id="rId3" Type="http://schemas.openxmlformats.org/officeDocument/2006/relationships/notesSlide" Target="../notesSlides/notesSlide5.xml"/><Relationship Id="rId12" Type="http://schemas.openxmlformats.org/officeDocument/2006/relationships/oleObject" Target="../embeddings/oleObject40.bin"/><Relationship Id="rId17" Type="http://schemas.openxmlformats.org/officeDocument/2006/relationships/image" Target="../media/image38.emf"/><Relationship Id="rId25" Type="http://schemas.openxmlformats.org/officeDocument/2006/relationships/image" Target="../media/image42.wmf"/><Relationship Id="rId33" Type="http://schemas.openxmlformats.org/officeDocument/2006/relationships/image" Target="../media/image46.wmf"/><Relationship Id="rId38" Type="http://schemas.openxmlformats.org/officeDocument/2006/relationships/oleObject" Target="../embeddings/oleObject53.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45.wmf"/><Relationship Id="rId3" Type="http://schemas.openxmlformats.org/officeDocument/2006/relationships/notesSlide" Target="../notesSlides/notesSlide6.xml"/><Relationship Id="rId7" Type="http://schemas.openxmlformats.org/officeDocument/2006/relationships/image" Target="../media/image52.wmf"/><Relationship Id="rId12"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56.bin"/><Relationship Id="rId11" Type="http://schemas.openxmlformats.org/officeDocument/2006/relationships/image" Target="../media/image54.wmf"/><Relationship Id="rId5" Type="http://schemas.openxmlformats.org/officeDocument/2006/relationships/image" Target="../media/image51.wmf"/><Relationship Id="rId15" Type="http://schemas.openxmlformats.org/officeDocument/2006/relationships/image" Target="../media/image55.wmf"/><Relationship Id="rId10" Type="http://schemas.openxmlformats.org/officeDocument/2006/relationships/oleObject" Target="../embeddings/oleObject58.bin"/><Relationship Id="rId4" Type="http://schemas.openxmlformats.org/officeDocument/2006/relationships/oleObject" Target="../embeddings/oleObject55.bin"/><Relationship Id="rId9" Type="http://schemas.openxmlformats.org/officeDocument/2006/relationships/image" Target="../media/image53.wmf"/><Relationship Id="rId14" Type="http://schemas.openxmlformats.org/officeDocument/2006/relationships/oleObject" Target="../embeddings/oleObject60.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image" Target="../media/image60.png"/><Relationship Id="rId7" Type="http://schemas.openxmlformats.org/officeDocument/2006/relationships/image" Target="../media/image57.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62.bin"/><Relationship Id="rId11" Type="http://schemas.openxmlformats.org/officeDocument/2006/relationships/image" Target="../media/image59.wmf"/><Relationship Id="rId5" Type="http://schemas.openxmlformats.org/officeDocument/2006/relationships/image" Target="../media/image56.wmf"/><Relationship Id="rId10" Type="http://schemas.openxmlformats.org/officeDocument/2006/relationships/oleObject" Target="../embeddings/oleObject64.bin"/><Relationship Id="rId4" Type="http://schemas.openxmlformats.org/officeDocument/2006/relationships/oleObject" Target="../embeddings/oleObject61.bin"/><Relationship Id="rId9" Type="http://schemas.openxmlformats.org/officeDocument/2006/relationships/image" Target="../media/image58.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65.wmf"/><Relationship Id="rId18" Type="http://schemas.openxmlformats.org/officeDocument/2006/relationships/oleObject" Target="../embeddings/oleObject72.bin"/><Relationship Id="rId26" Type="http://schemas.openxmlformats.org/officeDocument/2006/relationships/oleObject" Target="../embeddings/oleObject76.bin"/><Relationship Id="rId3" Type="http://schemas.openxmlformats.org/officeDocument/2006/relationships/notesSlide" Target="../notesSlides/notesSlide7.xml"/><Relationship Id="rId21" Type="http://schemas.openxmlformats.org/officeDocument/2006/relationships/image" Target="../media/image69.wmf"/><Relationship Id="rId7" Type="http://schemas.openxmlformats.org/officeDocument/2006/relationships/image" Target="../media/image62.wmf"/><Relationship Id="rId12" Type="http://schemas.openxmlformats.org/officeDocument/2006/relationships/oleObject" Target="../embeddings/oleObject69.bin"/><Relationship Id="rId17" Type="http://schemas.openxmlformats.org/officeDocument/2006/relationships/image" Target="../media/image67.wmf"/><Relationship Id="rId25" Type="http://schemas.openxmlformats.org/officeDocument/2006/relationships/image" Target="../media/image71.wmf"/><Relationship Id="rId2" Type="http://schemas.openxmlformats.org/officeDocument/2006/relationships/slideLayout" Target="../slideLayouts/slideLayout7.xml"/><Relationship Id="rId16" Type="http://schemas.openxmlformats.org/officeDocument/2006/relationships/oleObject" Target="../embeddings/oleObject71.bin"/><Relationship Id="rId20" Type="http://schemas.openxmlformats.org/officeDocument/2006/relationships/oleObject" Target="../embeddings/oleObject73.bin"/><Relationship Id="rId29" Type="http://schemas.openxmlformats.org/officeDocument/2006/relationships/image" Target="../media/image73.wmf"/><Relationship Id="rId1" Type="http://schemas.openxmlformats.org/officeDocument/2006/relationships/vmlDrawing" Target="../drawings/vmlDrawing9.vml"/><Relationship Id="rId6" Type="http://schemas.openxmlformats.org/officeDocument/2006/relationships/oleObject" Target="../embeddings/oleObject66.bin"/><Relationship Id="rId11" Type="http://schemas.openxmlformats.org/officeDocument/2006/relationships/image" Target="../media/image64.wmf"/><Relationship Id="rId24" Type="http://schemas.openxmlformats.org/officeDocument/2006/relationships/oleObject" Target="../embeddings/oleObject75.bin"/><Relationship Id="rId5" Type="http://schemas.openxmlformats.org/officeDocument/2006/relationships/image" Target="../media/image61.wmf"/><Relationship Id="rId15" Type="http://schemas.openxmlformats.org/officeDocument/2006/relationships/image" Target="../media/image66.wmf"/><Relationship Id="rId23" Type="http://schemas.openxmlformats.org/officeDocument/2006/relationships/image" Target="../media/image70.wmf"/><Relationship Id="rId28" Type="http://schemas.openxmlformats.org/officeDocument/2006/relationships/oleObject" Target="../embeddings/oleObject77.bin"/><Relationship Id="rId10" Type="http://schemas.openxmlformats.org/officeDocument/2006/relationships/oleObject" Target="../embeddings/oleObject68.bin"/><Relationship Id="rId19" Type="http://schemas.openxmlformats.org/officeDocument/2006/relationships/image" Target="../media/image68.wmf"/><Relationship Id="rId31" Type="http://schemas.openxmlformats.org/officeDocument/2006/relationships/image" Target="../media/image74.wmf"/><Relationship Id="rId4" Type="http://schemas.openxmlformats.org/officeDocument/2006/relationships/oleObject" Target="../embeddings/oleObject65.bin"/><Relationship Id="rId9" Type="http://schemas.openxmlformats.org/officeDocument/2006/relationships/image" Target="../media/image63.wmf"/><Relationship Id="rId14" Type="http://schemas.openxmlformats.org/officeDocument/2006/relationships/oleObject" Target="../embeddings/oleObject70.bin"/><Relationship Id="rId22" Type="http://schemas.openxmlformats.org/officeDocument/2006/relationships/oleObject" Target="../embeddings/oleObject74.bin"/><Relationship Id="rId27" Type="http://schemas.openxmlformats.org/officeDocument/2006/relationships/image" Target="../media/image72.wmf"/><Relationship Id="rId30" Type="http://schemas.openxmlformats.org/officeDocument/2006/relationships/oleObject" Target="../embeddings/oleObject78.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78.wmf"/><Relationship Id="rId18" Type="http://schemas.openxmlformats.org/officeDocument/2006/relationships/oleObject" Target="../embeddings/oleObject86.bin"/><Relationship Id="rId26" Type="http://schemas.openxmlformats.org/officeDocument/2006/relationships/image" Target="../media/image84.wmf"/><Relationship Id="rId3" Type="http://schemas.openxmlformats.org/officeDocument/2006/relationships/notesSlide" Target="../notesSlides/notesSlide8.xml"/><Relationship Id="rId21" Type="http://schemas.openxmlformats.org/officeDocument/2006/relationships/oleObject" Target="../embeddings/oleObject88.bin"/><Relationship Id="rId7" Type="http://schemas.openxmlformats.org/officeDocument/2006/relationships/image" Target="../media/image76.wmf"/><Relationship Id="rId12" Type="http://schemas.openxmlformats.org/officeDocument/2006/relationships/oleObject" Target="../embeddings/oleObject83.bin"/><Relationship Id="rId17" Type="http://schemas.openxmlformats.org/officeDocument/2006/relationships/image" Target="../media/image80.wmf"/><Relationship Id="rId25" Type="http://schemas.openxmlformats.org/officeDocument/2006/relationships/oleObject" Target="../embeddings/oleObject90.bin"/><Relationship Id="rId2" Type="http://schemas.openxmlformats.org/officeDocument/2006/relationships/slideLayout" Target="../slideLayouts/slideLayout7.xml"/><Relationship Id="rId16" Type="http://schemas.openxmlformats.org/officeDocument/2006/relationships/oleObject" Target="../embeddings/oleObject85.bin"/><Relationship Id="rId20" Type="http://schemas.openxmlformats.org/officeDocument/2006/relationships/oleObject" Target="../embeddings/oleObject87.bin"/><Relationship Id="rId29" Type="http://schemas.openxmlformats.org/officeDocument/2006/relationships/oleObject" Target="../embeddings/oleObject92.bin"/><Relationship Id="rId1" Type="http://schemas.openxmlformats.org/officeDocument/2006/relationships/vmlDrawing" Target="../drawings/vmlDrawing10.vml"/><Relationship Id="rId6" Type="http://schemas.openxmlformats.org/officeDocument/2006/relationships/oleObject" Target="../embeddings/oleObject80.bin"/><Relationship Id="rId11" Type="http://schemas.openxmlformats.org/officeDocument/2006/relationships/image" Target="../media/image77.wmf"/><Relationship Id="rId24" Type="http://schemas.openxmlformats.org/officeDocument/2006/relationships/image" Target="../media/image83.wmf"/><Relationship Id="rId5" Type="http://schemas.openxmlformats.org/officeDocument/2006/relationships/image" Target="../media/image75.wmf"/><Relationship Id="rId15" Type="http://schemas.openxmlformats.org/officeDocument/2006/relationships/image" Target="../media/image79.wmf"/><Relationship Id="rId23" Type="http://schemas.openxmlformats.org/officeDocument/2006/relationships/oleObject" Target="../embeddings/oleObject89.bin"/><Relationship Id="rId28" Type="http://schemas.openxmlformats.org/officeDocument/2006/relationships/image" Target="../media/image85.wmf"/><Relationship Id="rId10" Type="http://schemas.openxmlformats.org/officeDocument/2006/relationships/oleObject" Target="../embeddings/oleObject82.bin"/><Relationship Id="rId19" Type="http://schemas.openxmlformats.org/officeDocument/2006/relationships/image" Target="../media/image81.wmf"/><Relationship Id="rId4" Type="http://schemas.openxmlformats.org/officeDocument/2006/relationships/oleObject" Target="../embeddings/oleObject79.bin"/><Relationship Id="rId9" Type="http://schemas.openxmlformats.org/officeDocument/2006/relationships/image" Target="../media/image72.wmf"/><Relationship Id="rId14" Type="http://schemas.openxmlformats.org/officeDocument/2006/relationships/oleObject" Target="../embeddings/oleObject84.bin"/><Relationship Id="rId22" Type="http://schemas.openxmlformats.org/officeDocument/2006/relationships/image" Target="../media/image82.wmf"/><Relationship Id="rId27" Type="http://schemas.openxmlformats.org/officeDocument/2006/relationships/oleObject" Target="../embeddings/oleObject91.bin"/><Relationship Id="rId30" Type="http://schemas.openxmlformats.org/officeDocument/2006/relationships/image" Target="../media/image86.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91.wmf"/><Relationship Id="rId18" Type="http://schemas.openxmlformats.org/officeDocument/2006/relationships/image" Target="../media/image93.wmf"/><Relationship Id="rId3" Type="http://schemas.openxmlformats.org/officeDocument/2006/relationships/notesSlide" Target="../notesSlides/notesSlide9.xml"/><Relationship Id="rId21" Type="http://schemas.openxmlformats.org/officeDocument/2006/relationships/image" Target="../media/image94.wmf"/><Relationship Id="rId7" Type="http://schemas.openxmlformats.org/officeDocument/2006/relationships/image" Target="../media/image88.wmf"/><Relationship Id="rId12" Type="http://schemas.openxmlformats.org/officeDocument/2006/relationships/oleObject" Target="../embeddings/oleObject97.bin"/><Relationship Id="rId17" Type="http://schemas.openxmlformats.org/officeDocument/2006/relationships/oleObject" Target="../embeddings/oleObject100.bin"/><Relationship Id="rId25" Type="http://schemas.openxmlformats.org/officeDocument/2006/relationships/image" Target="../media/image96.wmf"/><Relationship Id="rId2" Type="http://schemas.openxmlformats.org/officeDocument/2006/relationships/slideLayout" Target="../slideLayouts/slideLayout7.xml"/><Relationship Id="rId16" Type="http://schemas.openxmlformats.org/officeDocument/2006/relationships/oleObject" Target="../embeddings/oleObject99.bin"/><Relationship Id="rId20" Type="http://schemas.openxmlformats.org/officeDocument/2006/relationships/oleObject" Target="../embeddings/oleObject102.bin"/><Relationship Id="rId1" Type="http://schemas.openxmlformats.org/officeDocument/2006/relationships/vmlDrawing" Target="../drawings/vmlDrawing11.vml"/><Relationship Id="rId6" Type="http://schemas.openxmlformats.org/officeDocument/2006/relationships/oleObject" Target="../embeddings/oleObject94.bin"/><Relationship Id="rId11" Type="http://schemas.openxmlformats.org/officeDocument/2006/relationships/image" Target="../media/image90.wmf"/><Relationship Id="rId24" Type="http://schemas.openxmlformats.org/officeDocument/2006/relationships/oleObject" Target="../embeddings/oleObject104.bin"/><Relationship Id="rId5" Type="http://schemas.openxmlformats.org/officeDocument/2006/relationships/image" Target="../media/image87.wmf"/><Relationship Id="rId15" Type="http://schemas.openxmlformats.org/officeDocument/2006/relationships/image" Target="../media/image92.wmf"/><Relationship Id="rId23" Type="http://schemas.openxmlformats.org/officeDocument/2006/relationships/image" Target="../media/image95.wmf"/><Relationship Id="rId10" Type="http://schemas.openxmlformats.org/officeDocument/2006/relationships/oleObject" Target="../embeddings/oleObject96.bin"/><Relationship Id="rId19" Type="http://schemas.openxmlformats.org/officeDocument/2006/relationships/oleObject" Target="../embeddings/oleObject101.bin"/><Relationship Id="rId4" Type="http://schemas.openxmlformats.org/officeDocument/2006/relationships/oleObject" Target="../embeddings/oleObject93.bin"/><Relationship Id="rId9" Type="http://schemas.openxmlformats.org/officeDocument/2006/relationships/image" Target="../media/image89.wmf"/><Relationship Id="rId14" Type="http://schemas.openxmlformats.org/officeDocument/2006/relationships/oleObject" Target="../embeddings/oleObject98.bin"/><Relationship Id="rId22" Type="http://schemas.openxmlformats.org/officeDocument/2006/relationships/oleObject" Target="../embeddings/oleObject103.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3" Type="http://schemas.openxmlformats.org/officeDocument/2006/relationships/image" Target="../media/image102.wmf"/><Relationship Id="rId18" Type="http://schemas.openxmlformats.org/officeDocument/2006/relationships/oleObject" Target="../embeddings/oleObject112.bin"/><Relationship Id="rId26" Type="http://schemas.openxmlformats.org/officeDocument/2006/relationships/oleObject" Target="../embeddings/oleObject116.bin"/><Relationship Id="rId3" Type="http://schemas.openxmlformats.org/officeDocument/2006/relationships/notesSlide" Target="../notesSlides/notesSlide10.xml"/><Relationship Id="rId21" Type="http://schemas.openxmlformats.org/officeDocument/2006/relationships/image" Target="../media/image106.wmf"/><Relationship Id="rId34" Type="http://schemas.openxmlformats.org/officeDocument/2006/relationships/oleObject" Target="../embeddings/oleObject120.bin"/><Relationship Id="rId7" Type="http://schemas.openxmlformats.org/officeDocument/2006/relationships/image" Target="../media/image99.wmf"/><Relationship Id="rId12" Type="http://schemas.openxmlformats.org/officeDocument/2006/relationships/oleObject" Target="../embeddings/oleObject109.bin"/><Relationship Id="rId17" Type="http://schemas.openxmlformats.org/officeDocument/2006/relationships/image" Target="../media/image104.wmf"/><Relationship Id="rId25" Type="http://schemas.openxmlformats.org/officeDocument/2006/relationships/image" Target="../media/image108.wmf"/><Relationship Id="rId33" Type="http://schemas.openxmlformats.org/officeDocument/2006/relationships/image" Target="../media/image112.wmf"/><Relationship Id="rId2" Type="http://schemas.openxmlformats.org/officeDocument/2006/relationships/slideLayout" Target="../slideLayouts/slideLayout7.xml"/><Relationship Id="rId16" Type="http://schemas.openxmlformats.org/officeDocument/2006/relationships/oleObject" Target="../embeddings/oleObject111.bin"/><Relationship Id="rId20" Type="http://schemas.openxmlformats.org/officeDocument/2006/relationships/oleObject" Target="../embeddings/oleObject113.bin"/><Relationship Id="rId29" Type="http://schemas.openxmlformats.org/officeDocument/2006/relationships/image" Target="../media/image110.wmf"/><Relationship Id="rId1" Type="http://schemas.openxmlformats.org/officeDocument/2006/relationships/vmlDrawing" Target="../drawings/vmlDrawing12.vml"/><Relationship Id="rId6" Type="http://schemas.openxmlformats.org/officeDocument/2006/relationships/oleObject" Target="../embeddings/oleObject106.bin"/><Relationship Id="rId11" Type="http://schemas.openxmlformats.org/officeDocument/2006/relationships/image" Target="../media/image101.wmf"/><Relationship Id="rId24" Type="http://schemas.openxmlformats.org/officeDocument/2006/relationships/oleObject" Target="../embeddings/oleObject115.bin"/><Relationship Id="rId32" Type="http://schemas.openxmlformats.org/officeDocument/2006/relationships/oleObject" Target="../embeddings/oleObject119.bin"/><Relationship Id="rId5" Type="http://schemas.openxmlformats.org/officeDocument/2006/relationships/image" Target="../media/image98.wmf"/><Relationship Id="rId15" Type="http://schemas.openxmlformats.org/officeDocument/2006/relationships/image" Target="../media/image103.wmf"/><Relationship Id="rId23" Type="http://schemas.openxmlformats.org/officeDocument/2006/relationships/image" Target="../media/image107.wmf"/><Relationship Id="rId28" Type="http://schemas.openxmlformats.org/officeDocument/2006/relationships/oleObject" Target="../embeddings/oleObject117.bin"/><Relationship Id="rId10" Type="http://schemas.openxmlformats.org/officeDocument/2006/relationships/oleObject" Target="../embeddings/oleObject108.bin"/><Relationship Id="rId19" Type="http://schemas.openxmlformats.org/officeDocument/2006/relationships/image" Target="../media/image105.wmf"/><Relationship Id="rId31" Type="http://schemas.openxmlformats.org/officeDocument/2006/relationships/image" Target="../media/image111.wmf"/><Relationship Id="rId4" Type="http://schemas.openxmlformats.org/officeDocument/2006/relationships/oleObject" Target="../embeddings/oleObject105.bin"/><Relationship Id="rId9" Type="http://schemas.openxmlformats.org/officeDocument/2006/relationships/image" Target="../media/image100.wmf"/><Relationship Id="rId14" Type="http://schemas.openxmlformats.org/officeDocument/2006/relationships/oleObject" Target="../embeddings/oleObject110.bin"/><Relationship Id="rId22" Type="http://schemas.openxmlformats.org/officeDocument/2006/relationships/oleObject" Target="../embeddings/oleObject114.bin"/><Relationship Id="rId27" Type="http://schemas.openxmlformats.org/officeDocument/2006/relationships/image" Target="../media/image109.wmf"/><Relationship Id="rId30" Type="http://schemas.openxmlformats.org/officeDocument/2006/relationships/oleObject" Target="../embeddings/oleObject118.bin"/><Relationship Id="rId35" Type="http://schemas.openxmlformats.org/officeDocument/2006/relationships/image" Target="../media/image113.wmf"/><Relationship Id="rId8" Type="http://schemas.openxmlformats.org/officeDocument/2006/relationships/oleObject" Target="../embeddings/oleObject107.bin"/></Relationships>
</file>

<file path=ppt/slides/_rels/slide16.xml.rels><?xml version="1.0" encoding="UTF-8" standalone="yes"?>
<Relationships xmlns="http://schemas.openxmlformats.org/package/2006/relationships"><Relationship Id="rId13" Type="http://schemas.openxmlformats.org/officeDocument/2006/relationships/image" Target="../media/image115.wmf"/><Relationship Id="rId18" Type="http://schemas.openxmlformats.org/officeDocument/2006/relationships/oleObject" Target="../embeddings/oleObject128.bin"/><Relationship Id="rId26" Type="http://schemas.openxmlformats.org/officeDocument/2006/relationships/oleObject" Target="../embeddings/oleObject133.bin"/><Relationship Id="rId39" Type="http://schemas.openxmlformats.org/officeDocument/2006/relationships/image" Target="../media/image127.wmf"/><Relationship Id="rId21" Type="http://schemas.openxmlformats.org/officeDocument/2006/relationships/image" Target="../media/image118.wmf"/><Relationship Id="rId34" Type="http://schemas.openxmlformats.org/officeDocument/2006/relationships/oleObject" Target="../embeddings/oleObject137.bin"/><Relationship Id="rId42" Type="http://schemas.openxmlformats.org/officeDocument/2006/relationships/oleObject" Target="../embeddings/oleObject141.bin"/><Relationship Id="rId7" Type="http://schemas.openxmlformats.org/officeDocument/2006/relationships/image" Target="../media/image109.wmf"/><Relationship Id="rId2" Type="http://schemas.openxmlformats.org/officeDocument/2006/relationships/slideLayout" Target="../slideLayouts/slideLayout7.xml"/><Relationship Id="rId16" Type="http://schemas.openxmlformats.org/officeDocument/2006/relationships/oleObject" Target="../embeddings/oleObject127.bin"/><Relationship Id="rId29" Type="http://schemas.openxmlformats.org/officeDocument/2006/relationships/image" Target="../media/image122.wmf"/><Relationship Id="rId1" Type="http://schemas.openxmlformats.org/officeDocument/2006/relationships/vmlDrawing" Target="../drawings/vmlDrawing13.vml"/><Relationship Id="rId6" Type="http://schemas.openxmlformats.org/officeDocument/2006/relationships/oleObject" Target="../embeddings/oleObject122.bin"/><Relationship Id="rId11" Type="http://schemas.openxmlformats.org/officeDocument/2006/relationships/image" Target="../media/image111.wmf"/><Relationship Id="rId24" Type="http://schemas.openxmlformats.org/officeDocument/2006/relationships/oleObject" Target="../embeddings/oleObject132.bin"/><Relationship Id="rId32" Type="http://schemas.openxmlformats.org/officeDocument/2006/relationships/oleObject" Target="../embeddings/oleObject136.bin"/><Relationship Id="rId37" Type="http://schemas.openxmlformats.org/officeDocument/2006/relationships/image" Target="../media/image126.wmf"/><Relationship Id="rId40" Type="http://schemas.openxmlformats.org/officeDocument/2006/relationships/oleObject" Target="../embeddings/oleObject140.bin"/><Relationship Id="rId45" Type="http://schemas.openxmlformats.org/officeDocument/2006/relationships/image" Target="../media/image130.wmf"/><Relationship Id="rId5" Type="http://schemas.openxmlformats.org/officeDocument/2006/relationships/image" Target="../media/image114.wmf"/><Relationship Id="rId15" Type="http://schemas.openxmlformats.org/officeDocument/2006/relationships/image" Target="../media/image116.wmf"/><Relationship Id="rId23" Type="http://schemas.openxmlformats.org/officeDocument/2006/relationships/image" Target="../media/image119.wmf"/><Relationship Id="rId28" Type="http://schemas.openxmlformats.org/officeDocument/2006/relationships/oleObject" Target="../embeddings/oleObject134.bin"/><Relationship Id="rId36" Type="http://schemas.openxmlformats.org/officeDocument/2006/relationships/oleObject" Target="../embeddings/oleObject138.bin"/><Relationship Id="rId10" Type="http://schemas.openxmlformats.org/officeDocument/2006/relationships/oleObject" Target="../embeddings/oleObject124.bin"/><Relationship Id="rId19" Type="http://schemas.openxmlformats.org/officeDocument/2006/relationships/oleObject" Target="../embeddings/oleObject129.bin"/><Relationship Id="rId31" Type="http://schemas.openxmlformats.org/officeDocument/2006/relationships/image" Target="../media/image123.wmf"/><Relationship Id="rId44" Type="http://schemas.openxmlformats.org/officeDocument/2006/relationships/oleObject" Target="../embeddings/oleObject142.bin"/><Relationship Id="rId4" Type="http://schemas.openxmlformats.org/officeDocument/2006/relationships/oleObject" Target="../embeddings/oleObject121.bin"/><Relationship Id="rId9" Type="http://schemas.openxmlformats.org/officeDocument/2006/relationships/image" Target="../media/image110.wmf"/><Relationship Id="rId14" Type="http://schemas.openxmlformats.org/officeDocument/2006/relationships/oleObject" Target="../embeddings/oleObject126.bin"/><Relationship Id="rId22" Type="http://schemas.openxmlformats.org/officeDocument/2006/relationships/oleObject" Target="../embeddings/oleObject131.bin"/><Relationship Id="rId27" Type="http://schemas.openxmlformats.org/officeDocument/2006/relationships/image" Target="../media/image121.wmf"/><Relationship Id="rId30" Type="http://schemas.openxmlformats.org/officeDocument/2006/relationships/oleObject" Target="../embeddings/oleObject135.bin"/><Relationship Id="rId35" Type="http://schemas.openxmlformats.org/officeDocument/2006/relationships/image" Target="../media/image125.wmf"/><Relationship Id="rId43" Type="http://schemas.openxmlformats.org/officeDocument/2006/relationships/image" Target="../media/image129.wmf"/><Relationship Id="rId8" Type="http://schemas.openxmlformats.org/officeDocument/2006/relationships/oleObject" Target="../embeddings/oleObject123.bin"/><Relationship Id="rId3" Type="http://schemas.openxmlformats.org/officeDocument/2006/relationships/notesSlide" Target="../notesSlides/notesSlide11.xml"/><Relationship Id="rId12" Type="http://schemas.openxmlformats.org/officeDocument/2006/relationships/oleObject" Target="../embeddings/oleObject125.bin"/><Relationship Id="rId17" Type="http://schemas.openxmlformats.org/officeDocument/2006/relationships/image" Target="../media/image117.wmf"/><Relationship Id="rId25" Type="http://schemas.openxmlformats.org/officeDocument/2006/relationships/image" Target="../media/image120.wmf"/><Relationship Id="rId33" Type="http://schemas.openxmlformats.org/officeDocument/2006/relationships/image" Target="../media/image124.wmf"/><Relationship Id="rId38" Type="http://schemas.openxmlformats.org/officeDocument/2006/relationships/oleObject" Target="../embeddings/oleObject139.bin"/><Relationship Id="rId20" Type="http://schemas.openxmlformats.org/officeDocument/2006/relationships/oleObject" Target="../embeddings/oleObject130.bin"/><Relationship Id="rId41" Type="http://schemas.openxmlformats.org/officeDocument/2006/relationships/image" Target="../media/image128.wmf"/></Relationships>
</file>

<file path=ppt/slides/_rels/slide17.x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oleObject" Target="../embeddings/oleObject148.bin"/><Relationship Id="rId18" Type="http://schemas.openxmlformats.org/officeDocument/2006/relationships/image" Target="../media/image136.wmf"/><Relationship Id="rId3" Type="http://schemas.openxmlformats.org/officeDocument/2006/relationships/oleObject" Target="../embeddings/oleObject143.bin"/><Relationship Id="rId7" Type="http://schemas.openxmlformats.org/officeDocument/2006/relationships/oleObject" Target="../embeddings/oleObject145.bin"/><Relationship Id="rId12" Type="http://schemas.openxmlformats.org/officeDocument/2006/relationships/image" Target="../media/image135.wmf"/><Relationship Id="rId17" Type="http://schemas.openxmlformats.org/officeDocument/2006/relationships/oleObject" Target="../embeddings/oleObject150.bin"/><Relationship Id="rId2" Type="http://schemas.openxmlformats.org/officeDocument/2006/relationships/slideLayout" Target="../slideLayouts/slideLayout7.xml"/><Relationship Id="rId16" Type="http://schemas.openxmlformats.org/officeDocument/2006/relationships/image" Target="../media/image125.wmf"/><Relationship Id="rId1" Type="http://schemas.openxmlformats.org/officeDocument/2006/relationships/vmlDrawing" Target="../drawings/vmlDrawing14.vml"/><Relationship Id="rId6" Type="http://schemas.openxmlformats.org/officeDocument/2006/relationships/image" Target="../media/image132.wmf"/><Relationship Id="rId11" Type="http://schemas.openxmlformats.org/officeDocument/2006/relationships/oleObject" Target="../embeddings/oleObject147.bin"/><Relationship Id="rId5" Type="http://schemas.openxmlformats.org/officeDocument/2006/relationships/oleObject" Target="../embeddings/oleObject144.bin"/><Relationship Id="rId15" Type="http://schemas.openxmlformats.org/officeDocument/2006/relationships/oleObject" Target="../embeddings/oleObject149.bin"/><Relationship Id="rId10" Type="http://schemas.openxmlformats.org/officeDocument/2006/relationships/image" Target="../media/image134.wmf"/><Relationship Id="rId4" Type="http://schemas.openxmlformats.org/officeDocument/2006/relationships/image" Target="../media/image131.wmf"/><Relationship Id="rId9" Type="http://schemas.openxmlformats.org/officeDocument/2006/relationships/oleObject" Target="../embeddings/oleObject146.bin"/><Relationship Id="rId14" Type="http://schemas.openxmlformats.org/officeDocument/2006/relationships/image" Target="../media/image119.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53.bin"/><Relationship Id="rId13" Type="http://schemas.openxmlformats.org/officeDocument/2006/relationships/image" Target="../media/image141.wmf"/><Relationship Id="rId18" Type="http://schemas.openxmlformats.org/officeDocument/2006/relationships/oleObject" Target="../embeddings/oleObject158.bin"/><Relationship Id="rId3" Type="http://schemas.openxmlformats.org/officeDocument/2006/relationships/notesSlide" Target="../notesSlides/notesSlide12.xml"/><Relationship Id="rId21" Type="http://schemas.openxmlformats.org/officeDocument/2006/relationships/image" Target="../media/image145.wmf"/><Relationship Id="rId7" Type="http://schemas.openxmlformats.org/officeDocument/2006/relationships/image" Target="../media/image138.wmf"/><Relationship Id="rId12" Type="http://schemas.openxmlformats.org/officeDocument/2006/relationships/oleObject" Target="../embeddings/oleObject155.bin"/><Relationship Id="rId17" Type="http://schemas.openxmlformats.org/officeDocument/2006/relationships/image" Target="../media/image143.wmf"/><Relationship Id="rId2" Type="http://schemas.openxmlformats.org/officeDocument/2006/relationships/slideLayout" Target="../slideLayouts/slideLayout7.xml"/><Relationship Id="rId16" Type="http://schemas.openxmlformats.org/officeDocument/2006/relationships/oleObject" Target="../embeddings/oleObject157.bin"/><Relationship Id="rId20" Type="http://schemas.openxmlformats.org/officeDocument/2006/relationships/oleObject" Target="../embeddings/oleObject159.bin"/><Relationship Id="rId1" Type="http://schemas.openxmlformats.org/officeDocument/2006/relationships/vmlDrawing" Target="../drawings/vmlDrawing15.vml"/><Relationship Id="rId6" Type="http://schemas.openxmlformats.org/officeDocument/2006/relationships/oleObject" Target="../embeddings/oleObject152.bin"/><Relationship Id="rId11" Type="http://schemas.openxmlformats.org/officeDocument/2006/relationships/image" Target="../media/image140.wmf"/><Relationship Id="rId5" Type="http://schemas.openxmlformats.org/officeDocument/2006/relationships/image" Target="../media/image137.wmf"/><Relationship Id="rId15" Type="http://schemas.openxmlformats.org/officeDocument/2006/relationships/image" Target="../media/image142.wmf"/><Relationship Id="rId10" Type="http://schemas.openxmlformats.org/officeDocument/2006/relationships/oleObject" Target="../embeddings/oleObject154.bin"/><Relationship Id="rId19" Type="http://schemas.openxmlformats.org/officeDocument/2006/relationships/image" Target="../media/image144.wmf"/><Relationship Id="rId4" Type="http://schemas.openxmlformats.org/officeDocument/2006/relationships/oleObject" Target="../embeddings/oleObject151.bin"/><Relationship Id="rId9" Type="http://schemas.openxmlformats.org/officeDocument/2006/relationships/image" Target="../media/image139.wmf"/><Relationship Id="rId14" Type="http://schemas.openxmlformats.org/officeDocument/2006/relationships/oleObject" Target="../embeddings/oleObject156.bin"/></Relationships>
</file>

<file path=ppt/slides/_rels/slide19.xml.rels><?xml version="1.0" encoding="UTF-8" standalone="yes"?>
<Relationships xmlns="http://schemas.openxmlformats.org/package/2006/relationships"><Relationship Id="rId13" Type="http://schemas.openxmlformats.org/officeDocument/2006/relationships/image" Target="../media/image111.wmf"/><Relationship Id="rId18" Type="http://schemas.openxmlformats.org/officeDocument/2006/relationships/oleObject" Target="../embeddings/oleObject167.bin"/><Relationship Id="rId26" Type="http://schemas.openxmlformats.org/officeDocument/2006/relationships/image" Target="../media/image151.wmf"/><Relationship Id="rId3" Type="http://schemas.openxmlformats.org/officeDocument/2006/relationships/notesSlide" Target="../notesSlides/notesSlide13.xml"/><Relationship Id="rId21" Type="http://schemas.openxmlformats.org/officeDocument/2006/relationships/oleObject" Target="../embeddings/oleObject169.bin"/><Relationship Id="rId34" Type="http://schemas.openxmlformats.org/officeDocument/2006/relationships/oleObject" Target="../embeddings/oleObject177.bin"/><Relationship Id="rId7" Type="http://schemas.openxmlformats.org/officeDocument/2006/relationships/image" Target="../media/image147.wmf"/><Relationship Id="rId12" Type="http://schemas.openxmlformats.org/officeDocument/2006/relationships/oleObject" Target="../embeddings/oleObject164.bin"/><Relationship Id="rId17" Type="http://schemas.openxmlformats.org/officeDocument/2006/relationships/image" Target="../media/image116.wmf"/><Relationship Id="rId25" Type="http://schemas.openxmlformats.org/officeDocument/2006/relationships/oleObject" Target="../embeddings/oleObject171.bin"/><Relationship Id="rId33" Type="http://schemas.openxmlformats.org/officeDocument/2006/relationships/image" Target="../media/image153.wmf"/><Relationship Id="rId2" Type="http://schemas.openxmlformats.org/officeDocument/2006/relationships/slideLayout" Target="../slideLayouts/slideLayout7.xml"/><Relationship Id="rId16" Type="http://schemas.openxmlformats.org/officeDocument/2006/relationships/oleObject" Target="../embeddings/oleObject166.bin"/><Relationship Id="rId20" Type="http://schemas.openxmlformats.org/officeDocument/2006/relationships/oleObject" Target="../embeddings/oleObject168.bin"/><Relationship Id="rId29" Type="http://schemas.openxmlformats.org/officeDocument/2006/relationships/oleObject" Target="../embeddings/oleObject173.bin"/><Relationship Id="rId1" Type="http://schemas.openxmlformats.org/officeDocument/2006/relationships/vmlDrawing" Target="../drawings/vmlDrawing16.vml"/><Relationship Id="rId6" Type="http://schemas.openxmlformats.org/officeDocument/2006/relationships/oleObject" Target="../embeddings/oleObject161.bin"/><Relationship Id="rId11" Type="http://schemas.openxmlformats.org/officeDocument/2006/relationships/image" Target="../media/image110.wmf"/><Relationship Id="rId24" Type="http://schemas.openxmlformats.org/officeDocument/2006/relationships/image" Target="../media/image150.wmf"/><Relationship Id="rId32" Type="http://schemas.openxmlformats.org/officeDocument/2006/relationships/oleObject" Target="../embeddings/oleObject176.bin"/><Relationship Id="rId5" Type="http://schemas.openxmlformats.org/officeDocument/2006/relationships/image" Target="../media/image146.wmf"/><Relationship Id="rId15" Type="http://schemas.openxmlformats.org/officeDocument/2006/relationships/image" Target="../media/image148.wmf"/><Relationship Id="rId23" Type="http://schemas.openxmlformats.org/officeDocument/2006/relationships/oleObject" Target="../embeddings/oleObject170.bin"/><Relationship Id="rId28" Type="http://schemas.openxmlformats.org/officeDocument/2006/relationships/image" Target="../media/image152.wmf"/><Relationship Id="rId10" Type="http://schemas.openxmlformats.org/officeDocument/2006/relationships/oleObject" Target="../embeddings/oleObject163.bin"/><Relationship Id="rId19" Type="http://schemas.openxmlformats.org/officeDocument/2006/relationships/image" Target="../media/image117.wmf"/><Relationship Id="rId31" Type="http://schemas.openxmlformats.org/officeDocument/2006/relationships/oleObject" Target="../embeddings/oleObject175.bin"/><Relationship Id="rId4" Type="http://schemas.openxmlformats.org/officeDocument/2006/relationships/oleObject" Target="../embeddings/oleObject160.bin"/><Relationship Id="rId9" Type="http://schemas.openxmlformats.org/officeDocument/2006/relationships/image" Target="../media/image109.wmf"/><Relationship Id="rId14" Type="http://schemas.openxmlformats.org/officeDocument/2006/relationships/oleObject" Target="../embeddings/oleObject165.bin"/><Relationship Id="rId22" Type="http://schemas.openxmlformats.org/officeDocument/2006/relationships/image" Target="../media/image149.wmf"/><Relationship Id="rId27" Type="http://schemas.openxmlformats.org/officeDocument/2006/relationships/oleObject" Target="../embeddings/oleObject172.bin"/><Relationship Id="rId30" Type="http://schemas.openxmlformats.org/officeDocument/2006/relationships/oleObject" Target="../embeddings/oleObject174.bin"/><Relationship Id="rId35" Type="http://schemas.openxmlformats.org/officeDocument/2006/relationships/image" Target="../media/image154.wmf"/><Relationship Id="rId8" Type="http://schemas.openxmlformats.org/officeDocument/2006/relationships/oleObject" Target="../embeddings/oleObject162.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80.bin"/><Relationship Id="rId13" Type="http://schemas.openxmlformats.org/officeDocument/2006/relationships/image" Target="../media/image159.wmf"/><Relationship Id="rId18" Type="http://schemas.openxmlformats.org/officeDocument/2006/relationships/oleObject" Target="../embeddings/oleObject185.bin"/><Relationship Id="rId3" Type="http://schemas.openxmlformats.org/officeDocument/2006/relationships/notesSlide" Target="../notesSlides/notesSlide14.xml"/><Relationship Id="rId21" Type="http://schemas.openxmlformats.org/officeDocument/2006/relationships/image" Target="../media/image163.wmf"/><Relationship Id="rId7" Type="http://schemas.openxmlformats.org/officeDocument/2006/relationships/image" Target="../media/image156.emf"/><Relationship Id="rId12" Type="http://schemas.openxmlformats.org/officeDocument/2006/relationships/oleObject" Target="../embeddings/oleObject182.bin"/><Relationship Id="rId17" Type="http://schemas.openxmlformats.org/officeDocument/2006/relationships/image" Target="../media/image161.wmf"/><Relationship Id="rId2" Type="http://schemas.openxmlformats.org/officeDocument/2006/relationships/slideLayout" Target="../slideLayouts/slideLayout7.xml"/><Relationship Id="rId16" Type="http://schemas.openxmlformats.org/officeDocument/2006/relationships/oleObject" Target="../embeddings/oleObject184.bin"/><Relationship Id="rId20" Type="http://schemas.openxmlformats.org/officeDocument/2006/relationships/oleObject" Target="../embeddings/oleObject186.bin"/><Relationship Id="rId1" Type="http://schemas.openxmlformats.org/officeDocument/2006/relationships/vmlDrawing" Target="../drawings/vmlDrawing17.vml"/><Relationship Id="rId6" Type="http://schemas.openxmlformats.org/officeDocument/2006/relationships/oleObject" Target="../embeddings/oleObject179.bin"/><Relationship Id="rId11" Type="http://schemas.openxmlformats.org/officeDocument/2006/relationships/image" Target="../media/image158.emf"/><Relationship Id="rId5" Type="http://schemas.openxmlformats.org/officeDocument/2006/relationships/image" Target="../media/image155.emf"/><Relationship Id="rId15" Type="http://schemas.openxmlformats.org/officeDocument/2006/relationships/image" Target="../media/image160.wmf"/><Relationship Id="rId23" Type="http://schemas.openxmlformats.org/officeDocument/2006/relationships/image" Target="../media/image164.wmf"/><Relationship Id="rId10" Type="http://schemas.openxmlformats.org/officeDocument/2006/relationships/oleObject" Target="../embeddings/oleObject181.bin"/><Relationship Id="rId19" Type="http://schemas.openxmlformats.org/officeDocument/2006/relationships/image" Target="../media/image162.wmf"/><Relationship Id="rId4" Type="http://schemas.openxmlformats.org/officeDocument/2006/relationships/oleObject" Target="../embeddings/oleObject178.bin"/><Relationship Id="rId9" Type="http://schemas.openxmlformats.org/officeDocument/2006/relationships/image" Target="../media/image157.emf"/><Relationship Id="rId14" Type="http://schemas.openxmlformats.org/officeDocument/2006/relationships/oleObject" Target="../embeddings/oleObject183.bin"/><Relationship Id="rId22" Type="http://schemas.openxmlformats.org/officeDocument/2006/relationships/oleObject" Target="../embeddings/oleObject187.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90.bin"/><Relationship Id="rId13" Type="http://schemas.openxmlformats.org/officeDocument/2006/relationships/image" Target="../media/image169.wmf"/><Relationship Id="rId18" Type="http://schemas.openxmlformats.org/officeDocument/2006/relationships/oleObject" Target="../embeddings/oleObject195.bin"/><Relationship Id="rId3" Type="http://schemas.openxmlformats.org/officeDocument/2006/relationships/notesSlide" Target="../notesSlides/notesSlide15.xml"/><Relationship Id="rId21" Type="http://schemas.openxmlformats.org/officeDocument/2006/relationships/image" Target="../media/image173.wmf"/><Relationship Id="rId7" Type="http://schemas.openxmlformats.org/officeDocument/2006/relationships/image" Target="../media/image166.wmf"/><Relationship Id="rId12" Type="http://schemas.openxmlformats.org/officeDocument/2006/relationships/oleObject" Target="../embeddings/oleObject192.bin"/><Relationship Id="rId17" Type="http://schemas.openxmlformats.org/officeDocument/2006/relationships/image" Target="../media/image171.wmf"/><Relationship Id="rId2" Type="http://schemas.openxmlformats.org/officeDocument/2006/relationships/slideLayout" Target="../slideLayouts/slideLayout7.xml"/><Relationship Id="rId16" Type="http://schemas.openxmlformats.org/officeDocument/2006/relationships/oleObject" Target="../embeddings/oleObject194.bin"/><Relationship Id="rId20" Type="http://schemas.openxmlformats.org/officeDocument/2006/relationships/oleObject" Target="../embeddings/oleObject196.bin"/><Relationship Id="rId1" Type="http://schemas.openxmlformats.org/officeDocument/2006/relationships/vmlDrawing" Target="../drawings/vmlDrawing18.vml"/><Relationship Id="rId6" Type="http://schemas.openxmlformats.org/officeDocument/2006/relationships/oleObject" Target="../embeddings/oleObject189.bin"/><Relationship Id="rId11" Type="http://schemas.openxmlformats.org/officeDocument/2006/relationships/image" Target="../media/image168.wmf"/><Relationship Id="rId5" Type="http://schemas.openxmlformats.org/officeDocument/2006/relationships/image" Target="../media/image165.wmf"/><Relationship Id="rId15" Type="http://schemas.openxmlformats.org/officeDocument/2006/relationships/image" Target="../media/image170.wmf"/><Relationship Id="rId23" Type="http://schemas.openxmlformats.org/officeDocument/2006/relationships/image" Target="../media/image174.wmf"/><Relationship Id="rId10" Type="http://schemas.openxmlformats.org/officeDocument/2006/relationships/oleObject" Target="../embeddings/oleObject191.bin"/><Relationship Id="rId19" Type="http://schemas.openxmlformats.org/officeDocument/2006/relationships/image" Target="../media/image172.wmf"/><Relationship Id="rId4" Type="http://schemas.openxmlformats.org/officeDocument/2006/relationships/oleObject" Target="../embeddings/oleObject188.bin"/><Relationship Id="rId9" Type="http://schemas.openxmlformats.org/officeDocument/2006/relationships/image" Target="../media/image167.wmf"/><Relationship Id="rId14" Type="http://schemas.openxmlformats.org/officeDocument/2006/relationships/oleObject" Target="../embeddings/oleObject193.bin"/><Relationship Id="rId22" Type="http://schemas.openxmlformats.org/officeDocument/2006/relationships/oleObject" Target="../embeddings/oleObject197.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00.bin"/><Relationship Id="rId13" Type="http://schemas.openxmlformats.org/officeDocument/2006/relationships/image" Target="../media/image179.wmf"/><Relationship Id="rId3" Type="http://schemas.openxmlformats.org/officeDocument/2006/relationships/notesSlide" Target="../notesSlides/notesSlide17.xml"/><Relationship Id="rId7" Type="http://schemas.openxmlformats.org/officeDocument/2006/relationships/image" Target="../media/image176.wmf"/><Relationship Id="rId12" Type="http://schemas.openxmlformats.org/officeDocument/2006/relationships/oleObject" Target="../embeddings/oleObject202.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199.bin"/><Relationship Id="rId11" Type="http://schemas.openxmlformats.org/officeDocument/2006/relationships/image" Target="../media/image178.wmf"/><Relationship Id="rId5" Type="http://schemas.openxmlformats.org/officeDocument/2006/relationships/image" Target="../media/image175.wmf"/><Relationship Id="rId10" Type="http://schemas.openxmlformats.org/officeDocument/2006/relationships/oleObject" Target="../embeddings/oleObject201.bin"/><Relationship Id="rId4" Type="http://schemas.openxmlformats.org/officeDocument/2006/relationships/oleObject" Target="../embeddings/oleObject198.bin"/><Relationship Id="rId9" Type="http://schemas.openxmlformats.org/officeDocument/2006/relationships/image" Target="../media/image177.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05.bin"/><Relationship Id="rId13" Type="http://schemas.openxmlformats.org/officeDocument/2006/relationships/image" Target="../media/image184.wmf"/><Relationship Id="rId18" Type="http://schemas.openxmlformats.org/officeDocument/2006/relationships/oleObject" Target="../embeddings/oleObject210.bin"/><Relationship Id="rId3" Type="http://schemas.openxmlformats.org/officeDocument/2006/relationships/notesSlide" Target="../notesSlides/notesSlide18.xml"/><Relationship Id="rId21" Type="http://schemas.openxmlformats.org/officeDocument/2006/relationships/image" Target="../media/image188.wmf"/><Relationship Id="rId7" Type="http://schemas.openxmlformats.org/officeDocument/2006/relationships/image" Target="../media/image181.wmf"/><Relationship Id="rId12" Type="http://schemas.openxmlformats.org/officeDocument/2006/relationships/oleObject" Target="../embeddings/oleObject207.bin"/><Relationship Id="rId17" Type="http://schemas.openxmlformats.org/officeDocument/2006/relationships/image" Target="../media/image186.wmf"/><Relationship Id="rId2" Type="http://schemas.openxmlformats.org/officeDocument/2006/relationships/slideLayout" Target="../slideLayouts/slideLayout7.xml"/><Relationship Id="rId16" Type="http://schemas.openxmlformats.org/officeDocument/2006/relationships/oleObject" Target="../embeddings/oleObject209.bin"/><Relationship Id="rId20" Type="http://schemas.openxmlformats.org/officeDocument/2006/relationships/oleObject" Target="../embeddings/oleObject211.bin"/><Relationship Id="rId1" Type="http://schemas.openxmlformats.org/officeDocument/2006/relationships/vmlDrawing" Target="../drawings/vmlDrawing20.vml"/><Relationship Id="rId6" Type="http://schemas.openxmlformats.org/officeDocument/2006/relationships/oleObject" Target="../embeddings/oleObject204.bin"/><Relationship Id="rId11" Type="http://schemas.openxmlformats.org/officeDocument/2006/relationships/image" Target="../media/image183.wmf"/><Relationship Id="rId5" Type="http://schemas.openxmlformats.org/officeDocument/2006/relationships/image" Target="../media/image180.wmf"/><Relationship Id="rId15" Type="http://schemas.openxmlformats.org/officeDocument/2006/relationships/image" Target="../media/image185.wmf"/><Relationship Id="rId10" Type="http://schemas.openxmlformats.org/officeDocument/2006/relationships/oleObject" Target="../embeddings/oleObject206.bin"/><Relationship Id="rId19" Type="http://schemas.openxmlformats.org/officeDocument/2006/relationships/image" Target="../media/image187.wmf"/><Relationship Id="rId4" Type="http://schemas.openxmlformats.org/officeDocument/2006/relationships/oleObject" Target="../embeddings/oleObject203.bin"/><Relationship Id="rId9" Type="http://schemas.openxmlformats.org/officeDocument/2006/relationships/image" Target="../media/image182.wmf"/><Relationship Id="rId14" Type="http://schemas.openxmlformats.org/officeDocument/2006/relationships/oleObject" Target="../embeddings/oleObject208.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14.bin"/><Relationship Id="rId13" Type="http://schemas.openxmlformats.org/officeDocument/2006/relationships/image" Target="../media/image193.wmf"/><Relationship Id="rId18" Type="http://schemas.openxmlformats.org/officeDocument/2006/relationships/oleObject" Target="../embeddings/oleObject219.bin"/><Relationship Id="rId3" Type="http://schemas.openxmlformats.org/officeDocument/2006/relationships/notesSlide" Target="../notesSlides/notesSlide19.xml"/><Relationship Id="rId21" Type="http://schemas.openxmlformats.org/officeDocument/2006/relationships/image" Target="../media/image197.wmf"/><Relationship Id="rId7" Type="http://schemas.openxmlformats.org/officeDocument/2006/relationships/image" Target="../media/image190.wmf"/><Relationship Id="rId12" Type="http://schemas.openxmlformats.org/officeDocument/2006/relationships/oleObject" Target="../embeddings/oleObject216.bin"/><Relationship Id="rId17" Type="http://schemas.openxmlformats.org/officeDocument/2006/relationships/image" Target="../media/image195.wmf"/><Relationship Id="rId2" Type="http://schemas.openxmlformats.org/officeDocument/2006/relationships/slideLayout" Target="../slideLayouts/slideLayout7.xml"/><Relationship Id="rId16" Type="http://schemas.openxmlformats.org/officeDocument/2006/relationships/oleObject" Target="../embeddings/oleObject218.bin"/><Relationship Id="rId20" Type="http://schemas.openxmlformats.org/officeDocument/2006/relationships/oleObject" Target="../embeddings/oleObject220.bin"/><Relationship Id="rId1" Type="http://schemas.openxmlformats.org/officeDocument/2006/relationships/vmlDrawing" Target="../drawings/vmlDrawing21.vml"/><Relationship Id="rId6" Type="http://schemas.openxmlformats.org/officeDocument/2006/relationships/oleObject" Target="../embeddings/oleObject213.bin"/><Relationship Id="rId11" Type="http://schemas.openxmlformats.org/officeDocument/2006/relationships/image" Target="../media/image192.wmf"/><Relationship Id="rId5" Type="http://schemas.openxmlformats.org/officeDocument/2006/relationships/image" Target="../media/image189.wmf"/><Relationship Id="rId15" Type="http://schemas.openxmlformats.org/officeDocument/2006/relationships/image" Target="../media/image194.wmf"/><Relationship Id="rId23" Type="http://schemas.openxmlformats.org/officeDocument/2006/relationships/image" Target="../media/image198.wmf"/><Relationship Id="rId10" Type="http://schemas.openxmlformats.org/officeDocument/2006/relationships/oleObject" Target="../embeddings/oleObject215.bin"/><Relationship Id="rId19" Type="http://schemas.openxmlformats.org/officeDocument/2006/relationships/image" Target="../media/image196.wmf"/><Relationship Id="rId4" Type="http://schemas.openxmlformats.org/officeDocument/2006/relationships/oleObject" Target="../embeddings/oleObject212.bin"/><Relationship Id="rId9" Type="http://schemas.openxmlformats.org/officeDocument/2006/relationships/image" Target="../media/image191.wmf"/><Relationship Id="rId14" Type="http://schemas.openxmlformats.org/officeDocument/2006/relationships/oleObject" Target="../embeddings/oleObject217.bin"/><Relationship Id="rId22" Type="http://schemas.openxmlformats.org/officeDocument/2006/relationships/oleObject" Target="../embeddings/oleObject221.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24.bin"/><Relationship Id="rId13" Type="http://schemas.openxmlformats.org/officeDocument/2006/relationships/image" Target="../media/image189.wmf"/><Relationship Id="rId18" Type="http://schemas.openxmlformats.org/officeDocument/2006/relationships/oleObject" Target="../embeddings/oleObject229.bin"/><Relationship Id="rId3" Type="http://schemas.openxmlformats.org/officeDocument/2006/relationships/notesSlide" Target="../notesSlides/notesSlide20.xml"/><Relationship Id="rId21" Type="http://schemas.openxmlformats.org/officeDocument/2006/relationships/image" Target="../media/image206.wmf"/><Relationship Id="rId7" Type="http://schemas.openxmlformats.org/officeDocument/2006/relationships/image" Target="../media/image200.wmf"/><Relationship Id="rId12" Type="http://schemas.openxmlformats.org/officeDocument/2006/relationships/oleObject" Target="../embeddings/oleObject226.bin"/><Relationship Id="rId17" Type="http://schemas.openxmlformats.org/officeDocument/2006/relationships/image" Target="../media/image204.wmf"/><Relationship Id="rId25" Type="http://schemas.openxmlformats.org/officeDocument/2006/relationships/image" Target="../media/image208.wmf"/><Relationship Id="rId2" Type="http://schemas.openxmlformats.org/officeDocument/2006/relationships/slideLayout" Target="../slideLayouts/slideLayout7.xml"/><Relationship Id="rId16" Type="http://schemas.openxmlformats.org/officeDocument/2006/relationships/oleObject" Target="../embeddings/oleObject228.bin"/><Relationship Id="rId20" Type="http://schemas.openxmlformats.org/officeDocument/2006/relationships/oleObject" Target="../embeddings/oleObject230.bin"/><Relationship Id="rId1" Type="http://schemas.openxmlformats.org/officeDocument/2006/relationships/vmlDrawing" Target="../drawings/vmlDrawing22.vml"/><Relationship Id="rId6" Type="http://schemas.openxmlformats.org/officeDocument/2006/relationships/oleObject" Target="../embeddings/oleObject223.bin"/><Relationship Id="rId11" Type="http://schemas.openxmlformats.org/officeDocument/2006/relationships/image" Target="../media/image202.wmf"/><Relationship Id="rId24" Type="http://schemas.openxmlformats.org/officeDocument/2006/relationships/oleObject" Target="../embeddings/oleObject232.bin"/><Relationship Id="rId5" Type="http://schemas.openxmlformats.org/officeDocument/2006/relationships/image" Target="../media/image199.wmf"/><Relationship Id="rId15" Type="http://schemas.openxmlformats.org/officeDocument/2006/relationships/image" Target="../media/image203.wmf"/><Relationship Id="rId23" Type="http://schemas.openxmlformats.org/officeDocument/2006/relationships/image" Target="../media/image207.wmf"/><Relationship Id="rId10" Type="http://schemas.openxmlformats.org/officeDocument/2006/relationships/oleObject" Target="../embeddings/oleObject225.bin"/><Relationship Id="rId19" Type="http://schemas.openxmlformats.org/officeDocument/2006/relationships/image" Target="../media/image205.wmf"/><Relationship Id="rId4" Type="http://schemas.openxmlformats.org/officeDocument/2006/relationships/oleObject" Target="../embeddings/oleObject222.bin"/><Relationship Id="rId9" Type="http://schemas.openxmlformats.org/officeDocument/2006/relationships/image" Target="../media/image201.wmf"/><Relationship Id="rId14" Type="http://schemas.openxmlformats.org/officeDocument/2006/relationships/oleObject" Target="../embeddings/oleObject227.bin"/><Relationship Id="rId22" Type="http://schemas.openxmlformats.org/officeDocument/2006/relationships/oleObject" Target="../embeddings/oleObject231.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35.bin"/><Relationship Id="rId13" Type="http://schemas.openxmlformats.org/officeDocument/2006/relationships/image" Target="../media/image213.wmf"/><Relationship Id="rId18" Type="http://schemas.openxmlformats.org/officeDocument/2006/relationships/oleObject" Target="../embeddings/oleObject240.bin"/><Relationship Id="rId3" Type="http://schemas.openxmlformats.org/officeDocument/2006/relationships/notesSlide" Target="../notesSlides/notesSlide21.xml"/><Relationship Id="rId21" Type="http://schemas.openxmlformats.org/officeDocument/2006/relationships/image" Target="../media/image217.wmf"/><Relationship Id="rId7" Type="http://schemas.openxmlformats.org/officeDocument/2006/relationships/image" Target="../media/image210.wmf"/><Relationship Id="rId12" Type="http://schemas.openxmlformats.org/officeDocument/2006/relationships/oleObject" Target="../embeddings/oleObject237.bin"/><Relationship Id="rId17" Type="http://schemas.openxmlformats.org/officeDocument/2006/relationships/image" Target="../media/image215.wmf"/><Relationship Id="rId2" Type="http://schemas.openxmlformats.org/officeDocument/2006/relationships/slideLayout" Target="../slideLayouts/slideLayout7.xml"/><Relationship Id="rId16" Type="http://schemas.openxmlformats.org/officeDocument/2006/relationships/oleObject" Target="../embeddings/oleObject239.bin"/><Relationship Id="rId20" Type="http://schemas.openxmlformats.org/officeDocument/2006/relationships/oleObject" Target="../embeddings/oleObject241.bin"/><Relationship Id="rId1" Type="http://schemas.openxmlformats.org/officeDocument/2006/relationships/vmlDrawing" Target="../drawings/vmlDrawing23.vml"/><Relationship Id="rId6" Type="http://schemas.openxmlformats.org/officeDocument/2006/relationships/oleObject" Target="../embeddings/oleObject234.bin"/><Relationship Id="rId11" Type="http://schemas.openxmlformats.org/officeDocument/2006/relationships/image" Target="../media/image212.wmf"/><Relationship Id="rId5" Type="http://schemas.openxmlformats.org/officeDocument/2006/relationships/image" Target="../media/image209.wmf"/><Relationship Id="rId15" Type="http://schemas.openxmlformats.org/officeDocument/2006/relationships/image" Target="../media/image214.wmf"/><Relationship Id="rId10" Type="http://schemas.openxmlformats.org/officeDocument/2006/relationships/oleObject" Target="../embeddings/oleObject236.bin"/><Relationship Id="rId19" Type="http://schemas.openxmlformats.org/officeDocument/2006/relationships/image" Target="../media/image216.wmf"/><Relationship Id="rId4" Type="http://schemas.openxmlformats.org/officeDocument/2006/relationships/oleObject" Target="../embeddings/oleObject233.bin"/><Relationship Id="rId9" Type="http://schemas.openxmlformats.org/officeDocument/2006/relationships/image" Target="../media/image211.wmf"/><Relationship Id="rId14" Type="http://schemas.openxmlformats.org/officeDocument/2006/relationships/oleObject" Target="../embeddings/oleObject238.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44.bin"/><Relationship Id="rId13" Type="http://schemas.openxmlformats.org/officeDocument/2006/relationships/image" Target="../media/image222.wmf"/><Relationship Id="rId18" Type="http://schemas.openxmlformats.org/officeDocument/2006/relationships/oleObject" Target="../embeddings/oleObject249.bin"/><Relationship Id="rId3" Type="http://schemas.openxmlformats.org/officeDocument/2006/relationships/notesSlide" Target="../notesSlides/notesSlide22.xml"/><Relationship Id="rId21" Type="http://schemas.openxmlformats.org/officeDocument/2006/relationships/image" Target="../media/image226.wmf"/><Relationship Id="rId7" Type="http://schemas.openxmlformats.org/officeDocument/2006/relationships/image" Target="../media/image219.wmf"/><Relationship Id="rId12" Type="http://schemas.openxmlformats.org/officeDocument/2006/relationships/oleObject" Target="../embeddings/oleObject246.bin"/><Relationship Id="rId17" Type="http://schemas.openxmlformats.org/officeDocument/2006/relationships/image" Target="../media/image224.wmf"/><Relationship Id="rId25" Type="http://schemas.openxmlformats.org/officeDocument/2006/relationships/image" Target="../media/image228.wmf"/><Relationship Id="rId2" Type="http://schemas.openxmlformats.org/officeDocument/2006/relationships/slideLayout" Target="../slideLayouts/slideLayout7.xml"/><Relationship Id="rId16" Type="http://schemas.openxmlformats.org/officeDocument/2006/relationships/oleObject" Target="../embeddings/oleObject248.bin"/><Relationship Id="rId20" Type="http://schemas.openxmlformats.org/officeDocument/2006/relationships/oleObject" Target="../embeddings/oleObject250.bin"/><Relationship Id="rId1" Type="http://schemas.openxmlformats.org/officeDocument/2006/relationships/vmlDrawing" Target="../drawings/vmlDrawing24.vml"/><Relationship Id="rId6" Type="http://schemas.openxmlformats.org/officeDocument/2006/relationships/oleObject" Target="../embeddings/oleObject243.bin"/><Relationship Id="rId11" Type="http://schemas.openxmlformats.org/officeDocument/2006/relationships/image" Target="../media/image221.wmf"/><Relationship Id="rId24" Type="http://schemas.openxmlformats.org/officeDocument/2006/relationships/oleObject" Target="../embeddings/oleObject252.bin"/><Relationship Id="rId5" Type="http://schemas.openxmlformats.org/officeDocument/2006/relationships/image" Target="../media/image218.wmf"/><Relationship Id="rId15" Type="http://schemas.openxmlformats.org/officeDocument/2006/relationships/image" Target="../media/image223.wmf"/><Relationship Id="rId23" Type="http://schemas.openxmlformats.org/officeDocument/2006/relationships/image" Target="../media/image227.wmf"/><Relationship Id="rId10" Type="http://schemas.openxmlformats.org/officeDocument/2006/relationships/oleObject" Target="../embeddings/oleObject245.bin"/><Relationship Id="rId19" Type="http://schemas.openxmlformats.org/officeDocument/2006/relationships/image" Target="../media/image225.wmf"/><Relationship Id="rId4" Type="http://schemas.openxmlformats.org/officeDocument/2006/relationships/oleObject" Target="../embeddings/oleObject242.bin"/><Relationship Id="rId9" Type="http://schemas.openxmlformats.org/officeDocument/2006/relationships/image" Target="../media/image220.wmf"/><Relationship Id="rId14" Type="http://schemas.openxmlformats.org/officeDocument/2006/relationships/oleObject" Target="../embeddings/oleObject247.bin"/><Relationship Id="rId22" Type="http://schemas.openxmlformats.org/officeDocument/2006/relationships/oleObject" Target="../embeddings/oleObject251.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55.bin"/><Relationship Id="rId13" Type="http://schemas.openxmlformats.org/officeDocument/2006/relationships/image" Target="../media/image233.wmf"/><Relationship Id="rId18" Type="http://schemas.openxmlformats.org/officeDocument/2006/relationships/oleObject" Target="../embeddings/oleObject260.bin"/><Relationship Id="rId3" Type="http://schemas.openxmlformats.org/officeDocument/2006/relationships/notesSlide" Target="../notesSlides/notesSlide23.xml"/><Relationship Id="rId21" Type="http://schemas.openxmlformats.org/officeDocument/2006/relationships/image" Target="../media/image237.wmf"/><Relationship Id="rId7" Type="http://schemas.openxmlformats.org/officeDocument/2006/relationships/image" Target="../media/image230.wmf"/><Relationship Id="rId12" Type="http://schemas.openxmlformats.org/officeDocument/2006/relationships/oleObject" Target="../embeddings/oleObject257.bin"/><Relationship Id="rId17" Type="http://schemas.openxmlformats.org/officeDocument/2006/relationships/image" Target="../media/image235.wmf"/><Relationship Id="rId25" Type="http://schemas.openxmlformats.org/officeDocument/2006/relationships/image" Target="../media/image239.wmf"/><Relationship Id="rId2" Type="http://schemas.openxmlformats.org/officeDocument/2006/relationships/slideLayout" Target="../slideLayouts/slideLayout7.xml"/><Relationship Id="rId16" Type="http://schemas.openxmlformats.org/officeDocument/2006/relationships/oleObject" Target="../embeddings/oleObject259.bin"/><Relationship Id="rId20" Type="http://schemas.openxmlformats.org/officeDocument/2006/relationships/oleObject" Target="../embeddings/oleObject261.bin"/><Relationship Id="rId1" Type="http://schemas.openxmlformats.org/officeDocument/2006/relationships/vmlDrawing" Target="../drawings/vmlDrawing25.vml"/><Relationship Id="rId6" Type="http://schemas.openxmlformats.org/officeDocument/2006/relationships/oleObject" Target="../embeddings/oleObject254.bin"/><Relationship Id="rId11" Type="http://schemas.openxmlformats.org/officeDocument/2006/relationships/image" Target="../media/image232.wmf"/><Relationship Id="rId24" Type="http://schemas.openxmlformats.org/officeDocument/2006/relationships/oleObject" Target="../embeddings/oleObject263.bin"/><Relationship Id="rId5" Type="http://schemas.openxmlformats.org/officeDocument/2006/relationships/image" Target="../media/image229.wmf"/><Relationship Id="rId15" Type="http://schemas.openxmlformats.org/officeDocument/2006/relationships/image" Target="../media/image234.wmf"/><Relationship Id="rId23" Type="http://schemas.openxmlformats.org/officeDocument/2006/relationships/image" Target="../media/image238.wmf"/><Relationship Id="rId10" Type="http://schemas.openxmlformats.org/officeDocument/2006/relationships/oleObject" Target="../embeddings/oleObject256.bin"/><Relationship Id="rId19" Type="http://schemas.openxmlformats.org/officeDocument/2006/relationships/image" Target="../media/image236.wmf"/><Relationship Id="rId4" Type="http://schemas.openxmlformats.org/officeDocument/2006/relationships/oleObject" Target="../embeddings/oleObject253.bin"/><Relationship Id="rId9" Type="http://schemas.openxmlformats.org/officeDocument/2006/relationships/image" Target="../media/image231.wmf"/><Relationship Id="rId14" Type="http://schemas.openxmlformats.org/officeDocument/2006/relationships/oleObject" Target="../embeddings/oleObject258.bin"/><Relationship Id="rId22" Type="http://schemas.openxmlformats.org/officeDocument/2006/relationships/oleObject" Target="../embeddings/oleObject262.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242.wmf"/><Relationship Id="rId13" Type="http://schemas.openxmlformats.org/officeDocument/2006/relationships/oleObject" Target="../embeddings/oleObject269.bin"/><Relationship Id="rId3" Type="http://schemas.openxmlformats.org/officeDocument/2006/relationships/oleObject" Target="../embeddings/oleObject264.bin"/><Relationship Id="rId7" Type="http://schemas.openxmlformats.org/officeDocument/2006/relationships/oleObject" Target="../embeddings/oleObject266.bin"/><Relationship Id="rId12" Type="http://schemas.openxmlformats.org/officeDocument/2006/relationships/image" Target="../media/image244.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241.wmf"/><Relationship Id="rId11" Type="http://schemas.openxmlformats.org/officeDocument/2006/relationships/oleObject" Target="../embeddings/oleObject268.bin"/><Relationship Id="rId5" Type="http://schemas.openxmlformats.org/officeDocument/2006/relationships/oleObject" Target="../embeddings/oleObject265.bin"/><Relationship Id="rId10" Type="http://schemas.openxmlformats.org/officeDocument/2006/relationships/image" Target="../media/image243.wmf"/><Relationship Id="rId4" Type="http://schemas.openxmlformats.org/officeDocument/2006/relationships/image" Target="../media/image240.wmf"/><Relationship Id="rId9" Type="http://schemas.openxmlformats.org/officeDocument/2006/relationships/oleObject" Target="../embeddings/oleObject267.bin"/><Relationship Id="rId14" Type="http://schemas.openxmlformats.org/officeDocument/2006/relationships/image" Target="../media/image245.wmf"/></Relationships>
</file>

<file path=ppt/slides/_rels/slide32.xml.rels><?xml version="1.0" encoding="UTF-8" standalone="yes"?>
<Relationships xmlns="http://schemas.openxmlformats.org/package/2006/relationships"><Relationship Id="rId8" Type="http://schemas.openxmlformats.org/officeDocument/2006/relationships/image" Target="../media/image248.wmf"/><Relationship Id="rId13" Type="http://schemas.openxmlformats.org/officeDocument/2006/relationships/oleObject" Target="../embeddings/oleObject275.bin"/><Relationship Id="rId3" Type="http://schemas.openxmlformats.org/officeDocument/2006/relationships/oleObject" Target="../embeddings/oleObject270.bin"/><Relationship Id="rId7" Type="http://schemas.openxmlformats.org/officeDocument/2006/relationships/oleObject" Target="../embeddings/oleObject272.bin"/><Relationship Id="rId12" Type="http://schemas.openxmlformats.org/officeDocument/2006/relationships/image" Target="../media/image250.wmf"/><Relationship Id="rId2" Type="http://schemas.openxmlformats.org/officeDocument/2006/relationships/slideLayout" Target="../slideLayouts/slideLayout7.xml"/><Relationship Id="rId16" Type="http://schemas.openxmlformats.org/officeDocument/2006/relationships/image" Target="../media/image252.wmf"/><Relationship Id="rId1" Type="http://schemas.openxmlformats.org/officeDocument/2006/relationships/vmlDrawing" Target="../drawings/vmlDrawing27.vml"/><Relationship Id="rId6" Type="http://schemas.openxmlformats.org/officeDocument/2006/relationships/image" Target="../media/image247.wmf"/><Relationship Id="rId11" Type="http://schemas.openxmlformats.org/officeDocument/2006/relationships/oleObject" Target="../embeddings/oleObject274.bin"/><Relationship Id="rId5" Type="http://schemas.openxmlformats.org/officeDocument/2006/relationships/oleObject" Target="../embeddings/oleObject271.bin"/><Relationship Id="rId15" Type="http://schemas.openxmlformats.org/officeDocument/2006/relationships/oleObject" Target="../embeddings/oleObject276.bin"/><Relationship Id="rId10" Type="http://schemas.openxmlformats.org/officeDocument/2006/relationships/image" Target="../media/image249.wmf"/><Relationship Id="rId4" Type="http://schemas.openxmlformats.org/officeDocument/2006/relationships/image" Target="../media/image246.wmf"/><Relationship Id="rId9" Type="http://schemas.openxmlformats.org/officeDocument/2006/relationships/oleObject" Target="../embeddings/oleObject273.bin"/><Relationship Id="rId14" Type="http://schemas.openxmlformats.org/officeDocument/2006/relationships/image" Target="../media/image251.wmf"/></Relationships>
</file>

<file path=ppt/slides/_rels/slide33.xml.rels><?xml version="1.0" encoding="UTF-8" standalone="yes"?>
<Relationships xmlns="http://schemas.openxmlformats.org/package/2006/relationships"><Relationship Id="rId8" Type="http://schemas.openxmlformats.org/officeDocument/2006/relationships/image" Target="../media/image255.wmf"/><Relationship Id="rId3" Type="http://schemas.openxmlformats.org/officeDocument/2006/relationships/oleObject" Target="../embeddings/oleObject277.bin"/><Relationship Id="rId7" Type="http://schemas.openxmlformats.org/officeDocument/2006/relationships/oleObject" Target="../embeddings/oleObject279.bin"/><Relationship Id="rId12" Type="http://schemas.openxmlformats.org/officeDocument/2006/relationships/image" Target="../media/image257.w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254.wmf"/><Relationship Id="rId11" Type="http://schemas.openxmlformats.org/officeDocument/2006/relationships/oleObject" Target="../embeddings/oleObject281.bin"/><Relationship Id="rId5" Type="http://schemas.openxmlformats.org/officeDocument/2006/relationships/oleObject" Target="../embeddings/oleObject278.bin"/><Relationship Id="rId10" Type="http://schemas.openxmlformats.org/officeDocument/2006/relationships/image" Target="../media/image256.wmf"/><Relationship Id="rId4" Type="http://schemas.openxmlformats.org/officeDocument/2006/relationships/image" Target="../media/image253.wmf"/><Relationship Id="rId9" Type="http://schemas.openxmlformats.org/officeDocument/2006/relationships/oleObject" Target="../embeddings/oleObject280.bin"/></Relationships>
</file>

<file path=ppt/slides/_rels/slide34.xml.rels><?xml version="1.0" encoding="UTF-8" standalone="yes"?>
<Relationships xmlns="http://schemas.openxmlformats.org/package/2006/relationships"><Relationship Id="rId8" Type="http://schemas.openxmlformats.org/officeDocument/2006/relationships/image" Target="../media/image260.wmf"/><Relationship Id="rId3" Type="http://schemas.openxmlformats.org/officeDocument/2006/relationships/oleObject" Target="../embeddings/oleObject282.bin"/><Relationship Id="rId7" Type="http://schemas.openxmlformats.org/officeDocument/2006/relationships/oleObject" Target="../embeddings/oleObject284.bin"/><Relationship Id="rId12" Type="http://schemas.openxmlformats.org/officeDocument/2006/relationships/image" Target="../media/image262.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259.wmf"/><Relationship Id="rId11" Type="http://schemas.openxmlformats.org/officeDocument/2006/relationships/oleObject" Target="../embeddings/oleObject286.bin"/><Relationship Id="rId5" Type="http://schemas.openxmlformats.org/officeDocument/2006/relationships/oleObject" Target="../embeddings/oleObject283.bin"/><Relationship Id="rId10" Type="http://schemas.openxmlformats.org/officeDocument/2006/relationships/image" Target="../media/image261.wmf"/><Relationship Id="rId4" Type="http://schemas.openxmlformats.org/officeDocument/2006/relationships/image" Target="../media/image258.wmf"/><Relationship Id="rId9" Type="http://schemas.openxmlformats.org/officeDocument/2006/relationships/oleObject" Target="../embeddings/oleObject285.bin"/></Relationships>
</file>

<file path=ppt/slides/_rels/slide35.xml.rels><?xml version="1.0" encoding="UTF-8" standalone="yes"?>
<Relationships xmlns="http://schemas.openxmlformats.org/package/2006/relationships"><Relationship Id="rId8" Type="http://schemas.openxmlformats.org/officeDocument/2006/relationships/image" Target="../media/image265.wmf"/><Relationship Id="rId3" Type="http://schemas.openxmlformats.org/officeDocument/2006/relationships/oleObject" Target="../embeddings/oleObject287.bin"/><Relationship Id="rId7" Type="http://schemas.openxmlformats.org/officeDocument/2006/relationships/oleObject" Target="../embeddings/oleObject289.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264.wmf"/><Relationship Id="rId5" Type="http://schemas.openxmlformats.org/officeDocument/2006/relationships/oleObject" Target="../embeddings/oleObject288.bin"/><Relationship Id="rId10" Type="http://schemas.openxmlformats.org/officeDocument/2006/relationships/image" Target="../media/image266.wmf"/><Relationship Id="rId4" Type="http://schemas.openxmlformats.org/officeDocument/2006/relationships/image" Target="../media/image263.wmf"/><Relationship Id="rId9" Type="http://schemas.openxmlformats.org/officeDocument/2006/relationships/oleObject" Target="../embeddings/oleObject290.bin"/></Relationships>
</file>

<file path=ppt/slides/_rels/slide36.xml.rels><?xml version="1.0" encoding="UTF-8" standalone="yes"?>
<Relationships xmlns="http://schemas.openxmlformats.org/package/2006/relationships"><Relationship Id="rId8" Type="http://schemas.openxmlformats.org/officeDocument/2006/relationships/image" Target="../media/image269.wmf"/><Relationship Id="rId3" Type="http://schemas.openxmlformats.org/officeDocument/2006/relationships/oleObject" Target="../embeddings/oleObject291.bin"/><Relationship Id="rId7" Type="http://schemas.openxmlformats.org/officeDocument/2006/relationships/oleObject" Target="../embeddings/oleObject293.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268.wmf"/><Relationship Id="rId5" Type="http://schemas.openxmlformats.org/officeDocument/2006/relationships/oleObject" Target="../embeddings/oleObject292.bin"/><Relationship Id="rId4" Type="http://schemas.openxmlformats.org/officeDocument/2006/relationships/image" Target="../media/image267.wmf"/></Relationships>
</file>

<file path=ppt/slides/_rels/slide37.xml.rels><?xml version="1.0" encoding="UTF-8" standalone="yes"?>
<Relationships xmlns="http://schemas.openxmlformats.org/package/2006/relationships"><Relationship Id="rId8" Type="http://schemas.openxmlformats.org/officeDocument/2006/relationships/image" Target="../media/image272.wmf"/><Relationship Id="rId3" Type="http://schemas.openxmlformats.org/officeDocument/2006/relationships/oleObject" Target="../embeddings/oleObject294.bin"/><Relationship Id="rId7" Type="http://schemas.openxmlformats.org/officeDocument/2006/relationships/oleObject" Target="../embeddings/oleObject296.bin"/><Relationship Id="rId12" Type="http://schemas.openxmlformats.org/officeDocument/2006/relationships/image" Target="../media/image274.wmf"/><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271.wmf"/><Relationship Id="rId11" Type="http://schemas.openxmlformats.org/officeDocument/2006/relationships/oleObject" Target="../embeddings/oleObject298.bin"/><Relationship Id="rId5" Type="http://schemas.openxmlformats.org/officeDocument/2006/relationships/oleObject" Target="../embeddings/oleObject295.bin"/><Relationship Id="rId10" Type="http://schemas.openxmlformats.org/officeDocument/2006/relationships/image" Target="../media/image273.wmf"/><Relationship Id="rId4" Type="http://schemas.openxmlformats.org/officeDocument/2006/relationships/image" Target="../media/image270.wmf"/><Relationship Id="rId9" Type="http://schemas.openxmlformats.org/officeDocument/2006/relationships/oleObject" Target="../embeddings/oleObject297.bin"/></Relationships>
</file>

<file path=ppt/slides/_rels/slide38.xml.rels><?xml version="1.0" encoding="UTF-8" standalone="yes"?>
<Relationships xmlns="http://schemas.openxmlformats.org/package/2006/relationships"><Relationship Id="rId8" Type="http://schemas.openxmlformats.org/officeDocument/2006/relationships/image" Target="../media/image277.wmf"/><Relationship Id="rId3" Type="http://schemas.openxmlformats.org/officeDocument/2006/relationships/oleObject" Target="../embeddings/oleObject299.bin"/><Relationship Id="rId7" Type="http://schemas.openxmlformats.org/officeDocument/2006/relationships/oleObject" Target="../embeddings/oleObject301.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276.wmf"/><Relationship Id="rId5" Type="http://schemas.openxmlformats.org/officeDocument/2006/relationships/oleObject" Target="../embeddings/oleObject300.bin"/><Relationship Id="rId4" Type="http://schemas.openxmlformats.org/officeDocument/2006/relationships/image" Target="../media/image275.wmf"/></Relationships>
</file>

<file path=ppt/slides/_rels/slide39.xml.rels><?xml version="1.0" encoding="UTF-8" standalone="yes"?>
<Relationships xmlns="http://schemas.openxmlformats.org/package/2006/relationships"><Relationship Id="rId8" Type="http://schemas.openxmlformats.org/officeDocument/2006/relationships/image" Target="../media/image280.wmf"/><Relationship Id="rId3" Type="http://schemas.openxmlformats.org/officeDocument/2006/relationships/oleObject" Target="../embeddings/oleObject302.bin"/><Relationship Id="rId7" Type="http://schemas.openxmlformats.org/officeDocument/2006/relationships/oleObject" Target="../embeddings/oleObject304.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279.wmf"/><Relationship Id="rId5" Type="http://schemas.openxmlformats.org/officeDocument/2006/relationships/oleObject" Target="../embeddings/oleObject303.bin"/><Relationship Id="rId10" Type="http://schemas.openxmlformats.org/officeDocument/2006/relationships/image" Target="../media/image281.wmf"/><Relationship Id="rId4" Type="http://schemas.openxmlformats.org/officeDocument/2006/relationships/image" Target="../media/image278.wmf"/><Relationship Id="rId9" Type="http://schemas.openxmlformats.org/officeDocument/2006/relationships/oleObject" Target="../embeddings/oleObject305.bin"/></Relationships>
</file>

<file path=ppt/slides/_rels/slide40.xml.rels><?xml version="1.0" encoding="UTF-8" standalone="yes"?>
<Relationships xmlns="http://schemas.openxmlformats.org/package/2006/relationships"><Relationship Id="rId8" Type="http://schemas.openxmlformats.org/officeDocument/2006/relationships/image" Target="../media/image284.wmf"/><Relationship Id="rId13" Type="http://schemas.openxmlformats.org/officeDocument/2006/relationships/oleObject" Target="../embeddings/oleObject311.bin"/><Relationship Id="rId18" Type="http://schemas.openxmlformats.org/officeDocument/2006/relationships/image" Target="../media/image289.wmf"/><Relationship Id="rId3" Type="http://schemas.openxmlformats.org/officeDocument/2006/relationships/oleObject" Target="../embeddings/oleObject306.bin"/><Relationship Id="rId21" Type="http://schemas.openxmlformats.org/officeDocument/2006/relationships/oleObject" Target="../embeddings/oleObject315.bin"/><Relationship Id="rId7" Type="http://schemas.openxmlformats.org/officeDocument/2006/relationships/oleObject" Target="../embeddings/oleObject308.bin"/><Relationship Id="rId12" Type="http://schemas.openxmlformats.org/officeDocument/2006/relationships/image" Target="../media/image286.wmf"/><Relationship Id="rId17" Type="http://schemas.openxmlformats.org/officeDocument/2006/relationships/oleObject" Target="../embeddings/oleObject313.bin"/><Relationship Id="rId2" Type="http://schemas.openxmlformats.org/officeDocument/2006/relationships/slideLayout" Target="../slideLayouts/slideLayout7.xml"/><Relationship Id="rId16" Type="http://schemas.openxmlformats.org/officeDocument/2006/relationships/image" Target="../media/image288.wmf"/><Relationship Id="rId20" Type="http://schemas.openxmlformats.org/officeDocument/2006/relationships/image" Target="../media/image290.wmf"/><Relationship Id="rId1" Type="http://schemas.openxmlformats.org/officeDocument/2006/relationships/vmlDrawing" Target="../drawings/vmlDrawing35.vml"/><Relationship Id="rId6" Type="http://schemas.openxmlformats.org/officeDocument/2006/relationships/image" Target="../media/image283.wmf"/><Relationship Id="rId11" Type="http://schemas.openxmlformats.org/officeDocument/2006/relationships/oleObject" Target="../embeddings/oleObject310.bin"/><Relationship Id="rId5" Type="http://schemas.openxmlformats.org/officeDocument/2006/relationships/oleObject" Target="../embeddings/oleObject307.bin"/><Relationship Id="rId15" Type="http://schemas.openxmlformats.org/officeDocument/2006/relationships/oleObject" Target="../embeddings/oleObject312.bin"/><Relationship Id="rId10" Type="http://schemas.openxmlformats.org/officeDocument/2006/relationships/image" Target="../media/image285.wmf"/><Relationship Id="rId19" Type="http://schemas.openxmlformats.org/officeDocument/2006/relationships/oleObject" Target="../embeddings/oleObject314.bin"/><Relationship Id="rId4" Type="http://schemas.openxmlformats.org/officeDocument/2006/relationships/image" Target="../media/image282.wmf"/><Relationship Id="rId9" Type="http://schemas.openxmlformats.org/officeDocument/2006/relationships/oleObject" Target="../embeddings/oleObject309.bin"/><Relationship Id="rId14" Type="http://schemas.openxmlformats.org/officeDocument/2006/relationships/image" Target="../media/image287.wmf"/><Relationship Id="rId22" Type="http://schemas.openxmlformats.org/officeDocument/2006/relationships/image" Target="../media/image291.wmf"/></Relationships>
</file>

<file path=ppt/slides/_rels/slide41.xml.rels><?xml version="1.0" encoding="UTF-8" standalone="yes"?>
<Relationships xmlns="http://schemas.openxmlformats.org/package/2006/relationships"><Relationship Id="rId8" Type="http://schemas.openxmlformats.org/officeDocument/2006/relationships/image" Target="../media/image294.wmf"/><Relationship Id="rId13" Type="http://schemas.openxmlformats.org/officeDocument/2006/relationships/oleObject" Target="../embeddings/oleObject321.bin"/><Relationship Id="rId3" Type="http://schemas.openxmlformats.org/officeDocument/2006/relationships/oleObject" Target="../embeddings/oleObject316.bin"/><Relationship Id="rId7" Type="http://schemas.openxmlformats.org/officeDocument/2006/relationships/oleObject" Target="../embeddings/oleObject318.bin"/><Relationship Id="rId12" Type="http://schemas.openxmlformats.org/officeDocument/2006/relationships/image" Target="../media/image296.wmf"/><Relationship Id="rId2" Type="http://schemas.openxmlformats.org/officeDocument/2006/relationships/slideLayout" Target="../slideLayouts/slideLayout7.xml"/><Relationship Id="rId16" Type="http://schemas.openxmlformats.org/officeDocument/2006/relationships/image" Target="../media/image298.wmf"/><Relationship Id="rId1" Type="http://schemas.openxmlformats.org/officeDocument/2006/relationships/vmlDrawing" Target="../drawings/vmlDrawing36.vml"/><Relationship Id="rId6" Type="http://schemas.openxmlformats.org/officeDocument/2006/relationships/image" Target="../media/image293.wmf"/><Relationship Id="rId11" Type="http://schemas.openxmlformats.org/officeDocument/2006/relationships/oleObject" Target="../embeddings/oleObject320.bin"/><Relationship Id="rId5" Type="http://schemas.openxmlformats.org/officeDocument/2006/relationships/oleObject" Target="../embeddings/oleObject317.bin"/><Relationship Id="rId15" Type="http://schemas.openxmlformats.org/officeDocument/2006/relationships/oleObject" Target="../embeddings/oleObject322.bin"/><Relationship Id="rId10" Type="http://schemas.openxmlformats.org/officeDocument/2006/relationships/image" Target="../media/image295.wmf"/><Relationship Id="rId4" Type="http://schemas.openxmlformats.org/officeDocument/2006/relationships/image" Target="../media/image292.wmf"/><Relationship Id="rId9" Type="http://schemas.openxmlformats.org/officeDocument/2006/relationships/oleObject" Target="../embeddings/oleObject319.bin"/><Relationship Id="rId14" Type="http://schemas.openxmlformats.org/officeDocument/2006/relationships/image" Target="../media/image297.wmf"/></Relationships>
</file>

<file path=ppt/slides/_rels/slide42.xml.rels><?xml version="1.0" encoding="UTF-8" standalone="yes"?>
<Relationships xmlns="http://schemas.openxmlformats.org/package/2006/relationships"><Relationship Id="rId8" Type="http://schemas.openxmlformats.org/officeDocument/2006/relationships/image" Target="../media/image300.wmf"/><Relationship Id="rId3" Type="http://schemas.openxmlformats.org/officeDocument/2006/relationships/oleObject" Target="../embeddings/oleObject323.bin"/><Relationship Id="rId7" Type="http://schemas.openxmlformats.org/officeDocument/2006/relationships/oleObject" Target="../embeddings/oleObject325.bin"/><Relationship Id="rId12" Type="http://schemas.openxmlformats.org/officeDocument/2006/relationships/image" Target="../media/image302.wmf"/><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299.wmf"/><Relationship Id="rId11" Type="http://schemas.openxmlformats.org/officeDocument/2006/relationships/oleObject" Target="../embeddings/oleObject327.bin"/><Relationship Id="rId5" Type="http://schemas.openxmlformats.org/officeDocument/2006/relationships/oleObject" Target="../embeddings/oleObject324.bin"/><Relationship Id="rId10" Type="http://schemas.openxmlformats.org/officeDocument/2006/relationships/image" Target="../media/image301.wmf"/><Relationship Id="rId4" Type="http://schemas.openxmlformats.org/officeDocument/2006/relationships/image" Target="../media/image298.wmf"/><Relationship Id="rId9" Type="http://schemas.openxmlformats.org/officeDocument/2006/relationships/oleObject" Target="../embeddings/oleObject326.bin"/></Relationships>
</file>

<file path=ppt/slides/_rels/slide43.xml.rels><?xml version="1.0" encoding="UTF-8" standalone="yes"?>
<Relationships xmlns="http://schemas.openxmlformats.org/package/2006/relationships"><Relationship Id="rId8" Type="http://schemas.openxmlformats.org/officeDocument/2006/relationships/image" Target="../media/image305.wmf"/><Relationship Id="rId13" Type="http://schemas.openxmlformats.org/officeDocument/2006/relationships/oleObject" Target="../embeddings/oleObject333.bin"/><Relationship Id="rId18" Type="http://schemas.openxmlformats.org/officeDocument/2006/relationships/image" Target="../media/image310.wmf"/><Relationship Id="rId3" Type="http://schemas.openxmlformats.org/officeDocument/2006/relationships/oleObject" Target="../embeddings/oleObject328.bin"/><Relationship Id="rId21" Type="http://schemas.openxmlformats.org/officeDocument/2006/relationships/oleObject" Target="../embeddings/oleObject337.bin"/><Relationship Id="rId7" Type="http://schemas.openxmlformats.org/officeDocument/2006/relationships/oleObject" Target="../embeddings/oleObject330.bin"/><Relationship Id="rId12" Type="http://schemas.openxmlformats.org/officeDocument/2006/relationships/image" Target="../media/image307.wmf"/><Relationship Id="rId17" Type="http://schemas.openxmlformats.org/officeDocument/2006/relationships/oleObject" Target="../embeddings/oleObject335.bin"/><Relationship Id="rId2" Type="http://schemas.openxmlformats.org/officeDocument/2006/relationships/slideLayout" Target="../slideLayouts/slideLayout7.xml"/><Relationship Id="rId16" Type="http://schemas.openxmlformats.org/officeDocument/2006/relationships/image" Target="../media/image309.wmf"/><Relationship Id="rId20" Type="http://schemas.openxmlformats.org/officeDocument/2006/relationships/image" Target="../media/image311.wmf"/><Relationship Id="rId1" Type="http://schemas.openxmlformats.org/officeDocument/2006/relationships/vmlDrawing" Target="../drawings/vmlDrawing38.vml"/><Relationship Id="rId6" Type="http://schemas.openxmlformats.org/officeDocument/2006/relationships/image" Target="../media/image304.wmf"/><Relationship Id="rId11" Type="http://schemas.openxmlformats.org/officeDocument/2006/relationships/oleObject" Target="../embeddings/oleObject332.bin"/><Relationship Id="rId5" Type="http://schemas.openxmlformats.org/officeDocument/2006/relationships/oleObject" Target="../embeddings/oleObject329.bin"/><Relationship Id="rId15" Type="http://schemas.openxmlformats.org/officeDocument/2006/relationships/oleObject" Target="../embeddings/oleObject334.bin"/><Relationship Id="rId10" Type="http://schemas.openxmlformats.org/officeDocument/2006/relationships/image" Target="../media/image306.wmf"/><Relationship Id="rId19" Type="http://schemas.openxmlformats.org/officeDocument/2006/relationships/oleObject" Target="../embeddings/oleObject336.bin"/><Relationship Id="rId4" Type="http://schemas.openxmlformats.org/officeDocument/2006/relationships/image" Target="../media/image303.wmf"/><Relationship Id="rId9" Type="http://schemas.openxmlformats.org/officeDocument/2006/relationships/oleObject" Target="../embeddings/oleObject331.bin"/><Relationship Id="rId14" Type="http://schemas.openxmlformats.org/officeDocument/2006/relationships/image" Target="../media/image308.wmf"/><Relationship Id="rId22" Type="http://schemas.openxmlformats.org/officeDocument/2006/relationships/image" Target="../media/image312.wmf"/></Relationships>
</file>

<file path=ppt/slides/_rels/slide44.xml.rels><?xml version="1.0" encoding="UTF-8" standalone="yes"?>
<Relationships xmlns="http://schemas.openxmlformats.org/package/2006/relationships"><Relationship Id="rId8" Type="http://schemas.openxmlformats.org/officeDocument/2006/relationships/image" Target="../media/image315.wmf"/><Relationship Id="rId13" Type="http://schemas.openxmlformats.org/officeDocument/2006/relationships/oleObject" Target="../embeddings/oleObject343.bin"/><Relationship Id="rId18" Type="http://schemas.openxmlformats.org/officeDocument/2006/relationships/image" Target="../media/image320.wmf"/><Relationship Id="rId3" Type="http://schemas.openxmlformats.org/officeDocument/2006/relationships/oleObject" Target="../embeddings/oleObject338.bin"/><Relationship Id="rId21" Type="http://schemas.openxmlformats.org/officeDocument/2006/relationships/oleObject" Target="../embeddings/oleObject347.bin"/><Relationship Id="rId7" Type="http://schemas.openxmlformats.org/officeDocument/2006/relationships/oleObject" Target="../embeddings/oleObject340.bin"/><Relationship Id="rId12" Type="http://schemas.openxmlformats.org/officeDocument/2006/relationships/image" Target="../media/image317.wmf"/><Relationship Id="rId17" Type="http://schemas.openxmlformats.org/officeDocument/2006/relationships/oleObject" Target="../embeddings/oleObject345.bin"/><Relationship Id="rId2" Type="http://schemas.openxmlformats.org/officeDocument/2006/relationships/slideLayout" Target="../slideLayouts/slideLayout7.xml"/><Relationship Id="rId16" Type="http://schemas.openxmlformats.org/officeDocument/2006/relationships/image" Target="../media/image319.wmf"/><Relationship Id="rId20" Type="http://schemas.openxmlformats.org/officeDocument/2006/relationships/image" Target="../media/image321.wmf"/><Relationship Id="rId1" Type="http://schemas.openxmlformats.org/officeDocument/2006/relationships/vmlDrawing" Target="../drawings/vmlDrawing39.vml"/><Relationship Id="rId6" Type="http://schemas.openxmlformats.org/officeDocument/2006/relationships/image" Target="../media/image314.wmf"/><Relationship Id="rId11" Type="http://schemas.openxmlformats.org/officeDocument/2006/relationships/oleObject" Target="../embeddings/oleObject342.bin"/><Relationship Id="rId5" Type="http://schemas.openxmlformats.org/officeDocument/2006/relationships/oleObject" Target="../embeddings/oleObject339.bin"/><Relationship Id="rId15" Type="http://schemas.openxmlformats.org/officeDocument/2006/relationships/oleObject" Target="../embeddings/oleObject344.bin"/><Relationship Id="rId23" Type="http://schemas.openxmlformats.org/officeDocument/2006/relationships/oleObject" Target="../embeddings/oleObject348.bin"/><Relationship Id="rId10" Type="http://schemas.openxmlformats.org/officeDocument/2006/relationships/image" Target="../media/image316.wmf"/><Relationship Id="rId19" Type="http://schemas.openxmlformats.org/officeDocument/2006/relationships/oleObject" Target="../embeddings/oleObject346.bin"/><Relationship Id="rId4" Type="http://schemas.openxmlformats.org/officeDocument/2006/relationships/image" Target="../media/image313.wmf"/><Relationship Id="rId9" Type="http://schemas.openxmlformats.org/officeDocument/2006/relationships/oleObject" Target="../embeddings/oleObject341.bin"/><Relationship Id="rId14" Type="http://schemas.openxmlformats.org/officeDocument/2006/relationships/image" Target="../media/image318.wmf"/><Relationship Id="rId22" Type="http://schemas.openxmlformats.org/officeDocument/2006/relationships/image" Target="../media/image322.wmf"/></Relationships>
</file>

<file path=ppt/slides/_rels/slide45.xml.rels><?xml version="1.0" encoding="UTF-8" standalone="yes"?>
<Relationships xmlns="http://schemas.openxmlformats.org/package/2006/relationships"><Relationship Id="rId8" Type="http://schemas.openxmlformats.org/officeDocument/2006/relationships/image" Target="../media/image325.wmf"/><Relationship Id="rId13" Type="http://schemas.openxmlformats.org/officeDocument/2006/relationships/oleObject" Target="../embeddings/oleObject354.bin"/><Relationship Id="rId3" Type="http://schemas.openxmlformats.org/officeDocument/2006/relationships/oleObject" Target="../embeddings/oleObject349.bin"/><Relationship Id="rId7" Type="http://schemas.openxmlformats.org/officeDocument/2006/relationships/oleObject" Target="../embeddings/oleObject351.bin"/><Relationship Id="rId12" Type="http://schemas.openxmlformats.org/officeDocument/2006/relationships/image" Target="../media/image326.wmf"/><Relationship Id="rId2" Type="http://schemas.openxmlformats.org/officeDocument/2006/relationships/slideLayout" Target="../slideLayouts/slideLayout7.xml"/><Relationship Id="rId16" Type="http://schemas.openxmlformats.org/officeDocument/2006/relationships/image" Target="../media/image327.wmf"/><Relationship Id="rId1" Type="http://schemas.openxmlformats.org/officeDocument/2006/relationships/vmlDrawing" Target="../drawings/vmlDrawing40.vml"/><Relationship Id="rId6" Type="http://schemas.openxmlformats.org/officeDocument/2006/relationships/image" Target="../media/image324.wmf"/><Relationship Id="rId11" Type="http://schemas.openxmlformats.org/officeDocument/2006/relationships/oleObject" Target="../embeddings/oleObject353.bin"/><Relationship Id="rId5" Type="http://schemas.openxmlformats.org/officeDocument/2006/relationships/oleObject" Target="../embeddings/oleObject350.bin"/><Relationship Id="rId15" Type="http://schemas.openxmlformats.org/officeDocument/2006/relationships/oleObject" Target="../embeddings/oleObject356.bin"/><Relationship Id="rId10" Type="http://schemas.openxmlformats.org/officeDocument/2006/relationships/image" Target="../media/image320.wmf"/><Relationship Id="rId4" Type="http://schemas.openxmlformats.org/officeDocument/2006/relationships/image" Target="../media/image323.wmf"/><Relationship Id="rId9" Type="http://schemas.openxmlformats.org/officeDocument/2006/relationships/oleObject" Target="../embeddings/oleObject352.bin"/><Relationship Id="rId14" Type="http://schemas.openxmlformats.org/officeDocument/2006/relationships/oleObject" Target="../embeddings/oleObject355.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EE06C5-82A4-437F-A1C4-017692F0671B}"/>
              </a:ext>
            </a:extLst>
          </p:cNvPr>
          <p:cNvSpPr txBox="1">
            <a:spLocks/>
          </p:cNvSpPr>
          <p:nvPr/>
        </p:nvSpPr>
        <p:spPr>
          <a:xfrm>
            <a:off x="827584" y="915566"/>
            <a:ext cx="7772400" cy="110172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b="1" dirty="0">
                <a:latin typeface="微软雅黑" panose="020B0503020204020204" charset="-122"/>
                <a:ea typeface="微软雅黑" panose="020B0503020204020204" charset="-122"/>
                <a:cs typeface="微软雅黑" panose="020B0503020204020204" charset="-122"/>
              </a:rPr>
              <a:t>第一章  函数与极限</a:t>
            </a:r>
          </a:p>
        </p:txBody>
      </p:sp>
      <p:sp>
        <p:nvSpPr>
          <p:cNvPr id="3" name="副标题 2">
            <a:extLst>
              <a:ext uri="{FF2B5EF4-FFF2-40B4-BE49-F238E27FC236}">
                <a16:creationId xmlns:a16="http://schemas.microsoft.com/office/drawing/2014/main" id="{27181301-8D0D-4BD7-8511-D5BFB36EB6C7}"/>
              </a:ext>
            </a:extLst>
          </p:cNvPr>
          <p:cNvSpPr txBox="1">
            <a:spLocks/>
          </p:cNvSpPr>
          <p:nvPr/>
        </p:nvSpPr>
        <p:spPr>
          <a:xfrm>
            <a:off x="1619672" y="2355726"/>
            <a:ext cx="6400800" cy="131445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第八节  连续函数的运算与初等函数的连续性</a:t>
            </a:r>
          </a:p>
        </p:txBody>
      </p:sp>
      <p:sp>
        <p:nvSpPr>
          <p:cNvPr id="4" name="Rectangle 2">
            <a:extLst>
              <a:ext uri="{FF2B5EF4-FFF2-40B4-BE49-F238E27FC236}">
                <a16:creationId xmlns:a16="http://schemas.microsoft.com/office/drawing/2014/main" id="{EC714003-B883-4946-9222-A42E1E2B9811}"/>
              </a:ext>
            </a:extLst>
          </p:cNvPr>
          <p:cNvSpPr txBox="1">
            <a:spLocks noChangeArrowheads="1"/>
          </p:cNvSpPr>
          <p:nvPr/>
        </p:nvSpPr>
        <p:spPr>
          <a:xfrm>
            <a:off x="2771800" y="3291830"/>
            <a:ext cx="5184576" cy="46047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000" b="1" dirty="0">
                <a:solidFill>
                  <a:srgbClr val="002060"/>
                </a:solidFill>
                <a:latin typeface="楷体" panose="02010609060101010101" pitchFamily="49" charset="-122"/>
                <a:ea typeface="楷体" panose="02010609060101010101" pitchFamily="49" charset="-122"/>
                <a:cs typeface="+mn-cs"/>
              </a:rPr>
              <a:t>数学与统计学院   郭晓峰</a:t>
            </a:r>
            <a:endParaRPr lang="en-US" altLang="zh-CN" sz="2000" b="1" dirty="0">
              <a:solidFill>
                <a:srgbClr val="00206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36090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809892" y="844340"/>
            <a:ext cx="1332865" cy="559769"/>
          </a:xfrm>
          <a:prstGeom prst="rect">
            <a:avLst/>
          </a:prstGeom>
          <a:noFill/>
        </p:spPr>
        <p:txBody>
          <a:bodyPr wrap="square" rtlCol="0">
            <a:spAutoFit/>
          </a:bodyPr>
          <a:lstStyle/>
          <a:p>
            <a:pPr>
              <a:lnSpc>
                <a:spcPct val="150000"/>
              </a:lnSpc>
            </a:pPr>
            <a:r>
              <a:rPr lang="zh-CN" altLang="en-US" sz="2400" b="1" dirty="0">
                <a:solidFill>
                  <a:srgbClr val="0064FF"/>
                </a:solidFill>
                <a:latin typeface="+mn-ea"/>
              </a:rPr>
              <a:t>定理</a:t>
            </a:r>
            <a:r>
              <a:rPr lang="en-US" altLang="zh-CN" sz="2400" b="1" dirty="0">
                <a:solidFill>
                  <a:srgbClr val="0064FF"/>
                </a:solidFill>
                <a:latin typeface="+mn-ea"/>
              </a:rPr>
              <a:t>1</a:t>
            </a:r>
          </a:p>
        </p:txBody>
      </p:sp>
      <p:sp>
        <p:nvSpPr>
          <p:cNvPr id="10" name="矩形 25">
            <a:extLst>
              <a:ext uri="{FF2B5EF4-FFF2-40B4-BE49-F238E27FC236}">
                <a16:creationId xmlns:a16="http://schemas.microsoft.com/office/drawing/2014/main" id="{58764C6C-8849-44EF-A0EC-FE84D7822B89}"/>
              </a:ext>
            </a:extLst>
          </p:cNvPr>
          <p:cNvSpPr>
            <a:spLocks noChangeArrowheads="1"/>
          </p:cNvSpPr>
          <p:nvPr/>
        </p:nvSpPr>
        <p:spPr bwMode="auto">
          <a:xfrm>
            <a:off x="899592" y="267494"/>
            <a:ext cx="66967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800" b="1" dirty="0">
                <a:latin typeface="微软雅黑" panose="020B0503020204020204" charset="-122"/>
                <a:ea typeface="微软雅黑" panose="020B0503020204020204" charset="-122"/>
              </a:rPr>
              <a:t>一、连续函数的和、差、积、商的连续性</a:t>
            </a:r>
          </a:p>
        </p:txBody>
      </p:sp>
      <p:grpSp>
        <p:nvGrpSpPr>
          <p:cNvPr id="2" name="组合 1">
            <a:extLst>
              <a:ext uri="{FF2B5EF4-FFF2-40B4-BE49-F238E27FC236}">
                <a16:creationId xmlns:a16="http://schemas.microsoft.com/office/drawing/2014/main" id="{98A3579C-A743-41CC-A198-A871984408E1}"/>
              </a:ext>
            </a:extLst>
          </p:cNvPr>
          <p:cNvGrpSpPr/>
          <p:nvPr/>
        </p:nvGrpSpPr>
        <p:grpSpPr>
          <a:xfrm>
            <a:off x="1619672" y="835140"/>
            <a:ext cx="4607843" cy="559769"/>
            <a:chOff x="1691680" y="1439787"/>
            <a:chExt cx="4607843" cy="559769"/>
          </a:xfrm>
        </p:grpSpPr>
        <p:sp>
          <p:nvSpPr>
            <p:cNvPr id="12" name="Text Box 2">
              <a:extLst>
                <a:ext uri="{FF2B5EF4-FFF2-40B4-BE49-F238E27FC236}">
                  <a16:creationId xmlns:a16="http://schemas.microsoft.com/office/drawing/2014/main" id="{38D34D3A-D106-4457-BA75-B9E3A248075F}"/>
                </a:ext>
              </a:extLst>
            </p:cNvPr>
            <p:cNvSpPr txBox="1">
              <a:spLocks noChangeArrowheads="1"/>
            </p:cNvSpPr>
            <p:nvPr/>
          </p:nvSpPr>
          <p:spPr bwMode="auto">
            <a:xfrm>
              <a:off x="1691680" y="1439787"/>
              <a:ext cx="4607843"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en-US" altLang="zh-CN" sz="2400" b="1" dirty="0">
                  <a:latin typeface="+mn-ea"/>
                  <a:ea typeface="+mn-ea"/>
                </a:rPr>
                <a:t> </a:t>
              </a:r>
              <a:r>
                <a:rPr kumimoji="1" lang="zh-CN" altLang="en-US" sz="2400" b="1" dirty="0">
                  <a:latin typeface="+mn-ea"/>
                  <a:ea typeface="+mn-ea"/>
                </a:rPr>
                <a:t>若         </a:t>
              </a:r>
              <a:r>
                <a:rPr kumimoji="1" lang="zh-CN" altLang="zh-CN" sz="2400" b="1" dirty="0">
                  <a:latin typeface="+mn-ea"/>
                  <a:ea typeface="+mn-ea"/>
                </a:rPr>
                <a:t>在点</a:t>
              </a:r>
              <a:r>
                <a:rPr kumimoji="1" lang="en-US" altLang="zh-CN" sz="2400" b="1" dirty="0">
                  <a:latin typeface="+mn-ea"/>
                  <a:ea typeface="+mn-ea"/>
                </a:rPr>
                <a:t>  </a:t>
              </a:r>
              <a:r>
                <a:rPr kumimoji="1" lang="zh-CN" altLang="en-US" sz="2400" b="1" dirty="0">
                  <a:latin typeface="+mn-ea"/>
                  <a:ea typeface="+mn-ea"/>
                </a:rPr>
                <a:t>处</a:t>
              </a:r>
              <a:r>
                <a:rPr kumimoji="1" lang="zh-CN" altLang="zh-CN" sz="2400" b="1" dirty="0">
                  <a:latin typeface="+mn-ea"/>
                  <a:ea typeface="+mn-ea"/>
                </a:rPr>
                <a:t>连续, 则</a:t>
              </a:r>
              <a:endParaRPr kumimoji="1" lang="zh-CN" altLang="en-US" sz="2400" b="1" dirty="0">
                <a:latin typeface="+mn-ea"/>
                <a:ea typeface="+mn-ea"/>
              </a:endParaRPr>
            </a:p>
          </p:txBody>
        </p:sp>
        <p:graphicFrame>
          <p:nvGraphicFramePr>
            <p:cNvPr id="22" name="Object 20">
              <a:extLst>
                <a:ext uri="{FF2B5EF4-FFF2-40B4-BE49-F238E27FC236}">
                  <a16:creationId xmlns:a16="http://schemas.microsoft.com/office/drawing/2014/main" id="{A48B8247-02D9-4764-B768-A86825B8FB84}"/>
                </a:ext>
              </a:extLst>
            </p:cNvPr>
            <p:cNvGraphicFramePr>
              <a:graphicFrameLocks noChangeAspect="1"/>
            </p:cNvGraphicFramePr>
            <p:nvPr>
              <p:extLst>
                <p:ext uri="{D42A27DB-BD31-4B8C-83A1-F6EECF244321}">
                  <p14:modId xmlns:p14="http://schemas.microsoft.com/office/powerpoint/2010/main" val="2767458305"/>
                </p:ext>
              </p:extLst>
            </p:nvPr>
          </p:nvGraphicFramePr>
          <p:xfrm>
            <a:off x="2260040" y="1615714"/>
            <a:ext cx="1295280" cy="342720"/>
          </p:xfrm>
          <a:graphic>
            <a:graphicData uri="http://schemas.openxmlformats.org/presentationml/2006/ole">
              <mc:AlternateContent xmlns:mc="http://schemas.openxmlformats.org/markup-compatibility/2006">
                <mc:Choice xmlns:v="urn:schemas-microsoft-com:vml" Requires="v">
                  <p:oleObj spid="_x0000_s149284" name="Equation" r:id="rId4" imgW="1295280" imgH="342720" progId="Equation.DSMT4">
                    <p:embed/>
                  </p:oleObj>
                </mc:Choice>
                <mc:Fallback>
                  <p:oleObj name="Equation" r:id="rId4" imgW="1295280" imgH="342720" progId="Equation.DSMT4">
                    <p:embed/>
                    <p:pic>
                      <p:nvPicPr>
                        <p:cNvPr id="0" name="Picture 138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0040" y="1615714"/>
                          <a:ext cx="1295280" cy="3427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0">
              <a:extLst>
                <a:ext uri="{FF2B5EF4-FFF2-40B4-BE49-F238E27FC236}">
                  <a16:creationId xmlns:a16="http://schemas.microsoft.com/office/drawing/2014/main" id="{C80E2D7E-D935-4BA1-B629-DE4B04C2DDCF}"/>
                </a:ext>
              </a:extLst>
            </p:cNvPr>
            <p:cNvGraphicFramePr>
              <a:graphicFrameLocks noChangeAspect="1"/>
            </p:cNvGraphicFramePr>
            <p:nvPr>
              <p:extLst>
                <p:ext uri="{D42A27DB-BD31-4B8C-83A1-F6EECF244321}">
                  <p14:modId xmlns:p14="http://schemas.microsoft.com/office/powerpoint/2010/main" val="502027122"/>
                </p:ext>
              </p:extLst>
            </p:nvPr>
          </p:nvGraphicFramePr>
          <p:xfrm>
            <a:off x="4232982" y="1571105"/>
            <a:ext cx="279400" cy="381000"/>
          </p:xfrm>
          <a:graphic>
            <a:graphicData uri="http://schemas.openxmlformats.org/presentationml/2006/ole">
              <mc:AlternateContent xmlns:mc="http://schemas.openxmlformats.org/markup-compatibility/2006">
                <mc:Choice xmlns:v="urn:schemas-microsoft-com:vml" Requires="v">
                  <p:oleObj spid="_x0000_s149285" name="Equation" r:id="rId6" imgW="279360" imgH="380880" progId="Equation.DSMT4">
                    <p:embed/>
                  </p:oleObj>
                </mc:Choice>
                <mc:Fallback>
                  <p:oleObj name="Equation" r:id="rId6" imgW="279360" imgH="380880" progId="Equation.DSMT4">
                    <p:embed/>
                    <p:pic>
                      <p:nvPicPr>
                        <p:cNvPr id="0" name="Picture 1383"/>
                        <p:cNvPicPr>
                          <a:picLocks noChangeAspect="1" noChangeArrowheads="1"/>
                        </p:cNvPicPr>
                        <p:nvPr/>
                      </p:nvPicPr>
                      <p:blipFill>
                        <a:blip r:embed="rId7"/>
                        <a:srcRect/>
                        <a:stretch>
                          <a:fillRect/>
                        </a:stretch>
                      </p:blipFill>
                      <p:spPr bwMode="auto">
                        <a:xfrm>
                          <a:off x="4232982" y="1571105"/>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组合 2">
            <a:extLst>
              <a:ext uri="{FF2B5EF4-FFF2-40B4-BE49-F238E27FC236}">
                <a16:creationId xmlns:a16="http://schemas.microsoft.com/office/drawing/2014/main" id="{AFFD8A0F-3932-4184-B251-088C8BE9E097}"/>
              </a:ext>
            </a:extLst>
          </p:cNvPr>
          <p:cNvGrpSpPr/>
          <p:nvPr/>
        </p:nvGrpSpPr>
        <p:grpSpPr>
          <a:xfrm>
            <a:off x="1115616" y="1505438"/>
            <a:ext cx="3970709" cy="559769"/>
            <a:chOff x="1187624" y="2250287"/>
            <a:chExt cx="3970709" cy="559769"/>
          </a:xfrm>
        </p:grpSpPr>
        <p:sp>
          <p:nvSpPr>
            <p:cNvPr id="13" name="Text Box 3">
              <a:extLst>
                <a:ext uri="{FF2B5EF4-FFF2-40B4-BE49-F238E27FC236}">
                  <a16:creationId xmlns:a16="http://schemas.microsoft.com/office/drawing/2014/main" id="{8D3601F4-4A0E-47B3-BB26-0BFC77AB28F9}"/>
                </a:ext>
              </a:extLst>
            </p:cNvPr>
            <p:cNvSpPr txBox="1">
              <a:spLocks noChangeArrowheads="1"/>
            </p:cNvSpPr>
            <p:nvPr/>
          </p:nvSpPr>
          <p:spPr bwMode="auto">
            <a:xfrm>
              <a:off x="1187624" y="2250287"/>
              <a:ext cx="3970709"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en-US" altLang="zh-CN" sz="2400" b="1" dirty="0">
                  <a:latin typeface="+mn-ea"/>
                  <a:ea typeface="+mn-ea"/>
                </a:rPr>
                <a:t>(1)           </a:t>
              </a:r>
              <a:r>
                <a:rPr kumimoji="1" lang="zh-CN" altLang="zh-CN" sz="2400" b="1" dirty="0">
                  <a:latin typeface="+mn-ea"/>
                  <a:ea typeface="+mn-ea"/>
                </a:rPr>
                <a:t>在</a:t>
              </a:r>
              <a:r>
                <a:rPr kumimoji="1" lang="en-US" altLang="zh-CN" sz="2400" b="1" dirty="0">
                  <a:latin typeface="+mn-ea"/>
                  <a:ea typeface="+mn-ea"/>
                </a:rPr>
                <a:t>  </a:t>
              </a:r>
              <a:r>
                <a:rPr kumimoji="1" lang="zh-CN" altLang="en-US" sz="2400" b="1" dirty="0">
                  <a:latin typeface="+mn-ea"/>
                  <a:ea typeface="+mn-ea"/>
                </a:rPr>
                <a:t>处</a:t>
              </a:r>
              <a:r>
                <a:rPr kumimoji="1" lang="zh-CN" altLang="zh-CN" sz="2400" b="1" dirty="0">
                  <a:latin typeface="+mn-ea"/>
                  <a:ea typeface="+mn-ea"/>
                </a:rPr>
                <a:t>连续</a:t>
              </a:r>
              <a:r>
                <a:rPr kumimoji="1" lang="zh-CN" altLang="en-US" sz="2400" b="1" dirty="0">
                  <a:latin typeface="+mn-ea"/>
                  <a:ea typeface="+mn-ea"/>
                </a:rPr>
                <a:t>；</a:t>
              </a:r>
              <a:r>
                <a:rPr kumimoji="1" lang="en-US" altLang="zh-CN" sz="2400" b="1" dirty="0">
                  <a:latin typeface="+mn-ea"/>
                  <a:ea typeface="+mn-ea"/>
                </a:rPr>
                <a:t> </a:t>
              </a:r>
            </a:p>
          </p:txBody>
        </p:sp>
        <p:graphicFrame>
          <p:nvGraphicFramePr>
            <p:cNvPr id="21"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2317010351"/>
                </p:ext>
              </p:extLst>
            </p:nvPr>
          </p:nvGraphicFramePr>
          <p:xfrm>
            <a:off x="1949450" y="2443596"/>
            <a:ext cx="1460160" cy="342720"/>
          </p:xfrm>
          <a:graphic>
            <a:graphicData uri="http://schemas.openxmlformats.org/presentationml/2006/ole">
              <mc:AlternateContent xmlns:mc="http://schemas.openxmlformats.org/markup-compatibility/2006">
                <mc:Choice xmlns:v="urn:schemas-microsoft-com:vml" Requires="v">
                  <p:oleObj spid="_x0000_s149286" name="Equation" r:id="rId8" imgW="1460160" imgH="342720" progId="Equation.DSMT4">
                    <p:embed/>
                  </p:oleObj>
                </mc:Choice>
                <mc:Fallback>
                  <p:oleObj name="Equation" r:id="rId8" imgW="1460160" imgH="342720" progId="Equation.DSMT4">
                    <p:embed/>
                    <p:pic>
                      <p:nvPicPr>
                        <p:cNvPr id="0" name="Picture 138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49450" y="2443596"/>
                          <a:ext cx="1460160" cy="3427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0">
              <a:extLst>
                <a:ext uri="{FF2B5EF4-FFF2-40B4-BE49-F238E27FC236}">
                  <a16:creationId xmlns:a16="http://schemas.microsoft.com/office/drawing/2014/main" id="{ACBB888C-69B7-4BA8-B4C4-75E0D73C5F5A}"/>
                </a:ext>
              </a:extLst>
            </p:cNvPr>
            <p:cNvGraphicFramePr>
              <a:graphicFrameLocks noChangeAspect="1"/>
            </p:cNvGraphicFramePr>
            <p:nvPr>
              <p:extLst>
                <p:ext uri="{D42A27DB-BD31-4B8C-83A1-F6EECF244321}">
                  <p14:modId xmlns:p14="http://schemas.microsoft.com/office/powerpoint/2010/main" val="476594847"/>
                </p:ext>
              </p:extLst>
            </p:nvPr>
          </p:nvGraphicFramePr>
          <p:xfrm>
            <a:off x="3779912" y="2378008"/>
            <a:ext cx="279400" cy="381000"/>
          </p:xfrm>
          <a:graphic>
            <a:graphicData uri="http://schemas.openxmlformats.org/presentationml/2006/ole">
              <mc:AlternateContent xmlns:mc="http://schemas.openxmlformats.org/markup-compatibility/2006">
                <mc:Choice xmlns:v="urn:schemas-microsoft-com:vml" Requires="v">
                  <p:oleObj spid="_x0000_s149287" name="Equation" r:id="rId10" imgW="279360" imgH="380880" progId="Equation.DSMT4">
                    <p:embed/>
                  </p:oleObj>
                </mc:Choice>
                <mc:Fallback>
                  <p:oleObj name="Equation" r:id="rId10" imgW="279360" imgH="380880" progId="Equation.DSMT4">
                    <p:embed/>
                    <p:pic>
                      <p:nvPicPr>
                        <p:cNvPr id="0" name="Picture 138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79912" y="2378008"/>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组合 3">
            <a:extLst>
              <a:ext uri="{FF2B5EF4-FFF2-40B4-BE49-F238E27FC236}">
                <a16:creationId xmlns:a16="http://schemas.microsoft.com/office/drawing/2014/main" id="{13600505-954B-4093-B0D6-B20D67E03B73}"/>
              </a:ext>
            </a:extLst>
          </p:cNvPr>
          <p:cNvGrpSpPr/>
          <p:nvPr/>
        </p:nvGrpSpPr>
        <p:grpSpPr>
          <a:xfrm>
            <a:off x="1115617" y="2097797"/>
            <a:ext cx="4032448" cy="559769"/>
            <a:chOff x="1187625" y="3046189"/>
            <a:chExt cx="4032448" cy="559769"/>
          </a:xfrm>
        </p:grpSpPr>
        <p:sp>
          <p:nvSpPr>
            <p:cNvPr id="25" name="Text Box 3">
              <a:extLst>
                <a:ext uri="{FF2B5EF4-FFF2-40B4-BE49-F238E27FC236}">
                  <a16:creationId xmlns:a16="http://schemas.microsoft.com/office/drawing/2014/main" id="{5C30AC80-AF11-4AA4-BE22-1B6B29D89046}"/>
                </a:ext>
              </a:extLst>
            </p:cNvPr>
            <p:cNvSpPr txBox="1">
              <a:spLocks noChangeArrowheads="1"/>
            </p:cNvSpPr>
            <p:nvPr/>
          </p:nvSpPr>
          <p:spPr bwMode="auto">
            <a:xfrm>
              <a:off x="1187625" y="3046189"/>
              <a:ext cx="4032448"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en-US" altLang="zh-CN" sz="2400" b="1" dirty="0">
                  <a:latin typeface="+mn-ea"/>
                  <a:ea typeface="+mn-ea"/>
                </a:rPr>
                <a:t>(2)           </a:t>
              </a:r>
              <a:r>
                <a:rPr kumimoji="1" lang="zh-CN" altLang="zh-CN" sz="2400" b="1" dirty="0">
                  <a:latin typeface="+mn-ea"/>
                  <a:ea typeface="+mn-ea"/>
                </a:rPr>
                <a:t>在</a:t>
              </a:r>
              <a:r>
                <a:rPr kumimoji="1" lang="en-US" altLang="zh-CN" sz="2400" b="1" dirty="0">
                  <a:latin typeface="+mn-ea"/>
                  <a:ea typeface="+mn-ea"/>
                </a:rPr>
                <a:t>  </a:t>
              </a:r>
              <a:r>
                <a:rPr kumimoji="1" lang="zh-CN" altLang="en-US" sz="2400" b="1" dirty="0">
                  <a:latin typeface="+mn-ea"/>
                  <a:ea typeface="+mn-ea"/>
                </a:rPr>
                <a:t>处</a:t>
              </a:r>
              <a:r>
                <a:rPr kumimoji="1" lang="zh-CN" altLang="zh-CN" sz="2400" b="1" dirty="0">
                  <a:latin typeface="+mn-ea"/>
                  <a:ea typeface="+mn-ea"/>
                </a:rPr>
                <a:t>连续</a:t>
              </a:r>
              <a:r>
                <a:rPr kumimoji="1" lang="zh-CN" altLang="en-US" sz="2400" b="1" dirty="0">
                  <a:latin typeface="+mn-ea"/>
                  <a:ea typeface="+mn-ea"/>
                </a:rPr>
                <a:t>；</a:t>
              </a:r>
              <a:r>
                <a:rPr kumimoji="1" lang="en-US" altLang="zh-CN" sz="2400" b="1" dirty="0">
                  <a:latin typeface="+mn-ea"/>
                  <a:ea typeface="+mn-ea"/>
                </a:rPr>
                <a:t> </a:t>
              </a:r>
            </a:p>
          </p:txBody>
        </p:sp>
        <p:graphicFrame>
          <p:nvGraphicFramePr>
            <p:cNvPr id="26" name="Object 20">
              <a:extLst>
                <a:ext uri="{FF2B5EF4-FFF2-40B4-BE49-F238E27FC236}">
                  <a16:creationId xmlns:a16="http://schemas.microsoft.com/office/drawing/2014/main" id="{953C30D5-149F-4495-89B2-A42A835B520D}"/>
                </a:ext>
              </a:extLst>
            </p:cNvPr>
            <p:cNvGraphicFramePr>
              <a:graphicFrameLocks noChangeAspect="1"/>
            </p:cNvGraphicFramePr>
            <p:nvPr>
              <p:extLst>
                <p:ext uri="{D42A27DB-BD31-4B8C-83A1-F6EECF244321}">
                  <p14:modId xmlns:p14="http://schemas.microsoft.com/office/powerpoint/2010/main" val="4213809425"/>
                </p:ext>
              </p:extLst>
            </p:nvPr>
          </p:nvGraphicFramePr>
          <p:xfrm>
            <a:off x="1949450" y="3207345"/>
            <a:ext cx="1333500" cy="342900"/>
          </p:xfrm>
          <a:graphic>
            <a:graphicData uri="http://schemas.openxmlformats.org/presentationml/2006/ole">
              <mc:AlternateContent xmlns:mc="http://schemas.openxmlformats.org/markup-compatibility/2006">
                <mc:Choice xmlns:v="urn:schemas-microsoft-com:vml" Requires="v">
                  <p:oleObj spid="_x0000_s149288" name="Equation" r:id="rId12" imgW="1333440" imgH="342720" progId="Equation.DSMT4">
                    <p:embed/>
                  </p:oleObj>
                </mc:Choice>
                <mc:Fallback>
                  <p:oleObj name="Equation" r:id="rId12" imgW="1333440" imgH="342720" progId="Equation.DSMT4">
                    <p:embed/>
                    <p:pic>
                      <p:nvPicPr>
                        <p:cNvPr id="0" name="Picture 138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49450" y="3207345"/>
                          <a:ext cx="13335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20">
              <a:extLst>
                <a:ext uri="{FF2B5EF4-FFF2-40B4-BE49-F238E27FC236}">
                  <a16:creationId xmlns:a16="http://schemas.microsoft.com/office/drawing/2014/main" id="{D36768FF-4CEB-463E-902F-E61840BB1C48}"/>
                </a:ext>
              </a:extLst>
            </p:cNvPr>
            <p:cNvGraphicFramePr>
              <a:graphicFrameLocks noChangeAspect="1"/>
            </p:cNvGraphicFramePr>
            <p:nvPr>
              <p:extLst>
                <p:ext uri="{D42A27DB-BD31-4B8C-83A1-F6EECF244321}">
                  <p14:modId xmlns:p14="http://schemas.microsoft.com/office/powerpoint/2010/main" val="1444132335"/>
                </p:ext>
              </p:extLst>
            </p:nvPr>
          </p:nvGraphicFramePr>
          <p:xfrm>
            <a:off x="3779912" y="3169245"/>
            <a:ext cx="279400" cy="381000"/>
          </p:xfrm>
          <a:graphic>
            <a:graphicData uri="http://schemas.openxmlformats.org/presentationml/2006/ole">
              <mc:AlternateContent xmlns:mc="http://schemas.openxmlformats.org/markup-compatibility/2006">
                <mc:Choice xmlns:v="urn:schemas-microsoft-com:vml" Requires="v">
                  <p:oleObj spid="_x0000_s149289" name="Equation" r:id="rId14" imgW="279360" imgH="380880" progId="Equation.DSMT4">
                    <p:embed/>
                  </p:oleObj>
                </mc:Choice>
                <mc:Fallback>
                  <p:oleObj name="Equation" r:id="rId14" imgW="279360" imgH="380880" progId="Equation.DSMT4">
                    <p:embed/>
                    <p:pic>
                      <p:nvPicPr>
                        <p:cNvPr id="0" name="Picture 138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79912" y="3169245"/>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组合 5">
            <a:extLst>
              <a:ext uri="{FF2B5EF4-FFF2-40B4-BE49-F238E27FC236}">
                <a16:creationId xmlns:a16="http://schemas.microsoft.com/office/drawing/2014/main" id="{3E58FA07-5846-4026-A279-BD75DECF4712}"/>
              </a:ext>
            </a:extLst>
          </p:cNvPr>
          <p:cNvGrpSpPr/>
          <p:nvPr/>
        </p:nvGrpSpPr>
        <p:grpSpPr>
          <a:xfrm>
            <a:off x="1115616" y="2797070"/>
            <a:ext cx="6048672" cy="787400"/>
            <a:chOff x="1187624" y="3776541"/>
            <a:chExt cx="6048672" cy="787400"/>
          </a:xfrm>
        </p:grpSpPr>
        <p:grpSp>
          <p:nvGrpSpPr>
            <p:cNvPr id="28" name="组合 27">
              <a:extLst>
                <a:ext uri="{FF2B5EF4-FFF2-40B4-BE49-F238E27FC236}">
                  <a16:creationId xmlns:a16="http://schemas.microsoft.com/office/drawing/2014/main" id="{907DBE8A-EB47-4DC5-9960-31CC2FE24133}"/>
                </a:ext>
              </a:extLst>
            </p:cNvPr>
            <p:cNvGrpSpPr/>
            <p:nvPr/>
          </p:nvGrpSpPr>
          <p:grpSpPr>
            <a:xfrm>
              <a:off x="1187624" y="3795886"/>
              <a:ext cx="6048672" cy="565919"/>
              <a:chOff x="1187625" y="3046189"/>
              <a:chExt cx="6048672" cy="565919"/>
            </a:xfrm>
          </p:grpSpPr>
          <p:sp>
            <p:nvSpPr>
              <p:cNvPr id="29" name="Text Box 3">
                <a:extLst>
                  <a:ext uri="{FF2B5EF4-FFF2-40B4-BE49-F238E27FC236}">
                    <a16:creationId xmlns:a16="http://schemas.microsoft.com/office/drawing/2014/main" id="{2E5BD766-968B-4CCF-91EE-EC5894661FB4}"/>
                  </a:ext>
                </a:extLst>
              </p:cNvPr>
              <p:cNvSpPr txBox="1">
                <a:spLocks noChangeArrowheads="1"/>
              </p:cNvSpPr>
              <p:nvPr/>
            </p:nvSpPr>
            <p:spPr bwMode="auto">
              <a:xfrm>
                <a:off x="1187625" y="3046189"/>
                <a:ext cx="6048672"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en-US" altLang="zh-CN" sz="2400" b="1" dirty="0">
                    <a:latin typeface="+mn-ea"/>
                    <a:ea typeface="+mn-ea"/>
                  </a:rPr>
                  <a:t>(3) </a:t>
                </a:r>
                <a:r>
                  <a:rPr kumimoji="1" lang="zh-CN" altLang="en-US" sz="2400" b="1" dirty="0">
                    <a:latin typeface="+mn-ea"/>
                    <a:ea typeface="+mn-ea"/>
                  </a:rPr>
                  <a:t>当</a:t>
                </a:r>
                <a:r>
                  <a:rPr kumimoji="1" lang="en-US" altLang="zh-CN" sz="2400" b="1" dirty="0">
                    <a:latin typeface="+mn-ea"/>
                    <a:ea typeface="+mn-ea"/>
                  </a:rPr>
                  <a:t>         </a:t>
                </a:r>
                <a:r>
                  <a:rPr kumimoji="1" lang="zh-CN" altLang="en-US" sz="2400" b="1" dirty="0">
                    <a:latin typeface="+mn-ea"/>
                    <a:ea typeface="+mn-ea"/>
                  </a:rPr>
                  <a:t>时，   </a:t>
                </a:r>
                <a:r>
                  <a:rPr kumimoji="1" lang="en-US" altLang="zh-CN" sz="2400" b="1" dirty="0">
                    <a:latin typeface="+mn-ea"/>
                    <a:ea typeface="+mn-ea"/>
                  </a:rPr>
                  <a:t> </a:t>
                </a:r>
                <a:r>
                  <a:rPr kumimoji="1" lang="zh-CN" altLang="zh-CN" sz="2400" b="1" dirty="0">
                    <a:latin typeface="+mn-ea"/>
                    <a:ea typeface="+mn-ea"/>
                  </a:rPr>
                  <a:t>在</a:t>
                </a:r>
                <a:r>
                  <a:rPr kumimoji="1" lang="en-US" altLang="zh-CN" sz="2400" b="1" dirty="0">
                    <a:latin typeface="+mn-ea"/>
                    <a:ea typeface="+mn-ea"/>
                  </a:rPr>
                  <a:t>   </a:t>
                </a:r>
                <a:r>
                  <a:rPr kumimoji="1" lang="zh-CN" altLang="en-US" sz="2400" b="1" dirty="0">
                    <a:latin typeface="+mn-ea"/>
                    <a:ea typeface="+mn-ea"/>
                  </a:rPr>
                  <a:t>处</a:t>
                </a:r>
                <a:r>
                  <a:rPr kumimoji="1" lang="zh-CN" altLang="zh-CN" sz="2400" b="1" dirty="0">
                    <a:latin typeface="+mn-ea"/>
                    <a:ea typeface="+mn-ea"/>
                  </a:rPr>
                  <a:t>连续.</a:t>
                </a:r>
                <a:r>
                  <a:rPr kumimoji="1" lang="en-US" altLang="zh-CN" sz="2400" b="1" dirty="0">
                    <a:latin typeface="+mn-ea"/>
                    <a:ea typeface="+mn-ea"/>
                  </a:rPr>
                  <a:t> </a:t>
                </a:r>
              </a:p>
            </p:txBody>
          </p:sp>
          <p:graphicFrame>
            <p:nvGraphicFramePr>
              <p:cNvPr id="30" name="Object 20">
                <a:extLst>
                  <a:ext uri="{FF2B5EF4-FFF2-40B4-BE49-F238E27FC236}">
                    <a16:creationId xmlns:a16="http://schemas.microsoft.com/office/drawing/2014/main" id="{D7C983B4-D4AC-4F27-BFA9-999561B0737B}"/>
                  </a:ext>
                </a:extLst>
              </p:cNvPr>
              <p:cNvGraphicFramePr>
                <a:graphicFrameLocks noChangeAspect="1"/>
              </p:cNvGraphicFramePr>
              <p:nvPr>
                <p:extLst>
                  <p:ext uri="{D42A27DB-BD31-4B8C-83A1-F6EECF244321}">
                    <p14:modId xmlns:p14="http://schemas.microsoft.com/office/powerpoint/2010/main" val="2712138825"/>
                  </p:ext>
                </p:extLst>
              </p:nvPr>
            </p:nvGraphicFramePr>
            <p:xfrm>
              <a:off x="2323481" y="3231108"/>
              <a:ext cx="1168400" cy="381000"/>
            </p:xfrm>
            <a:graphic>
              <a:graphicData uri="http://schemas.openxmlformats.org/presentationml/2006/ole">
                <mc:AlternateContent xmlns:mc="http://schemas.openxmlformats.org/markup-compatibility/2006">
                  <mc:Choice xmlns:v="urn:schemas-microsoft-com:vml" Requires="v">
                    <p:oleObj spid="_x0000_s149290" name="Equation" r:id="rId15" imgW="1168200" imgH="380880" progId="Equation.DSMT4">
                      <p:embed/>
                    </p:oleObj>
                  </mc:Choice>
                  <mc:Fallback>
                    <p:oleObj name="Equation" r:id="rId15" imgW="1168200" imgH="380880" progId="Equation.DSMT4">
                      <p:embed/>
                      <p:pic>
                        <p:nvPicPr>
                          <p:cNvPr id="0" name="Picture 138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23481" y="3231108"/>
                            <a:ext cx="1168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20">
                <a:extLst>
                  <a:ext uri="{FF2B5EF4-FFF2-40B4-BE49-F238E27FC236}">
                    <a16:creationId xmlns:a16="http://schemas.microsoft.com/office/drawing/2014/main" id="{8656F25B-E4BA-418A-BD25-26D2ABB647DC}"/>
                  </a:ext>
                </a:extLst>
              </p:cNvPr>
              <p:cNvGraphicFramePr>
                <a:graphicFrameLocks noChangeAspect="1"/>
              </p:cNvGraphicFramePr>
              <p:nvPr>
                <p:extLst>
                  <p:ext uri="{D42A27DB-BD31-4B8C-83A1-F6EECF244321}">
                    <p14:modId xmlns:p14="http://schemas.microsoft.com/office/powerpoint/2010/main" val="1959297910"/>
                  </p:ext>
                </p:extLst>
              </p:nvPr>
            </p:nvGraphicFramePr>
            <p:xfrm>
              <a:off x="5220074" y="3187002"/>
              <a:ext cx="279400" cy="381000"/>
            </p:xfrm>
            <a:graphic>
              <a:graphicData uri="http://schemas.openxmlformats.org/presentationml/2006/ole">
                <mc:AlternateContent xmlns:mc="http://schemas.openxmlformats.org/markup-compatibility/2006">
                  <mc:Choice xmlns:v="urn:schemas-microsoft-com:vml" Requires="v">
                    <p:oleObj spid="_x0000_s149291" name="Equation" r:id="rId17" imgW="279360" imgH="380880" progId="Equation.DSMT4">
                      <p:embed/>
                    </p:oleObj>
                  </mc:Choice>
                  <mc:Fallback>
                    <p:oleObj name="Equation" r:id="rId17" imgW="279360" imgH="380880" progId="Equation.DSMT4">
                      <p:embed/>
                      <p:pic>
                        <p:nvPicPr>
                          <p:cNvPr id="0" name="Picture 138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20074" y="3187002"/>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2" name="Object 20">
              <a:extLst>
                <a:ext uri="{FF2B5EF4-FFF2-40B4-BE49-F238E27FC236}">
                  <a16:creationId xmlns:a16="http://schemas.microsoft.com/office/drawing/2014/main" id="{18AACBD9-DC7C-428C-9DC8-7F012B898357}"/>
                </a:ext>
              </a:extLst>
            </p:cNvPr>
            <p:cNvGraphicFramePr>
              <a:graphicFrameLocks noChangeAspect="1"/>
            </p:cNvGraphicFramePr>
            <p:nvPr>
              <p:extLst>
                <p:ext uri="{D42A27DB-BD31-4B8C-83A1-F6EECF244321}">
                  <p14:modId xmlns:p14="http://schemas.microsoft.com/office/powerpoint/2010/main" val="4079486218"/>
                </p:ext>
              </p:extLst>
            </p:nvPr>
          </p:nvGraphicFramePr>
          <p:xfrm>
            <a:off x="4114924" y="3776541"/>
            <a:ext cx="673100" cy="787400"/>
          </p:xfrm>
          <a:graphic>
            <a:graphicData uri="http://schemas.openxmlformats.org/presentationml/2006/ole">
              <mc:AlternateContent xmlns:mc="http://schemas.openxmlformats.org/markup-compatibility/2006">
                <mc:Choice xmlns:v="urn:schemas-microsoft-com:vml" Requires="v">
                  <p:oleObj spid="_x0000_s149292" name="Equation" r:id="rId18" imgW="672840" imgH="787320" progId="Equation.DSMT4">
                    <p:embed/>
                  </p:oleObj>
                </mc:Choice>
                <mc:Fallback>
                  <p:oleObj name="Equation" r:id="rId18" imgW="672840" imgH="787320" progId="Equation.DSMT4">
                    <p:embed/>
                    <p:pic>
                      <p:nvPicPr>
                        <p:cNvPr id="0" name="Picture 139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14924" y="3776541"/>
                          <a:ext cx="67310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 name="矩形 4">
            <a:extLst>
              <a:ext uri="{FF2B5EF4-FFF2-40B4-BE49-F238E27FC236}">
                <a16:creationId xmlns:a16="http://schemas.microsoft.com/office/drawing/2014/main" id="{4B3BF04A-EC71-44BF-8C86-8B35DF295694}"/>
              </a:ext>
            </a:extLst>
          </p:cNvPr>
          <p:cNvSpPr/>
          <p:nvPr/>
        </p:nvSpPr>
        <p:spPr>
          <a:xfrm>
            <a:off x="1595772" y="4123927"/>
            <a:ext cx="958917" cy="461665"/>
          </a:xfrm>
          <a:prstGeom prst="rect">
            <a:avLst/>
          </a:prstGeom>
        </p:spPr>
        <p:txBody>
          <a:bodyPr wrap="none">
            <a:spAutoFit/>
          </a:bodyPr>
          <a:lstStyle/>
          <a:p>
            <a:pPr>
              <a:spcBef>
                <a:spcPct val="50000"/>
              </a:spcBef>
            </a:pPr>
            <a:r>
              <a:rPr lang="zh-CN" altLang="en-US" sz="2400" b="1" dirty="0">
                <a:latin typeface="+mn-ea"/>
              </a:rPr>
              <a:t>可证</a:t>
            </a:r>
            <a:r>
              <a:rPr lang="en-US" altLang="zh-CN" sz="2400" b="1" dirty="0">
                <a:latin typeface="+mn-ea"/>
              </a:rPr>
              <a:t>.</a:t>
            </a:r>
          </a:p>
        </p:txBody>
      </p:sp>
      <p:grpSp>
        <p:nvGrpSpPr>
          <p:cNvPr id="7" name="组合 6">
            <a:extLst>
              <a:ext uri="{FF2B5EF4-FFF2-40B4-BE49-F238E27FC236}">
                <a16:creationId xmlns:a16="http://schemas.microsoft.com/office/drawing/2014/main" id="{99847077-5F02-42B3-BC68-7F3C32491AE7}"/>
              </a:ext>
            </a:extLst>
          </p:cNvPr>
          <p:cNvGrpSpPr/>
          <p:nvPr/>
        </p:nvGrpSpPr>
        <p:grpSpPr>
          <a:xfrm>
            <a:off x="937284" y="3572191"/>
            <a:ext cx="8064896" cy="461665"/>
            <a:chOff x="1009292" y="3846415"/>
            <a:chExt cx="8064896" cy="461665"/>
          </a:xfrm>
        </p:grpSpPr>
        <p:sp>
          <p:nvSpPr>
            <p:cNvPr id="20" name="Text Box 12">
              <a:extLst>
                <a:ext uri="{FF2B5EF4-FFF2-40B4-BE49-F238E27FC236}">
                  <a16:creationId xmlns:a16="http://schemas.microsoft.com/office/drawing/2014/main" id="{C448950D-EEEE-4DC4-8CB8-C462BDDE1084}"/>
                </a:ext>
              </a:extLst>
            </p:cNvPr>
            <p:cNvSpPr txBox="1">
              <a:spLocks noChangeArrowheads="1"/>
            </p:cNvSpPr>
            <p:nvPr/>
          </p:nvSpPr>
          <p:spPr bwMode="auto">
            <a:xfrm>
              <a:off x="1009292" y="3846415"/>
              <a:ext cx="80648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分析</a:t>
              </a:r>
              <a:r>
                <a:rPr lang="en-US" altLang="zh-CN" sz="2400" b="1" dirty="0">
                  <a:solidFill>
                    <a:srgbClr val="0064FF"/>
                  </a:solidFill>
                  <a:latin typeface="+mn-ea"/>
                  <a:ea typeface="+mn-ea"/>
                </a:rPr>
                <a:t> </a:t>
              </a:r>
              <a:r>
                <a:rPr lang="zh-CN" altLang="en-US" sz="2400" b="1" dirty="0">
                  <a:latin typeface="+mn-ea"/>
                  <a:ea typeface="+mn-ea"/>
                </a:rPr>
                <a:t>由函数在点  连续的定义和极限的四则运算法则</a:t>
              </a:r>
              <a:endParaRPr lang="en-US" altLang="zh-CN" sz="2400" b="1" dirty="0">
                <a:latin typeface="+mn-ea"/>
                <a:ea typeface="+mn-ea"/>
              </a:endParaRPr>
            </a:p>
          </p:txBody>
        </p:sp>
        <p:graphicFrame>
          <p:nvGraphicFramePr>
            <p:cNvPr id="33" name="Object 20">
              <a:extLst>
                <a:ext uri="{FF2B5EF4-FFF2-40B4-BE49-F238E27FC236}">
                  <a16:creationId xmlns:a16="http://schemas.microsoft.com/office/drawing/2014/main" id="{670A167D-F2DE-4A6C-B5B6-D59D9D773BA3}"/>
                </a:ext>
              </a:extLst>
            </p:cNvPr>
            <p:cNvGraphicFramePr>
              <a:graphicFrameLocks noChangeAspect="1"/>
            </p:cNvGraphicFramePr>
            <p:nvPr>
              <p:extLst>
                <p:ext uri="{D42A27DB-BD31-4B8C-83A1-F6EECF244321}">
                  <p14:modId xmlns:p14="http://schemas.microsoft.com/office/powerpoint/2010/main" val="4141951775"/>
                </p:ext>
              </p:extLst>
            </p:nvPr>
          </p:nvGraphicFramePr>
          <p:xfrm>
            <a:off x="3409610" y="3927080"/>
            <a:ext cx="279400" cy="381000"/>
          </p:xfrm>
          <a:graphic>
            <a:graphicData uri="http://schemas.openxmlformats.org/presentationml/2006/ole">
              <mc:AlternateContent xmlns:mc="http://schemas.openxmlformats.org/markup-compatibility/2006">
                <mc:Choice xmlns:v="urn:schemas-microsoft-com:vml" Requires="v">
                  <p:oleObj spid="_x0000_s149293" name="Equation" r:id="rId20" imgW="279360" imgH="380880" progId="Equation.DSMT4">
                    <p:embed/>
                  </p:oleObj>
                </mc:Choice>
                <mc:Fallback>
                  <p:oleObj name="Equation" r:id="rId20" imgW="279360" imgH="380880" progId="Equation.DSMT4">
                    <p:embed/>
                    <p:pic>
                      <p:nvPicPr>
                        <p:cNvPr id="23" name="Object 20">
                          <a:extLst>
                            <a:ext uri="{FF2B5EF4-FFF2-40B4-BE49-F238E27FC236}">
                              <a16:creationId xmlns:a16="http://schemas.microsoft.com/office/drawing/2014/main" id="{C80E2D7E-D935-4BA1-B629-DE4B04C2DDC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09610" y="392708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0">
            <a:extLst>
              <a:ext uri="{FF2B5EF4-FFF2-40B4-BE49-F238E27FC236}">
                <a16:creationId xmlns:a16="http://schemas.microsoft.com/office/drawing/2014/main" id="{F7E808F2-D4AD-4FBE-A34F-1FD47DF51E90}"/>
              </a:ext>
            </a:extLst>
          </p:cNvPr>
          <p:cNvSpPr txBox="1">
            <a:spLocks noChangeArrowheads="1"/>
          </p:cNvSpPr>
          <p:nvPr/>
        </p:nvSpPr>
        <p:spPr bwMode="auto">
          <a:xfrm>
            <a:off x="279643" y="3519770"/>
            <a:ext cx="30940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在其定义域内连续</a:t>
            </a:r>
            <a:r>
              <a:rPr kumimoji="1" lang="en-US" altLang="zh-CN" sz="2400" b="1" dirty="0">
                <a:latin typeface="+mn-ea"/>
                <a:ea typeface="+mn-ea"/>
              </a:rPr>
              <a:t>.</a:t>
            </a:r>
            <a:endParaRPr kumimoji="1" lang="zh-CN" altLang="en-US" sz="2400" b="1" dirty="0">
              <a:latin typeface="+mn-ea"/>
              <a:ea typeface="+mn-ea"/>
            </a:endParaRPr>
          </a:p>
        </p:txBody>
      </p:sp>
      <p:sp>
        <p:nvSpPr>
          <p:cNvPr id="4" name="AutoShape 11">
            <a:extLst>
              <a:ext uri="{FF2B5EF4-FFF2-40B4-BE49-F238E27FC236}">
                <a16:creationId xmlns:a16="http://schemas.microsoft.com/office/drawing/2014/main" id="{413499A4-71BC-4124-BBA6-6A139506911E}"/>
              </a:ext>
            </a:extLst>
          </p:cNvPr>
          <p:cNvSpPr>
            <a:spLocks noChangeArrowheads="1"/>
          </p:cNvSpPr>
          <p:nvPr/>
        </p:nvSpPr>
        <p:spPr bwMode="auto">
          <a:xfrm>
            <a:off x="513163" y="2854620"/>
            <a:ext cx="760127" cy="179388"/>
          </a:xfrm>
          <a:prstGeom prst="rightArrow">
            <a:avLst>
              <a:gd name="adj1" fmla="val 50000"/>
              <a:gd name="adj2" fmla="val 116814"/>
            </a:avLst>
          </a:prstGeom>
          <a:solidFill>
            <a:schemeClr val="bg1"/>
          </a:solidFill>
          <a:ln w="9525">
            <a:solidFill>
              <a:schemeClr val="tx1"/>
            </a:solidFill>
            <a:miter lim="800000"/>
            <a:headEnd/>
            <a:tailEnd/>
          </a:ln>
        </p:spPr>
        <p:txBody>
          <a:bodyPr wrap="none" anchor="ctr"/>
          <a:lstStyle/>
          <a:p>
            <a:endParaRPr lang="zh-CN" altLang="en-US" sz="2400">
              <a:latin typeface="+mn-ea"/>
            </a:endParaRPr>
          </a:p>
        </p:txBody>
      </p:sp>
      <p:graphicFrame>
        <p:nvGraphicFramePr>
          <p:cNvPr id="5" name="Object 13">
            <a:extLst>
              <a:ext uri="{FF2B5EF4-FFF2-40B4-BE49-F238E27FC236}">
                <a16:creationId xmlns:a16="http://schemas.microsoft.com/office/drawing/2014/main" id="{C6A73D63-8F07-464B-8DB1-385869C54F84}"/>
              </a:ext>
            </a:extLst>
          </p:cNvPr>
          <p:cNvGraphicFramePr>
            <a:graphicFrameLocks noChangeAspect="1"/>
          </p:cNvGraphicFramePr>
          <p:nvPr>
            <p:extLst>
              <p:ext uri="{D42A27DB-BD31-4B8C-83A1-F6EECF244321}">
                <p14:modId xmlns:p14="http://schemas.microsoft.com/office/powerpoint/2010/main" val="1549999207"/>
              </p:ext>
            </p:extLst>
          </p:nvPr>
        </p:nvGraphicFramePr>
        <p:xfrm>
          <a:off x="1699368" y="2044354"/>
          <a:ext cx="1455737" cy="355600"/>
        </p:xfrm>
        <a:graphic>
          <a:graphicData uri="http://schemas.openxmlformats.org/presentationml/2006/ole">
            <mc:AlternateContent xmlns:mc="http://schemas.openxmlformats.org/markup-compatibility/2006">
              <mc:Choice xmlns:v="urn:schemas-microsoft-com:vml" Requires="v">
                <p:oleObj spid="_x0000_s140648" name="Equation" r:id="rId4" imgW="1447560" imgH="342720" progId="Equation.DSMT4">
                  <p:embed/>
                </p:oleObj>
              </mc:Choice>
              <mc:Fallback>
                <p:oleObj name="Equation" r:id="rId4" imgW="1447560" imgH="342720" progId="Equation.DSMT4">
                  <p:embed/>
                  <p:pic>
                    <p:nvPicPr>
                      <p:cNvPr id="0" name="Picture 598"/>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1699368" y="2044354"/>
                        <a:ext cx="1455737"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14">
            <a:extLst>
              <a:ext uri="{FF2B5EF4-FFF2-40B4-BE49-F238E27FC236}">
                <a16:creationId xmlns:a16="http://schemas.microsoft.com/office/drawing/2014/main" id="{15AD5225-6868-438C-842D-E81E27C2EE97}"/>
              </a:ext>
            </a:extLst>
          </p:cNvPr>
          <p:cNvSpPr txBox="1">
            <a:spLocks noChangeArrowheads="1"/>
          </p:cNvSpPr>
          <p:nvPr/>
        </p:nvSpPr>
        <p:spPr bwMode="auto">
          <a:xfrm>
            <a:off x="895060" y="1974949"/>
            <a:ext cx="6495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solidFill>
                  <a:srgbClr val="0064FF"/>
                </a:solidFill>
                <a:latin typeface="+mn-ea"/>
                <a:ea typeface="+mn-ea"/>
              </a:rPr>
              <a:t>例</a:t>
            </a:r>
            <a:r>
              <a:rPr lang="en-US" altLang="zh-CN" sz="2400" b="1" dirty="0">
                <a:solidFill>
                  <a:srgbClr val="0064FF"/>
                </a:solidFill>
                <a:latin typeface="+mn-ea"/>
                <a:ea typeface="+mn-ea"/>
              </a:rPr>
              <a:t>1</a:t>
            </a:r>
          </a:p>
        </p:txBody>
      </p:sp>
      <p:sp>
        <p:nvSpPr>
          <p:cNvPr id="9" name="Text Box 9">
            <a:extLst>
              <a:ext uri="{FF2B5EF4-FFF2-40B4-BE49-F238E27FC236}">
                <a16:creationId xmlns:a16="http://schemas.microsoft.com/office/drawing/2014/main" id="{3FABB469-72CE-4A7C-B76E-4746B03AC317}"/>
              </a:ext>
            </a:extLst>
          </p:cNvPr>
          <p:cNvSpPr txBox="1">
            <a:spLocks noChangeArrowheads="1"/>
          </p:cNvSpPr>
          <p:nvPr/>
        </p:nvSpPr>
        <p:spPr bwMode="auto">
          <a:xfrm>
            <a:off x="1567855" y="4209390"/>
            <a:ext cx="6048598" cy="461665"/>
          </a:xfrm>
          <a:prstGeom prst="rect">
            <a:avLst/>
          </a:prstGeom>
          <a:solidFill>
            <a:srgbClr val="FFFF00"/>
          </a:solidFill>
          <a:ln w="19050">
            <a:solidFill>
              <a:schemeClr val="bg1"/>
            </a:solidFill>
          </a:ln>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solidFill>
                  <a:srgbClr val="0064FF"/>
                </a:solidFill>
                <a:latin typeface="+mn-ea"/>
                <a:ea typeface="+mn-ea"/>
              </a:rPr>
              <a:t>结论</a:t>
            </a:r>
            <a:r>
              <a:rPr kumimoji="1" lang="zh-CN" altLang="en-US" sz="2400" b="1" dirty="0">
                <a:latin typeface="+mn-ea"/>
                <a:ea typeface="+mn-ea"/>
              </a:rPr>
              <a:t>  三角函数在其</a:t>
            </a:r>
            <a:r>
              <a:rPr kumimoji="1" lang="zh-CN" altLang="en-US" sz="2400" b="1" dirty="0">
                <a:solidFill>
                  <a:srgbClr val="FF0000"/>
                </a:solidFill>
                <a:latin typeface="+mn-ea"/>
                <a:ea typeface="+mn-ea"/>
              </a:rPr>
              <a:t>定义域</a:t>
            </a:r>
            <a:r>
              <a:rPr kumimoji="1" lang="zh-CN" altLang="en-US" sz="2400" b="1" dirty="0">
                <a:latin typeface="+mn-ea"/>
                <a:ea typeface="+mn-ea"/>
              </a:rPr>
              <a:t>内都是连续的</a:t>
            </a:r>
            <a:r>
              <a:rPr kumimoji="1" lang="en-US" altLang="zh-CN" sz="2400" b="1" dirty="0">
                <a:latin typeface="+mn-ea"/>
                <a:ea typeface="+mn-ea"/>
              </a:rPr>
              <a:t>.</a:t>
            </a:r>
            <a:endParaRPr kumimoji="1" lang="zh-CN" altLang="en-US" sz="2400" b="1" dirty="0">
              <a:latin typeface="+mn-ea"/>
              <a:ea typeface="+mn-ea"/>
            </a:endParaRPr>
          </a:p>
        </p:txBody>
      </p:sp>
      <p:sp>
        <p:nvSpPr>
          <p:cNvPr id="12" name="Text Box 12">
            <a:extLst>
              <a:ext uri="{FF2B5EF4-FFF2-40B4-BE49-F238E27FC236}">
                <a16:creationId xmlns:a16="http://schemas.microsoft.com/office/drawing/2014/main" id="{C448950D-EEEE-4DC4-8CB8-C462BDDE1084}"/>
              </a:ext>
            </a:extLst>
          </p:cNvPr>
          <p:cNvSpPr txBox="1">
            <a:spLocks noChangeArrowheads="1"/>
          </p:cNvSpPr>
          <p:nvPr/>
        </p:nvSpPr>
        <p:spPr bwMode="auto">
          <a:xfrm>
            <a:off x="3135192" y="1971160"/>
            <a:ext cx="4769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在</a:t>
            </a:r>
            <a:endParaRPr lang="en-US" altLang="zh-CN" sz="2400" b="1" dirty="0">
              <a:latin typeface="+mn-ea"/>
              <a:ea typeface="+mn-ea"/>
            </a:endParaRPr>
          </a:p>
        </p:txBody>
      </p:sp>
      <p:graphicFrame>
        <p:nvGraphicFramePr>
          <p:cNvPr id="14" name="Object 13">
            <a:extLst>
              <a:ext uri="{FF2B5EF4-FFF2-40B4-BE49-F238E27FC236}">
                <a16:creationId xmlns:a16="http://schemas.microsoft.com/office/drawing/2014/main" id="{C6A73D63-8F07-464B-8DB1-385869C54F84}"/>
              </a:ext>
            </a:extLst>
          </p:cNvPr>
          <p:cNvGraphicFramePr>
            <a:graphicFrameLocks noChangeAspect="1"/>
          </p:cNvGraphicFramePr>
          <p:nvPr>
            <p:extLst>
              <p:ext uri="{D42A27DB-BD31-4B8C-83A1-F6EECF244321}">
                <p14:modId xmlns:p14="http://schemas.microsoft.com/office/powerpoint/2010/main" val="3853844506"/>
              </p:ext>
            </p:extLst>
          </p:nvPr>
        </p:nvGraphicFramePr>
        <p:xfrm>
          <a:off x="1273290" y="2562520"/>
          <a:ext cx="7000876" cy="763588"/>
        </p:xfrm>
        <a:graphic>
          <a:graphicData uri="http://schemas.openxmlformats.org/presentationml/2006/ole">
            <mc:AlternateContent xmlns:mc="http://schemas.openxmlformats.org/markup-compatibility/2006">
              <mc:Choice xmlns:v="urn:schemas-microsoft-com:vml" Requires="v">
                <p:oleObj spid="_x0000_s140649" name="Equation" r:id="rId6" imgW="6959520" imgH="736560" progId="Equation.DSMT4">
                  <p:embed/>
                </p:oleObj>
              </mc:Choice>
              <mc:Fallback>
                <p:oleObj name="Equation" r:id="rId6" imgW="6959520" imgH="736560" progId="Equation.DSMT4">
                  <p:embed/>
                  <p:pic>
                    <p:nvPicPr>
                      <p:cNvPr id="0" name="Picture 599"/>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1273290" y="2562520"/>
                        <a:ext cx="7000876" cy="763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2">
            <a:extLst>
              <a:ext uri="{FF2B5EF4-FFF2-40B4-BE49-F238E27FC236}">
                <a16:creationId xmlns:a16="http://schemas.microsoft.com/office/drawing/2014/main" id="{CB647324-7729-4E64-BC4E-60457EEA901E}"/>
              </a:ext>
            </a:extLst>
          </p:cNvPr>
          <p:cNvSpPr txBox="1">
            <a:spLocks noChangeArrowheads="1"/>
          </p:cNvSpPr>
          <p:nvPr/>
        </p:nvSpPr>
        <p:spPr>
          <a:xfrm>
            <a:off x="894339" y="1185371"/>
            <a:ext cx="8207052" cy="46047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64FF"/>
                </a:solidFill>
                <a:latin typeface="+mn-ea"/>
                <a:ea typeface="+mn-ea"/>
                <a:cs typeface="+mn-cs"/>
              </a:rPr>
              <a:t>推广 </a:t>
            </a:r>
            <a:r>
              <a:rPr lang="zh-CN" altLang="en-US" sz="2400" b="1" dirty="0">
                <a:latin typeface="+mn-ea"/>
                <a:ea typeface="+mn-ea"/>
              </a:rPr>
              <a:t>有限个连续函数的和、差、积是连续的</a:t>
            </a:r>
            <a:r>
              <a:rPr lang="en-US" altLang="zh-CN" sz="2400" b="1" dirty="0">
                <a:latin typeface="+mn-ea"/>
                <a:ea typeface="+mn-ea"/>
              </a:rPr>
              <a:t>.</a:t>
            </a:r>
          </a:p>
        </p:txBody>
      </p:sp>
      <p:sp>
        <p:nvSpPr>
          <p:cNvPr id="17" name="Text Box 12">
            <a:extLst>
              <a:ext uri="{FF2B5EF4-FFF2-40B4-BE49-F238E27FC236}">
                <a16:creationId xmlns:a16="http://schemas.microsoft.com/office/drawing/2014/main" id="{C448950D-EEEE-4DC4-8CB8-C462BDDE1084}"/>
              </a:ext>
            </a:extLst>
          </p:cNvPr>
          <p:cNvSpPr txBox="1">
            <a:spLocks noChangeArrowheads="1"/>
          </p:cNvSpPr>
          <p:nvPr/>
        </p:nvSpPr>
        <p:spPr bwMode="auto">
          <a:xfrm>
            <a:off x="896474" y="509368"/>
            <a:ext cx="79239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两个连续函数的和、差、积、商</a:t>
            </a:r>
            <a:r>
              <a:rPr lang="en-US" altLang="zh-CN" sz="2400" b="1" dirty="0">
                <a:solidFill>
                  <a:srgbClr val="0064FF"/>
                </a:solidFill>
                <a:latin typeface="+mn-ea"/>
                <a:ea typeface="+mn-ea"/>
              </a:rPr>
              <a:t>(</a:t>
            </a:r>
            <a:r>
              <a:rPr lang="zh-CN" altLang="en-US" sz="2400" b="1" dirty="0">
                <a:solidFill>
                  <a:srgbClr val="0064FF"/>
                </a:solidFill>
                <a:latin typeface="+mn-ea"/>
                <a:ea typeface="+mn-ea"/>
              </a:rPr>
              <a:t>分母不为零时</a:t>
            </a:r>
            <a:r>
              <a:rPr lang="en-US" altLang="zh-CN" sz="2400" b="1" dirty="0">
                <a:solidFill>
                  <a:srgbClr val="0064FF"/>
                </a:solidFill>
                <a:latin typeface="+mn-ea"/>
                <a:ea typeface="+mn-ea"/>
              </a:rPr>
              <a:t>)</a:t>
            </a:r>
            <a:r>
              <a:rPr lang="zh-CN" altLang="en-US" sz="2400" b="1" dirty="0">
                <a:solidFill>
                  <a:srgbClr val="0064FF"/>
                </a:solidFill>
                <a:latin typeface="+mn-ea"/>
                <a:ea typeface="+mn-ea"/>
              </a:rPr>
              <a:t>是连续的</a:t>
            </a:r>
            <a:r>
              <a:rPr lang="en-US" altLang="zh-CN" sz="2400" b="1" dirty="0">
                <a:solidFill>
                  <a:srgbClr val="0064FF"/>
                </a:solidFill>
                <a:latin typeface="+mn-ea"/>
                <a:ea typeface="+mn-ea"/>
              </a:rPr>
              <a:t>.</a:t>
            </a:r>
          </a:p>
        </p:txBody>
      </p:sp>
      <p:sp>
        <p:nvSpPr>
          <p:cNvPr id="18" name="Text Box 12">
            <a:extLst>
              <a:ext uri="{FF2B5EF4-FFF2-40B4-BE49-F238E27FC236}">
                <a16:creationId xmlns:a16="http://schemas.microsoft.com/office/drawing/2014/main" id="{C448950D-EEEE-4DC4-8CB8-C462BDDE1084}"/>
              </a:ext>
            </a:extLst>
          </p:cNvPr>
          <p:cNvSpPr txBox="1">
            <a:spLocks noChangeArrowheads="1"/>
          </p:cNvSpPr>
          <p:nvPr/>
        </p:nvSpPr>
        <p:spPr bwMode="auto">
          <a:xfrm>
            <a:off x="4773728" y="1981161"/>
            <a:ext cx="11339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上连续，</a:t>
            </a:r>
            <a:endParaRPr lang="en-US" altLang="zh-CN" sz="2400" b="1" dirty="0">
              <a:latin typeface="+mn-ea"/>
              <a:ea typeface="+mn-ea"/>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205909242"/>
              </p:ext>
            </p:extLst>
          </p:nvPr>
        </p:nvGraphicFramePr>
        <p:xfrm>
          <a:off x="3644234" y="2040544"/>
          <a:ext cx="1143000" cy="342900"/>
        </p:xfrm>
        <a:graphic>
          <a:graphicData uri="http://schemas.openxmlformats.org/presentationml/2006/ole">
            <mc:AlternateContent xmlns:mc="http://schemas.openxmlformats.org/markup-compatibility/2006">
              <mc:Choice xmlns:v="urn:schemas-microsoft-com:vml" Requires="v">
                <p:oleObj spid="_x0000_s140650" name="Equation" r:id="rId8" imgW="1143000" imgH="342720" progId="Equation.DSMT4">
                  <p:embed/>
                </p:oleObj>
              </mc:Choice>
              <mc:Fallback>
                <p:oleObj name="Equation" r:id="rId8" imgW="1143000" imgH="342720" progId="Equation.DSMT4">
                  <p:embed/>
                  <p:pic>
                    <p:nvPicPr>
                      <p:cNvPr id="0" name="Picture 60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4234" y="2040544"/>
                        <a:ext cx="11430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6418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left)">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500"/>
                                        <p:tgtEl>
                                          <p:spTgt spid="4"/>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par>
                          <p:cTn id="46" fill="hold">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3">
                                            <p:txEl>
                                              <p:pRg st="0" end="0"/>
                                            </p:txEl>
                                          </p:spTgt>
                                        </p:tgtEl>
                                        <p:attrNameLst>
                                          <p:attrName>style.visibility</p:attrName>
                                        </p:attrNameLst>
                                      </p:cBhvr>
                                      <p:to>
                                        <p:strVal val="visible"/>
                                      </p:to>
                                    </p:set>
                                    <p:animEffect transition="in" filter="wipe(left)">
                                      <p:cBhvr>
                                        <p:cTn id="49" dur="500"/>
                                        <p:tgtEl>
                                          <p:spTgt spid="3">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left)">
                                      <p:cBhvr>
                                        <p:cTn id="5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advAuto="0"/>
      <p:bldP spid="4" grpId="0" animBg="1"/>
      <p:bldP spid="6" grpId="0" build="p" autoUpdateAnimBg="0"/>
      <p:bldP spid="9" grpId="0" animBg="1" autoUpdateAnimBg="0"/>
      <p:bldP spid="12" grpId="0" autoUpdateAnimBg="0"/>
      <p:bldP spid="16" grpId="0"/>
      <p:bldP spid="17" grpId="0" autoUpdateAnimBg="0"/>
      <p:bldP spid="1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B4E68C44-E6F5-41C1-9112-362163D4CE6C}"/>
              </a:ext>
            </a:extLst>
          </p:cNvPr>
          <p:cNvGrpSpPr/>
          <p:nvPr/>
        </p:nvGrpSpPr>
        <p:grpSpPr>
          <a:xfrm>
            <a:off x="33051" y="195486"/>
            <a:ext cx="8839665" cy="4614877"/>
            <a:chOff x="33051" y="195486"/>
            <a:chExt cx="8839665" cy="4614877"/>
          </a:xfrm>
        </p:grpSpPr>
        <p:pic>
          <p:nvPicPr>
            <p:cNvPr id="2" name="图片 1">
              <a:extLst>
                <a:ext uri="{FF2B5EF4-FFF2-40B4-BE49-F238E27FC236}">
                  <a16:creationId xmlns:a16="http://schemas.microsoft.com/office/drawing/2014/main" id="{48F37509-434D-404E-903F-51FD7F173C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51" y="555526"/>
              <a:ext cx="3746861" cy="1372612"/>
            </a:xfrm>
            <a:prstGeom prst="rect">
              <a:avLst/>
            </a:prstGeom>
          </p:spPr>
        </p:pic>
        <p:pic>
          <p:nvPicPr>
            <p:cNvPr id="3" name="图片 2">
              <a:extLst>
                <a:ext uri="{FF2B5EF4-FFF2-40B4-BE49-F238E27FC236}">
                  <a16:creationId xmlns:a16="http://schemas.microsoft.com/office/drawing/2014/main" id="{8E877136-7873-4665-9AC3-9694733516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512" y="2742984"/>
              <a:ext cx="3701830" cy="1088773"/>
            </a:xfrm>
            <a:prstGeom prst="rect">
              <a:avLst/>
            </a:prstGeom>
          </p:spPr>
        </p:pic>
        <p:pic>
          <p:nvPicPr>
            <p:cNvPr id="4" name="图片 3">
              <a:extLst>
                <a:ext uri="{FF2B5EF4-FFF2-40B4-BE49-F238E27FC236}">
                  <a16:creationId xmlns:a16="http://schemas.microsoft.com/office/drawing/2014/main" id="{AF2313F7-782A-40FF-BE87-FC251B39BE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47864" y="195486"/>
              <a:ext cx="5524852" cy="4614877"/>
            </a:xfrm>
            <a:prstGeom prst="rect">
              <a:avLst/>
            </a:prstGeom>
          </p:spPr>
        </p:pic>
        <p:graphicFrame>
          <p:nvGraphicFramePr>
            <p:cNvPr id="5" name="对象 4">
              <a:extLst>
                <a:ext uri="{FF2B5EF4-FFF2-40B4-BE49-F238E27FC236}">
                  <a16:creationId xmlns:a16="http://schemas.microsoft.com/office/drawing/2014/main" id="{27ACCD63-81EC-4A71-9088-EF55DE08C6B8}"/>
                </a:ext>
              </a:extLst>
            </p:cNvPr>
            <p:cNvGraphicFramePr>
              <a:graphicFrameLocks noChangeAspect="1"/>
            </p:cNvGraphicFramePr>
            <p:nvPr>
              <p:extLst>
                <p:ext uri="{D42A27DB-BD31-4B8C-83A1-F6EECF244321}">
                  <p14:modId xmlns:p14="http://schemas.microsoft.com/office/powerpoint/2010/main" val="1926484229"/>
                </p:ext>
              </p:extLst>
            </p:nvPr>
          </p:nvGraphicFramePr>
          <p:xfrm>
            <a:off x="1497027" y="1347614"/>
            <a:ext cx="1066800" cy="342900"/>
          </p:xfrm>
          <a:graphic>
            <a:graphicData uri="http://schemas.openxmlformats.org/presentationml/2006/ole">
              <mc:AlternateContent xmlns:mc="http://schemas.openxmlformats.org/markup-compatibility/2006">
                <mc:Choice xmlns:v="urn:schemas-microsoft-com:vml" Requires="v">
                  <p:oleObj spid="_x0000_s169120" name="Equation" r:id="rId6" imgW="1066680" imgH="342720" progId="Equation.DSMT4">
                    <p:embed/>
                  </p:oleObj>
                </mc:Choice>
                <mc:Fallback>
                  <p:oleObj name="Equation" r:id="rId6" imgW="1066680" imgH="342720" progId="Equation.DSMT4">
                    <p:embed/>
                    <p:pic>
                      <p:nvPicPr>
                        <p:cNvPr id="0" name=""/>
                        <p:cNvPicPr/>
                        <p:nvPr/>
                      </p:nvPicPr>
                      <p:blipFill>
                        <a:blip r:embed="rId7"/>
                        <a:stretch>
                          <a:fillRect/>
                        </a:stretch>
                      </p:blipFill>
                      <p:spPr>
                        <a:xfrm>
                          <a:off x="1497027" y="1347614"/>
                          <a:ext cx="1066800" cy="342900"/>
                        </a:xfrm>
                        <a:prstGeom prst="rect">
                          <a:avLst/>
                        </a:prstGeom>
                        <a:solidFill>
                          <a:schemeClr val="bg1"/>
                        </a:solidFill>
                      </p:spPr>
                    </p:pic>
                  </p:oleObj>
                </mc:Fallback>
              </mc:AlternateContent>
            </a:graphicData>
          </a:graphic>
        </p:graphicFrame>
        <p:graphicFrame>
          <p:nvGraphicFramePr>
            <p:cNvPr id="6" name="对象 5">
              <a:extLst>
                <a:ext uri="{FF2B5EF4-FFF2-40B4-BE49-F238E27FC236}">
                  <a16:creationId xmlns:a16="http://schemas.microsoft.com/office/drawing/2014/main" id="{5186A7B5-E39F-4074-9CCC-F8857A1F8B47}"/>
                </a:ext>
              </a:extLst>
            </p:cNvPr>
            <p:cNvGraphicFramePr>
              <a:graphicFrameLocks noChangeAspect="1"/>
            </p:cNvGraphicFramePr>
            <p:nvPr>
              <p:extLst>
                <p:ext uri="{D42A27DB-BD31-4B8C-83A1-F6EECF244321}">
                  <p14:modId xmlns:p14="http://schemas.microsoft.com/office/powerpoint/2010/main" val="1074882120"/>
                </p:ext>
              </p:extLst>
            </p:nvPr>
          </p:nvGraphicFramePr>
          <p:xfrm>
            <a:off x="1347681" y="3552357"/>
            <a:ext cx="1117600" cy="279400"/>
          </p:xfrm>
          <a:graphic>
            <a:graphicData uri="http://schemas.openxmlformats.org/presentationml/2006/ole">
              <mc:AlternateContent xmlns:mc="http://schemas.openxmlformats.org/markup-compatibility/2006">
                <mc:Choice xmlns:v="urn:schemas-microsoft-com:vml" Requires="v">
                  <p:oleObj spid="_x0000_s169121" name="Equation" r:id="rId8" imgW="1117440" imgH="279360" progId="Equation.DSMT4">
                    <p:embed/>
                  </p:oleObj>
                </mc:Choice>
                <mc:Fallback>
                  <p:oleObj name="Equation" r:id="rId8" imgW="1117440" imgH="279360" progId="Equation.DSMT4">
                    <p:embed/>
                    <p:pic>
                      <p:nvPicPr>
                        <p:cNvPr id="5" name="对象 4">
                          <a:extLst>
                            <a:ext uri="{FF2B5EF4-FFF2-40B4-BE49-F238E27FC236}">
                              <a16:creationId xmlns:a16="http://schemas.microsoft.com/office/drawing/2014/main" id="{27ACCD63-81EC-4A71-9088-EF55DE08C6B8}"/>
                            </a:ext>
                          </a:extLst>
                        </p:cNvPr>
                        <p:cNvPicPr/>
                        <p:nvPr/>
                      </p:nvPicPr>
                      <p:blipFill>
                        <a:blip r:embed="rId9"/>
                        <a:stretch>
                          <a:fillRect/>
                        </a:stretch>
                      </p:blipFill>
                      <p:spPr>
                        <a:xfrm>
                          <a:off x="1347681" y="3552357"/>
                          <a:ext cx="1117600" cy="279400"/>
                        </a:xfrm>
                        <a:prstGeom prst="rect">
                          <a:avLst/>
                        </a:prstGeom>
                        <a:solidFill>
                          <a:schemeClr val="bg1"/>
                        </a:solidFill>
                      </p:spPr>
                    </p:pic>
                  </p:oleObj>
                </mc:Fallback>
              </mc:AlternateContent>
            </a:graphicData>
          </a:graphic>
        </p:graphicFrame>
        <p:graphicFrame>
          <p:nvGraphicFramePr>
            <p:cNvPr id="7" name="对象 6">
              <a:extLst>
                <a:ext uri="{FF2B5EF4-FFF2-40B4-BE49-F238E27FC236}">
                  <a16:creationId xmlns:a16="http://schemas.microsoft.com/office/drawing/2014/main" id="{19721564-4BD5-438D-84D0-3F7D8000707F}"/>
                </a:ext>
              </a:extLst>
            </p:cNvPr>
            <p:cNvGraphicFramePr>
              <a:graphicFrameLocks noChangeAspect="1"/>
            </p:cNvGraphicFramePr>
            <p:nvPr>
              <p:extLst>
                <p:ext uri="{D42A27DB-BD31-4B8C-83A1-F6EECF244321}">
                  <p14:modId xmlns:p14="http://schemas.microsoft.com/office/powerpoint/2010/main" val="2845366636"/>
                </p:ext>
              </p:extLst>
            </p:nvPr>
          </p:nvGraphicFramePr>
          <p:xfrm>
            <a:off x="4110045" y="1928138"/>
            <a:ext cx="1104900" cy="317500"/>
          </p:xfrm>
          <a:graphic>
            <a:graphicData uri="http://schemas.openxmlformats.org/presentationml/2006/ole">
              <mc:AlternateContent xmlns:mc="http://schemas.openxmlformats.org/markup-compatibility/2006">
                <mc:Choice xmlns:v="urn:schemas-microsoft-com:vml" Requires="v">
                  <p:oleObj spid="_x0000_s169122" name="Equation" r:id="rId10" imgW="1104840" imgH="317160" progId="Equation.DSMT4">
                    <p:embed/>
                  </p:oleObj>
                </mc:Choice>
                <mc:Fallback>
                  <p:oleObj name="Equation" r:id="rId10" imgW="1104840" imgH="317160" progId="Equation.DSMT4">
                    <p:embed/>
                    <p:pic>
                      <p:nvPicPr>
                        <p:cNvPr id="5" name="对象 4">
                          <a:extLst>
                            <a:ext uri="{FF2B5EF4-FFF2-40B4-BE49-F238E27FC236}">
                              <a16:creationId xmlns:a16="http://schemas.microsoft.com/office/drawing/2014/main" id="{27ACCD63-81EC-4A71-9088-EF55DE08C6B8}"/>
                            </a:ext>
                          </a:extLst>
                        </p:cNvPr>
                        <p:cNvPicPr/>
                        <p:nvPr/>
                      </p:nvPicPr>
                      <p:blipFill>
                        <a:blip r:embed="rId11"/>
                        <a:stretch>
                          <a:fillRect/>
                        </a:stretch>
                      </p:blipFill>
                      <p:spPr>
                        <a:xfrm>
                          <a:off x="4110045" y="1928138"/>
                          <a:ext cx="1104900" cy="317500"/>
                        </a:xfrm>
                        <a:prstGeom prst="rect">
                          <a:avLst/>
                        </a:prstGeom>
                        <a:solidFill>
                          <a:schemeClr val="bg1"/>
                        </a:solidFill>
                      </p:spPr>
                    </p:pic>
                  </p:oleObj>
                </mc:Fallback>
              </mc:AlternateContent>
            </a:graphicData>
          </a:graphic>
        </p:graphicFrame>
        <p:graphicFrame>
          <p:nvGraphicFramePr>
            <p:cNvPr id="8" name="对象 7">
              <a:extLst>
                <a:ext uri="{FF2B5EF4-FFF2-40B4-BE49-F238E27FC236}">
                  <a16:creationId xmlns:a16="http://schemas.microsoft.com/office/drawing/2014/main" id="{C614126B-1A55-4A47-80EC-5EE0776E287F}"/>
                </a:ext>
              </a:extLst>
            </p:cNvPr>
            <p:cNvGraphicFramePr>
              <a:graphicFrameLocks noChangeAspect="1"/>
            </p:cNvGraphicFramePr>
            <p:nvPr>
              <p:extLst>
                <p:ext uri="{D42A27DB-BD31-4B8C-83A1-F6EECF244321}">
                  <p14:modId xmlns:p14="http://schemas.microsoft.com/office/powerpoint/2010/main" val="3058987074"/>
                </p:ext>
              </p:extLst>
            </p:nvPr>
          </p:nvGraphicFramePr>
          <p:xfrm>
            <a:off x="6588224" y="1995686"/>
            <a:ext cx="1092200" cy="317500"/>
          </p:xfrm>
          <a:graphic>
            <a:graphicData uri="http://schemas.openxmlformats.org/presentationml/2006/ole">
              <mc:AlternateContent xmlns:mc="http://schemas.openxmlformats.org/markup-compatibility/2006">
                <mc:Choice xmlns:v="urn:schemas-microsoft-com:vml" Requires="v">
                  <p:oleObj spid="_x0000_s169123" name="Equation" r:id="rId12" imgW="1091880" imgH="317160" progId="Equation.DSMT4">
                    <p:embed/>
                  </p:oleObj>
                </mc:Choice>
                <mc:Fallback>
                  <p:oleObj name="Equation" r:id="rId12" imgW="1091880" imgH="317160" progId="Equation.DSMT4">
                    <p:embed/>
                    <p:pic>
                      <p:nvPicPr>
                        <p:cNvPr id="5" name="对象 4">
                          <a:extLst>
                            <a:ext uri="{FF2B5EF4-FFF2-40B4-BE49-F238E27FC236}">
                              <a16:creationId xmlns:a16="http://schemas.microsoft.com/office/drawing/2014/main" id="{27ACCD63-81EC-4A71-9088-EF55DE08C6B8}"/>
                            </a:ext>
                          </a:extLst>
                        </p:cNvPr>
                        <p:cNvPicPr/>
                        <p:nvPr/>
                      </p:nvPicPr>
                      <p:blipFill>
                        <a:blip r:embed="rId13"/>
                        <a:stretch>
                          <a:fillRect/>
                        </a:stretch>
                      </p:blipFill>
                      <p:spPr>
                        <a:xfrm>
                          <a:off x="6588224" y="1995686"/>
                          <a:ext cx="1092200" cy="317500"/>
                        </a:xfrm>
                        <a:prstGeom prst="rect">
                          <a:avLst/>
                        </a:prstGeom>
                        <a:solidFill>
                          <a:schemeClr val="bg1"/>
                        </a:solidFill>
                      </p:spPr>
                    </p:pic>
                  </p:oleObj>
                </mc:Fallback>
              </mc:AlternateContent>
            </a:graphicData>
          </a:graphic>
        </p:graphicFrame>
        <p:graphicFrame>
          <p:nvGraphicFramePr>
            <p:cNvPr id="9" name="对象 8">
              <a:extLst>
                <a:ext uri="{FF2B5EF4-FFF2-40B4-BE49-F238E27FC236}">
                  <a16:creationId xmlns:a16="http://schemas.microsoft.com/office/drawing/2014/main" id="{32A35F20-5CEB-496B-A190-D4E26A815ACE}"/>
                </a:ext>
              </a:extLst>
            </p:cNvPr>
            <p:cNvGraphicFramePr>
              <a:graphicFrameLocks noChangeAspect="1"/>
            </p:cNvGraphicFramePr>
            <p:nvPr>
              <p:extLst>
                <p:ext uri="{D42A27DB-BD31-4B8C-83A1-F6EECF244321}">
                  <p14:modId xmlns:p14="http://schemas.microsoft.com/office/powerpoint/2010/main" val="614212556"/>
                </p:ext>
              </p:extLst>
            </p:nvPr>
          </p:nvGraphicFramePr>
          <p:xfrm>
            <a:off x="4211960" y="4083918"/>
            <a:ext cx="1092200" cy="279400"/>
          </p:xfrm>
          <a:graphic>
            <a:graphicData uri="http://schemas.openxmlformats.org/presentationml/2006/ole">
              <mc:AlternateContent xmlns:mc="http://schemas.openxmlformats.org/markup-compatibility/2006">
                <mc:Choice xmlns:v="urn:schemas-microsoft-com:vml" Requires="v">
                  <p:oleObj spid="_x0000_s169124" name="Equation" r:id="rId14" imgW="1091880" imgH="279360" progId="Equation.DSMT4">
                    <p:embed/>
                  </p:oleObj>
                </mc:Choice>
                <mc:Fallback>
                  <p:oleObj name="Equation" r:id="rId14" imgW="1091880" imgH="279360" progId="Equation.DSMT4">
                    <p:embed/>
                    <p:pic>
                      <p:nvPicPr>
                        <p:cNvPr id="5" name="对象 4">
                          <a:extLst>
                            <a:ext uri="{FF2B5EF4-FFF2-40B4-BE49-F238E27FC236}">
                              <a16:creationId xmlns:a16="http://schemas.microsoft.com/office/drawing/2014/main" id="{27ACCD63-81EC-4A71-9088-EF55DE08C6B8}"/>
                            </a:ext>
                          </a:extLst>
                        </p:cNvPr>
                        <p:cNvPicPr/>
                        <p:nvPr/>
                      </p:nvPicPr>
                      <p:blipFill>
                        <a:blip r:embed="rId15"/>
                        <a:stretch>
                          <a:fillRect/>
                        </a:stretch>
                      </p:blipFill>
                      <p:spPr>
                        <a:xfrm>
                          <a:off x="4211960" y="4083918"/>
                          <a:ext cx="1092200" cy="279400"/>
                        </a:xfrm>
                        <a:prstGeom prst="rect">
                          <a:avLst/>
                        </a:prstGeom>
                        <a:solidFill>
                          <a:schemeClr val="bg1"/>
                        </a:solidFill>
                      </p:spPr>
                    </p:pic>
                  </p:oleObj>
                </mc:Fallback>
              </mc:AlternateContent>
            </a:graphicData>
          </a:graphic>
        </p:graphicFrame>
        <p:graphicFrame>
          <p:nvGraphicFramePr>
            <p:cNvPr id="10" name="对象 9">
              <a:extLst>
                <a:ext uri="{FF2B5EF4-FFF2-40B4-BE49-F238E27FC236}">
                  <a16:creationId xmlns:a16="http://schemas.microsoft.com/office/drawing/2014/main" id="{F3693E69-3345-489D-AE74-19E0CF0A6213}"/>
                </a:ext>
              </a:extLst>
            </p:cNvPr>
            <p:cNvGraphicFramePr>
              <a:graphicFrameLocks noChangeAspect="1"/>
            </p:cNvGraphicFramePr>
            <p:nvPr>
              <p:extLst>
                <p:ext uri="{D42A27DB-BD31-4B8C-83A1-F6EECF244321}">
                  <p14:modId xmlns:p14="http://schemas.microsoft.com/office/powerpoint/2010/main" val="921182339"/>
                </p:ext>
              </p:extLst>
            </p:nvPr>
          </p:nvGraphicFramePr>
          <p:xfrm>
            <a:off x="6542338" y="4223618"/>
            <a:ext cx="1092200" cy="279400"/>
          </p:xfrm>
          <a:graphic>
            <a:graphicData uri="http://schemas.openxmlformats.org/presentationml/2006/ole">
              <mc:AlternateContent xmlns:mc="http://schemas.openxmlformats.org/markup-compatibility/2006">
                <mc:Choice xmlns:v="urn:schemas-microsoft-com:vml" Requires="v">
                  <p:oleObj spid="_x0000_s169125" name="Equation" r:id="rId16" imgW="1091880" imgH="279360" progId="Equation.DSMT4">
                    <p:embed/>
                  </p:oleObj>
                </mc:Choice>
                <mc:Fallback>
                  <p:oleObj name="Equation" r:id="rId16" imgW="1091880" imgH="279360" progId="Equation.DSMT4">
                    <p:embed/>
                    <p:pic>
                      <p:nvPicPr>
                        <p:cNvPr id="5" name="对象 4">
                          <a:extLst>
                            <a:ext uri="{FF2B5EF4-FFF2-40B4-BE49-F238E27FC236}">
                              <a16:creationId xmlns:a16="http://schemas.microsoft.com/office/drawing/2014/main" id="{27ACCD63-81EC-4A71-9088-EF55DE08C6B8}"/>
                            </a:ext>
                          </a:extLst>
                        </p:cNvPr>
                        <p:cNvPicPr/>
                        <p:nvPr/>
                      </p:nvPicPr>
                      <p:blipFill>
                        <a:blip r:embed="rId17"/>
                        <a:stretch>
                          <a:fillRect/>
                        </a:stretch>
                      </p:blipFill>
                      <p:spPr>
                        <a:xfrm>
                          <a:off x="6542338" y="4223618"/>
                          <a:ext cx="1092200" cy="279400"/>
                        </a:xfrm>
                        <a:prstGeom prst="rect">
                          <a:avLst/>
                        </a:prstGeom>
                        <a:solidFill>
                          <a:schemeClr val="bg1"/>
                        </a:solidFill>
                      </p:spPr>
                    </p:pic>
                  </p:oleObj>
                </mc:Fallback>
              </mc:AlternateContent>
            </a:graphicData>
          </a:graphic>
        </p:graphicFrame>
      </p:grpSp>
    </p:spTree>
    <p:extLst>
      <p:ext uri="{BB962C8B-B14F-4D97-AF65-F5344CB8AC3E}">
        <p14:creationId xmlns:p14="http://schemas.microsoft.com/office/powerpoint/2010/main" val="276281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4">
            <a:extLst>
              <a:ext uri="{FF2B5EF4-FFF2-40B4-BE49-F238E27FC236}">
                <a16:creationId xmlns:a16="http://schemas.microsoft.com/office/drawing/2014/main" id="{15AD5225-6868-438C-842D-E81E27C2EE97}"/>
              </a:ext>
            </a:extLst>
          </p:cNvPr>
          <p:cNvSpPr txBox="1">
            <a:spLocks noChangeArrowheads="1"/>
          </p:cNvSpPr>
          <p:nvPr/>
        </p:nvSpPr>
        <p:spPr bwMode="auto">
          <a:xfrm>
            <a:off x="874134" y="405267"/>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solidFill>
                  <a:srgbClr val="0064FF"/>
                </a:solidFill>
                <a:latin typeface="+mn-ea"/>
                <a:ea typeface="+mn-ea"/>
              </a:rPr>
              <a:t>思考</a:t>
            </a:r>
            <a:endParaRPr lang="en-US" altLang="zh-CN" sz="2400" b="1" dirty="0">
              <a:solidFill>
                <a:srgbClr val="0064FF"/>
              </a:solidFill>
              <a:latin typeface="+mn-ea"/>
              <a:ea typeface="+mn-ea"/>
            </a:endParaRPr>
          </a:p>
        </p:txBody>
      </p:sp>
      <p:grpSp>
        <p:nvGrpSpPr>
          <p:cNvPr id="4" name="组合 3"/>
          <p:cNvGrpSpPr/>
          <p:nvPr/>
        </p:nvGrpSpPr>
        <p:grpSpPr>
          <a:xfrm>
            <a:off x="304329" y="318324"/>
            <a:ext cx="9101104" cy="1281882"/>
            <a:chOff x="304329" y="462340"/>
            <a:chExt cx="9101104" cy="1281882"/>
          </a:xfrm>
        </p:grpSpPr>
        <p:grpSp>
          <p:nvGrpSpPr>
            <p:cNvPr id="2" name="组合 1"/>
            <p:cNvGrpSpPr/>
            <p:nvPr/>
          </p:nvGrpSpPr>
          <p:grpSpPr>
            <a:xfrm>
              <a:off x="1904782" y="462340"/>
              <a:ext cx="7500651" cy="656526"/>
              <a:chOff x="850397" y="678364"/>
              <a:chExt cx="7500651" cy="656526"/>
            </a:xfrm>
          </p:grpSpPr>
          <p:grpSp>
            <p:nvGrpSpPr>
              <p:cNvPr id="20" name="组合 19">
                <a:extLst>
                  <a:ext uri="{FF2B5EF4-FFF2-40B4-BE49-F238E27FC236}">
                    <a16:creationId xmlns:a16="http://schemas.microsoft.com/office/drawing/2014/main" id="{AFFD8A0F-3932-4184-B251-088C8BE9E097}"/>
                  </a:ext>
                </a:extLst>
              </p:cNvPr>
              <p:cNvGrpSpPr/>
              <p:nvPr/>
            </p:nvGrpSpPr>
            <p:grpSpPr>
              <a:xfrm>
                <a:off x="850397" y="678364"/>
                <a:ext cx="4330204" cy="646331"/>
                <a:chOff x="1426461" y="1651304"/>
                <a:chExt cx="4330204" cy="646331"/>
              </a:xfrm>
            </p:grpSpPr>
            <p:sp>
              <p:nvSpPr>
                <p:cNvPr id="21" name="Text Box 3">
                  <a:extLst>
                    <a:ext uri="{FF2B5EF4-FFF2-40B4-BE49-F238E27FC236}">
                      <a16:creationId xmlns:a16="http://schemas.microsoft.com/office/drawing/2014/main" id="{8D3601F4-4A0E-47B3-BB26-0BFC77AB28F9}"/>
                    </a:ext>
                  </a:extLst>
                </p:cNvPr>
                <p:cNvSpPr txBox="1">
                  <a:spLocks noChangeArrowheads="1"/>
                </p:cNvSpPr>
                <p:nvPr/>
              </p:nvSpPr>
              <p:spPr bwMode="auto">
                <a:xfrm>
                  <a:off x="1426461" y="1651304"/>
                  <a:ext cx="433020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latin typeface="+mn-ea"/>
                      <a:ea typeface="+mn-ea"/>
                    </a:rPr>
                    <a:t>若函数</a:t>
                  </a:r>
                  <a:r>
                    <a:rPr kumimoji="1" lang="en-US" altLang="zh-CN" sz="2400" b="1" dirty="0">
                      <a:latin typeface="+mn-ea"/>
                      <a:ea typeface="+mn-ea"/>
                    </a:rPr>
                    <a:t>    </a:t>
                  </a:r>
                  <a:r>
                    <a:rPr kumimoji="1" lang="zh-CN" altLang="zh-CN" sz="2400" b="1" dirty="0">
                      <a:latin typeface="+mn-ea"/>
                      <a:ea typeface="+mn-ea"/>
                    </a:rPr>
                    <a:t>在</a:t>
                  </a:r>
                  <a:r>
                    <a:rPr kumimoji="1" lang="en-US" altLang="zh-CN" sz="2400" b="1" dirty="0">
                      <a:latin typeface="+mn-ea"/>
                      <a:ea typeface="+mn-ea"/>
                    </a:rPr>
                    <a:t>  </a:t>
                  </a:r>
                  <a:r>
                    <a:rPr kumimoji="1" lang="zh-CN" altLang="en-US" sz="2400" b="1" dirty="0">
                      <a:latin typeface="+mn-ea"/>
                      <a:ea typeface="+mn-ea"/>
                    </a:rPr>
                    <a:t>处</a:t>
                  </a:r>
                  <a:r>
                    <a:rPr kumimoji="1" lang="zh-CN" altLang="zh-CN" sz="2400" b="1" dirty="0">
                      <a:latin typeface="+mn-ea"/>
                      <a:ea typeface="+mn-ea"/>
                    </a:rPr>
                    <a:t>连续</a:t>
                  </a:r>
                  <a:r>
                    <a:rPr kumimoji="1" lang="zh-CN" altLang="en-US" sz="2400" b="1" dirty="0">
                      <a:latin typeface="+mn-ea"/>
                      <a:ea typeface="+mn-ea"/>
                    </a:rPr>
                    <a:t>，</a:t>
                  </a:r>
                  <a:r>
                    <a:rPr kumimoji="1" lang="en-US" altLang="zh-CN" sz="2400" b="1" dirty="0">
                      <a:latin typeface="+mn-ea"/>
                      <a:ea typeface="+mn-ea"/>
                    </a:rPr>
                    <a:t> </a:t>
                  </a:r>
                </a:p>
              </p:txBody>
            </p:sp>
            <p:graphicFrame>
              <p:nvGraphicFramePr>
                <p:cNvPr id="22"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3486184451"/>
                    </p:ext>
                  </p:extLst>
                </p:nvPr>
              </p:nvGraphicFramePr>
              <p:xfrm>
                <a:off x="2415859" y="1852654"/>
                <a:ext cx="622300" cy="342900"/>
              </p:xfrm>
              <a:graphic>
                <a:graphicData uri="http://schemas.openxmlformats.org/presentationml/2006/ole">
                  <mc:AlternateContent xmlns:mc="http://schemas.openxmlformats.org/markup-compatibility/2006">
                    <mc:Choice xmlns:v="urn:schemas-microsoft-com:vml" Requires="v">
                      <p:oleObj spid="_x0000_s163203" name="Equation" r:id="rId4" imgW="622080" imgH="342720" progId="Equation.DSMT4">
                        <p:embed/>
                      </p:oleObj>
                    </mc:Choice>
                    <mc:Fallback>
                      <p:oleObj name="Equation" r:id="rId4" imgW="622080" imgH="342720" progId="Equation.DSMT4">
                        <p:embed/>
                        <p:pic>
                          <p:nvPicPr>
                            <p:cNvPr id="0" name="Picture 137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5859" y="1852654"/>
                              <a:ext cx="6223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0">
                  <a:extLst>
                    <a:ext uri="{FF2B5EF4-FFF2-40B4-BE49-F238E27FC236}">
                      <a16:creationId xmlns:a16="http://schemas.microsoft.com/office/drawing/2014/main" id="{ACBB888C-69B7-4BA8-B4C4-75E0D73C5F5A}"/>
                    </a:ext>
                  </a:extLst>
                </p:cNvPr>
                <p:cNvGraphicFramePr>
                  <a:graphicFrameLocks noChangeAspect="1"/>
                </p:cNvGraphicFramePr>
                <p:nvPr>
                  <p:extLst>
                    <p:ext uri="{D42A27DB-BD31-4B8C-83A1-F6EECF244321}">
                      <p14:modId xmlns:p14="http://schemas.microsoft.com/office/powerpoint/2010/main" val="1889405046"/>
                    </p:ext>
                  </p:extLst>
                </p:nvPr>
              </p:nvGraphicFramePr>
              <p:xfrm>
                <a:off x="3419596" y="1783969"/>
                <a:ext cx="279400" cy="381000"/>
              </p:xfrm>
              <a:graphic>
                <a:graphicData uri="http://schemas.openxmlformats.org/presentationml/2006/ole">
                  <mc:AlternateContent xmlns:mc="http://schemas.openxmlformats.org/markup-compatibility/2006">
                    <mc:Choice xmlns:v="urn:schemas-microsoft-com:vml" Requires="v">
                      <p:oleObj spid="_x0000_s163204" name="Equation" r:id="rId6" imgW="279360" imgH="380880" progId="Equation.DSMT4">
                        <p:embed/>
                      </p:oleObj>
                    </mc:Choice>
                    <mc:Fallback>
                      <p:oleObj name="Equation" r:id="rId6" imgW="279360" imgH="380880" progId="Equation.DSMT4">
                        <p:embed/>
                        <p:pic>
                          <p:nvPicPr>
                            <p:cNvPr id="0" name="Picture 13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9596" y="1783969"/>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4" name="组合 23">
                <a:extLst>
                  <a:ext uri="{FF2B5EF4-FFF2-40B4-BE49-F238E27FC236}">
                    <a16:creationId xmlns:a16="http://schemas.microsoft.com/office/drawing/2014/main" id="{AFFD8A0F-3932-4184-B251-088C8BE9E097}"/>
                  </a:ext>
                </a:extLst>
              </p:cNvPr>
              <p:cNvGrpSpPr/>
              <p:nvPr/>
            </p:nvGrpSpPr>
            <p:grpSpPr>
              <a:xfrm>
                <a:off x="4246116" y="688559"/>
                <a:ext cx="4104932" cy="646331"/>
                <a:chOff x="2528193" y="1733507"/>
                <a:chExt cx="4104932" cy="646331"/>
              </a:xfrm>
            </p:grpSpPr>
            <p:sp>
              <p:nvSpPr>
                <p:cNvPr id="25" name="Text Box 3">
                  <a:extLst>
                    <a:ext uri="{FF2B5EF4-FFF2-40B4-BE49-F238E27FC236}">
                      <a16:creationId xmlns:a16="http://schemas.microsoft.com/office/drawing/2014/main" id="{8D3601F4-4A0E-47B3-BB26-0BFC77AB28F9}"/>
                    </a:ext>
                  </a:extLst>
                </p:cNvPr>
                <p:cNvSpPr txBox="1">
                  <a:spLocks noChangeArrowheads="1"/>
                </p:cNvSpPr>
                <p:nvPr/>
              </p:nvSpPr>
              <p:spPr bwMode="auto">
                <a:xfrm>
                  <a:off x="3277493" y="1733507"/>
                  <a:ext cx="335563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zh-CN" sz="2400" b="1" dirty="0">
                      <a:latin typeface="+mn-ea"/>
                      <a:ea typeface="+mn-ea"/>
                    </a:rPr>
                    <a:t>在</a:t>
                  </a:r>
                  <a:r>
                    <a:rPr kumimoji="1" lang="en-US" altLang="zh-CN" sz="2400" b="1" dirty="0">
                      <a:latin typeface="+mn-ea"/>
                      <a:ea typeface="+mn-ea"/>
                    </a:rPr>
                    <a:t>  </a:t>
                  </a:r>
                  <a:r>
                    <a:rPr kumimoji="1" lang="zh-CN" altLang="en-US" sz="2400" b="1" dirty="0">
                      <a:latin typeface="+mn-ea"/>
                      <a:ea typeface="+mn-ea"/>
                    </a:rPr>
                    <a:t>处是否</a:t>
                  </a:r>
                  <a:r>
                    <a:rPr kumimoji="1" lang="zh-CN" altLang="zh-CN" sz="2400" b="1" dirty="0">
                      <a:latin typeface="+mn-ea"/>
                      <a:ea typeface="+mn-ea"/>
                    </a:rPr>
                    <a:t>连续</a:t>
                  </a:r>
                  <a:r>
                    <a:rPr kumimoji="1" lang="zh-CN" altLang="en-US" sz="2400" b="1" dirty="0">
                      <a:latin typeface="+mn-ea"/>
                      <a:ea typeface="+mn-ea"/>
                    </a:rPr>
                    <a:t>？</a:t>
                  </a:r>
                  <a:endParaRPr kumimoji="1" lang="en-US" altLang="zh-CN" sz="2400" b="1" dirty="0">
                    <a:latin typeface="+mn-ea"/>
                    <a:ea typeface="+mn-ea"/>
                  </a:endParaRPr>
                </a:p>
              </p:txBody>
            </p:sp>
            <p:graphicFrame>
              <p:nvGraphicFramePr>
                <p:cNvPr id="26"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840218495"/>
                    </p:ext>
                  </p:extLst>
                </p:nvPr>
              </p:nvGraphicFramePr>
              <p:xfrm>
                <a:off x="2528193" y="1857131"/>
                <a:ext cx="749300" cy="406400"/>
              </p:xfrm>
              <a:graphic>
                <a:graphicData uri="http://schemas.openxmlformats.org/presentationml/2006/ole">
                  <mc:AlternateContent xmlns:mc="http://schemas.openxmlformats.org/markup-compatibility/2006">
                    <mc:Choice xmlns:v="urn:schemas-microsoft-com:vml" Requires="v">
                      <p:oleObj spid="_x0000_s163205" name="Equation" r:id="rId8" imgW="749160" imgH="406080" progId="Equation.DSMT4">
                        <p:embed/>
                      </p:oleObj>
                    </mc:Choice>
                    <mc:Fallback>
                      <p:oleObj name="Equation" r:id="rId8" imgW="749160" imgH="406080" progId="Equation.DSMT4">
                        <p:embed/>
                        <p:pic>
                          <p:nvPicPr>
                            <p:cNvPr id="0" name="Picture 13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8193" y="1857131"/>
                              <a:ext cx="7493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20">
                  <a:extLst>
                    <a:ext uri="{FF2B5EF4-FFF2-40B4-BE49-F238E27FC236}">
                      <a16:creationId xmlns:a16="http://schemas.microsoft.com/office/drawing/2014/main" id="{ACBB888C-69B7-4BA8-B4C4-75E0D73C5F5A}"/>
                    </a:ext>
                  </a:extLst>
                </p:cNvPr>
                <p:cNvGraphicFramePr>
                  <a:graphicFrameLocks noChangeAspect="1"/>
                </p:cNvGraphicFramePr>
                <p:nvPr>
                  <p:extLst>
                    <p:ext uri="{D42A27DB-BD31-4B8C-83A1-F6EECF244321}">
                      <p14:modId xmlns:p14="http://schemas.microsoft.com/office/powerpoint/2010/main" val="3158464413"/>
                    </p:ext>
                  </p:extLst>
                </p:nvPr>
              </p:nvGraphicFramePr>
              <p:xfrm>
                <a:off x="3704415" y="1855977"/>
                <a:ext cx="279400" cy="381000"/>
              </p:xfrm>
              <a:graphic>
                <a:graphicData uri="http://schemas.openxmlformats.org/presentationml/2006/ole">
                  <mc:AlternateContent xmlns:mc="http://schemas.openxmlformats.org/markup-compatibility/2006">
                    <mc:Choice xmlns:v="urn:schemas-microsoft-com:vml" Requires="v">
                      <p:oleObj spid="_x0000_s163206" name="Equation" r:id="rId10" imgW="279360" imgH="380880" progId="Equation.DSMT4">
                        <p:embed/>
                      </p:oleObj>
                    </mc:Choice>
                    <mc:Fallback>
                      <p:oleObj name="Equation" r:id="rId10" imgW="279360" imgH="380880" progId="Equation.DSMT4">
                        <p:embed/>
                        <p:pic>
                          <p:nvPicPr>
                            <p:cNvPr id="0" name="Picture 137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4415" y="1855977"/>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37" name="Text Box 3">
              <a:extLst>
                <a:ext uri="{FF2B5EF4-FFF2-40B4-BE49-F238E27FC236}">
                  <a16:creationId xmlns:a16="http://schemas.microsoft.com/office/drawing/2014/main" id="{8D3601F4-4A0E-47B3-BB26-0BFC77AB28F9}"/>
                </a:ext>
              </a:extLst>
            </p:cNvPr>
            <p:cNvSpPr txBox="1">
              <a:spLocks noChangeArrowheads="1"/>
            </p:cNvSpPr>
            <p:nvPr/>
          </p:nvSpPr>
          <p:spPr bwMode="auto">
            <a:xfrm>
              <a:off x="304329" y="1097891"/>
              <a:ext cx="26642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latin typeface="+mn-ea"/>
                  <a:ea typeface="+mn-ea"/>
                </a:rPr>
                <a:t>反之，是否成立？</a:t>
              </a:r>
              <a:r>
                <a:rPr kumimoji="1" lang="en-US" altLang="zh-CN" sz="2400" b="1" dirty="0">
                  <a:latin typeface="+mn-ea"/>
                  <a:ea typeface="+mn-ea"/>
                </a:rPr>
                <a:t> </a:t>
              </a:r>
            </a:p>
          </p:txBody>
        </p:sp>
      </p:grpSp>
      <p:grpSp>
        <p:nvGrpSpPr>
          <p:cNvPr id="39" name="组合 38"/>
          <p:cNvGrpSpPr/>
          <p:nvPr/>
        </p:nvGrpSpPr>
        <p:grpSpPr>
          <a:xfrm>
            <a:off x="928322" y="1763300"/>
            <a:ext cx="7112781" cy="662013"/>
            <a:chOff x="-308533" y="1277347"/>
            <a:chExt cx="7112781" cy="662013"/>
          </a:xfrm>
        </p:grpSpPr>
        <p:grpSp>
          <p:nvGrpSpPr>
            <p:cNvPr id="42" name="组合 41">
              <a:extLst>
                <a:ext uri="{FF2B5EF4-FFF2-40B4-BE49-F238E27FC236}">
                  <a16:creationId xmlns:a16="http://schemas.microsoft.com/office/drawing/2014/main" id="{AFFD8A0F-3932-4184-B251-088C8BE9E097}"/>
                </a:ext>
              </a:extLst>
            </p:cNvPr>
            <p:cNvGrpSpPr/>
            <p:nvPr/>
          </p:nvGrpSpPr>
          <p:grpSpPr>
            <a:xfrm>
              <a:off x="-308533" y="1293029"/>
              <a:ext cx="4330204" cy="646331"/>
              <a:chOff x="267531" y="2265969"/>
              <a:chExt cx="4330204" cy="646331"/>
            </a:xfrm>
          </p:grpSpPr>
          <p:sp>
            <p:nvSpPr>
              <p:cNvPr id="51" name="Text Box 3">
                <a:extLst>
                  <a:ext uri="{FF2B5EF4-FFF2-40B4-BE49-F238E27FC236}">
                    <a16:creationId xmlns:a16="http://schemas.microsoft.com/office/drawing/2014/main" id="{8D3601F4-4A0E-47B3-BB26-0BFC77AB28F9}"/>
                  </a:ext>
                </a:extLst>
              </p:cNvPr>
              <p:cNvSpPr txBox="1">
                <a:spLocks noChangeArrowheads="1"/>
              </p:cNvSpPr>
              <p:nvPr/>
            </p:nvSpPr>
            <p:spPr bwMode="auto">
              <a:xfrm>
                <a:off x="267531" y="2265969"/>
                <a:ext cx="433020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solidFill>
                      <a:srgbClr val="0064FF"/>
                    </a:solidFill>
                    <a:latin typeface="+mn-ea"/>
                    <a:ea typeface="+mn-ea"/>
                  </a:rPr>
                  <a:t>答 </a:t>
                </a:r>
                <a:r>
                  <a:rPr kumimoji="1" lang="zh-CN" altLang="en-US" sz="2400" b="1" dirty="0">
                    <a:latin typeface="+mn-ea"/>
                    <a:ea typeface="+mn-ea"/>
                  </a:rPr>
                  <a:t>若函数</a:t>
                </a:r>
                <a:r>
                  <a:rPr kumimoji="1" lang="en-US" altLang="zh-CN" sz="2400" b="1" dirty="0">
                    <a:latin typeface="+mn-ea"/>
                    <a:ea typeface="+mn-ea"/>
                  </a:rPr>
                  <a:t>    </a:t>
                </a:r>
                <a:r>
                  <a:rPr kumimoji="1" lang="zh-CN" altLang="zh-CN" sz="2400" b="1" dirty="0">
                    <a:latin typeface="+mn-ea"/>
                    <a:ea typeface="+mn-ea"/>
                  </a:rPr>
                  <a:t>在</a:t>
                </a:r>
                <a:r>
                  <a:rPr kumimoji="1" lang="en-US" altLang="zh-CN" sz="2400" b="1" dirty="0">
                    <a:latin typeface="+mn-ea"/>
                    <a:ea typeface="+mn-ea"/>
                  </a:rPr>
                  <a:t>  </a:t>
                </a:r>
                <a:r>
                  <a:rPr kumimoji="1" lang="zh-CN" altLang="en-US" sz="2400" b="1" dirty="0">
                    <a:latin typeface="+mn-ea"/>
                    <a:ea typeface="+mn-ea"/>
                  </a:rPr>
                  <a:t>处</a:t>
                </a:r>
                <a:r>
                  <a:rPr kumimoji="1" lang="zh-CN" altLang="zh-CN" sz="2400" b="1" dirty="0">
                    <a:latin typeface="+mn-ea"/>
                    <a:ea typeface="+mn-ea"/>
                  </a:rPr>
                  <a:t>连续</a:t>
                </a:r>
                <a:r>
                  <a:rPr kumimoji="1" lang="zh-CN" altLang="en-US" sz="2400" b="1" dirty="0">
                    <a:latin typeface="+mn-ea"/>
                    <a:ea typeface="+mn-ea"/>
                  </a:rPr>
                  <a:t>，</a:t>
                </a:r>
                <a:r>
                  <a:rPr kumimoji="1" lang="en-US" altLang="zh-CN" sz="2400" b="1" dirty="0">
                    <a:latin typeface="+mn-ea"/>
                    <a:ea typeface="+mn-ea"/>
                  </a:rPr>
                  <a:t> </a:t>
                </a:r>
              </a:p>
            </p:txBody>
          </p:sp>
          <p:graphicFrame>
            <p:nvGraphicFramePr>
              <p:cNvPr id="52"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3168641310"/>
                  </p:ext>
                </p:extLst>
              </p:nvPr>
            </p:nvGraphicFramePr>
            <p:xfrm>
              <a:off x="1764197" y="2436241"/>
              <a:ext cx="622300" cy="342900"/>
            </p:xfrm>
            <a:graphic>
              <a:graphicData uri="http://schemas.openxmlformats.org/presentationml/2006/ole">
                <mc:AlternateContent xmlns:mc="http://schemas.openxmlformats.org/markup-compatibility/2006">
                  <mc:Choice xmlns:v="urn:schemas-microsoft-com:vml" Requires="v">
                    <p:oleObj spid="_x0000_s163207" name="Equation" r:id="rId11" imgW="622080" imgH="342720" progId="Equation.DSMT4">
                      <p:embed/>
                    </p:oleObj>
                  </mc:Choice>
                  <mc:Fallback>
                    <p:oleObj name="Equation" r:id="rId11" imgW="622080" imgH="342720" progId="Equation.DSMT4">
                      <p:embed/>
                      <p:pic>
                        <p:nvPicPr>
                          <p:cNvPr id="0" name="Picture 137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4197" y="2436241"/>
                            <a:ext cx="6223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Object 20">
                <a:extLst>
                  <a:ext uri="{FF2B5EF4-FFF2-40B4-BE49-F238E27FC236}">
                    <a16:creationId xmlns:a16="http://schemas.microsoft.com/office/drawing/2014/main" id="{ACBB888C-69B7-4BA8-B4C4-75E0D73C5F5A}"/>
                  </a:ext>
                </a:extLst>
              </p:cNvPr>
              <p:cNvGraphicFramePr>
                <a:graphicFrameLocks noChangeAspect="1"/>
              </p:cNvGraphicFramePr>
              <p:nvPr>
                <p:extLst>
                  <p:ext uri="{D42A27DB-BD31-4B8C-83A1-F6EECF244321}">
                    <p14:modId xmlns:p14="http://schemas.microsoft.com/office/powerpoint/2010/main" val="1774745168"/>
                  </p:ext>
                </p:extLst>
              </p:nvPr>
            </p:nvGraphicFramePr>
            <p:xfrm>
              <a:off x="2715989" y="2394397"/>
              <a:ext cx="279400" cy="381000"/>
            </p:xfrm>
            <a:graphic>
              <a:graphicData uri="http://schemas.openxmlformats.org/presentationml/2006/ole">
                <mc:AlternateContent xmlns:mc="http://schemas.openxmlformats.org/markup-compatibility/2006">
                  <mc:Choice xmlns:v="urn:schemas-microsoft-com:vml" Requires="v">
                    <p:oleObj spid="_x0000_s163208" name="Equation" r:id="rId13" imgW="279360" imgH="380880" progId="Equation.DSMT4">
                      <p:embed/>
                    </p:oleObj>
                  </mc:Choice>
                  <mc:Fallback>
                    <p:oleObj name="Equation" r:id="rId13" imgW="279360" imgH="380880" progId="Equation.DSMT4">
                      <p:embed/>
                      <p:pic>
                        <p:nvPicPr>
                          <p:cNvPr id="0" name="Picture 138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15989" y="2394397"/>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3" name="组合 42">
              <a:extLst>
                <a:ext uri="{FF2B5EF4-FFF2-40B4-BE49-F238E27FC236}">
                  <a16:creationId xmlns:a16="http://schemas.microsoft.com/office/drawing/2014/main" id="{AFFD8A0F-3932-4184-B251-088C8BE9E097}"/>
                </a:ext>
              </a:extLst>
            </p:cNvPr>
            <p:cNvGrpSpPr/>
            <p:nvPr/>
          </p:nvGrpSpPr>
          <p:grpSpPr>
            <a:xfrm>
              <a:off x="3409603" y="1277347"/>
              <a:ext cx="3394645" cy="646331"/>
              <a:chOff x="1691680" y="2322295"/>
              <a:chExt cx="3394645" cy="646331"/>
            </a:xfrm>
          </p:grpSpPr>
          <p:sp>
            <p:nvSpPr>
              <p:cNvPr id="45" name="Text Box 3">
                <a:extLst>
                  <a:ext uri="{FF2B5EF4-FFF2-40B4-BE49-F238E27FC236}">
                    <a16:creationId xmlns:a16="http://schemas.microsoft.com/office/drawing/2014/main" id="{8D3601F4-4A0E-47B3-BB26-0BFC77AB28F9}"/>
                  </a:ext>
                </a:extLst>
              </p:cNvPr>
              <p:cNvSpPr txBox="1">
                <a:spLocks noChangeArrowheads="1"/>
              </p:cNvSpPr>
              <p:nvPr/>
            </p:nvSpPr>
            <p:spPr bwMode="auto">
              <a:xfrm>
                <a:off x="1691680" y="2322295"/>
                <a:ext cx="339464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en-US" altLang="zh-CN" sz="2400" b="1" dirty="0">
                    <a:latin typeface="+mn-ea"/>
                    <a:ea typeface="+mn-ea"/>
                  </a:rPr>
                  <a:t>      </a:t>
                </a:r>
                <a:r>
                  <a:rPr kumimoji="1" lang="zh-CN" altLang="zh-CN" sz="2400" b="1" dirty="0">
                    <a:latin typeface="+mn-ea"/>
                    <a:ea typeface="+mn-ea"/>
                  </a:rPr>
                  <a:t>在</a:t>
                </a:r>
                <a:r>
                  <a:rPr kumimoji="1" lang="en-US" altLang="zh-CN" sz="2400" b="1" dirty="0">
                    <a:latin typeface="+mn-ea"/>
                    <a:ea typeface="+mn-ea"/>
                  </a:rPr>
                  <a:t>  </a:t>
                </a:r>
                <a:r>
                  <a:rPr kumimoji="1" lang="zh-CN" altLang="en-US" sz="2400" b="1" dirty="0">
                    <a:latin typeface="+mn-ea"/>
                    <a:ea typeface="+mn-ea"/>
                  </a:rPr>
                  <a:t>处一定</a:t>
                </a:r>
                <a:r>
                  <a:rPr kumimoji="1" lang="zh-CN" altLang="zh-CN" sz="2400" b="1" dirty="0">
                    <a:latin typeface="+mn-ea"/>
                    <a:ea typeface="+mn-ea"/>
                  </a:rPr>
                  <a:t>连续</a:t>
                </a:r>
                <a:r>
                  <a:rPr kumimoji="1" lang="en-US" altLang="zh-CN" sz="2400" b="1" dirty="0">
                    <a:latin typeface="+mn-ea"/>
                    <a:ea typeface="+mn-ea"/>
                  </a:rPr>
                  <a:t>.</a:t>
                </a:r>
              </a:p>
            </p:txBody>
          </p:sp>
          <p:graphicFrame>
            <p:nvGraphicFramePr>
              <p:cNvPr id="47"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3368776995"/>
                  </p:ext>
                </p:extLst>
              </p:nvPr>
            </p:nvGraphicFramePr>
            <p:xfrm>
              <a:off x="1883940" y="2453705"/>
              <a:ext cx="749300" cy="406400"/>
            </p:xfrm>
            <a:graphic>
              <a:graphicData uri="http://schemas.openxmlformats.org/presentationml/2006/ole">
                <mc:AlternateContent xmlns:mc="http://schemas.openxmlformats.org/markup-compatibility/2006">
                  <mc:Choice xmlns:v="urn:schemas-microsoft-com:vml" Requires="v">
                    <p:oleObj spid="_x0000_s163209" name="Equation" r:id="rId14" imgW="749160" imgH="406080" progId="Equation.DSMT4">
                      <p:embed/>
                    </p:oleObj>
                  </mc:Choice>
                  <mc:Fallback>
                    <p:oleObj name="Equation" r:id="rId14" imgW="749160" imgH="406080" progId="Equation.DSMT4">
                      <p:embed/>
                      <p:pic>
                        <p:nvPicPr>
                          <p:cNvPr id="0" name="Picture 138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83940" y="2453705"/>
                            <a:ext cx="7493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 name="Object 20">
                <a:extLst>
                  <a:ext uri="{FF2B5EF4-FFF2-40B4-BE49-F238E27FC236}">
                    <a16:creationId xmlns:a16="http://schemas.microsoft.com/office/drawing/2014/main" id="{ACBB888C-69B7-4BA8-B4C4-75E0D73C5F5A}"/>
                  </a:ext>
                </a:extLst>
              </p:cNvPr>
              <p:cNvGraphicFramePr>
                <a:graphicFrameLocks noChangeAspect="1"/>
              </p:cNvGraphicFramePr>
              <p:nvPr>
                <p:extLst/>
              </p:nvPr>
            </p:nvGraphicFramePr>
            <p:xfrm>
              <a:off x="2998093" y="2443610"/>
              <a:ext cx="279400" cy="381000"/>
            </p:xfrm>
            <a:graphic>
              <a:graphicData uri="http://schemas.openxmlformats.org/presentationml/2006/ole">
                <mc:AlternateContent xmlns:mc="http://schemas.openxmlformats.org/markup-compatibility/2006">
                  <mc:Choice xmlns:v="urn:schemas-microsoft-com:vml" Requires="v">
                    <p:oleObj spid="_x0000_s163210" name="Equation" r:id="rId16" imgW="279360" imgH="380880" progId="Equation.DSMT4">
                      <p:embed/>
                    </p:oleObj>
                  </mc:Choice>
                  <mc:Fallback>
                    <p:oleObj name="Equation" r:id="rId16" imgW="279360" imgH="380880" progId="Equation.DSMT4">
                      <p:embed/>
                      <p:pic>
                        <p:nvPicPr>
                          <p:cNvPr id="0" name="Picture 138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98093" y="244361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41" name="Text Box 3">
            <a:extLst>
              <a:ext uri="{FF2B5EF4-FFF2-40B4-BE49-F238E27FC236}">
                <a16:creationId xmlns:a16="http://schemas.microsoft.com/office/drawing/2014/main" id="{8D3601F4-4A0E-47B3-BB26-0BFC77AB28F9}"/>
              </a:ext>
            </a:extLst>
          </p:cNvPr>
          <p:cNvSpPr txBox="1">
            <a:spLocks noChangeArrowheads="1"/>
          </p:cNvSpPr>
          <p:nvPr/>
        </p:nvSpPr>
        <p:spPr bwMode="auto">
          <a:xfrm>
            <a:off x="298861" y="2604089"/>
            <a:ext cx="26642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latin typeface="+mn-ea"/>
                <a:ea typeface="+mn-ea"/>
              </a:rPr>
              <a:t>反之，不一定成立</a:t>
            </a:r>
            <a:r>
              <a:rPr kumimoji="1" lang="en-US" altLang="zh-CN" sz="2400" b="1" dirty="0">
                <a:latin typeface="+mn-ea"/>
                <a:ea typeface="+mn-ea"/>
              </a:rPr>
              <a:t>. </a:t>
            </a:r>
          </a:p>
        </p:txBody>
      </p:sp>
      <p:graphicFrame>
        <p:nvGraphicFramePr>
          <p:cNvPr id="54"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859191632"/>
              </p:ext>
            </p:extLst>
          </p:nvPr>
        </p:nvGraphicFramePr>
        <p:xfrm>
          <a:off x="1804095" y="3474924"/>
          <a:ext cx="2235200" cy="863600"/>
        </p:xfrm>
        <a:graphic>
          <a:graphicData uri="http://schemas.openxmlformats.org/presentationml/2006/ole">
            <mc:AlternateContent xmlns:mc="http://schemas.openxmlformats.org/markup-compatibility/2006">
              <mc:Choice xmlns:v="urn:schemas-microsoft-com:vml" Requires="v">
                <p:oleObj spid="_x0000_s163211" name="Equation" r:id="rId17" imgW="2234880" imgH="863280" progId="Equation.DSMT4">
                  <p:embed/>
                </p:oleObj>
              </mc:Choice>
              <mc:Fallback>
                <p:oleObj name="Equation" r:id="rId17" imgW="2234880" imgH="863280" progId="Equation.DSMT4">
                  <p:embed/>
                  <p:pic>
                    <p:nvPicPr>
                      <p:cNvPr id="0" name="Picture 138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04095" y="3474924"/>
                        <a:ext cx="22352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 name="Text Box 14">
            <a:extLst>
              <a:ext uri="{FF2B5EF4-FFF2-40B4-BE49-F238E27FC236}">
                <a16:creationId xmlns:a16="http://schemas.microsoft.com/office/drawing/2014/main" id="{15AD5225-6868-438C-842D-E81E27C2EE97}"/>
              </a:ext>
            </a:extLst>
          </p:cNvPr>
          <p:cNvSpPr txBox="1">
            <a:spLocks noChangeArrowheads="1"/>
          </p:cNvSpPr>
          <p:nvPr/>
        </p:nvSpPr>
        <p:spPr bwMode="auto">
          <a:xfrm>
            <a:off x="852298" y="3634799"/>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solidFill>
                  <a:srgbClr val="0064FF"/>
                </a:solidFill>
                <a:latin typeface="+mn-ea"/>
                <a:ea typeface="+mn-ea"/>
              </a:rPr>
              <a:t>反例</a:t>
            </a:r>
            <a:endParaRPr lang="en-US" altLang="zh-CN" sz="2400" b="1" dirty="0">
              <a:solidFill>
                <a:srgbClr val="0064FF"/>
              </a:solidFill>
              <a:latin typeface="+mn-ea"/>
              <a:ea typeface="+mn-ea"/>
            </a:endParaRPr>
          </a:p>
        </p:txBody>
      </p:sp>
      <p:grpSp>
        <p:nvGrpSpPr>
          <p:cNvPr id="3" name="组合 2">
            <a:extLst>
              <a:ext uri="{FF2B5EF4-FFF2-40B4-BE49-F238E27FC236}">
                <a16:creationId xmlns:a16="http://schemas.microsoft.com/office/drawing/2014/main" id="{2F8D59DF-D3BF-4D57-A523-3CC9113A793E}"/>
              </a:ext>
            </a:extLst>
          </p:cNvPr>
          <p:cNvGrpSpPr/>
          <p:nvPr/>
        </p:nvGrpSpPr>
        <p:grpSpPr>
          <a:xfrm>
            <a:off x="358252" y="3542465"/>
            <a:ext cx="8006701" cy="1363158"/>
            <a:chOff x="358252" y="3542465"/>
            <a:chExt cx="8006701" cy="1363158"/>
          </a:xfrm>
        </p:grpSpPr>
        <p:sp>
          <p:nvSpPr>
            <p:cNvPr id="55" name="Text Box 3">
              <a:extLst>
                <a:ext uri="{FF2B5EF4-FFF2-40B4-BE49-F238E27FC236}">
                  <a16:creationId xmlns:a16="http://schemas.microsoft.com/office/drawing/2014/main" id="{8D3601F4-4A0E-47B3-BB26-0BFC77AB28F9}"/>
                </a:ext>
              </a:extLst>
            </p:cNvPr>
            <p:cNvSpPr txBox="1">
              <a:spLocks noChangeArrowheads="1"/>
            </p:cNvSpPr>
            <p:nvPr/>
          </p:nvSpPr>
          <p:spPr bwMode="auto">
            <a:xfrm>
              <a:off x="5151926" y="3542465"/>
              <a:ext cx="1324797"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latin typeface="+mn-ea"/>
                  <a:ea typeface="+mn-ea"/>
                </a:rPr>
                <a:t>不连续，</a:t>
              </a:r>
              <a:r>
                <a:rPr kumimoji="1" lang="en-US" altLang="zh-CN" sz="2400" b="1" dirty="0">
                  <a:latin typeface="+mn-ea"/>
                  <a:ea typeface="+mn-ea"/>
                </a:rPr>
                <a:t> </a:t>
              </a:r>
            </a:p>
          </p:txBody>
        </p:sp>
        <p:graphicFrame>
          <p:nvGraphicFramePr>
            <p:cNvPr id="56"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758203071"/>
                </p:ext>
              </p:extLst>
            </p:nvPr>
          </p:nvGraphicFramePr>
          <p:xfrm>
            <a:off x="6678990" y="3688943"/>
            <a:ext cx="749300" cy="406400"/>
          </p:xfrm>
          <a:graphic>
            <a:graphicData uri="http://schemas.openxmlformats.org/presentationml/2006/ole">
              <mc:AlternateContent xmlns:mc="http://schemas.openxmlformats.org/markup-compatibility/2006">
                <mc:Choice xmlns:v="urn:schemas-microsoft-com:vml" Requires="v">
                  <p:oleObj spid="_x0000_s163212" name="Equation" r:id="rId19" imgW="749160" imgH="406080" progId="Equation.DSMT4">
                    <p:embed/>
                  </p:oleObj>
                </mc:Choice>
                <mc:Fallback>
                  <p:oleObj name="Equation" r:id="rId19" imgW="749160" imgH="406080" progId="Equation.DSMT4">
                    <p:embed/>
                    <p:pic>
                      <p:nvPicPr>
                        <p:cNvPr id="0" name="Picture 138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78990" y="3688943"/>
                          <a:ext cx="7493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14384932"/>
                </p:ext>
              </p:extLst>
            </p:nvPr>
          </p:nvGraphicFramePr>
          <p:xfrm>
            <a:off x="4504226" y="3735655"/>
            <a:ext cx="647700" cy="279400"/>
          </p:xfrm>
          <a:graphic>
            <a:graphicData uri="http://schemas.openxmlformats.org/presentationml/2006/ole">
              <mc:AlternateContent xmlns:mc="http://schemas.openxmlformats.org/markup-compatibility/2006">
                <mc:Choice xmlns:v="urn:schemas-microsoft-com:vml" Requires="v">
                  <p:oleObj spid="_x0000_s163213" name="Equation" r:id="rId20" imgW="647640" imgH="279360" progId="Equation.DSMT4">
                    <p:embed/>
                  </p:oleObj>
                </mc:Choice>
                <mc:Fallback>
                  <p:oleObj name="Equation" r:id="rId20" imgW="647640" imgH="279360" progId="Equation.DSMT4">
                    <p:embed/>
                    <p:pic>
                      <p:nvPicPr>
                        <p:cNvPr id="0" name="Picture 138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04226" y="3735655"/>
                          <a:ext cx="6477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Text Box 14">
              <a:extLst>
                <a:ext uri="{FF2B5EF4-FFF2-40B4-BE49-F238E27FC236}">
                  <a16:creationId xmlns:a16="http://schemas.microsoft.com/office/drawing/2014/main" id="{15AD5225-6868-438C-842D-E81E27C2EE97}"/>
                </a:ext>
              </a:extLst>
            </p:cNvPr>
            <p:cNvSpPr txBox="1">
              <a:spLocks noChangeArrowheads="1"/>
            </p:cNvSpPr>
            <p:nvPr/>
          </p:nvSpPr>
          <p:spPr bwMode="auto">
            <a:xfrm>
              <a:off x="4063446" y="3644523"/>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latin typeface="+mn-ea"/>
                  <a:ea typeface="+mn-ea"/>
                </a:rPr>
                <a:t>在</a:t>
              </a:r>
              <a:endParaRPr lang="en-US" altLang="zh-CN" sz="2400" b="1" dirty="0">
                <a:latin typeface="+mn-ea"/>
                <a:ea typeface="+mn-ea"/>
              </a:endParaRPr>
            </a:p>
          </p:txBody>
        </p:sp>
        <p:graphicFrame>
          <p:nvGraphicFramePr>
            <p:cNvPr id="31" name="对象 30"/>
            <p:cNvGraphicFramePr>
              <a:graphicFrameLocks noChangeAspect="1"/>
            </p:cNvGraphicFramePr>
            <p:nvPr>
              <p:extLst>
                <p:ext uri="{D42A27DB-BD31-4B8C-83A1-F6EECF244321}">
                  <p14:modId xmlns:p14="http://schemas.microsoft.com/office/powerpoint/2010/main" val="813808122"/>
                </p:ext>
              </p:extLst>
            </p:nvPr>
          </p:nvGraphicFramePr>
          <p:xfrm>
            <a:off x="7717253" y="3759744"/>
            <a:ext cx="647700" cy="279400"/>
          </p:xfrm>
          <a:graphic>
            <a:graphicData uri="http://schemas.openxmlformats.org/presentationml/2006/ole">
              <mc:AlternateContent xmlns:mc="http://schemas.openxmlformats.org/markup-compatibility/2006">
                <mc:Choice xmlns:v="urn:schemas-microsoft-com:vml" Requires="v">
                  <p:oleObj spid="_x0000_s163214" name="Equation" r:id="rId22" imgW="647640" imgH="279360" progId="Equation.DSMT4">
                    <p:embed/>
                  </p:oleObj>
                </mc:Choice>
                <mc:Fallback>
                  <p:oleObj name="Equation" r:id="rId22" imgW="647640" imgH="279360" progId="Equation.DSMT4">
                    <p:embed/>
                    <p:pic>
                      <p:nvPicPr>
                        <p:cNvPr id="0" name="Picture 138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717253" y="3759744"/>
                          <a:ext cx="6477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Text Box 14">
              <a:extLst>
                <a:ext uri="{FF2B5EF4-FFF2-40B4-BE49-F238E27FC236}">
                  <a16:creationId xmlns:a16="http://schemas.microsoft.com/office/drawing/2014/main" id="{15AD5225-6868-438C-842D-E81E27C2EE97}"/>
                </a:ext>
              </a:extLst>
            </p:cNvPr>
            <p:cNvSpPr txBox="1">
              <a:spLocks noChangeArrowheads="1"/>
            </p:cNvSpPr>
            <p:nvPr/>
          </p:nvSpPr>
          <p:spPr bwMode="auto">
            <a:xfrm>
              <a:off x="7326830" y="3668612"/>
              <a:ext cx="4940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latin typeface="+mn-ea"/>
                  <a:ea typeface="+mn-ea"/>
                </a:rPr>
                <a:t>在</a:t>
              </a:r>
              <a:endParaRPr lang="en-US" altLang="zh-CN" sz="2400" b="1" dirty="0">
                <a:latin typeface="+mn-ea"/>
                <a:ea typeface="+mn-ea"/>
              </a:endParaRPr>
            </a:p>
          </p:txBody>
        </p:sp>
        <p:sp>
          <p:nvSpPr>
            <p:cNvPr id="33" name="Text Box 14">
              <a:extLst>
                <a:ext uri="{FF2B5EF4-FFF2-40B4-BE49-F238E27FC236}">
                  <a16:creationId xmlns:a16="http://schemas.microsoft.com/office/drawing/2014/main" id="{15AD5225-6868-438C-842D-E81E27C2EE97}"/>
                </a:ext>
              </a:extLst>
            </p:cNvPr>
            <p:cNvSpPr txBox="1">
              <a:spLocks noChangeArrowheads="1"/>
            </p:cNvSpPr>
            <p:nvPr/>
          </p:nvSpPr>
          <p:spPr bwMode="auto">
            <a:xfrm>
              <a:off x="6253254" y="3634799"/>
              <a:ext cx="4956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latin typeface="+mn-ea"/>
                  <a:ea typeface="+mn-ea"/>
                </a:rPr>
                <a:t>而</a:t>
              </a:r>
              <a:endParaRPr lang="en-US" altLang="zh-CN" sz="2400" b="1" dirty="0">
                <a:latin typeface="+mn-ea"/>
                <a:ea typeface="+mn-ea"/>
              </a:endParaRPr>
            </a:p>
          </p:txBody>
        </p:sp>
        <p:sp>
          <p:nvSpPr>
            <p:cNvPr id="34" name="Text Box 14">
              <a:extLst>
                <a:ext uri="{FF2B5EF4-FFF2-40B4-BE49-F238E27FC236}">
                  <a16:creationId xmlns:a16="http://schemas.microsoft.com/office/drawing/2014/main" id="{15AD5225-6868-438C-842D-E81E27C2EE97}"/>
                </a:ext>
              </a:extLst>
            </p:cNvPr>
            <p:cNvSpPr txBox="1">
              <a:spLocks noChangeArrowheads="1"/>
            </p:cNvSpPr>
            <p:nvPr/>
          </p:nvSpPr>
          <p:spPr bwMode="auto">
            <a:xfrm>
              <a:off x="358252" y="4443958"/>
              <a:ext cx="10453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latin typeface="+mn-ea"/>
                  <a:ea typeface="+mn-ea"/>
                </a:rPr>
                <a:t>连续</a:t>
              </a:r>
              <a:r>
                <a:rPr lang="en-US" altLang="zh-CN" sz="2400" b="1" dirty="0">
                  <a:latin typeface="+mn-ea"/>
                  <a:ea typeface="+mn-ea"/>
                </a:rPr>
                <a:t>.</a:t>
              </a:r>
            </a:p>
          </p:txBody>
        </p:sp>
      </p:grpSp>
    </p:spTree>
    <p:extLst>
      <p:ext uri="{BB962C8B-B14F-4D97-AF65-F5344CB8AC3E}">
        <p14:creationId xmlns:p14="http://schemas.microsoft.com/office/powerpoint/2010/main" val="40748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left)">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animEffect transition="in" filter="wipe(left)">
                                      <p:cBhvr>
                                        <p:cTn id="17" dur="500"/>
                                        <p:tgtEl>
                                          <p:spTgt spid="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wipe(left)">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B73F9340-E716-483B-A25F-AA21F5C89A21}"/>
              </a:ext>
            </a:extLst>
          </p:cNvPr>
          <p:cNvSpPr txBox="1">
            <a:spLocks noChangeArrowheads="1"/>
          </p:cNvSpPr>
          <p:nvPr/>
        </p:nvSpPr>
        <p:spPr bwMode="auto">
          <a:xfrm>
            <a:off x="931135" y="1024908"/>
            <a:ext cx="1454319"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1050925" indent="-1050925">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pPr>
            <a:r>
              <a:rPr lang="zh-CN" altLang="en-US" sz="2400" b="1" dirty="0">
                <a:solidFill>
                  <a:srgbClr val="0064FF"/>
                </a:solidFill>
                <a:latin typeface="+mn-ea"/>
                <a:ea typeface="+mn-ea"/>
              </a:rPr>
              <a:t>定理</a:t>
            </a:r>
            <a:r>
              <a:rPr lang="en-US" altLang="zh-CN" sz="2400" b="1" dirty="0">
                <a:solidFill>
                  <a:srgbClr val="0064FF"/>
                </a:solidFill>
                <a:latin typeface="+mn-ea"/>
                <a:ea typeface="+mn-ea"/>
              </a:rPr>
              <a:t>2</a:t>
            </a:r>
            <a:r>
              <a:rPr kumimoji="1" lang="en-US" altLang="zh-CN" sz="2400" b="1" dirty="0">
                <a:solidFill>
                  <a:srgbClr val="0000FF"/>
                </a:solidFill>
                <a:latin typeface="+mn-ea"/>
                <a:ea typeface="+mn-ea"/>
              </a:rPr>
              <a:t> </a:t>
            </a:r>
            <a:r>
              <a:rPr kumimoji="1" lang="zh-CN" altLang="en-US" sz="2400" b="1" dirty="0">
                <a:latin typeface="+mn-ea"/>
                <a:ea typeface="+mn-ea"/>
              </a:rPr>
              <a:t>若</a:t>
            </a:r>
            <a:endParaRPr kumimoji="1" lang="zh-CN" altLang="en-US" sz="2400" b="1" dirty="0">
              <a:latin typeface="Times New Roman" pitchFamily="18" charset="0"/>
              <a:ea typeface="楷体_GB2312" pitchFamily="49" charset="-122"/>
            </a:endParaRPr>
          </a:p>
        </p:txBody>
      </p:sp>
      <p:sp>
        <p:nvSpPr>
          <p:cNvPr id="9" name="Text Box 31">
            <a:extLst>
              <a:ext uri="{FF2B5EF4-FFF2-40B4-BE49-F238E27FC236}">
                <a16:creationId xmlns:a16="http://schemas.microsoft.com/office/drawing/2014/main" id="{733A51A8-170A-4CDB-9CBE-67F5DB2ADEC4}"/>
              </a:ext>
            </a:extLst>
          </p:cNvPr>
          <p:cNvSpPr txBox="1">
            <a:spLocks noChangeArrowheads="1"/>
          </p:cNvSpPr>
          <p:nvPr/>
        </p:nvSpPr>
        <p:spPr bwMode="auto">
          <a:xfrm>
            <a:off x="236862" y="1826325"/>
            <a:ext cx="2678954"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defPPr>
              <a:defRPr lang="zh-CN"/>
            </a:defPPr>
            <a:lvl1pPr marL="1050925" indent="-1050925">
              <a:defRPr kumimoji="1" sz="2400" b="1">
                <a:latin typeface="+mn-ea"/>
              </a:defRPr>
            </a:lvl1pPr>
            <a:lvl2pPr>
              <a:defRPr sz="2800">
                <a:latin typeface="Arial" charset="0"/>
                <a:ea typeface="宋体" pitchFamily="2" charset="-122"/>
              </a:defRPr>
            </a:lvl2pPr>
            <a:lvl3pPr>
              <a:defRPr sz="2400">
                <a:latin typeface="Arial" charset="0"/>
                <a:ea typeface="宋体" pitchFamily="2" charset="-122"/>
              </a:defRPr>
            </a:lvl3pPr>
            <a:lvl4pPr>
              <a:defRPr sz="2000">
                <a:latin typeface="Arial" charset="0"/>
                <a:ea typeface="宋体" pitchFamily="2" charset="-122"/>
              </a:defRPr>
            </a:lvl4pPr>
            <a:lvl5pPr>
              <a:defRPr sz="2000">
                <a:latin typeface="Arial" charset="0"/>
                <a:ea typeface="宋体" pitchFamily="2" charset="-122"/>
              </a:defRPr>
            </a:lvl5pPr>
            <a:lvl6pPr eaLnBrk="0" hangingPunct="0">
              <a:defRPr sz="2000">
                <a:latin typeface="Arial" charset="0"/>
                <a:ea typeface="宋体" pitchFamily="2" charset="-122"/>
              </a:defRPr>
            </a:lvl6pPr>
            <a:lvl7pPr eaLnBrk="0" hangingPunct="0">
              <a:defRPr sz="2000">
                <a:latin typeface="Arial" charset="0"/>
                <a:ea typeface="宋体" pitchFamily="2" charset="-122"/>
              </a:defRPr>
            </a:lvl7pPr>
            <a:lvl8pPr eaLnBrk="0" hangingPunct="0">
              <a:defRPr sz="2000">
                <a:latin typeface="Arial" charset="0"/>
                <a:ea typeface="宋体" pitchFamily="2" charset="-122"/>
              </a:defRPr>
            </a:lvl8pPr>
            <a:lvl9pPr eaLnBrk="0" hangingPunct="0">
              <a:defRPr sz="2000">
                <a:latin typeface="Arial" charset="0"/>
                <a:ea typeface="宋体" pitchFamily="2" charset="-122"/>
              </a:defRPr>
            </a:lvl9pPr>
          </a:lstStyle>
          <a:p>
            <a:pPr>
              <a:lnSpc>
                <a:spcPct val="150000"/>
              </a:lnSpc>
            </a:pPr>
            <a:r>
              <a:rPr lang="zh-CN" altLang="zh-CN" dirty="0"/>
              <a:t>续</a:t>
            </a:r>
            <a:r>
              <a:rPr lang="zh-CN" altLang="en-US" dirty="0"/>
              <a:t>，则其反函数</a:t>
            </a:r>
            <a:endParaRPr lang="en-US" altLang="zh-CN" dirty="0"/>
          </a:p>
        </p:txBody>
      </p:sp>
      <p:sp>
        <p:nvSpPr>
          <p:cNvPr id="10" name="Rectangle 32">
            <a:extLst>
              <a:ext uri="{FF2B5EF4-FFF2-40B4-BE49-F238E27FC236}">
                <a16:creationId xmlns:a16="http://schemas.microsoft.com/office/drawing/2014/main" id="{09E3E0EB-8128-49E1-8375-B288AB7B4A85}"/>
              </a:ext>
            </a:extLst>
          </p:cNvPr>
          <p:cNvSpPr>
            <a:spLocks noChangeArrowheads="1"/>
          </p:cNvSpPr>
          <p:nvPr/>
        </p:nvSpPr>
        <p:spPr bwMode="auto">
          <a:xfrm>
            <a:off x="225215" y="2625563"/>
            <a:ext cx="4828566"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50000"/>
              </a:lnSpc>
            </a:pPr>
            <a:r>
              <a:rPr kumimoji="1" lang="zh-CN" altLang="en-US" sz="2400" b="1" dirty="0">
                <a:latin typeface="+mn-ea"/>
              </a:rPr>
              <a:t>上单调增加</a:t>
            </a:r>
            <a:r>
              <a:rPr kumimoji="1" lang="en-US" altLang="zh-CN" sz="2400" b="1" dirty="0">
                <a:latin typeface="+mn-ea"/>
              </a:rPr>
              <a:t>(</a:t>
            </a:r>
            <a:r>
              <a:rPr kumimoji="1" lang="zh-CN" altLang="en-US" sz="2400" b="1" dirty="0">
                <a:latin typeface="+mn-ea"/>
              </a:rPr>
              <a:t>或</a:t>
            </a:r>
            <a:r>
              <a:rPr kumimoji="1" lang="zh-CN" altLang="en-US" sz="2400" b="1" dirty="0">
                <a:solidFill>
                  <a:srgbClr val="0064FF"/>
                </a:solidFill>
                <a:latin typeface="+mn-ea"/>
              </a:rPr>
              <a:t>单调减少</a:t>
            </a:r>
            <a:r>
              <a:rPr kumimoji="1" lang="en-US" altLang="zh-CN" sz="2400" b="1" dirty="0">
                <a:latin typeface="+mn-ea"/>
              </a:rPr>
              <a:t>)</a:t>
            </a:r>
            <a:r>
              <a:rPr kumimoji="1" lang="zh-CN" altLang="en-US" sz="2400" b="1" dirty="0">
                <a:latin typeface="+mn-ea"/>
              </a:rPr>
              <a:t>且连续</a:t>
            </a:r>
            <a:r>
              <a:rPr kumimoji="1" lang="en-US" altLang="zh-CN" sz="2400" b="1" dirty="0">
                <a:latin typeface="+mn-ea"/>
              </a:rPr>
              <a:t>.</a:t>
            </a:r>
          </a:p>
        </p:txBody>
      </p:sp>
      <p:sp>
        <p:nvSpPr>
          <p:cNvPr id="14" name="矩形 50">
            <a:extLst>
              <a:ext uri="{FF2B5EF4-FFF2-40B4-BE49-F238E27FC236}">
                <a16:creationId xmlns:a16="http://schemas.microsoft.com/office/drawing/2014/main" id="{888F095A-7C86-4B87-AACA-761E038EECE6}"/>
              </a:ext>
            </a:extLst>
          </p:cNvPr>
          <p:cNvSpPr>
            <a:spLocks noChangeArrowheads="1"/>
          </p:cNvSpPr>
          <p:nvPr/>
        </p:nvSpPr>
        <p:spPr bwMode="auto">
          <a:xfrm>
            <a:off x="971550" y="266599"/>
            <a:ext cx="396049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latin typeface="微软雅黑" panose="020B0503020204020204" charset="-122"/>
                <a:ea typeface="微软雅黑" panose="020B0503020204020204" charset="-122"/>
              </a:rPr>
              <a:t>二、反函数的连续性</a:t>
            </a:r>
          </a:p>
        </p:txBody>
      </p:sp>
      <p:sp>
        <p:nvSpPr>
          <p:cNvPr id="37" name="Text Box 2">
            <a:extLst>
              <a:ext uri="{FF2B5EF4-FFF2-40B4-BE49-F238E27FC236}">
                <a16:creationId xmlns:a16="http://schemas.microsoft.com/office/drawing/2014/main" id="{B73F9340-E716-483B-A25F-AA21F5C89A21}"/>
              </a:ext>
            </a:extLst>
          </p:cNvPr>
          <p:cNvSpPr txBox="1">
            <a:spLocks noChangeArrowheads="1"/>
          </p:cNvSpPr>
          <p:nvPr/>
        </p:nvSpPr>
        <p:spPr bwMode="auto">
          <a:xfrm>
            <a:off x="935420" y="3414463"/>
            <a:ext cx="7056015"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1050925" indent="-1050925">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pPr>
            <a:r>
              <a:rPr lang="zh-CN" altLang="en-US" sz="2400" b="1" dirty="0">
                <a:latin typeface="+mn-ea"/>
                <a:ea typeface="+mn-ea"/>
              </a:rPr>
              <a:t>简单地说</a:t>
            </a:r>
            <a:r>
              <a:rPr lang="en-US" altLang="zh-CN" sz="2400" b="1" dirty="0">
                <a:latin typeface="+mn-ea"/>
                <a:ea typeface="+mn-ea"/>
              </a:rPr>
              <a:t>,</a:t>
            </a:r>
            <a:r>
              <a:rPr lang="zh-CN" altLang="en-US" sz="2400" b="1" dirty="0">
                <a:latin typeface="+mn-ea"/>
                <a:ea typeface="+mn-ea"/>
              </a:rPr>
              <a:t> </a:t>
            </a:r>
            <a:r>
              <a:rPr lang="zh-CN" altLang="en-US" sz="2400" b="1" dirty="0">
                <a:solidFill>
                  <a:srgbClr val="0064FF"/>
                </a:solidFill>
                <a:latin typeface="+mn-ea"/>
                <a:ea typeface="+mn-ea"/>
              </a:rPr>
              <a:t>单调连续函数的反函数是连续的</a:t>
            </a:r>
            <a:r>
              <a:rPr lang="en-US" altLang="zh-CN" sz="2400" b="1" dirty="0">
                <a:solidFill>
                  <a:srgbClr val="0064FF"/>
                </a:solidFill>
                <a:latin typeface="+mn-ea"/>
                <a:ea typeface="+mn-ea"/>
              </a:rPr>
              <a:t>.</a:t>
            </a:r>
            <a:endParaRPr lang="zh-CN" altLang="en-US" sz="2400" b="1" dirty="0">
              <a:solidFill>
                <a:srgbClr val="0064FF"/>
              </a:solidFill>
              <a:latin typeface="+mn-ea"/>
              <a:ea typeface="+mn-ea"/>
            </a:endParaRPr>
          </a:p>
        </p:txBody>
      </p:sp>
      <p:graphicFrame>
        <p:nvGraphicFramePr>
          <p:cNvPr id="2" name="对象 1">
            <a:extLst>
              <a:ext uri="{FF2B5EF4-FFF2-40B4-BE49-F238E27FC236}">
                <a16:creationId xmlns:a16="http://schemas.microsoft.com/office/drawing/2014/main" id="{5848E24E-CC89-4DEA-B966-09ACD62E77AF}"/>
              </a:ext>
            </a:extLst>
          </p:cNvPr>
          <p:cNvGraphicFramePr>
            <a:graphicFrameLocks noChangeAspect="1"/>
          </p:cNvGraphicFramePr>
          <p:nvPr>
            <p:extLst>
              <p:ext uri="{D42A27DB-BD31-4B8C-83A1-F6EECF244321}">
                <p14:modId xmlns:p14="http://schemas.microsoft.com/office/powerpoint/2010/main" val="1600875047"/>
              </p:ext>
            </p:extLst>
          </p:nvPr>
        </p:nvGraphicFramePr>
        <p:xfrm>
          <a:off x="2241439" y="1202894"/>
          <a:ext cx="1104900" cy="342900"/>
        </p:xfrm>
        <a:graphic>
          <a:graphicData uri="http://schemas.openxmlformats.org/presentationml/2006/ole">
            <mc:AlternateContent xmlns:mc="http://schemas.openxmlformats.org/markup-compatibility/2006">
              <mc:Choice xmlns:v="urn:schemas-microsoft-com:vml" Requires="v">
                <p:oleObj spid="_x0000_s183326" name="Equation" r:id="rId4" imgW="1104840" imgH="342720" progId="Equation.DSMT4">
                  <p:embed/>
                </p:oleObj>
              </mc:Choice>
              <mc:Fallback>
                <p:oleObj name="Equation" r:id="rId4" imgW="1104840" imgH="342720" progId="Equation.DSMT4">
                  <p:embed/>
                  <p:pic>
                    <p:nvPicPr>
                      <p:cNvPr id="0" name=""/>
                      <p:cNvPicPr/>
                      <p:nvPr/>
                    </p:nvPicPr>
                    <p:blipFill>
                      <a:blip r:embed="rId5"/>
                      <a:stretch>
                        <a:fillRect/>
                      </a:stretch>
                    </p:blipFill>
                    <p:spPr>
                      <a:xfrm>
                        <a:off x="2241439" y="1202894"/>
                        <a:ext cx="1104900" cy="342900"/>
                      </a:xfrm>
                      <a:prstGeom prst="rect">
                        <a:avLst/>
                      </a:prstGeom>
                    </p:spPr>
                  </p:pic>
                </p:oleObj>
              </mc:Fallback>
            </mc:AlternateContent>
          </a:graphicData>
        </a:graphic>
      </p:graphicFrame>
      <p:sp>
        <p:nvSpPr>
          <p:cNvPr id="3" name="矩形 2">
            <a:extLst>
              <a:ext uri="{FF2B5EF4-FFF2-40B4-BE49-F238E27FC236}">
                <a16:creationId xmlns:a16="http://schemas.microsoft.com/office/drawing/2014/main" id="{2FDEEAE1-EB40-473D-B70F-9213F3DAABE5}"/>
              </a:ext>
            </a:extLst>
          </p:cNvPr>
          <p:cNvSpPr/>
          <p:nvPr/>
        </p:nvSpPr>
        <p:spPr>
          <a:xfrm>
            <a:off x="3346339" y="1103874"/>
            <a:ext cx="1112805" cy="461665"/>
          </a:xfrm>
          <a:prstGeom prst="rect">
            <a:avLst/>
          </a:prstGeom>
        </p:spPr>
        <p:txBody>
          <a:bodyPr wrap="none">
            <a:spAutoFit/>
          </a:bodyPr>
          <a:lstStyle/>
          <a:p>
            <a:r>
              <a:rPr kumimoji="1" lang="zh-CN" altLang="zh-CN" sz="2400" b="1" dirty="0">
                <a:latin typeface="+mn-ea"/>
              </a:rPr>
              <a:t>在区间</a:t>
            </a:r>
            <a:endParaRPr lang="zh-CN" altLang="en-US" sz="2400" dirty="0">
              <a:latin typeface="+mn-ea"/>
            </a:endParaRPr>
          </a:p>
        </p:txBody>
      </p:sp>
      <p:sp>
        <p:nvSpPr>
          <p:cNvPr id="4" name="矩形 3">
            <a:extLst>
              <a:ext uri="{FF2B5EF4-FFF2-40B4-BE49-F238E27FC236}">
                <a16:creationId xmlns:a16="http://schemas.microsoft.com/office/drawing/2014/main" id="{CEEB2B26-BB17-40B8-B709-354938638D2C}"/>
              </a:ext>
            </a:extLst>
          </p:cNvPr>
          <p:cNvSpPr/>
          <p:nvPr/>
        </p:nvSpPr>
        <p:spPr>
          <a:xfrm>
            <a:off x="4617703" y="1131590"/>
            <a:ext cx="4176464" cy="461665"/>
          </a:xfrm>
          <a:prstGeom prst="rect">
            <a:avLst/>
          </a:prstGeom>
        </p:spPr>
        <p:txBody>
          <a:bodyPr wrap="square">
            <a:spAutoFit/>
          </a:bodyPr>
          <a:lstStyle/>
          <a:p>
            <a:r>
              <a:rPr kumimoji="1" lang="zh-CN" altLang="zh-CN" sz="2400" b="1" dirty="0">
                <a:latin typeface="+mn-ea"/>
              </a:rPr>
              <a:t>上单调增加(</a:t>
            </a:r>
            <a:r>
              <a:rPr kumimoji="1" lang="zh-CN" altLang="en-US" sz="2400" b="1" dirty="0">
                <a:latin typeface="+mn-ea"/>
              </a:rPr>
              <a:t>或</a:t>
            </a:r>
            <a:r>
              <a:rPr kumimoji="1" lang="zh-CN" altLang="en-US" sz="2400" b="1" dirty="0">
                <a:solidFill>
                  <a:srgbClr val="0064FF"/>
                </a:solidFill>
                <a:latin typeface="+mn-ea"/>
              </a:rPr>
              <a:t>单调</a:t>
            </a:r>
            <a:r>
              <a:rPr kumimoji="1" lang="zh-CN" altLang="zh-CN" sz="2400" b="1" dirty="0">
                <a:solidFill>
                  <a:srgbClr val="0064FF"/>
                </a:solidFill>
                <a:latin typeface="+mn-ea"/>
              </a:rPr>
              <a:t>减少</a:t>
            </a:r>
            <a:r>
              <a:rPr kumimoji="1" lang="zh-CN" altLang="zh-CN" sz="2400" b="1" dirty="0">
                <a:latin typeface="+mn-ea"/>
              </a:rPr>
              <a:t>)且</a:t>
            </a:r>
            <a:r>
              <a:rPr lang="zh-CN" altLang="zh-CN" sz="2400" b="1" dirty="0"/>
              <a:t>连</a:t>
            </a:r>
            <a:endParaRPr lang="zh-CN" altLang="en-US" sz="2400" b="1" dirty="0"/>
          </a:p>
        </p:txBody>
      </p:sp>
      <p:graphicFrame>
        <p:nvGraphicFramePr>
          <p:cNvPr id="11" name="对象 10">
            <a:extLst>
              <a:ext uri="{FF2B5EF4-FFF2-40B4-BE49-F238E27FC236}">
                <a16:creationId xmlns:a16="http://schemas.microsoft.com/office/drawing/2014/main" id="{53144F4C-BDA3-4CAA-95C4-CC6BF17E52D5}"/>
              </a:ext>
            </a:extLst>
          </p:cNvPr>
          <p:cNvGraphicFramePr>
            <a:graphicFrameLocks noChangeAspect="1"/>
          </p:cNvGraphicFramePr>
          <p:nvPr>
            <p:extLst>
              <p:ext uri="{D42A27DB-BD31-4B8C-83A1-F6EECF244321}">
                <p14:modId xmlns:p14="http://schemas.microsoft.com/office/powerpoint/2010/main" val="3931348531"/>
              </p:ext>
            </p:extLst>
          </p:nvPr>
        </p:nvGraphicFramePr>
        <p:xfrm>
          <a:off x="4395307" y="1163227"/>
          <a:ext cx="266700" cy="381000"/>
        </p:xfrm>
        <a:graphic>
          <a:graphicData uri="http://schemas.openxmlformats.org/presentationml/2006/ole">
            <mc:AlternateContent xmlns:mc="http://schemas.openxmlformats.org/markup-compatibility/2006">
              <mc:Choice xmlns:v="urn:schemas-microsoft-com:vml" Requires="v">
                <p:oleObj spid="_x0000_s183327" name="Equation" r:id="rId6" imgW="266400" imgH="380880" progId="Equation.DSMT4">
                  <p:embed/>
                </p:oleObj>
              </mc:Choice>
              <mc:Fallback>
                <p:oleObj name="Equation" r:id="rId6" imgW="266400" imgH="380880" progId="Equation.DSMT4">
                  <p:embed/>
                  <p:pic>
                    <p:nvPicPr>
                      <p:cNvPr id="2" name="对象 1">
                        <a:extLst>
                          <a:ext uri="{FF2B5EF4-FFF2-40B4-BE49-F238E27FC236}">
                            <a16:creationId xmlns:a16="http://schemas.microsoft.com/office/drawing/2014/main" id="{5848E24E-CC89-4DEA-B966-09ACD62E77AF}"/>
                          </a:ext>
                        </a:extLst>
                      </p:cNvPr>
                      <p:cNvPicPr/>
                      <p:nvPr/>
                    </p:nvPicPr>
                    <p:blipFill>
                      <a:blip r:embed="rId7"/>
                      <a:stretch>
                        <a:fillRect/>
                      </a:stretch>
                    </p:blipFill>
                    <p:spPr>
                      <a:xfrm>
                        <a:off x="4395307" y="1163227"/>
                        <a:ext cx="266700" cy="381000"/>
                      </a:xfrm>
                      <a:prstGeom prst="rect">
                        <a:avLst/>
                      </a:prstGeom>
                    </p:spPr>
                  </p:pic>
                </p:oleObj>
              </mc:Fallback>
            </mc:AlternateContent>
          </a:graphicData>
        </a:graphic>
      </p:graphicFrame>
      <p:sp>
        <p:nvSpPr>
          <p:cNvPr id="5" name="矩形 4">
            <a:extLst>
              <a:ext uri="{FF2B5EF4-FFF2-40B4-BE49-F238E27FC236}">
                <a16:creationId xmlns:a16="http://schemas.microsoft.com/office/drawing/2014/main" id="{6172119B-5B90-45E7-945C-358AD1C71EB5}"/>
              </a:ext>
            </a:extLst>
          </p:cNvPr>
          <p:cNvSpPr/>
          <p:nvPr/>
        </p:nvSpPr>
        <p:spPr>
          <a:xfrm>
            <a:off x="3804570" y="1938632"/>
            <a:ext cx="2040943" cy="461665"/>
          </a:xfrm>
          <a:prstGeom prst="rect">
            <a:avLst/>
          </a:prstGeom>
        </p:spPr>
        <p:txBody>
          <a:bodyPr wrap="none">
            <a:spAutoFit/>
          </a:bodyPr>
          <a:lstStyle/>
          <a:p>
            <a:r>
              <a:rPr kumimoji="1" lang="zh-CN" altLang="en-US" sz="2400" b="1" dirty="0">
                <a:latin typeface="+mn-ea"/>
              </a:rPr>
              <a:t>也在对应区间</a:t>
            </a:r>
            <a:endParaRPr lang="zh-CN" altLang="en-US" sz="2400" dirty="0"/>
          </a:p>
        </p:txBody>
      </p:sp>
      <p:graphicFrame>
        <p:nvGraphicFramePr>
          <p:cNvPr id="13" name="对象 12">
            <a:extLst>
              <a:ext uri="{FF2B5EF4-FFF2-40B4-BE49-F238E27FC236}">
                <a16:creationId xmlns:a16="http://schemas.microsoft.com/office/drawing/2014/main" id="{00563ED5-43EF-4246-9A76-69453B2AB4A8}"/>
              </a:ext>
            </a:extLst>
          </p:cNvPr>
          <p:cNvGraphicFramePr>
            <a:graphicFrameLocks noChangeAspect="1"/>
          </p:cNvGraphicFramePr>
          <p:nvPr>
            <p:extLst>
              <p:ext uri="{D42A27DB-BD31-4B8C-83A1-F6EECF244321}">
                <p14:modId xmlns:p14="http://schemas.microsoft.com/office/powerpoint/2010/main" val="4125169800"/>
              </p:ext>
            </p:extLst>
          </p:nvPr>
        </p:nvGraphicFramePr>
        <p:xfrm>
          <a:off x="2483770" y="1938632"/>
          <a:ext cx="1320800" cy="406400"/>
        </p:xfrm>
        <a:graphic>
          <a:graphicData uri="http://schemas.openxmlformats.org/presentationml/2006/ole">
            <mc:AlternateContent xmlns:mc="http://schemas.openxmlformats.org/markup-compatibility/2006">
              <mc:Choice xmlns:v="urn:schemas-microsoft-com:vml" Requires="v">
                <p:oleObj spid="_x0000_s183328" name="Equation" r:id="rId8" imgW="1320480" imgH="406080" progId="Equation.DSMT4">
                  <p:embed/>
                </p:oleObj>
              </mc:Choice>
              <mc:Fallback>
                <p:oleObj name="Equation" r:id="rId8" imgW="1320480" imgH="406080" progId="Equation.DSMT4">
                  <p:embed/>
                  <p:pic>
                    <p:nvPicPr>
                      <p:cNvPr id="2" name="对象 1">
                        <a:extLst>
                          <a:ext uri="{FF2B5EF4-FFF2-40B4-BE49-F238E27FC236}">
                            <a16:creationId xmlns:a16="http://schemas.microsoft.com/office/drawing/2014/main" id="{5848E24E-CC89-4DEA-B966-09ACD62E77AF}"/>
                          </a:ext>
                        </a:extLst>
                      </p:cNvPr>
                      <p:cNvPicPr/>
                      <p:nvPr/>
                    </p:nvPicPr>
                    <p:blipFill>
                      <a:blip r:embed="rId9"/>
                      <a:stretch>
                        <a:fillRect/>
                      </a:stretch>
                    </p:blipFill>
                    <p:spPr>
                      <a:xfrm>
                        <a:off x="2483770" y="1938632"/>
                        <a:ext cx="1320800" cy="4064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FFBE93E3-923C-4FDC-824C-746E402EE57D}"/>
              </a:ext>
            </a:extLst>
          </p:cNvPr>
          <p:cNvGraphicFramePr>
            <a:graphicFrameLocks noChangeAspect="1"/>
          </p:cNvGraphicFramePr>
          <p:nvPr>
            <p:extLst>
              <p:ext uri="{D42A27DB-BD31-4B8C-83A1-F6EECF244321}">
                <p14:modId xmlns:p14="http://schemas.microsoft.com/office/powerpoint/2010/main" val="4008909392"/>
              </p:ext>
            </p:extLst>
          </p:nvPr>
        </p:nvGraphicFramePr>
        <p:xfrm>
          <a:off x="5746167" y="2018529"/>
          <a:ext cx="3048000" cy="419100"/>
        </p:xfrm>
        <a:graphic>
          <a:graphicData uri="http://schemas.openxmlformats.org/presentationml/2006/ole">
            <mc:AlternateContent xmlns:mc="http://schemas.openxmlformats.org/markup-compatibility/2006">
              <mc:Choice xmlns:v="urn:schemas-microsoft-com:vml" Requires="v">
                <p:oleObj spid="_x0000_s183329" name="Equation" r:id="rId10" imgW="3047760" imgH="419040" progId="Equation.DSMT4">
                  <p:embed/>
                </p:oleObj>
              </mc:Choice>
              <mc:Fallback>
                <p:oleObj name="Equation" r:id="rId10" imgW="3047760" imgH="419040" progId="Equation.DSMT4">
                  <p:embed/>
                  <p:pic>
                    <p:nvPicPr>
                      <p:cNvPr id="11" name="对象 10">
                        <a:extLst>
                          <a:ext uri="{FF2B5EF4-FFF2-40B4-BE49-F238E27FC236}">
                            <a16:creationId xmlns:a16="http://schemas.microsoft.com/office/drawing/2014/main" id="{53144F4C-BDA3-4CAA-95C4-CC6BF17E52D5}"/>
                          </a:ext>
                        </a:extLst>
                      </p:cNvPr>
                      <p:cNvPicPr/>
                      <p:nvPr/>
                    </p:nvPicPr>
                    <p:blipFill>
                      <a:blip r:embed="rId11"/>
                      <a:stretch>
                        <a:fillRect/>
                      </a:stretch>
                    </p:blipFill>
                    <p:spPr>
                      <a:xfrm>
                        <a:off x="5746167" y="2018529"/>
                        <a:ext cx="3048000" cy="419100"/>
                      </a:xfrm>
                      <a:prstGeom prst="rect">
                        <a:avLst/>
                      </a:prstGeom>
                    </p:spPr>
                  </p:pic>
                </p:oleObj>
              </mc:Fallback>
            </mc:AlternateContent>
          </a:graphicData>
        </a:graphic>
      </p:graphicFrame>
      <p:sp>
        <p:nvSpPr>
          <p:cNvPr id="16" name="Text Box 2">
            <a:extLst>
              <a:ext uri="{FF2B5EF4-FFF2-40B4-BE49-F238E27FC236}">
                <a16:creationId xmlns:a16="http://schemas.microsoft.com/office/drawing/2014/main" id="{7F31DD50-0EC3-47AA-A661-6F1CB1E0CD3F}"/>
              </a:ext>
            </a:extLst>
          </p:cNvPr>
          <p:cNvSpPr txBox="1">
            <a:spLocks noChangeArrowheads="1"/>
          </p:cNvSpPr>
          <p:nvPr/>
        </p:nvSpPr>
        <p:spPr bwMode="auto">
          <a:xfrm>
            <a:off x="4905735" y="2609084"/>
            <a:ext cx="1656184"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1050925" indent="-1050925">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pPr>
            <a:r>
              <a:rPr lang="en-US" altLang="zh-CN" sz="2400" b="1" dirty="0">
                <a:solidFill>
                  <a:srgbClr val="FF0000"/>
                </a:solidFill>
                <a:latin typeface="+mn-ea"/>
                <a:ea typeface="+mn-ea"/>
              </a:rPr>
              <a:t>(</a:t>
            </a:r>
            <a:r>
              <a:rPr lang="zh-CN" altLang="en-US" sz="2400" b="1" dirty="0">
                <a:solidFill>
                  <a:srgbClr val="FF0000"/>
                </a:solidFill>
                <a:latin typeface="+mn-ea"/>
                <a:ea typeface="+mn-ea"/>
              </a:rPr>
              <a:t>证明从略</a:t>
            </a:r>
            <a:r>
              <a:rPr lang="en-US" altLang="zh-CN" sz="2400" b="1" dirty="0">
                <a:solidFill>
                  <a:srgbClr val="FF0000"/>
                </a:solidFill>
                <a:latin typeface="+mn-ea"/>
                <a:ea typeface="+mn-ea"/>
              </a:rPr>
              <a:t>)</a:t>
            </a:r>
            <a:endParaRPr kumimoji="1" lang="zh-CN" altLang="en-US" sz="2400" b="1" dirty="0">
              <a:solidFill>
                <a:srgbClr val="FF0000"/>
              </a:solidFill>
              <a:latin typeface="Times New Roman" pitchFamily="18" charset="0"/>
              <a:ea typeface="楷体_GB2312" pitchFamily="49" charset="-122"/>
            </a:endParaRPr>
          </a:p>
        </p:txBody>
      </p:sp>
    </p:spTree>
    <p:extLst>
      <p:ext uri="{BB962C8B-B14F-4D97-AF65-F5344CB8AC3E}">
        <p14:creationId xmlns:p14="http://schemas.microsoft.com/office/powerpoint/2010/main" val="3865312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wipe(left)">
                                      <p:cBhvr>
                                        <p:cTn id="32" dur="5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
                                            <p:txEl>
                                              <p:pRg st="0" end="0"/>
                                            </p:txEl>
                                          </p:spTgt>
                                        </p:tgtEl>
                                        <p:attrNameLst>
                                          <p:attrName>style.visibility</p:attrName>
                                        </p:attrNameLst>
                                      </p:cBhvr>
                                      <p:to>
                                        <p:strVal val="visible"/>
                                      </p:to>
                                    </p:set>
                                    <p:animEffect transition="in" filter="wipe(left)">
                                      <p:cBhvr>
                                        <p:cTn id="57" dur="500"/>
                                        <p:tgtEl>
                                          <p:spTgt spid="16">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7">
                                            <p:txEl>
                                              <p:pRg st="0" end="0"/>
                                            </p:txEl>
                                          </p:spTgt>
                                        </p:tgtEl>
                                        <p:attrNameLst>
                                          <p:attrName>style.visibility</p:attrName>
                                        </p:attrNameLst>
                                      </p:cBhvr>
                                      <p:to>
                                        <p:strVal val="visible"/>
                                      </p:to>
                                    </p:set>
                                    <p:animEffect transition="in" filter="wipe(left)">
                                      <p:cBhvr>
                                        <p:cTn id="62" dur="500"/>
                                        <p:tgtEl>
                                          <p:spTgt spid="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20">
            <a:extLst>
              <a:ext uri="{FF2B5EF4-FFF2-40B4-BE49-F238E27FC236}">
                <a16:creationId xmlns:a16="http://schemas.microsoft.com/office/drawing/2014/main" id="{B689F411-5FE5-4A11-BED5-F417A201A524}"/>
              </a:ext>
            </a:extLst>
          </p:cNvPr>
          <p:cNvGraphicFramePr>
            <a:graphicFrameLocks noChangeAspect="1"/>
          </p:cNvGraphicFramePr>
          <p:nvPr>
            <p:extLst>
              <p:ext uri="{D42A27DB-BD31-4B8C-83A1-F6EECF244321}">
                <p14:modId xmlns:p14="http://schemas.microsoft.com/office/powerpoint/2010/main" val="980873566"/>
              </p:ext>
            </p:extLst>
          </p:nvPr>
        </p:nvGraphicFramePr>
        <p:xfrm>
          <a:off x="7649860" y="797354"/>
          <a:ext cx="981634" cy="340744"/>
        </p:xfrm>
        <a:graphic>
          <a:graphicData uri="http://schemas.openxmlformats.org/presentationml/2006/ole">
            <mc:AlternateContent xmlns:mc="http://schemas.openxmlformats.org/markup-compatibility/2006">
              <mc:Choice xmlns:v="urn:schemas-microsoft-com:vml" Requires="v">
                <p:oleObj spid="_x0000_s168418" name="Equation" r:id="rId4" imgW="862920" imgH="228960" progId="Equation.DSMT4">
                  <p:embed/>
                </p:oleObj>
              </mc:Choice>
              <mc:Fallback>
                <p:oleObj name="Equation" r:id="rId4" imgW="862920" imgH="228960" progId="Equation.DSMT4">
                  <p:embed/>
                  <p:pic>
                    <p:nvPicPr>
                      <p:cNvPr id="0" name="Picture 260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9860" y="797354"/>
                        <a:ext cx="981634" cy="340744"/>
                      </a:xfrm>
                      <a:prstGeom prst="rect">
                        <a:avLst/>
                      </a:prstGeom>
                      <a:noFill/>
                    </p:spPr>
                  </p:pic>
                </p:oleObj>
              </mc:Fallback>
            </mc:AlternateContent>
          </a:graphicData>
        </a:graphic>
      </p:graphicFrame>
      <p:grpSp>
        <p:nvGrpSpPr>
          <p:cNvPr id="25" name="Group 35">
            <a:extLst>
              <a:ext uri="{FF2B5EF4-FFF2-40B4-BE49-F238E27FC236}">
                <a16:creationId xmlns:a16="http://schemas.microsoft.com/office/drawing/2014/main" id="{F6B954AD-E1E3-48B5-86C8-C95558776481}"/>
              </a:ext>
            </a:extLst>
          </p:cNvPr>
          <p:cNvGrpSpPr>
            <a:grpSpLocks/>
          </p:cNvGrpSpPr>
          <p:nvPr/>
        </p:nvGrpSpPr>
        <p:grpSpPr bwMode="auto">
          <a:xfrm>
            <a:off x="6854477" y="1262202"/>
            <a:ext cx="1536700" cy="1152525"/>
            <a:chOff x="4070" y="2069"/>
            <a:chExt cx="1210" cy="907"/>
          </a:xfrm>
        </p:grpSpPr>
        <p:sp>
          <p:nvSpPr>
            <p:cNvPr id="26" name="Freeform 36">
              <a:extLst>
                <a:ext uri="{FF2B5EF4-FFF2-40B4-BE49-F238E27FC236}">
                  <a16:creationId xmlns:a16="http://schemas.microsoft.com/office/drawing/2014/main" id="{156CAE10-86F6-4617-80BC-E69F026C59CC}"/>
                </a:ext>
              </a:extLst>
            </p:cNvPr>
            <p:cNvSpPr>
              <a:spLocks/>
            </p:cNvSpPr>
            <p:nvPr/>
          </p:nvSpPr>
          <p:spPr bwMode="auto">
            <a:xfrm>
              <a:off x="4070" y="2403"/>
              <a:ext cx="466" cy="573"/>
            </a:xfrm>
            <a:custGeom>
              <a:avLst/>
              <a:gdLst>
                <a:gd name="T0" fmla="*/ 6 w 444"/>
                <a:gd name="T1" fmla="*/ 825 h 546"/>
                <a:gd name="T2" fmla="*/ 21 w 444"/>
                <a:gd name="T3" fmla="*/ 799 h 546"/>
                <a:gd name="T4" fmla="*/ 35 w 444"/>
                <a:gd name="T5" fmla="*/ 761 h 546"/>
                <a:gd name="T6" fmla="*/ 47 w 444"/>
                <a:gd name="T7" fmla="*/ 731 h 546"/>
                <a:gd name="T8" fmla="*/ 64 w 444"/>
                <a:gd name="T9" fmla="*/ 705 h 546"/>
                <a:gd name="T10" fmla="*/ 73 w 444"/>
                <a:gd name="T11" fmla="*/ 677 h 546"/>
                <a:gd name="T12" fmla="*/ 92 w 444"/>
                <a:gd name="T13" fmla="*/ 649 h 546"/>
                <a:gd name="T14" fmla="*/ 102 w 444"/>
                <a:gd name="T15" fmla="*/ 629 h 546"/>
                <a:gd name="T16" fmla="*/ 112 w 444"/>
                <a:gd name="T17" fmla="*/ 600 h 546"/>
                <a:gd name="T18" fmla="*/ 130 w 444"/>
                <a:gd name="T19" fmla="*/ 572 h 546"/>
                <a:gd name="T20" fmla="*/ 139 w 444"/>
                <a:gd name="T21" fmla="*/ 558 h 546"/>
                <a:gd name="T22" fmla="*/ 157 w 444"/>
                <a:gd name="T23" fmla="*/ 537 h 546"/>
                <a:gd name="T24" fmla="*/ 166 w 444"/>
                <a:gd name="T25" fmla="*/ 510 h 546"/>
                <a:gd name="T26" fmla="*/ 186 w 444"/>
                <a:gd name="T27" fmla="*/ 491 h 546"/>
                <a:gd name="T28" fmla="*/ 195 w 444"/>
                <a:gd name="T29" fmla="*/ 472 h 546"/>
                <a:gd name="T30" fmla="*/ 214 w 444"/>
                <a:gd name="T31" fmla="*/ 454 h 546"/>
                <a:gd name="T32" fmla="*/ 223 w 444"/>
                <a:gd name="T33" fmla="*/ 437 h 546"/>
                <a:gd name="T34" fmla="*/ 241 w 444"/>
                <a:gd name="T35" fmla="*/ 417 h 546"/>
                <a:gd name="T36" fmla="*/ 250 w 444"/>
                <a:gd name="T37" fmla="*/ 398 h 546"/>
                <a:gd name="T38" fmla="*/ 260 w 444"/>
                <a:gd name="T39" fmla="*/ 379 h 546"/>
                <a:gd name="T40" fmla="*/ 277 w 444"/>
                <a:gd name="T41" fmla="*/ 370 h 546"/>
                <a:gd name="T42" fmla="*/ 288 w 444"/>
                <a:gd name="T43" fmla="*/ 352 h 546"/>
                <a:gd name="T44" fmla="*/ 305 w 444"/>
                <a:gd name="T45" fmla="*/ 334 h 546"/>
                <a:gd name="T46" fmla="*/ 316 w 444"/>
                <a:gd name="T47" fmla="*/ 324 h 546"/>
                <a:gd name="T48" fmla="*/ 334 w 444"/>
                <a:gd name="T49" fmla="*/ 305 h 546"/>
                <a:gd name="T50" fmla="*/ 343 w 444"/>
                <a:gd name="T51" fmla="*/ 288 h 546"/>
                <a:gd name="T52" fmla="*/ 362 w 444"/>
                <a:gd name="T53" fmla="*/ 277 h 546"/>
                <a:gd name="T54" fmla="*/ 370 w 444"/>
                <a:gd name="T55" fmla="*/ 260 h 546"/>
                <a:gd name="T56" fmla="*/ 388 w 444"/>
                <a:gd name="T57" fmla="*/ 250 h 546"/>
                <a:gd name="T58" fmla="*/ 399 w 444"/>
                <a:gd name="T59" fmla="*/ 231 h 546"/>
                <a:gd name="T60" fmla="*/ 407 w 444"/>
                <a:gd name="T61" fmla="*/ 221 h 546"/>
                <a:gd name="T62" fmla="*/ 426 w 444"/>
                <a:gd name="T63" fmla="*/ 214 h 546"/>
                <a:gd name="T64" fmla="*/ 437 w 444"/>
                <a:gd name="T65" fmla="*/ 195 h 546"/>
                <a:gd name="T66" fmla="*/ 457 w 444"/>
                <a:gd name="T67" fmla="*/ 186 h 546"/>
                <a:gd name="T68" fmla="*/ 464 w 444"/>
                <a:gd name="T69" fmla="*/ 177 h 546"/>
                <a:gd name="T70" fmla="*/ 483 w 444"/>
                <a:gd name="T71" fmla="*/ 157 h 546"/>
                <a:gd name="T72" fmla="*/ 491 w 444"/>
                <a:gd name="T73" fmla="*/ 148 h 546"/>
                <a:gd name="T74" fmla="*/ 510 w 444"/>
                <a:gd name="T75" fmla="*/ 139 h 546"/>
                <a:gd name="T76" fmla="*/ 517 w 444"/>
                <a:gd name="T77" fmla="*/ 130 h 546"/>
                <a:gd name="T78" fmla="*/ 537 w 444"/>
                <a:gd name="T79" fmla="*/ 112 h 546"/>
                <a:gd name="T80" fmla="*/ 546 w 444"/>
                <a:gd name="T81" fmla="*/ 102 h 546"/>
                <a:gd name="T82" fmla="*/ 558 w 444"/>
                <a:gd name="T83" fmla="*/ 92 h 546"/>
                <a:gd name="T84" fmla="*/ 573 w 444"/>
                <a:gd name="T85" fmla="*/ 84 h 546"/>
                <a:gd name="T86" fmla="*/ 586 w 444"/>
                <a:gd name="T87" fmla="*/ 73 h 546"/>
                <a:gd name="T88" fmla="*/ 601 w 444"/>
                <a:gd name="T89" fmla="*/ 64 h 546"/>
                <a:gd name="T90" fmla="*/ 614 w 444"/>
                <a:gd name="T91" fmla="*/ 55 h 546"/>
                <a:gd name="T92" fmla="*/ 629 w 444"/>
                <a:gd name="T93" fmla="*/ 47 h 546"/>
                <a:gd name="T94" fmla="*/ 642 w 444"/>
                <a:gd name="T95" fmla="*/ 35 h 546"/>
                <a:gd name="T96" fmla="*/ 658 w 444"/>
                <a:gd name="T97" fmla="*/ 27 h 546"/>
                <a:gd name="T98" fmla="*/ 668 w 444"/>
                <a:gd name="T99" fmla="*/ 6 h 546"/>
                <a:gd name="T100" fmla="*/ 685 w 444"/>
                <a:gd name="T101" fmla="*/ 0 h 54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44"/>
                <a:gd name="T154" fmla="*/ 0 h 546"/>
                <a:gd name="T155" fmla="*/ 444 w 444"/>
                <a:gd name="T156" fmla="*/ 546 h 54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44" h="546">
                  <a:moveTo>
                    <a:pt x="0" y="546"/>
                  </a:moveTo>
                  <a:lnTo>
                    <a:pt x="0" y="540"/>
                  </a:lnTo>
                  <a:lnTo>
                    <a:pt x="6" y="540"/>
                  </a:lnTo>
                  <a:lnTo>
                    <a:pt x="6" y="534"/>
                  </a:lnTo>
                  <a:lnTo>
                    <a:pt x="6" y="528"/>
                  </a:lnTo>
                  <a:lnTo>
                    <a:pt x="12" y="522"/>
                  </a:lnTo>
                  <a:lnTo>
                    <a:pt x="12" y="516"/>
                  </a:lnTo>
                  <a:lnTo>
                    <a:pt x="18" y="510"/>
                  </a:lnTo>
                  <a:lnTo>
                    <a:pt x="18" y="504"/>
                  </a:lnTo>
                  <a:lnTo>
                    <a:pt x="18" y="498"/>
                  </a:lnTo>
                  <a:lnTo>
                    <a:pt x="24" y="492"/>
                  </a:lnTo>
                  <a:lnTo>
                    <a:pt x="24" y="486"/>
                  </a:lnTo>
                  <a:lnTo>
                    <a:pt x="30" y="480"/>
                  </a:lnTo>
                  <a:lnTo>
                    <a:pt x="30" y="474"/>
                  </a:lnTo>
                  <a:lnTo>
                    <a:pt x="30" y="468"/>
                  </a:lnTo>
                  <a:lnTo>
                    <a:pt x="36" y="468"/>
                  </a:lnTo>
                  <a:lnTo>
                    <a:pt x="36" y="462"/>
                  </a:lnTo>
                  <a:lnTo>
                    <a:pt x="42" y="456"/>
                  </a:lnTo>
                  <a:lnTo>
                    <a:pt x="42" y="450"/>
                  </a:lnTo>
                  <a:lnTo>
                    <a:pt x="48" y="444"/>
                  </a:lnTo>
                  <a:lnTo>
                    <a:pt x="48" y="438"/>
                  </a:lnTo>
                  <a:lnTo>
                    <a:pt x="48" y="432"/>
                  </a:lnTo>
                  <a:lnTo>
                    <a:pt x="54" y="432"/>
                  </a:lnTo>
                  <a:lnTo>
                    <a:pt x="54" y="426"/>
                  </a:lnTo>
                  <a:lnTo>
                    <a:pt x="60" y="420"/>
                  </a:lnTo>
                  <a:lnTo>
                    <a:pt x="60" y="414"/>
                  </a:lnTo>
                  <a:lnTo>
                    <a:pt x="66" y="408"/>
                  </a:lnTo>
                  <a:lnTo>
                    <a:pt x="66" y="402"/>
                  </a:lnTo>
                  <a:lnTo>
                    <a:pt x="72" y="396"/>
                  </a:lnTo>
                  <a:lnTo>
                    <a:pt x="72" y="390"/>
                  </a:lnTo>
                  <a:lnTo>
                    <a:pt x="78" y="384"/>
                  </a:lnTo>
                  <a:lnTo>
                    <a:pt x="78" y="378"/>
                  </a:lnTo>
                  <a:lnTo>
                    <a:pt x="84" y="378"/>
                  </a:lnTo>
                  <a:lnTo>
                    <a:pt x="84" y="372"/>
                  </a:lnTo>
                  <a:lnTo>
                    <a:pt x="84" y="366"/>
                  </a:lnTo>
                  <a:lnTo>
                    <a:pt x="90" y="366"/>
                  </a:lnTo>
                  <a:lnTo>
                    <a:pt x="90" y="360"/>
                  </a:lnTo>
                  <a:lnTo>
                    <a:pt x="96" y="360"/>
                  </a:lnTo>
                  <a:lnTo>
                    <a:pt x="96" y="354"/>
                  </a:lnTo>
                  <a:lnTo>
                    <a:pt x="102" y="348"/>
                  </a:lnTo>
                  <a:lnTo>
                    <a:pt x="102" y="342"/>
                  </a:lnTo>
                  <a:lnTo>
                    <a:pt x="108" y="336"/>
                  </a:lnTo>
                  <a:lnTo>
                    <a:pt x="108" y="330"/>
                  </a:lnTo>
                  <a:lnTo>
                    <a:pt x="114" y="330"/>
                  </a:lnTo>
                  <a:lnTo>
                    <a:pt x="114" y="324"/>
                  </a:lnTo>
                  <a:lnTo>
                    <a:pt x="120" y="318"/>
                  </a:lnTo>
                  <a:lnTo>
                    <a:pt x="120" y="312"/>
                  </a:lnTo>
                  <a:lnTo>
                    <a:pt x="126" y="312"/>
                  </a:lnTo>
                  <a:lnTo>
                    <a:pt x="126" y="306"/>
                  </a:lnTo>
                  <a:lnTo>
                    <a:pt x="132" y="300"/>
                  </a:lnTo>
                  <a:lnTo>
                    <a:pt x="132" y="294"/>
                  </a:lnTo>
                  <a:lnTo>
                    <a:pt x="138" y="294"/>
                  </a:lnTo>
                  <a:lnTo>
                    <a:pt x="138" y="288"/>
                  </a:lnTo>
                  <a:lnTo>
                    <a:pt x="144" y="288"/>
                  </a:lnTo>
                  <a:lnTo>
                    <a:pt x="144" y="282"/>
                  </a:lnTo>
                  <a:lnTo>
                    <a:pt x="150" y="276"/>
                  </a:lnTo>
                  <a:lnTo>
                    <a:pt x="150" y="270"/>
                  </a:lnTo>
                  <a:lnTo>
                    <a:pt x="156" y="270"/>
                  </a:lnTo>
                  <a:lnTo>
                    <a:pt x="156" y="264"/>
                  </a:lnTo>
                  <a:lnTo>
                    <a:pt x="162" y="264"/>
                  </a:lnTo>
                  <a:lnTo>
                    <a:pt x="162" y="258"/>
                  </a:lnTo>
                  <a:lnTo>
                    <a:pt x="168" y="252"/>
                  </a:lnTo>
                  <a:lnTo>
                    <a:pt x="168" y="246"/>
                  </a:lnTo>
                  <a:lnTo>
                    <a:pt x="174" y="246"/>
                  </a:lnTo>
                  <a:lnTo>
                    <a:pt x="174" y="240"/>
                  </a:lnTo>
                  <a:lnTo>
                    <a:pt x="180" y="240"/>
                  </a:lnTo>
                  <a:lnTo>
                    <a:pt x="180" y="234"/>
                  </a:lnTo>
                  <a:lnTo>
                    <a:pt x="186" y="234"/>
                  </a:lnTo>
                  <a:lnTo>
                    <a:pt x="186" y="228"/>
                  </a:lnTo>
                  <a:lnTo>
                    <a:pt x="192" y="228"/>
                  </a:lnTo>
                  <a:lnTo>
                    <a:pt x="192" y="222"/>
                  </a:lnTo>
                  <a:lnTo>
                    <a:pt x="198" y="216"/>
                  </a:lnTo>
                  <a:lnTo>
                    <a:pt x="198" y="210"/>
                  </a:lnTo>
                  <a:lnTo>
                    <a:pt x="204" y="210"/>
                  </a:lnTo>
                  <a:lnTo>
                    <a:pt x="210" y="204"/>
                  </a:lnTo>
                  <a:lnTo>
                    <a:pt x="210" y="198"/>
                  </a:lnTo>
                  <a:lnTo>
                    <a:pt x="216" y="198"/>
                  </a:lnTo>
                  <a:lnTo>
                    <a:pt x="216" y="192"/>
                  </a:lnTo>
                  <a:lnTo>
                    <a:pt x="222" y="192"/>
                  </a:lnTo>
                  <a:lnTo>
                    <a:pt x="222" y="186"/>
                  </a:lnTo>
                  <a:lnTo>
                    <a:pt x="228" y="186"/>
                  </a:lnTo>
                  <a:lnTo>
                    <a:pt x="228" y="180"/>
                  </a:lnTo>
                  <a:lnTo>
                    <a:pt x="234" y="180"/>
                  </a:lnTo>
                  <a:lnTo>
                    <a:pt x="234" y="174"/>
                  </a:lnTo>
                  <a:lnTo>
                    <a:pt x="240" y="174"/>
                  </a:lnTo>
                  <a:lnTo>
                    <a:pt x="240" y="168"/>
                  </a:lnTo>
                  <a:lnTo>
                    <a:pt x="246" y="168"/>
                  </a:lnTo>
                  <a:lnTo>
                    <a:pt x="246" y="162"/>
                  </a:lnTo>
                  <a:lnTo>
                    <a:pt x="252" y="162"/>
                  </a:lnTo>
                  <a:lnTo>
                    <a:pt x="252" y="156"/>
                  </a:lnTo>
                  <a:lnTo>
                    <a:pt x="258" y="156"/>
                  </a:lnTo>
                  <a:lnTo>
                    <a:pt x="258" y="150"/>
                  </a:lnTo>
                  <a:lnTo>
                    <a:pt x="264" y="150"/>
                  </a:lnTo>
                  <a:lnTo>
                    <a:pt x="264" y="144"/>
                  </a:lnTo>
                  <a:lnTo>
                    <a:pt x="270" y="144"/>
                  </a:lnTo>
                  <a:lnTo>
                    <a:pt x="270" y="138"/>
                  </a:lnTo>
                  <a:lnTo>
                    <a:pt x="276" y="138"/>
                  </a:lnTo>
                  <a:lnTo>
                    <a:pt x="276" y="132"/>
                  </a:lnTo>
                  <a:lnTo>
                    <a:pt x="282" y="132"/>
                  </a:lnTo>
                  <a:lnTo>
                    <a:pt x="282" y="126"/>
                  </a:lnTo>
                  <a:lnTo>
                    <a:pt x="288" y="126"/>
                  </a:lnTo>
                  <a:lnTo>
                    <a:pt x="288" y="120"/>
                  </a:lnTo>
                  <a:lnTo>
                    <a:pt x="294" y="120"/>
                  </a:lnTo>
                  <a:lnTo>
                    <a:pt x="294" y="114"/>
                  </a:lnTo>
                  <a:lnTo>
                    <a:pt x="300" y="114"/>
                  </a:lnTo>
                  <a:lnTo>
                    <a:pt x="306" y="108"/>
                  </a:lnTo>
                  <a:lnTo>
                    <a:pt x="312" y="102"/>
                  </a:lnTo>
                  <a:lnTo>
                    <a:pt x="318" y="102"/>
                  </a:lnTo>
                  <a:lnTo>
                    <a:pt x="318" y="96"/>
                  </a:lnTo>
                  <a:lnTo>
                    <a:pt x="324" y="96"/>
                  </a:lnTo>
                  <a:lnTo>
                    <a:pt x="324" y="90"/>
                  </a:lnTo>
                  <a:lnTo>
                    <a:pt x="330" y="90"/>
                  </a:lnTo>
                  <a:lnTo>
                    <a:pt x="330" y="84"/>
                  </a:lnTo>
                  <a:lnTo>
                    <a:pt x="336" y="84"/>
                  </a:lnTo>
                  <a:lnTo>
                    <a:pt x="336" y="78"/>
                  </a:lnTo>
                  <a:lnTo>
                    <a:pt x="342" y="78"/>
                  </a:lnTo>
                  <a:lnTo>
                    <a:pt x="348" y="72"/>
                  </a:lnTo>
                  <a:lnTo>
                    <a:pt x="354" y="66"/>
                  </a:lnTo>
                  <a:lnTo>
                    <a:pt x="360" y="66"/>
                  </a:lnTo>
                  <a:lnTo>
                    <a:pt x="360" y="60"/>
                  </a:lnTo>
                  <a:lnTo>
                    <a:pt x="366" y="60"/>
                  </a:lnTo>
                  <a:lnTo>
                    <a:pt x="366" y="54"/>
                  </a:lnTo>
                  <a:lnTo>
                    <a:pt x="372" y="54"/>
                  </a:lnTo>
                  <a:lnTo>
                    <a:pt x="378" y="48"/>
                  </a:lnTo>
                  <a:lnTo>
                    <a:pt x="384" y="48"/>
                  </a:lnTo>
                  <a:lnTo>
                    <a:pt x="384" y="42"/>
                  </a:lnTo>
                  <a:lnTo>
                    <a:pt x="390" y="42"/>
                  </a:lnTo>
                  <a:lnTo>
                    <a:pt x="390" y="36"/>
                  </a:lnTo>
                  <a:lnTo>
                    <a:pt x="396" y="36"/>
                  </a:lnTo>
                  <a:lnTo>
                    <a:pt x="402" y="30"/>
                  </a:lnTo>
                  <a:lnTo>
                    <a:pt x="408" y="30"/>
                  </a:lnTo>
                  <a:lnTo>
                    <a:pt x="408" y="24"/>
                  </a:lnTo>
                  <a:lnTo>
                    <a:pt x="414" y="24"/>
                  </a:lnTo>
                  <a:lnTo>
                    <a:pt x="414" y="18"/>
                  </a:lnTo>
                  <a:lnTo>
                    <a:pt x="420" y="18"/>
                  </a:lnTo>
                  <a:lnTo>
                    <a:pt x="426" y="18"/>
                  </a:lnTo>
                  <a:lnTo>
                    <a:pt x="426" y="12"/>
                  </a:lnTo>
                  <a:lnTo>
                    <a:pt x="432" y="12"/>
                  </a:lnTo>
                  <a:lnTo>
                    <a:pt x="432" y="6"/>
                  </a:lnTo>
                  <a:lnTo>
                    <a:pt x="438" y="6"/>
                  </a:lnTo>
                  <a:lnTo>
                    <a:pt x="444" y="0"/>
                  </a:lnTo>
                </a:path>
              </a:pathLst>
            </a:custGeom>
            <a:noFill/>
            <a:ln w="19050">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Freeform 37">
              <a:extLst>
                <a:ext uri="{FF2B5EF4-FFF2-40B4-BE49-F238E27FC236}">
                  <a16:creationId xmlns:a16="http://schemas.microsoft.com/office/drawing/2014/main" id="{8281810E-4500-43C0-9217-9AE61A3B8089}"/>
                </a:ext>
              </a:extLst>
            </p:cNvPr>
            <p:cNvSpPr>
              <a:spLocks/>
            </p:cNvSpPr>
            <p:nvPr/>
          </p:nvSpPr>
          <p:spPr bwMode="auto">
            <a:xfrm>
              <a:off x="4536" y="2170"/>
              <a:ext cx="467" cy="233"/>
            </a:xfrm>
            <a:custGeom>
              <a:avLst/>
              <a:gdLst>
                <a:gd name="T0" fmla="*/ 6 w 444"/>
                <a:gd name="T1" fmla="*/ 343 h 222"/>
                <a:gd name="T2" fmla="*/ 21 w 444"/>
                <a:gd name="T3" fmla="*/ 334 h 222"/>
                <a:gd name="T4" fmla="*/ 37 w 444"/>
                <a:gd name="T5" fmla="*/ 324 h 222"/>
                <a:gd name="T6" fmla="*/ 48 w 444"/>
                <a:gd name="T7" fmla="*/ 316 h 222"/>
                <a:gd name="T8" fmla="*/ 65 w 444"/>
                <a:gd name="T9" fmla="*/ 305 h 222"/>
                <a:gd name="T10" fmla="*/ 76 w 444"/>
                <a:gd name="T11" fmla="*/ 298 h 222"/>
                <a:gd name="T12" fmla="*/ 94 w 444"/>
                <a:gd name="T13" fmla="*/ 288 h 222"/>
                <a:gd name="T14" fmla="*/ 104 w 444"/>
                <a:gd name="T15" fmla="*/ 277 h 222"/>
                <a:gd name="T16" fmla="*/ 122 w 444"/>
                <a:gd name="T17" fmla="*/ 271 h 222"/>
                <a:gd name="T18" fmla="*/ 133 w 444"/>
                <a:gd name="T19" fmla="*/ 260 h 222"/>
                <a:gd name="T20" fmla="*/ 150 w 444"/>
                <a:gd name="T21" fmla="*/ 250 h 222"/>
                <a:gd name="T22" fmla="*/ 161 w 444"/>
                <a:gd name="T23" fmla="*/ 250 h 222"/>
                <a:gd name="T24" fmla="*/ 171 w 444"/>
                <a:gd name="T25" fmla="*/ 241 h 222"/>
                <a:gd name="T26" fmla="*/ 189 w 444"/>
                <a:gd name="T27" fmla="*/ 231 h 222"/>
                <a:gd name="T28" fmla="*/ 199 w 444"/>
                <a:gd name="T29" fmla="*/ 223 h 222"/>
                <a:gd name="T30" fmla="*/ 218 w 444"/>
                <a:gd name="T31" fmla="*/ 214 h 222"/>
                <a:gd name="T32" fmla="*/ 227 w 444"/>
                <a:gd name="T33" fmla="*/ 205 h 222"/>
                <a:gd name="T34" fmla="*/ 244 w 444"/>
                <a:gd name="T35" fmla="*/ 205 h 222"/>
                <a:gd name="T36" fmla="*/ 255 w 444"/>
                <a:gd name="T37" fmla="*/ 195 h 222"/>
                <a:gd name="T38" fmla="*/ 273 w 444"/>
                <a:gd name="T39" fmla="*/ 186 h 222"/>
                <a:gd name="T40" fmla="*/ 283 w 444"/>
                <a:gd name="T41" fmla="*/ 177 h 222"/>
                <a:gd name="T42" fmla="*/ 302 w 444"/>
                <a:gd name="T43" fmla="*/ 177 h 222"/>
                <a:gd name="T44" fmla="*/ 312 w 444"/>
                <a:gd name="T45" fmla="*/ 166 h 222"/>
                <a:gd name="T46" fmla="*/ 322 w 444"/>
                <a:gd name="T47" fmla="*/ 157 h 222"/>
                <a:gd name="T48" fmla="*/ 340 w 444"/>
                <a:gd name="T49" fmla="*/ 149 h 222"/>
                <a:gd name="T50" fmla="*/ 350 w 444"/>
                <a:gd name="T51" fmla="*/ 149 h 222"/>
                <a:gd name="T52" fmla="*/ 368 w 444"/>
                <a:gd name="T53" fmla="*/ 139 h 222"/>
                <a:gd name="T54" fmla="*/ 378 w 444"/>
                <a:gd name="T55" fmla="*/ 130 h 222"/>
                <a:gd name="T56" fmla="*/ 398 w 444"/>
                <a:gd name="T57" fmla="*/ 130 h 222"/>
                <a:gd name="T58" fmla="*/ 406 w 444"/>
                <a:gd name="T59" fmla="*/ 120 h 222"/>
                <a:gd name="T60" fmla="*/ 425 w 444"/>
                <a:gd name="T61" fmla="*/ 112 h 222"/>
                <a:gd name="T62" fmla="*/ 434 w 444"/>
                <a:gd name="T63" fmla="*/ 102 h 222"/>
                <a:gd name="T64" fmla="*/ 453 w 444"/>
                <a:gd name="T65" fmla="*/ 102 h 222"/>
                <a:gd name="T66" fmla="*/ 465 w 444"/>
                <a:gd name="T67" fmla="*/ 92 h 222"/>
                <a:gd name="T68" fmla="*/ 472 w 444"/>
                <a:gd name="T69" fmla="*/ 84 h 222"/>
                <a:gd name="T70" fmla="*/ 492 w 444"/>
                <a:gd name="T71" fmla="*/ 84 h 222"/>
                <a:gd name="T72" fmla="*/ 499 w 444"/>
                <a:gd name="T73" fmla="*/ 73 h 222"/>
                <a:gd name="T74" fmla="*/ 520 w 444"/>
                <a:gd name="T75" fmla="*/ 73 h 222"/>
                <a:gd name="T76" fmla="*/ 527 w 444"/>
                <a:gd name="T77" fmla="*/ 64 h 222"/>
                <a:gd name="T78" fmla="*/ 548 w 444"/>
                <a:gd name="T79" fmla="*/ 55 h 222"/>
                <a:gd name="T80" fmla="*/ 556 w 444"/>
                <a:gd name="T81" fmla="*/ 55 h 222"/>
                <a:gd name="T82" fmla="*/ 576 w 444"/>
                <a:gd name="T83" fmla="*/ 47 h 222"/>
                <a:gd name="T84" fmla="*/ 585 w 444"/>
                <a:gd name="T85" fmla="*/ 35 h 222"/>
                <a:gd name="T86" fmla="*/ 605 w 444"/>
                <a:gd name="T87" fmla="*/ 35 h 222"/>
                <a:gd name="T88" fmla="*/ 613 w 444"/>
                <a:gd name="T89" fmla="*/ 27 h 222"/>
                <a:gd name="T90" fmla="*/ 625 w 444"/>
                <a:gd name="T91" fmla="*/ 27 h 222"/>
                <a:gd name="T92" fmla="*/ 643 w 444"/>
                <a:gd name="T93" fmla="*/ 21 h 222"/>
                <a:gd name="T94" fmla="*/ 653 w 444"/>
                <a:gd name="T95" fmla="*/ 6 h 222"/>
                <a:gd name="T96" fmla="*/ 670 w 444"/>
                <a:gd name="T97" fmla="*/ 6 h 222"/>
                <a:gd name="T98" fmla="*/ 681 w 444"/>
                <a:gd name="T99" fmla="*/ 0 h 222"/>
                <a:gd name="T100" fmla="*/ 699 w 444"/>
                <a:gd name="T101" fmla="*/ 0 h 22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44"/>
                <a:gd name="T154" fmla="*/ 0 h 222"/>
                <a:gd name="T155" fmla="*/ 444 w 444"/>
                <a:gd name="T156" fmla="*/ 222 h 22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44" h="222">
                  <a:moveTo>
                    <a:pt x="0" y="222"/>
                  </a:moveTo>
                  <a:lnTo>
                    <a:pt x="0" y="222"/>
                  </a:lnTo>
                  <a:lnTo>
                    <a:pt x="6" y="222"/>
                  </a:lnTo>
                  <a:lnTo>
                    <a:pt x="6" y="216"/>
                  </a:lnTo>
                  <a:lnTo>
                    <a:pt x="12" y="216"/>
                  </a:lnTo>
                  <a:lnTo>
                    <a:pt x="18" y="210"/>
                  </a:lnTo>
                  <a:lnTo>
                    <a:pt x="24" y="210"/>
                  </a:lnTo>
                  <a:lnTo>
                    <a:pt x="24" y="204"/>
                  </a:lnTo>
                  <a:lnTo>
                    <a:pt x="30" y="204"/>
                  </a:lnTo>
                  <a:lnTo>
                    <a:pt x="36" y="198"/>
                  </a:lnTo>
                  <a:lnTo>
                    <a:pt x="42" y="198"/>
                  </a:lnTo>
                  <a:lnTo>
                    <a:pt x="42" y="192"/>
                  </a:lnTo>
                  <a:lnTo>
                    <a:pt x="48" y="192"/>
                  </a:lnTo>
                  <a:lnTo>
                    <a:pt x="54" y="192"/>
                  </a:lnTo>
                  <a:lnTo>
                    <a:pt x="54" y="186"/>
                  </a:lnTo>
                  <a:lnTo>
                    <a:pt x="60" y="186"/>
                  </a:lnTo>
                  <a:lnTo>
                    <a:pt x="66" y="180"/>
                  </a:lnTo>
                  <a:lnTo>
                    <a:pt x="72" y="180"/>
                  </a:lnTo>
                  <a:lnTo>
                    <a:pt x="72" y="174"/>
                  </a:lnTo>
                  <a:lnTo>
                    <a:pt x="78" y="174"/>
                  </a:lnTo>
                  <a:lnTo>
                    <a:pt x="84" y="174"/>
                  </a:lnTo>
                  <a:lnTo>
                    <a:pt x="84" y="168"/>
                  </a:lnTo>
                  <a:lnTo>
                    <a:pt x="90" y="168"/>
                  </a:lnTo>
                  <a:lnTo>
                    <a:pt x="96" y="162"/>
                  </a:lnTo>
                  <a:lnTo>
                    <a:pt x="102" y="162"/>
                  </a:lnTo>
                  <a:lnTo>
                    <a:pt x="102" y="156"/>
                  </a:lnTo>
                  <a:lnTo>
                    <a:pt x="108" y="156"/>
                  </a:lnTo>
                  <a:lnTo>
                    <a:pt x="114" y="156"/>
                  </a:lnTo>
                  <a:lnTo>
                    <a:pt x="114" y="150"/>
                  </a:lnTo>
                  <a:lnTo>
                    <a:pt x="120" y="150"/>
                  </a:lnTo>
                  <a:lnTo>
                    <a:pt x="126" y="150"/>
                  </a:lnTo>
                  <a:lnTo>
                    <a:pt x="126" y="144"/>
                  </a:lnTo>
                  <a:lnTo>
                    <a:pt x="132" y="144"/>
                  </a:lnTo>
                  <a:lnTo>
                    <a:pt x="138" y="138"/>
                  </a:lnTo>
                  <a:lnTo>
                    <a:pt x="144" y="138"/>
                  </a:lnTo>
                  <a:lnTo>
                    <a:pt x="144" y="132"/>
                  </a:lnTo>
                  <a:lnTo>
                    <a:pt x="150" y="132"/>
                  </a:lnTo>
                  <a:lnTo>
                    <a:pt x="156" y="132"/>
                  </a:lnTo>
                  <a:lnTo>
                    <a:pt x="156" y="126"/>
                  </a:lnTo>
                  <a:lnTo>
                    <a:pt x="162" y="126"/>
                  </a:lnTo>
                  <a:lnTo>
                    <a:pt x="168" y="126"/>
                  </a:lnTo>
                  <a:lnTo>
                    <a:pt x="168" y="120"/>
                  </a:lnTo>
                  <a:lnTo>
                    <a:pt x="174" y="120"/>
                  </a:lnTo>
                  <a:lnTo>
                    <a:pt x="180" y="120"/>
                  </a:lnTo>
                  <a:lnTo>
                    <a:pt x="180" y="114"/>
                  </a:lnTo>
                  <a:lnTo>
                    <a:pt x="186" y="114"/>
                  </a:lnTo>
                  <a:lnTo>
                    <a:pt x="192" y="114"/>
                  </a:lnTo>
                  <a:lnTo>
                    <a:pt x="192" y="108"/>
                  </a:lnTo>
                  <a:lnTo>
                    <a:pt x="198" y="108"/>
                  </a:lnTo>
                  <a:lnTo>
                    <a:pt x="204" y="108"/>
                  </a:lnTo>
                  <a:lnTo>
                    <a:pt x="204" y="102"/>
                  </a:lnTo>
                  <a:lnTo>
                    <a:pt x="210" y="102"/>
                  </a:lnTo>
                  <a:lnTo>
                    <a:pt x="216" y="102"/>
                  </a:lnTo>
                  <a:lnTo>
                    <a:pt x="216" y="96"/>
                  </a:lnTo>
                  <a:lnTo>
                    <a:pt x="222" y="96"/>
                  </a:lnTo>
                  <a:lnTo>
                    <a:pt x="228" y="90"/>
                  </a:lnTo>
                  <a:lnTo>
                    <a:pt x="234" y="90"/>
                  </a:lnTo>
                  <a:lnTo>
                    <a:pt x="240" y="90"/>
                  </a:lnTo>
                  <a:lnTo>
                    <a:pt x="240" y="84"/>
                  </a:lnTo>
                  <a:lnTo>
                    <a:pt x="246" y="84"/>
                  </a:lnTo>
                  <a:lnTo>
                    <a:pt x="252" y="84"/>
                  </a:lnTo>
                  <a:lnTo>
                    <a:pt x="252" y="78"/>
                  </a:lnTo>
                  <a:lnTo>
                    <a:pt x="258" y="78"/>
                  </a:lnTo>
                  <a:lnTo>
                    <a:pt x="264" y="78"/>
                  </a:lnTo>
                  <a:lnTo>
                    <a:pt x="264" y="72"/>
                  </a:lnTo>
                  <a:lnTo>
                    <a:pt x="270" y="72"/>
                  </a:lnTo>
                  <a:lnTo>
                    <a:pt x="276" y="72"/>
                  </a:lnTo>
                  <a:lnTo>
                    <a:pt x="276" y="66"/>
                  </a:lnTo>
                  <a:lnTo>
                    <a:pt x="282" y="66"/>
                  </a:lnTo>
                  <a:lnTo>
                    <a:pt x="288" y="66"/>
                  </a:lnTo>
                  <a:lnTo>
                    <a:pt x="288" y="60"/>
                  </a:lnTo>
                  <a:lnTo>
                    <a:pt x="294" y="60"/>
                  </a:lnTo>
                  <a:lnTo>
                    <a:pt x="300" y="60"/>
                  </a:lnTo>
                  <a:lnTo>
                    <a:pt x="300" y="54"/>
                  </a:lnTo>
                  <a:lnTo>
                    <a:pt x="306" y="54"/>
                  </a:lnTo>
                  <a:lnTo>
                    <a:pt x="312" y="54"/>
                  </a:lnTo>
                  <a:lnTo>
                    <a:pt x="318" y="54"/>
                  </a:lnTo>
                  <a:lnTo>
                    <a:pt x="318" y="48"/>
                  </a:lnTo>
                  <a:lnTo>
                    <a:pt x="324" y="48"/>
                  </a:lnTo>
                  <a:lnTo>
                    <a:pt x="330" y="48"/>
                  </a:lnTo>
                  <a:lnTo>
                    <a:pt x="330" y="42"/>
                  </a:lnTo>
                  <a:lnTo>
                    <a:pt x="336" y="42"/>
                  </a:lnTo>
                  <a:lnTo>
                    <a:pt x="342" y="42"/>
                  </a:lnTo>
                  <a:lnTo>
                    <a:pt x="342" y="36"/>
                  </a:lnTo>
                  <a:lnTo>
                    <a:pt x="348" y="36"/>
                  </a:lnTo>
                  <a:lnTo>
                    <a:pt x="354" y="36"/>
                  </a:lnTo>
                  <a:lnTo>
                    <a:pt x="360" y="36"/>
                  </a:lnTo>
                  <a:lnTo>
                    <a:pt x="360" y="30"/>
                  </a:lnTo>
                  <a:lnTo>
                    <a:pt x="366" y="30"/>
                  </a:lnTo>
                  <a:lnTo>
                    <a:pt x="372" y="30"/>
                  </a:lnTo>
                  <a:lnTo>
                    <a:pt x="372" y="24"/>
                  </a:lnTo>
                  <a:lnTo>
                    <a:pt x="378" y="24"/>
                  </a:lnTo>
                  <a:lnTo>
                    <a:pt x="384" y="24"/>
                  </a:lnTo>
                  <a:lnTo>
                    <a:pt x="384" y="18"/>
                  </a:lnTo>
                  <a:lnTo>
                    <a:pt x="390" y="18"/>
                  </a:lnTo>
                  <a:lnTo>
                    <a:pt x="396" y="18"/>
                  </a:lnTo>
                  <a:lnTo>
                    <a:pt x="402" y="12"/>
                  </a:lnTo>
                  <a:lnTo>
                    <a:pt x="408" y="12"/>
                  </a:lnTo>
                  <a:lnTo>
                    <a:pt x="414" y="12"/>
                  </a:lnTo>
                  <a:lnTo>
                    <a:pt x="414" y="6"/>
                  </a:lnTo>
                  <a:lnTo>
                    <a:pt x="420" y="6"/>
                  </a:lnTo>
                  <a:lnTo>
                    <a:pt x="426" y="6"/>
                  </a:lnTo>
                  <a:lnTo>
                    <a:pt x="432" y="0"/>
                  </a:lnTo>
                  <a:lnTo>
                    <a:pt x="438" y="0"/>
                  </a:lnTo>
                  <a:lnTo>
                    <a:pt x="444" y="0"/>
                  </a:lnTo>
                </a:path>
              </a:pathLst>
            </a:custGeom>
            <a:noFill/>
            <a:ln w="19050">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 name="Freeform 38">
              <a:extLst>
                <a:ext uri="{FF2B5EF4-FFF2-40B4-BE49-F238E27FC236}">
                  <a16:creationId xmlns:a16="http://schemas.microsoft.com/office/drawing/2014/main" id="{B5F89FBB-A8F7-43DE-ABDF-C08023D034D8}"/>
                </a:ext>
              </a:extLst>
            </p:cNvPr>
            <p:cNvSpPr>
              <a:spLocks/>
            </p:cNvSpPr>
            <p:nvPr/>
          </p:nvSpPr>
          <p:spPr bwMode="auto">
            <a:xfrm>
              <a:off x="5003" y="2069"/>
              <a:ext cx="277" cy="101"/>
            </a:xfrm>
            <a:custGeom>
              <a:avLst/>
              <a:gdLst>
                <a:gd name="T0" fmla="*/ 6 w 264"/>
                <a:gd name="T1" fmla="*/ 142 h 96"/>
                <a:gd name="T2" fmla="*/ 21 w 264"/>
                <a:gd name="T3" fmla="*/ 142 h 96"/>
                <a:gd name="T4" fmla="*/ 21 w 264"/>
                <a:gd name="T5" fmla="*/ 142 h 96"/>
                <a:gd name="T6" fmla="*/ 27 w 264"/>
                <a:gd name="T7" fmla="*/ 133 h 96"/>
                <a:gd name="T8" fmla="*/ 35 w 264"/>
                <a:gd name="T9" fmla="*/ 133 h 96"/>
                <a:gd name="T10" fmla="*/ 47 w 264"/>
                <a:gd name="T11" fmla="*/ 133 h 96"/>
                <a:gd name="T12" fmla="*/ 55 w 264"/>
                <a:gd name="T13" fmla="*/ 122 h 96"/>
                <a:gd name="T14" fmla="*/ 64 w 264"/>
                <a:gd name="T15" fmla="*/ 122 h 96"/>
                <a:gd name="T16" fmla="*/ 73 w 264"/>
                <a:gd name="T17" fmla="*/ 122 h 96"/>
                <a:gd name="T18" fmla="*/ 73 w 264"/>
                <a:gd name="T19" fmla="*/ 114 h 96"/>
                <a:gd name="T20" fmla="*/ 84 w 264"/>
                <a:gd name="T21" fmla="*/ 114 h 96"/>
                <a:gd name="T22" fmla="*/ 92 w 264"/>
                <a:gd name="T23" fmla="*/ 114 h 96"/>
                <a:gd name="T24" fmla="*/ 102 w 264"/>
                <a:gd name="T25" fmla="*/ 104 h 96"/>
                <a:gd name="T26" fmla="*/ 112 w 264"/>
                <a:gd name="T27" fmla="*/ 104 h 96"/>
                <a:gd name="T28" fmla="*/ 120 w 264"/>
                <a:gd name="T29" fmla="*/ 104 h 96"/>
                <a:gd name="T30" fmla="*/ 130 w 264"/>
                <a:gd name="T31" fmla="*/ 94 h 96"/>
                <a:gd name="T32" fmla="*/ 139 w 264"/>
                <a:gd name="T33" fmla="*/ 94 h 96"/>
                <a:gd name="T34" fmla="*/ 139 w 264"/>
                <a:gd name="T35" fmla="*/ 94 h 96"/>
                <a:gd name="T36" fmla="*/ 148 w 264"/>
                <a:gd name="T37" fmla="*/ 94 h 96"/>
                <a:gd name="T38" fmla="*/ 157 w 264"/>
                <a:gd name="T39" fmla="*/ 85 h 96"/>
                <a:gd name="T40" fmla="*/ 166 w 264"/>
                <a:gd name="T41" fmla="*/ 85 h 96"/>
                <a:gd name="T42" fmla="*/ 177 w 264"/>
                <a:gd name="T43" fmla="*/ 85 h 96"/>
                <a:gd name="T44" fmla="*/ 186 w 264"/>
                <a:gd name="T45" fmla="*/ 77 h 96"/>
                <a:gd name="T46" fmla="*/ 195 w 264"/>
                <a:gd name="T47" fmla="*/ 77 h 96"/>
                <a:gd name="T48" fmla="*/ 205 w 264"/>
                <a:gd name="T49" fmla="*/ 77 h 96"/>
                <a:gd name="T50" fmla="*/ 205 w 264"/>
                <a:gd name="T51" fmla="*/ 66 h 96"/>
                <a:gd name="T52" fmla="*/ 213 w 264"/>
                <a:gd name="T53" fmla="*/ 66 h 96"/>
                <a:gd name="T54" fmla="*/ 221 w 264"/>
                <a:gd name="T55" fmla="*/ 66 h 96"/>
                <a:gd name="T56" fmla="*/ 231 w 264"/>
                <a:gd name="T57" fmla="*/ 57 h 96"/>
                <a:gd name="T58" fmla="*/ 240 w 264"/>
                <a:gd name="T59" fmla="*/ 57 h 96"/>
                <a:gd name="T60" fmla="*/ 250 w 264"/>
                <a:gd name="T61" fmla="*/ 57 h 96"/>
                <a:gd name="T62" fmla="*/ 260 w 264"/>
                <a:gd name="T63" fmla="*/ 57 h 96"/>
                <a:gd name="T64" fmla="*/ 268 w 264"/>
                <a:gd name="T65" fmla="*/ 48 h 96"/>
                <a:gd name="T66" fmla="*/ 268 w 264"/>
                <a:gd name="T67" fmla="*/ 48 h 96"/>
                <a:gd name="T68" fmla="*/ 277 w 264"/>
                <a:gd name="T69" fmla="*/ 48 h 96"/>
                <a:gd name="T70" fmla="*/ 287 w 264"/>
                <a:gd name="T71" fmla="*/ 37 h 96"/>
                <a:gd name="T72" fmla="*/ 295 w 264"/>
                <a:gd name="T73" fmla="*/ 37 h 96"/>
                <a:gd name="T74" fmla="*/ 305 w 264"/>
                <a:gd name="T75" fmla="*/ 37 h 96"/>
                <a:gd name="T76" fmla="*/ 315 w 264"/>
                <a:gd name="T77" fmla="*/ 37 h 96"/>
                <a:gd name="T78" fmla="*/ 323 w 264"/>
                <a:gd name="T79" fmla="*/ 27 h 96"/>
                <a:gd name="T80" fmla="*/ 334 w 264"/>
                <a:gd name="T81" fmla="*/ 27 h 96"/>
                <a:gd name="T82" fmla="*/ 334 w 264"/>
                <a:gd name="T83" fmla="*/ 27 h 96"/>
                <a:gd name="T84" fmla="*/ 342 w 264"/>
                <a:gd name="T85" fmla="*/ 21 h 96"/>
                <a:gd name="T86" fmla="*/ 351 w 264"/>
                <a:gd name="T87" fmla="*/ 21 h 96"/>
                <a:gd name="T88" fmla="*/ 361 w 264"/>
                <a:gd name="T89" fmla="*/ 21 h 96"/>
                <a:gd name="T90" fmla="*/ 370 w 264"/>
                <a:gd name="T91" fmla="*/ 21 h 96"/>
                <a:gd name="T92" fmla="*/ 379 w 264"/>
                <a:gd name="T93" fmla="*/ 6 h 96"/>
                <a:gd name="T94" fmla="*/ 388 w 264"/>
                <a:gd name="T95" fmla="*/ 6 h 96"/>
                <a:gd name="T96" fmla="*/ 398 w 264"/>
                <a:gd name="T97" fmla="*/ 6 h 96"/>
                <a:gd name="T98" fmla="*/ 398 w 264"/>
                <a:gd name="T99" fmla="*/ 0 h 9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64"/>
                <a:gd name="T151" fmla="*/ 0 h 96"/>
                <a:gd name="T152" fmla="*/ 264 w 264"/>
                <a:gd name="T153" fmla="*/ 96 h 9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64" h="96">
                  <a:moveTo>
                    <a:pt x="0" y="96"/>
                  </a:moveTo>
                  <a:lnTo>
                    <a:pt x="0" y="90"/>
                  </a:lnTo>
                  <a:lnTo>
                    <a:pt x="6" y="90"/>
                  </a:lnTo>
                  <a:lnTo>
                    <a:pt x="12" y="90"/>
                  </a:lnTo>
                  <a:lnTo>
                    <a:pt x="18" y="90"/>
                  </a:lnTo>
                  <a:lnTo>
                    <a:pt x="18" y="84"/>
                  </a:lnTo>
                  <a:lnTo>
                    <a:pt x="24" y="84"/>
                  </a:lnTo>
                  <a:lnTo>
                    <a:pt x="30" y="84"/>
                  </a:lnTo>
                  <a:lnTo>
                    <a:pt x="36" y="78"/>
                  </a:lnTo>
                  <a:lnTo>
                    <a:pt x="42" y="78"/>
                  </a:lnTo>
                  <a:lnTo>
                    <a:pt x="48" y="78"/>
                  </a:lnTo>
                  <a:lnTo>
                    <a:pt x="48" y="72"/>
                  </a:lnTo>
                  <a:lnTo>
                    <a:pt x="54" y="72"/>
                  </a:lnTo>
                  <a:lnTo>
                    <a:pt x="60" y="72"/>
                  </a:lnTo>
                  <a:lnTo>
                    <a:pt x="66" y="72"/>
                  </a:lnTo>
                  <a:lnTo>
                    <a:pt x="66" y="66"/>
                  </a:lnTo>
                  <a:lnTo>
                    <a:pt x="72" y="66"/>
                  </a:lnTo>
                  <a:lnTo>
                    <a:pt x="78" y="66"/>
                  </a:lnTo>
                  <a:lnTo>
                    <a:pt x="84" y="60"/>
                  </a:lnTo>
                  <a:lnTo>
                    <a:pt x="90" y="60"/>
                  </a:lnTo>
                  <a:lnTo>
                    <a:pt x="96" y="60"/>
                  </a:lnTo>
                  <a:lnTo>
                    <a:pt x="102" y="54"/>
                  </a:lnTo>
                  <a:lnTo>
                    <a:pt x="108" y="54"/>
                  </a:lnTo>
                  <a:lnTo>
                    <a:pt x="114" y="54"/>
                  </a:lnTo>
                  <a:lnTo>
                    <a:pt x="114" y="48"/>
                  </a:lnTo>
                  <a:lnTo>
                    <a:pt x="120" y="48"/>
                  </a:lnTo>
                  <a:lnTo>
                    <a:pt x="126" y="48"/>
                  </a:lnTo>
                  <a:lnTo>
                    <a:pt x="132" y="48"/>
                  </a:lnTo>
                  <a:lnTo>
                    <a:pt x="132" y="42"/>
                  </a:lnTo>
                  <a:lnTo>
                    <a:pt x="138" y="42"/>
                  </a:lnTo>
                  <a:lnTo>
                    <a:pt x="144" y="42"/>
                  </a:lnTo>
                  <a:lnTo>
                    <a:pt x="150" y="42"/>
                  </a:lnTo>
                  <a:lnTo>
                    <a:pt x="150" y="36"/>
                  </a:lnTo>
                  <a:lnTo>
                    <a:pt x="156" y="36"/>
                  </a:lnTo>
                  <a:lnTo>
                    <a:pt x="162" y="36"/>
                  </a:lnTo>
                  <a:lnTo>
                    <a:pt x="168" y="36"/>
                  </a:lnTo>
                  <a:lnTo>
                    <a:pt x="168" y="30"/>
                  </a:lnTo>
                  <a:lnTo>
                    <a:pt x="174" y="30"/>
                  </a:lnTo>
                  <a:lnTo>
                    <a:pt x="180" y="30"/>
                  </a:lnTo>
                  <a:lnTo>
                    <a:pt x="186" y="30"/>
                  </a:lnTo>
                  <a:lnTo>
                    <a:pt x="186" y="24"/>
                  </a:lnTo>
                  <a:lnTo>
                    <a:pt x="192" y="24"/>
                  </a:lnTo>
                  <a:lnTo>
                    <a:pt x="198" y="24"/>
                  </a:lnTo>
                  <a:lnTo>
                    <a:pt x="204" y="24"/>
                  </a:lnTo>
                  <a:lnTo>
                    <a:pt x="204" y="18"/>
                  </a:lnTo>
                  <a:lnTo>
                    <a:pt x="210" y="18"/>
                  </a:lnTo>
                  <a:lnTo>
                    <a:pt x="216" y="18"/>
                  </a:lnTo>
                  <a:lnTo>
                    <a:pt x="222" y="18"/>
                  </a:lnTo>
                  <a:lnTo>
                    <a:pt x="222" y="12"/>
                  </a:lnTo>
                  <a:lnTo>
                    <a:pt x="228" y="12"/>
                  </a:lnTo>
                  <a:lnTo>
                    <a:pt x="234" y="12"/>
                  </a:lnTo>
                  <a:lnTo>
                    <a:pt x="240" y="12"/>
                  </a:lnTo>
                  <a:lnTo>
                    <a:pt x="240" y="6"/>
                  </a:lnTo>
                  <a:lnTo>
                    <a:pt x="246" y="6"/>
                  </a:lnTo>
                  <a:lnTo>
                    <a:pt x="252" y="6"/>
                  </a:lnTo>
                  <a:lnTo>
                    <a:pt x="258" y="6"/>
                  </a:lnTo>
                  <a:lnTo>
                    <a:pt x="258" y="0"/>
                  </a:lnTo>
                  <a:lnTo>
                    <a:pt x="264" y="0"/>
                  </a:lnTo>
                </a:path>
              </a:pathLst>
            </a:custGeom>
            <a:noFill/>
            <a:ln w="19050">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2" name="Group 42">
            <a:extLst>
              <a:ext uri="{FF2B5EF4-FFF2-40B4-BE49-F238E27FC236}">
                <a16:creationId xmlns:a16="http://schemas.microsoft.com/office/drawing/2014/main" id="{CF575F6C-CB51-4740-A8C2-16E1D5A9729F}"/>
              </a:ext>
            </a:extLst>
          </p:cNvPr>
          <p:cNvGrpSpPr>
            <a:grpSpLocks/>
          </p:cNvGrpSpPr>
          <p:nvPr/>
        </p:nvGrpSpPr>
        <p:grpSpPr bwMode="auto">
          <a:xfrm>
            <a:off x="6451486" y="461275"/>
            <a:ext cx="2273110" cy="2110475"/>
            <a:chOff x="3771" y="1441"/>
            <a:chExt cx="1789" cy="1662"/>
          </a:xfrm>
        </p:grpSpPr>
        <p:sp>
          <p:nvSpPr>
            <p:cNvPr id="33" name="Line 43">
              <a:extLst>
                <a:ext uri="{FF2B5EF4-FFF2-40B4-BE49-F238E27FC236}">
                  <a16:creationId xmlns:a16="http://schemas.microsoft.com/office/drawing/2014/main" id="{DFD6A54A-BAB2-44AA-8977-1916E3A50713}"/>
                </a:ext>
              </a:extLst>
            </p:cNvPr>
            <p:cNvSpPr>
              <a:spLocks noChangeShapeType="1"/>
            </p:cNvSpPr>
            <p:nvPr/>
          </p:nvSpPr>
          <p:spPr bwMode="auto">
            <a:xfrm flipV="1">
              <a:off x="3771" y="2545"/>
              <a:ext cx="1725" cy="1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44">
              <a:extLst>
                <a:ext uri="{FF2B5EF4-FFF2-40B4-BE49-F238E27FC236}">
                  <a16:creationId xmlns:a16="http://schemas.microsoft.com/office/drawing/2014/main" id="{5FB7B3A7-FD53-4627-8F83-56025DD0B246}"/>
                </a:ext>
              </a:extLst>
            </p:cNvPr>
            <p:cNvSpPr>
              <a:spLocks noChangeShapeType="1"/>
            </p:cNvSpPr>
            <p:nvPr/>
          </p:nvSpPr>
          <p:spPr bwMode="auto">
            <a:xfrm flipH="1">
              <a:off x="4249" y="1510"/>
              <a:ext cx="6" cy="1593"/>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 name="Object 45">
              <a:extLst>
                <a:ext uri="{FF2B5EF4-FFF2-40B4-BE49-F238E27FC236}">
                  <a16:creationId xmlns:a16="http://schemas.microsoft.com/office/drawing/2014/main" id="{F94612B4-C7B5-45E3-9C4B-1CFA678FAFBF}"/>
                </a:ext>
              </a:extLst>
            </p:cNvPr>
            <p:cNvGraphicFramePr>
              <a:graphicFrameLocks noChangeAspect="1"/>
            </p:cNvGraphicFramePr>
            <p:nvPr/>
          </p:nvGraphicFramePr>
          <p:xfrm>
            <a:off x="5376" y="2581"/>
            <a:ext cx="184" cy="203"/>
          </p:xfrm>
          <a:graphic>
            <a:graphicData uri="http://schemas.openxmlformats.org/presentationml/2006/ole">
              <mc:AlternateContent xmlns:mc="http://schemas.openxmlformats.org/markup-compatibility/2006">
                <mc:Choice xmlns:v="urn:schemas-microsoft-com:vml" Requires="v">
                  <p:oleObj spid="_x0000_s168419" name="Equation" r:id="rId6" imgW="101520" imgH="140040" progId="Equation.3">
                    <p:embed/>
                  </p:oleObj>
                </mc:Choice>
                <mc:Fallback>
                  <p:oleObj name="Equation" r:id="rId6" imgW="101520" imgH="140040" progId="Equation.3">
                    <p:embed/>
                    <p:pic>
                      <p:nvPicPr>
                        <p:cNvPr id="0" name="Picture 260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76" y="2581"/>
                          <a:ext cx="184" cy="2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46">
              <a:extLst>
                <a:ext uri="{FF2B5EF4-FFF2-40B4-BE49-F238E27FC236}">
                  <a16:creationId xmlns:a16="http://schemas.microsoft.com/office/drawing/2014/main" id="{98C88E1D-49A1-419F-B9B8-7A950C321A7F}"/>
                </a:ext>
              </a:extLst>
            </p:cNvPr>
            <p:cNvGraphicFramePr>
              <a:graphicFrameLocks noChangeAspect="1"/>
            </p:cNvGraphicFramePr>
            <p:nvPr>
              <p:extLst>
                <p:ext uri="{D42A27DB-BD31-4B8C-83A1-F6EECF244321}">
                  <p14:modId xmlns:p14="http://schemas.microsoft.com/office/powerpoint/2010/main" val="173397419"/>
                </p:ext>
              </p:extLst>
            </p:nvPr>
          </p:nvGraphicFramePr>
          <p:xfrm>
            <a:off x="4363" y="1441"/>
            <a:ext cx="203" cy="239"/>
          </p:xfrm>
          <a:graphic>
            <a:graphicData uri="http://schemas.openxmlformats.org/presentationml/2006/ole">
              <mc:AlternateContent xmlns:mc="http://schemas.openxmlformats.org/markup-compatibility/2006">
                <mc:Choice xmlns:v="urn:schemas-microsoft-com:vml" Requires="v">
                  <p:oleObj spid="_x0000_s168420" name="Equation" r:id="rId8" imgW="139680" imgH="165240" progId="Equation.3">
                    <p:embed/>
                  </p:oleObj>
                </mc:Choice>
                <mc:Fallback>
                  <p:oleObj name="Equation" r:id="rId8" imgW="139680" imgH="165240" progId="Equation.3">
                    <p:embed/>
                    <p:pic>
                      <p:nvPicPr>
                        <p:cNvPr id="0" name="Picture 26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63" y="1441"/>
                          <a:ext cx="203"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47">
              <a:extLst>
                <a:ext uri="{FF2B5EF4-FFF2-40B4-BE49-F238E27FC236}">
                  <a16:creationId xmlns:a16="http://schemas.microsoft.com/office/drawing/2014/main" id="{BF47A410-55DD-4697-8C92-5788F0552DD2}"/>
                </a:ext>
              </a:extLst>
            </p:cNvPr>
            <p:cNvGraphicFramePr>
              <a:graphicFrameLocks noChangeAspect="1"/>
            </p:cNvGraphicFramePr>
            <p:nvPr>
              <p:extLst>
                <p:ext uri="{D42A27DB-BD31-4B8C-83A1-F6EECF244321}">
                  <p14:modId xmlns:p14="http://schemas.microsoft.com/office/powerpoint/2010/main" val="2768434508"/>
                </p:ext>
              </p:extLst>
            </p:nvPr>
          </p:nvGraphicFramePr>
          <p:xfrm>
            <a:off x="4255" y="2408"/>
            <a:ext cx="147" cy="162"/>
          </p:xfrm>
          <a:graphic>
            <a:graphicData uri="http://schemas.openxmlformats.org/presentationml/2006/ole">
              <mc:AlternateContent xmlns:mc="http://schemas.openxmlformats.org/markup-compatibility/2006">
                <mc:Choice xmlns:v="urn:schemas-microsoft-com:vml" Requires="v">
                  <p:oleObj spid="_x0000_s168421" name="Equation" r:id="rId10" imgW="101520" imgH="140040" progId="Equation.DSMT4">
                    <p:embed/>
                  </p:oleObj>
                </mc:Choice>
                <mc:Fallback>
                  <p:oleObj name="Equation" r:id="rId10" imgW="101520" imgH="140040" progId="Equation.DSMT4">
                    <p:embed/>
                    <p:pic>
                      <p:nvPicPr>
                        <p:cNvPr id="0" name="Picture 26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55" y="2408"/>
                          <a:ext cx="147" cy="162"/>
                        </a:xfrm>
                        <a:prstGeom prst="rect">
                          <a:avLst/>
                        </a:prstGeom>
                        <a:noFill/>
                      </p:spPr>
                    </p:pic>
                  </p:oleObj>
                </mc:Fallback>
              </mc:AlternateContent>
            </a:graphicData>
          </a:graphic>
        </p:graphicFrame>
      </p:grpSp>
      <p:sp>
        <p:nvSpPr>
          <p:cNvPr id="38" name="Text Box 63">
            <a:extLst>
              <a:ext uri="{FF2B5EF4-FFF2-40B4-BE49-F238E27FC236}">
                <a16:creationId xmlns:a16="http://schemas.microsoft.com/office/drawing/2014/main" id="{4B35B04D-3DED-423B-9E6C-3662F523E444}"/>
              </a:ext>
            </a:extLst>
          </p:cNvPr>
          <p:cNvSpPr txBox="1">
            <a:spLocks noChangeArrowheads="1"/>
          </p:cNvSpPr>
          <p:nvPr/>
        </p:nvSpPr>
        <p:spPr bwMode="auto">
          <a:xfrm>
            <a:off x="812838" y="1016108"/>
            <a:ext cx="1881187"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50000"/>
              </a:lnSpc>
              <a:spcBef>
                <a:spcPct val="50000"/>
              </a:spcBef>
            </a:pPr>
            <a:r>
              <a:rPr kumimoji="1" lang="zh-CN" altLang="en-US" sz="2400" b="1" dirty="0">
                <a:latin typeface="+mn-ea"/>
                <a:ea typeface="+mn-ea"/>
              </a:rPr>
              <a:t>函数</a:t>
            </a:r>
          </a:p>
        </p:txBody>
      </p:sp>
      <p:graphicFrame>
        <p:nvGraphicFramePr>
          <p:cNvPr id="39" name="Object 64">
            <a:extLst>
              <a:ext uri="{FF2B5EF4-FFF2-40B4-BE49-F238E27FC236}">
                <a16:creationId xmlns:a16="http://schemas.microsoft.com/office/drawing/2014/main" id="{6E29F726-1399-4EC2-B529-5110DBAC939D}"/>
              </a:ext>
            </a:extLst>
          </p:cNvPr>
          <p:cNvGraphicFramePr>
            <a:graphicFrameLocks noChangeAspect="1"/>
          </p:cNvGraphicFramePr>
          <p:nvPr>
            <p:extLst>
              <p:ext uri="{D42A27DB-BD31-4B8C-83A1-F6EECF244321}">
                <p14:modId xmlns:p14="http://schemas.microsoft.com/office/powerpoint/2010/main" val="1147566764"/>
              </p:ext>
            </p:extLst>
          </p:nvPr>
        </p:nvGraphicFramePr>
        <p:xfrm>
          <a:off x="1590712" y="1192106"/>
          <a:ext cx="1103313" cy="341313"/>
        </p:xfrm>
        <a:graphic>
          <a:graphicData uri="http://schemas.openxmlformats.org/presentationml/2006/ole">
            <mc:AlternateContent xmlns:mc="http://schemas.openxmlformats.org/markup-compatibility/2006">
              <mc:Choice xmlns:v="urn:schemas-microsoft-com:vml" Requires="v">
                <p:oleObj spid="_x0000_s168422" name="Equation" r:id="rId12" imgW="1104840" imgH="342720" progId="Equation.DSMT4">
                  <p:embed/>
                </p:oleObj>
              </mc:Choice>
              <mc:Fallback>
                <p:oleObj name="Equation" r:id="rId12" imgW="1104840" imgH="342720" progId="Equation.DSMT4">
                  <p:embed/>
                  <p:pic>
                    <p:nvPicPr>
                      <p:cNvPr id="0" name="Picture 2612"/>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1590712" y="1192106"/>
                        <a:ext cx="1103313" cy="341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Text Box 65">
            <a:extLst>
              <a:ext uri="{FF2B5EF4-FFF2-40B4-BE49-F238E27FC236}">
                <a16:creationId xmlns:a16="http://schemas.microsoft.com/office/drawing/2014/main" id="{00B93AF4-BE46-436A-987C-11C1D66EAC92}"/>
              </a:ext>
            </a:extLst>
          </p:cNvPr>
          <p:cNvSpPr txBox="1">
            <a:spLocks noChangeArrowheads="1"/>
          </p:cNvSpPr>
          <p:nvPr/>
        </p:nvSpPr>
        <p:spPr bwMode="auto">
          <a:xfrm>
            <a:off x="231233" y="1687057"/>
            <a:ext cx="2286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50000"/>
              </a:lnSpc>
              <a:spcBef>
                <a:spcPct val="50000"/>
              </a:spcBef>
            </a:pPr>
            <a:r>
              <a:rPr kumimoji="1" lang="zh-CN" altLang="en-US" sz="2400" b="1" dirty="0">
                <a:latin typeface="+mn-ea"/>
                <a:ea typeface="+mn-ea"/>
              </a:rPr>
              <a:t>其反函数</a:t>
            </a:r>
          </a:p>
        </p:txBody>
      </p:sp>
      <p:graphicFrame>
        <p:nvGraphicFramePr>
          <p:cNvPr id="41" name="Object 66">
            <a:extLst>
              <a:ext uri="{FF2B5EF4-FFF2-40B4-BE49-F238E27FC236}">
                <a16:creationId xmlns:a16="http://schemas.microsoft.com/office/drawing/2014/main" id="{641D29F4-7012-45E2-AD75-BBD63BF20FB0}"/>
              </a:ext>
            </a:extLst>
          </p:cNvPr>
          <p:cNvGraphicFramePr>
            <a:graphicFrameLocks noChangeAspect="1"/>
          </p:cNvGraphicFramePr>
          <p:nvPr>
            <p:extLst>
              <p:ext uri="{D42A27DB-BD31-4B8C-83A1-F6EECF244321}">
                <p14:modId xmlns:p14="http://schemas.microsoft.com/office/powerpoint/2010/main" val="922314255"/>
              </p:ext>
            </p:extLst>
          </p:nvPr>
        </p:nvGraphicFramePr>
        <p:xfrm>
          <a:off x="1580951" y="1816128"/>
          <a:ext cx="1320480" cy="406080"/>
        </p:xfrm>
        <a:graphic>
          <a:graphicData uri="http://schemas.openxmlformats.org/presentationml/2006/ole">
            <mc:AlternateContent xmlns:mc="http://schemas.openxmlformats.org/markup-compatibility/2006">
              <mc:Choice xmlns:v="urn:schemas-microsoft-com:vml" Requires="v">
                <p:oleObj spid="_x0000_s168423" name="Equation" r:id="rId14" imgW="1320480" imgH="406080" progId="Equation.DSMT4">
                  <p:embed/>
                </p:oleObj>
              </mc:Choice>
              <mc:Fallback>
                <p:oleObj name="Equation" r:id="rId14" imgW="1320480" imgH="406080" progId="Equation.DSMT4">
                  <p:embed/>
                  <p:pic>
                    <p:nvPicPr>
                      <p:cNvPr id="0" name="Picture 2613"/>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1580951" y="1816128"/>
                        <a:ext cx="1320480" cy="406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62">
            <a:extLst>
              <a:ext uri="{FF2B5EF4-FFF2-40B4-BE49-F238E27FC236}">
                <a16:creationId xmlns:a16="http://schemas.microsoft.com/office/drawing/2014/main" id="{2F9EFC79-A99E-4F31-B1BF-A4DC1CEE539F}"/>
              </a:ext>
            </a:extLst>
          </p:cNvPr>
          <p:cNvGraphicFramePr>
            <a:graphicFrameLocks noChangeAspect="1"/>
          </p:cNvGraphicFramePr>
          <p:nvPr>
            <p:extLst>
              <p:ext uri="{D42A27DB-BD31-4B8C-83A1-F6EECF244321}">
                <p14:modId xmlns:p14="http://schemas.microsoft.com/office/powerpoint/2010/main" val="1656104535"/>
              </p:ext>
            </p:extLst>
          </p:nvPr>
        </p:nvGraphicFramePr>
        <p:xfrm>
          <a:off x="7668145" y="401209"/>
          <a:ext cx="1036053" cy="345351"/>
        </p:xfrm>
        <a:graphic>
          <a:graphicData uri="http://schemas.openxmlformats.org/presentationml/2006/ole">
            <mc:AlternateContent xmlns:mc="http://schemas.openxmlformats.org/markup-compatibility/2006">
              <mc:Choice xmlns:v="urn:schemas-microsoft-com:vml" Requires="v">
                <p:oleObj spid="_x0000_s168424" name="Equation" r:id="rId16" imgW="1040760" imgH="279720" progId="Equation.DSMT4">
                  <p:embed/>
                </p:oleObj>
              </mc:Choice>
              <mc:Fallback>
                <p:oleObj name="Equation" r:id="rId16" imgW="1040760" imgH="279720" progId="Equation.DSMT4">
                  <p:embed/>
                  <p:pic>
                    <p:nvPicPr>
                      <p:cNvPr id="0" name="Picture 2614"/>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7668145" y="401209"/>
                        <a:ext cx="1036053" cy="345351"/>
                      </a:xfrm>
                      <a:prstGeom prst="rect">
                        <a:avLst/>
                      </a:prstGeom>
                      <a:noFill/>
                    </p:spPr>
                  </p:pic>
                </p:oleObj>
              </mc:Fallback>
            </mc:AlternateContent>
          </a:graphicData>
        </a:graphic>
      </p:graphicFrame>
      <p:cxnSp>
        <p:nvCxnSpPr>
          <p:cNvPr id="45" name="直接连接符 44">
            <a:extLst>
              <a:ext uri="{FF2B5EF4-FFF2-40B4-BE49-F238E27FC236}">
                <a16:creationId xmlns:a16="http://schemas.microsoft.com/office/drawing/2014/main" id="{6ED4D4AF-928A-4B97-A1FF-1C68C43FC9ED}"/>
              </a:ext>
            </a:extLst>
          </p:cNvPr>
          <p:cNvCxnSpPr/>
          <p:nvPr/>
        </p:nvCxnSpPr>
        <p:spPr>
          <a:xfrm>
            <a:off x="6854477" y="1857912"/>
            <a:ext cx="0" cy="556815"/>
          </a:xfrm>
          <a:prstGeom prst="line">
            <a:avLst/>
          </a:prstGeom>
          <a:ln w="19050">
            <a:solidFill>
              <a:srgbClr val="00B0F0"/>
            </a:solidFill>
            <a:prstDash val="dash"/>
          </a:ln>
        </p:spPr>
        <p:style>
          <a:lnRef idx="1">
            <a:schemeClr val="dk1"/>
          </a:lnRef>
          <a:fillRef idx="0">
            <a:schemeClr val="dk1"/>
          </a:fillRef>
          <a:effectRef idx="0">
            <a:schemeClr val="dk1"/>
          </a:effectRef>
          <a:fontRef idx="minor">
            <a:schemeClr val="tx1"/>
          </a:fontRef>
        </p:style>
      </p:cxnSp>
      <p:cxnSp>
        <p:nvCxnSpPr>
          <p:cNvPr id="47" name="直接连接符 46">
            <a:extLst>
              <a:ext uri="{FF2B5EF4-FFF2-40B4-BE49-F238E27FC236}">
                <a16:creationId xmlns:a16="http://schemas.microsoft.com/office/drawing/2014/main" id="{1611365F-08A5-46F7-B4DF-BF286C374C4C}"/>
              </a:ext>
            </a:extLst>
          </p:cNvPr>
          <p:cNvCxnSpPr>
            <a:cxnSpLocks/>
          </p:cNvCxnSpPr>
          <p:nvPr/>
        </p:nvCxnSpPr>
        <p:spPr>
          <a:xfrm>
            <a:off x="8381077" y="1237017"/>
            <a:ext cx="0" cy="620895"/>
          </a:xfrm>
          <a:prstGeom prst="line">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49" name="Object 47">
            <a:extLst>
              <a:ext uri="{FF2B5EF4-FFF2-40B4-BE49-F238E27FC236}">
                <a16:creationId xmlns:a16="http://schemas.microsoft.com/office/drawing/2014/main" id="{BA4EF5F6-0C9C-440D-BF8B-28B89F52746E}"/>
              </a:ext>
            </a:extLst>
          </p:cNvPr>
          <p:cNvGraphicFramePr>
            <a:graphicFrameLocks noChangeAspect="1"/>
          </p:cNvGraphicFramePr>
          <p:nvPr>
            <p:extLst>
              <p:ext uri="{D42A27DB-BD31-4B8C-83A1-F6EECF244321}">
                <p14:modId xmlns:p14="http://schemas.microsoft.com/office/powerpoint/2010/main" val="827000856"/>
              </p:ext>
            </p:extLst>
          </p:nvPr>
        </p:nvGraphicFramePr>
        <p:xfrm>
          <a:off x="6803290" y="1669805"/>
          <a:ext cx="139185" cy="139185"/>
        </p:xfrm>
        <a:graphic>
          <a:graphicData uri="http://schemas.openxmlformats.org/presentationml/2006/ole">
            <mc:AlternateContent xmlns:mc="http://schemas.openxmlformats.org/markup-compatibility/2006">
              <mc:Choice xmlns:v="urn:schemas-microsoft-com:vml" Requires="v">
                <p:oleObj spid="_x0000_s168425" name="Equation" r:id="rId18" imgW="203040" imgH="203040" progId="Equation.DSMT4">
                  <p:embed/>
                </p:oleObj>
              </mc:Choice>
              <mc:Fallback>
                <p:oleObj name="Equation" r:id="rId18" imgW="203040" imgH="203040" progId="Equation.DSMT4">
                  <p:embed/>
                  <p:pic>
                    <p:nvPicPr>
                      <p:cNvPr id="0" name="Picture 26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03290" y="1669805"/>
                        <a:ext cx="139185" cy="139185"/>
                      </a:xfrm>
                      <a:prstGeom prst="rect">
                        <a:avLst/>
                      </a:prstGeom>
                      <a:noFill/>
                    </p:spPr>
                  </p:pic>
                </p:oleObj>
              </mc:Fallback>
            </mc:AlternateContent>
          </a:graphicData>
        </a:graphic>
      </p:graphicFrame>
      <p:graphicFrame>
        <p:nvGraphicFramePr>
          <p:cNvPr id="50" name="Object 47">
            <a:extLst>
              <a:ext uri="{FF2B5EF4-FFF2-40B4-BE49-F238E27FC236}">
                <a16:creationId xmlns:a16="http://schemas.microsoft.com/office/drawing/2014/main" id="{DB5358FB-909E-4024-8A05-58F23A4ACD59}"/>
              </a:ext>
            </a:extLst>
          </p:cNvPr>
          <p:cNvGraphicFramePr>
            <a:graphicFrameLocks noChangeAspect="1"/>
          </p:cNvGraphicFramePr>
          <p:nvPr>
            <p:extLst>
              <p:ext uri="{D42A27DB-BD31-4B8C-83A1-F6EECF244321}">
                <p14:modId xmlns:p14="http://schemas.microsoft.com/office/powerpoint/2010/main" val="856265689"/>
              </p:ext>
            </p:extLst>
          </p:nvPr>
        </p:nvGraphicFramePr>
        <p:xfrm>
          <a:off x="8293911" y="1894085"/>
          <a:ext cx="139793" cy="205029"/>
        </p:xfrm>
        <a:graphic>
          <a:graphicData uri="http://schemas.openxmlformats.org/presentationml/2006/ole">
            <mc:AlternateContent xmlns:mc="http://schemas.openxmlformats.org/markup-compatibility/2006">
              <mc:Choice xmlns:v="urn:schemas-microsoft-com:vml" Requires="v">
                <p:oleObj spid="_x0000_s168426" name="Equation" r:id="rId20" imgW="190440" imgH="279360" progId="Equation.DSMT4">
                  <p:embed/>
                </p:oleObj>
              </mc:Choice>
              <mc:Fallback>
                <p:oleObj name="Equation" r:id="rId20" imgW="190440" imgH="279360" progId="Equation.DSMT4">
                  <p:embed/>
                  <p:pic>
                    <p:nvPicPr>
                      <p:cNvPr id="0" name="Picture 261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293911" y="1894085"/>
                        <a:ext cx="139793" cy="205029"/>
                      </a:xfrm>
                      <a:prstGeom prst="rect">
                        <a:avLst/>
                      </a:prstGeom>
                      <a:noFill/>
                    </p:spPr>
                  </p:pic>
                </p:oleObj>
              </mc:Fallback>
            </mc:AlternateContent>
          </a:graphicData>
        </a:graphic>
      </p:graphicFrame>
      <p:cxnSp>
        <p:nvCxnSpPr>
          <p:cNvPr id="52" name="直接连接符 51">
            <a:extLst>
              <a:ext uri="{FF2B5EF4-FFF2-40B4-BE49-F238E27FC236}">
                <a16:creationId xmlns:a16="http://schemas.microsoft.com/office/drawing/2014/main" id="{59451033-7C62-4418-BE46-B10893246F6B}"/>
              </a:ext>
            </a:extLst>
          </p:cNvPr>
          <p:cNvCxnSpPr/>
          <p:nvPr/>
        </p:nvCxnSpPr>
        <p:spPr>
          <a:xfrm flipV="1">
            <a:off x="7052441" y="1243791"/>
            <a:ext cx="1328636" cy="0"/>
          </a:xfrm>
          <a:prstGeom prst="line">
            <a:avLst/>
          </a:prstGeom>
          <a:ln w="19050">
            <a:solidFill>
              <a:srgbClr val="0064FF"/>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5FF2D183-5345-4704-8EBE-EAF2135992BF}"/>
              </a:ext>
            </a:extLst>
          </p:cNvPr>
          <p:cNvCxnSpPr>
            <a:cxnSpLocks/>
          </p:cNvCxnSpPr>
          <p:nvPr/>
        </p:nvCxnSpPr>
        <p:spPr>
          <a:xfrm flipV="1">
            <a:off x="6832596" y="2407087"/>
            <a:ext cx="219845" cy="0"/>
          </a:xfrm>
          <a:prstGeom prst="line">
            <a:avLst/>
          </a:prstGeom>
          <a:ln w="19050">
            <a:solidFill>
              <a:srgbClr val="0064FF"/>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55" name="Object 47">
            <a:extLst>
              <a:ext uri="{FF2B5EF4-FFF2-40B4-BE49-F238E27FC236}">
                <a16:creationId xmlns:a16="http://schemas.microsoft.com/office/drawing/2014/main" id="{E3A0D58F-67D8-4966-8DA3-E64B0EF0EB48}"/>
              </a:ext>
            </a:extLst>
          </p:cNvPr>
          <p:cNvGraphicFramePr>
            <a:graphicFrameLocks noChangeAspect="1"/>
          </p:cNvGraphicFramePr>
          <p:nvPr>
            <p:extLst>
              <p:ext uri="{D42A27DB-BD31-4B8C-83A1-F6EECF244321}">
                <p14:modId xmlns:p14="http://schemas.microsoft.com/office/powerpoint/2010/main" val="1333830177"/>
              </p:ext>
            </p:extLst>
          </p:nvPr>
        </p:nvGraphicFramePr>
        <p:xfrm>
          <a:off x="6832394" y="1193688"/>
          <a:ext cx="152758" cy="185642"/>
        </p:xfrm>
        <a:graphic>
          <a:graphicData uri="http://schemas.openxmlformats.org/presentationml/2006/ole">
            <mc:AlternateContent xmlns:mc="http://schemas.openxmlformats.org/markup-compatibility/2006">
              <mc:Choice xmlns:v="urn:schemas-microsoft-com:vml" Requires="v">
                <p:oleObj spid="_x0000_s168427" name="Equation" r:id="rId22" imgW="228600" imgH="279360" progId="Equation.DSMT4">
                  <p:embed/>
                </p:oleObj>
              </mc:Choice>
              <mc:Fallback>
                <p:oleObj name="Equation" r:id="rId22" imgW="228600" imgH="279360" progId="Equation.DSMT4">
                  <p:embed/>
                  <p:pic>
                    <p:nvPicPr>
                      <p:cNvPr id="0" name="Picture 261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832394" y="1193688"/>
                        <a:ext cx="152758" cy="185642"/>
                      </a:xfrm>
                      <a:prstGeom prst="rect">
                        <a:avLst/>
                      </a:prstGeom>
                      <a:noFill/>
                    </p:spPr>
                  </p:pic>
                </p:oleObj>
              </mc:Fallback>
            </mc:AlternateContent>
          </a:graphicData>
        </a:graphic>
      </p:graphicFrame>
      <p:graphicFrame>
        <p:nvGraphicFramePr>
          <p:cNvPr id="56" name="Object 47">
            <a:extLst>
              <a:ext uri="{FF2B5EF4-FFF2-40B4-BE49-F238E27FC236}">
                <a16:creationId xmlns:a16="http://schemas.microsoft.com/office/drawing/2014/main" id="{70D78FB9-1E57-4447-A263-AB585B61EEEE}"/>
              </a:ext>
            </a:extLst>
          </p:cNvPr>
          <p:cNvGraphicFramePr>
            <a:graphicFrameLocks noChangeAspect="1"/>
          </p:cNvGraphicFramePr>
          <p:nvPr>
            <p:extLst>
              <p:ext uri="{D42A27DB-BD31-4B8C-83A1-F6EECF244321}">
                <p14:modId xmlns:p14="http://schemas.microsoft.com/office/powerpoint/2010/main" val="1877278081"/>
              </p:ext>
            </p:extLst>
          </p:nvPr>
        </p:nvGraphicFramePr>
        <p:xfrm>
          <a:off x="7099300" y="2341887"/>
          <a:ext cx="134626" cy="153858"/>
        </p:xfrm>
        <a:graphic>
          <a:graphicData uri="http://schemas.openxmlformats.org/presentationml/2006/ole">
            <mc:AlternateContent xmlns:mc="http://schemas.openxmlformats.org/markup-compatibility/2006">
              <mc:Choice xmlns:v="urn:schemas-microsoft-com:vml" Requires="v">
                <p:oleObj spid="_x0000_s168428" name="Equation" r:id="rId24" imgW="177480" imgH="203040" progId="Equation.DSMT4">
                  <p:embed/>
                </p:oleObj>
              </mc:Choice>
              <mc:Fallback>
                <p:oleObj name="Equation" r:id="rId24" imgW="177480" imgH="203040" progId="Equation.DSMT4">
                  <p:embed/>
                  <p:pic>
                    <p:nvPicPr>
                      <p:cNvPr id="0" name="Picture 261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099300" y="2341887"/>
                        <a:ext cx="134626" cy="153858"/>
                      </a:xfrm>
                      <a:prstGeom prst="rect">
                        <a:avLst/>
                      </a:prstGeom>
                      <a:noFill/>
                    </p:spPr>
                  </p:pic>
                </p:oleObj>
              </mc:Fallback>
            </mc:AlternateContent>
          </a:graphicData>
        </a:graphic>
      </p:graphicFrame>
      <p:sp>
        <p:nvSpPr>
          <p:cNvPr id="57" name="Text Box 5">
            <a:extLst>
              <a:ext uri="{FF2B5EF4-FFF2-40B4-BE49-F238E27FC236}">
                <a16:creationId xmlns:a16="http://schemas.microsoft.com/office/drawing/2014/main" id="{88A79347-CEFC-4A6B-B129-E205FB303912}"/>
              </a:ext>
            </a:extLst>
          </p:cNvPr>
          <p:cNvSpPr txBox="1">
            <a:spLocks noChangeArrowheads="1"/>
          </p:cNvSpPr>
          <p:nvPr/>
        </p:nvSpPr>
        <p:spPr bwMode="auto">
          <a:xfrm>
            <a:off x="971600" y="2600325"/>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例</a:t>
            </a:r>
            <a:r>
              <a:rPr lang="en-US" altLang="zh-CN" sz="2400" b="1" dirty="0">
                <a:solidFill>
                  <a:srgbClr val="0064FF"/>
                </a:solidFill>
                <a:latin typeface="+mn-ea"/>
                <a:ea typeface="+mn-ea"/>
              </a:rPr>
              <a:t>2</a:t>
            </a:r>
          </a:p>
        </p:txBody>
      </p:sp>
      <p:sp>
        <p:nvSpPr>
          <p:cNvPr id="62" name="Text Box 10">
            <a:extLst>
              <a:ext uri="{FF2B5EF4-FFF2-40B4-BE49-F238E27FC236}">
                <a16:creationId xmlns:a16="http://schemas.microsoft.com/office/drawing/2014/main" id="{524ED865-8AD7-4DDB-A8D1-074A2CF8030D}"/>
              </a:ext>
            </a:extLst>
          </p:cNvPr>
          <p:cNvSpPr txBox="1">
            <a:spLocks noChangeArrowheads="1"/>
          </p:cNvSpPr>
          <p:nvPr/>
        </p:nvSpPr>
        <p:spPr bwMode="auto">
          <a:xfrm>
            <a:off x="5431655" y="3407675"/>
            <a:ext cx="17281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    即函数</a:t>
            </a:r>
          </a:p>
        </p:txBody>
      </p:sp>
      <p:sp>
        <p:nvSpPr>
          <p:cNvPr id="64" name="Text Box 12">
            <a:extLst>
              <a:ext uri="{FF2B5EF4-FFF2-40B4-BE49-F238E27FC236}">
                <a16:creationId xmlns:a16="http://schemas.microsoft.com/office/drawing/2014/main" id="{D7A7B010-C7FC-44AC-90A0-DE8AE2ABC5E1}"/>
              </a:ext>
            </a:extLst>
          </p:cNvPr>
          <p:cNvSpPr txBox="1">
            <a:spLocks noChangeArrowheads="1"/>
          </p:cNvSpPr>
          <p:nvPr/>
        </p:nvSpPr>
        <p:spPr bwMode="auto">
          <a:xfrm>
            <a:off x="1557714" y="4038564"/>
            <a:ext cx="5064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上单调增加且连续</a:t>
            </a:r>
            <a:r>
              <a:rPr kumimoji="1" lang="en-US" altLang="zh-CN" sz="2400" b="1" dirty="0">
                <a:latin typeface="+mn-ea"/>
                <a:ea typeface="+mn-ea"/>
              </a:rPr>
              <a:t>.</a:t>
            </a:r>
          </a:p>
        </p:txBody>
      </p:sp>
      <p:graphicFrame>
        <p:nvGraphicFramePr>
          <p:cNvPr id="65" name="Object 8">
            <a:extLst>
              <a:ext uri="{FF2B5EF4-FFF2-40B4-BE49-F238E27FC236}">
                <a16:creationId xmlns:a16="http://schemas.microsoft.com/office/drawing/2014/main" id="{FD2AAE1F-8EAE-4162-8228-6407E6DC72E2}"/>
              </a:ext>
            </a:extLst>
          </p:cNvPr>
          <p:cNvGraphicFramePr>
            <a:graphicFrameLocks noChangeAspect="1"/>
          </p:cNvGraphicFramePr>
          <p:nvPr>
            <p:extLst>
              <p:ext uri="{D42A27DB-BD31-4B8C-83A1-F6EECF244321}">
                <p14:modId xmlns:p14="http://schemas.microsoft.com/office/powerpoint/2010/main" val="3627700148"/>
              </p:ext>
            </p:extLst>
          </p:nvPr>
        </p:nvGraphicFramePr>
        <p:xfrm>
          <a:off x="743890" y="4117196"/>
          <a:ext cx="823913" cy="352425"/>
        </p:xfrm>
        <a:graphic>
          <a:graphicData uri="http://schemas.openxmlformats.org/presentationml/2006/ole">
            <mc:AlternateContent xmlns:mc="http://schemas.openxmlformats.org/markup-compatibility/2006">
              <mc:Choice xmlns:v="urn:schemas-microsoft-com:vml" Requires="v">
                <p:oleObj spid="_x0000_s168429" name="Equation" r:id="rId26" imgW="812520" imgH="342720" progId="Equation.DSMT4">
                  <p:embed/>
                </p:oleObj>
              </mc:Choice>
              <mc:Fallback>
                <p:oleObj name="Equation" r:id="rId26" imgW="812520" imgH="342720" progId="Equation.DSMT4">
                  <p:embed/>
                  <p:pic>
                    <p:nvPicPr>
                      <p:cNvPr id="0" name="Picture 2619"/>
                      <p:cNvPicPr>
                        <a:picLocks noChangeAspect="1" noChangeArrowheads="1"/>
                      </p:cNvPicPr>
                      <p:nvPr/>
                    </p:nvPicPr>
                    <p:blipFill>
                      <a:blip r:embed="rId27">
                        <a:grayscl/>
                        <a:biLevel thresh="50000"/>
                        <a:extLst>
                          <a:ext uri="{28A0092B-C50C-407E-A947-70E740481C1C}">
                            <a14:useLocalDpi xmlns:a14="http://schemas.microsoft.com/office/drawing/2010/main" val="0"/>
                          </a:ext>
                        </a:extLst>
                      </a:blip>
                      <a:srcRect/>
                      <a:stretch>
                        <a:fillRect/>
                      </a:stretch>
                    </p:blipFill>
                    <p:spPr bwMode="auto">
                      <a:xfrm>
                        <a:off x="743890" y="4117196"/>
                        <a:ext cx="823913"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 name="Text Box 10">
            <a:extLst>
              <a:ext uri="{FF2B5EF4-FFF2-40B4-BE49-F238E27FC236}">
                <a16:creationId xmlns:a16="http://schemas.microsoft.com/office/drawing/2014/main" id="{26BF49EC-72D6-4705-8D94-E883984C6096}"/>
              </a:ext>
            </a:extLst>
          </p:cNvPr>
          <p:cNvSpPr txBox="1">
            <a:spLocks noChangeArrowheads="1"/>
          </p:cNvSpPr>
          <p:nvPr/>
        </p:nvSpPr>
        <p:spPr bwMode="auto">
          <a:xfrm>
            <a:off x="7529336" y="2575391"/>
            <a:ext cx="15885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其反函数</a:t>
            </a:r>
          </a:p>
        </p:txBody>
      </p:sp>
      <p:graphicFrame>
        <p:nvGraphicFramePr>
          <p:cNvPr id="73" name="Object 4">
            <a:extLst>
              <a:ext uri="{FF2B5EF4-FFF2-40B4-BE49-F238E27FC236}">
                <a16:creationId xmlns:a16="http://schemas.microsoft.com/office/drawing/2014/main" id="{CE392FE2-C6D9-4B5B-B8A2-9F0657CECF27}"/>
              </a:ext>
            </a:extLst>
          </p:cNvPr>
          <p:cNvGraphicFramePr>
            <a:graphicFrameLocks noChangeAspect="1"/>
          </p:cNvGraphicFramePr>
          <p:nvPr>
            <p:extLst>
              <p:ext uri="{D42A27DB-BD31-4B8C-83A1-F6EECF244321}">
                <p14:modId xmlns:p14="http://schemas.microsoft.com/office/powerpoint/2010/main" val="3477887855"/>
              </p:ext>
            </p:extLst>
          </p:nvPr>
        </p:nvGraphicFramePr>
        <p:xfrm>
          <a:off x="395536" y="3432401"/>
          <a:ext cx="1447560" cy="342720"/>
        </p:xfrm>
        <a:graphic>
          <a:graphicData uri="http://schemas.openxmlformats.org/presentationml/2006/ole">
            <mc:AlternateContent xmlns:mc="http://schemas.openxmlformats.org/markup-compatibility/2006">
              <mc:Choice xmlns:v="urn:schemas-microsoft-com:vml" Requires="v">
                <p:oleObj spid="_x0000_s168430" name="Equation" r:id="rId28" imgW="1447560" imgH="342720" progId="Equation.DSMT4">
                  <p:embed/>
                </p:oleObj>
              </mc:Choice>
              <mc:Fallback>
                <p:oleObj name="Equation" r:id="rId28" imgW="1447560" imgH="342720" progId="Equation.DSMT4">
                  <p:embed/>
                  <p:pic>
                    <p:nvPicPr>
                      <p:cNvPr id="0" name="Picture 262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95536" y="3432401"/>
                        <a:ext cx="1447560" cy="3427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 name="Text Box 12">
            <a:extLst>
              <a:ext uri="{FF2B5EF4-FFF2-40B4-BE49-F238E27FC236}">
                <a16:creationId xmlns:a16="http://schemas.microsoft.com/office/drawing/2014/main" id="{2397B8AB-E854-4887-B3AA-94E94DD8F89D}"/>
              </a:ext>
            </a:extLst>
          </p:cNvPr>
          <p:cNvSpPr txBox="1">
            <a:spLocks noChangeArrowheads="1"/>
          </p:cNvSpPr>
          <p:nvPr/>
        </p:nvSpPr>
        <p:spPr bwMode="auto">
          <a:xfrm>
            <a:off x="1871302" y="3387875"/>
            <a:ext cx="4436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        上也单调增加且连续</a:t>
            </a:r>
            <a:r>
              <a:rPr kumimoji="1" lang="en-US" altLang="zh-CN" sz="2400" b="1" dirty="0">
                <a:latin typeface="+mn-ea"/>
                <a:ea typeface="+mn-ea"/>
              </a:rPr>
              <a:t>,</a:t>
            </a:r>
          </a:p>
        </p:txBody>
      </p:sp>
      <p:graphicFrame>
        <p:nvGraphicFramePr>
          <p:cNvPr id="75" name="Object 8">
            <a:extLst>
              <a:ext uri="{FF2B5EF4-FFF2-40B4-BE49-F238E27FC236}">
                <a16:creationId xmlns:a16="http://schemas.microsoft.com/office/drawing/2014/main" id="{B6CBC333-C4A9-47F2-B539-42DBF9ABC671}"/>
              </a:ext>
            </a:extLst>
          </p:cNvPr>
          <p:cNvGraphicFramePr>
            <a:graphicFrameLocks noChangeAspect="1"/>
          </p:cNvGraphicFramePr>
          <p:nvPr>
            <p:extLst>
              <p:ext uri="{D42A27DB-BD31-4B8C-83A1-F6EECF244321}">
                <p14:modId xmlns:p14="http://schemas.microsoft.com/office/powerpoint/2010/main" val="3661722080"/>
              </p:ext>
            </p:extLst>
          </p:nvPr>
        </p:nvGraphicFramePr>
        <p:xfrm>
          <a:off x="2339752" y="3449971"/>
          <a:ext cx="823913" cy="352425"/>
        </p:xfrm>
        <a:graphic>
          <a:graphicData uri="http://schemas.openxmlformats.org/presentationml/2006/ole">
            <mc:AlternateContent xmlns:mc="http://schemas.openxmlformats.org/markup-compatibility/2006">
              <mc:Choice xmlns:v="urn:schemas-microsoft-com:vml" Requires="v">
                <p:oleObj spid="_x0000_s168431" name="Equation" r:id="rId30" imgW="812520" imgH="342720" progId="Equation.DSMT4">
                  <p:embed/>
                </p:oleObj>
              </mc:Choice>
              <mc:Fallback>
                <p:oleObj name="Equation" r:id="rId30" imgW="812520" imgH="342720" progId="Equation.DSMT4">
                  <p:embed/>
                  <p:pic>
                    <p:nvPicPr>
                      <p:cNvPr id="0" name="Picture 2621"/>
                      <p:cNvPicPr>
                        <a:picLocks noChangeAspect="1" noChangeArrowheads="1"/>
                      </p:cNvPicPr>
                      <p:nvPr/>
                    </p:nvPicPr>
                    <p:blipFill>
                      <a:blip r:embed="rId31">
                        <a:grayscl/>
                        <a:biLevel thresh="50000"/>
                        <a:extLst>
                          <a:ext uri="{28A0092B-C50C-407E-A947-70E740481C1C}">
                            <a14:useLocalDpi xmlns:a14="http://schemas.microsoft.com/office/drawing/2010/main" val="0"/>
                          </a:ext>
                        </a:extLst>
                      </a:blip>
                      <a:srcRect/>
                      <a:stretch>
                        <a:fillRect/>
                      </a:stretch>
                    </p:blipFill>
                    <p:spPr bwMode="auto">
                      <a:xfrm>
                        <a:off x="2339752" y="3449971"/>
                        <a:ext cx="823913"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 name="Text Box 7">
            <a:extLst>
              <a:ext uri="{FF2B5EF4-FFF2-40B4-BE49-F238E27FC236}">
                <a16:creationId xmlns:a16="http://schemas.microsoft.com/office/drawing/2014/main" id="{9590CF8D-8B4D-46D8-AC31-E395D436D02E}"/>
              </a:ext>
            </a:extLst>
          </p:cNvPr>
          <p:cNvSpPr txBox="1">
            <a:spLocks noChangeArrowheads="1"/>
          </p:cNvSpPr>
          <p:nvPr/>
        </p:nvSpPr>
        <p:spPr bwMode="auto">
          <a:xfrm>
            <a:off x="3498803" y="2574225"/>
            <a:ext cx="5508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a:t>
            </a:r>
          </a:p>
        </p:txBody>
      </p:sp>
      <p:sp>
        <p:nvSpPr>
          <p:cNvPr id="61" name="Text Box 9">
            <a:extLst>
              <a:ext uri="{FF2B5EF4-FFF2-40B4-BE49-F238E27FC236}">
                <a16:creationId xmlns:a16="http://schemas.microsoft.com/office/drawing/2014/main" id="{8D692EB5-9E3C-49B2-972B-F51C320E7750}"/>
              </a:ext>
            </a:extLst>
          </p:cNvPr>
          <p:cNvSpPr txBox="1">
            <a:spLocks noChangeArrowheads="1"/>
          </p:cNvSpPr>
          <p:nvPr/>
        </p:nvSpPr>
        <p:spPr bwMode="auto">
          <a:xfrm>
            <a:off x="4915187" y="2569753"/>
            <a:ext cx="3124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上单调增加且连续</a:t>
            </a:r>
            <a:r>
              <a:rPr kumimoji="1" lang="en-US" altLang="zh-CN" sz="2400" b="1" dirty="0">
                <a:latin typeface="+mn-ea"/>
                <a:ea typeface="+mn-ea"/>
              </a:rPr>
              <a:t>,</a:t>
            </a:r>
            <a:endParaRPr kumimoji="1" lang="zh-CN" altLang="en-US" sz="2400" b="1" dirty="0">
              <a:latin typeface="+mn-ea"/>
              <a:ea typeface="+mn-ea"/>
            </a:endParaRPr>
          </a:p>
        </p:txBody>
      </p:sp>
      <p:sp>
        <p:nvSpPr>
          <p:cNvPr id="76" name="Text Box 10">
            <a:extLst>
              <a:ext uri="{FF2B5EF4-FFF2-40B4-BE49-F238E27FC236}">
                <a16:creationId xmlns:a16="http://schemas.microsoft.com/office/drawing/2014/main" id="{983E6A04-0D48-4597-AFF7-D1E82F7426F9}"/>
              </a:ext>
            </a:extLst>
          </p:cNvPr>
          <p:cNvSpPr txBox="1">
            <a:spLocks noChangeArrowheads="1"/>
          </p:cNvSpPr>
          <p:nvPr/>
        </p:nvSpPr>
        <p:spPr bwMode="auto">
          <a:xfrm>
            <a:off x="1687266" y="2588481"/>
            <a:ext cx="15885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函数</a:t>
            </a:r>
          </a:p>
        </p:txBody>
      </p:sp>
      <p:sp>
        <p:nvSpPr>
          <p:cNvPr id="44" name="Text Box 2">
            <a:extLst>
              <a:ext uri="{FF2B5EF4-FFF2-40B4-BE49-F238E27FC236}">
                <a16:creationId xmlns:a16="http://schemas.microsoft.com/office/drawing/2014/main" id="{B73F9340-E716-483B-A25F-AA21F5C89A21}"/>
              </a:ext>
            </a:extLst>
          </p:cNvPr>
          <p:cNvSpPr txBox="1">
            <a:spLocks noChangeArrowheads="1"/>
          </p:cNvSpPr>
          <p:nvPr/>
        </p:nvSpPr>
        <p:spPr bwMode="auto">
          <a:xfrm>
            <a:off x="750640" y="401534"/>
            <a:ext cx="28803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1050925" indent="-1050925">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pPr>
            <a:r>
              <a:rPr lang="zh-CN" altLang="en-US" sz="2400" b="1" dirty="0">
                <a:solidFill>
                  <a:srgbClr val="0064FF"/>
                </a:solidFill>
                <a:latin typeface="+mn-ea"/>
                <a:ea typeface="+mn-ea"/>
              </a:rPr>
              <a:t>定理</a:t>
            </a:r>
            <a:r>
              <a:rPr lang="en-US" altLang="zh-CN" sz="2400" b="1" dirty="0">
                <a:solidFill>
                  <a:srgbClr val="0064FF"/>
                </a:solidFill>
                <a:latin typeface="+mn-ea"/>
                <a:ea typeface="+mn-ea"/>
              </a:rPr>
              <a:t>2</a:t>
            </a:r>
            <a:r>
              <a:rPr lang="zh-CN" altLang="en-US" sz="2400" b="1" dirty="0">
                <a:solidFill>
                  <a:srgbClr val="0064FF"/>
                </a:solidFill>
                <a:latin typeface="+mn-ea"/>
                <a:ea typeface="+mn-ea"/>
              </a:rPr>
              <a:t>的几何解释</a:t>
            </a:r>
          </a:p>
        </p:txBody>
      </p:sp>
      <p:sp>
        <p:nvSpPr>
          <p:cNvPr id="46" name="Text Box 2">
            <a:extLst>
              <a:ext uri="{FF2B5EF4-FFF2-40B4-BE49-F238E27FC236}">
                <a16:creationId xmlns:a16="http://schemas.microsoft.com/office/drawing/2014/main" id="{B73F9340-E716-483B-A25F-AA21F5C89A21}"/>
              </a:ext>
            </a:extLst>
          </p:cNvPr>
          <p:cNvSpPr txBox="1">
            <a:spLocks noChangeArrowheads="1"/>
          </p:cNvSpPr>
          <p:nvPr/>
        </p:nvSpPr>
        <p:spPr bwMode="auto">
          <a:xfrm>
            <a:off x="3833111" y="1026304"/>
            <a:ext cx="2683105"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1050925" indent="-1050925">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pPr>
            <a:r>
              <a:rPr lang="zh-CN" altLang="en-US" sz="2400" b="1" dirty="0">
                <a:solidFill>
                  <a:srgbClr val="0064FF"/>
                </a:solidFill>
                <a:latin typeface="+mn-ea"/>
                <a:ea typeface="+mn-ea"/>
              </a:rPr>
              <a:t>上单调增加且连续</a:t>
            </a:r>
            <a:r>
              <a:rPr lang="en-US" altLang="zh-CN" sz="2400" b="1" dirty="0">
                <a:solidFill>
                  <a:srgbClr val="0064FF"/>
                </a:solidFill>
                <a:latin typeface="+mn-ea"/>
                <a:ea typeface="+mn-ea"/>
              </a:rPr>
              <a:t>,</a:t>
            </a:r>
            <a:endParaRPr lang="zh-CN" altLang="en-US" sz="2400" b="1" dirty="0">
              <a:solidFill>
                <a:srgbClr val="0064FF"/>
              </a:solidFill>
              <a:latin typeface="+mn-ea"/>
              <a:ea typeface="+mn-ea"/>
            </a:endParaRPr>
          </a:p>
        </p:txBody>
      </p:sp>
      <p:graphicFrame>
        <p:nvGraphicFramePr>
          <p:cNvPr id="51" name="Object 64">
            <a:extLst>
              <a:ext uri="{FF2B5EF4-FFF2-40B4-BE49-F238E27FC236}">
                <a16:creationId xmlns:a16="http://schemas.microsoft.com/office/drawing/2014/main" id="{6E29F726-1399-4EC2-B529-5110DBAC939D}"/>
              </a:ext>
            </a:extLst>
          </p:cNvPr>
          <p:cNvGraphicFramePr>
            <a:graphicFrameLocks noChangeAspect="1"/>
          </p:cNvGraphicFramePr>
          <p:nvPr>
            <p:extLst>
              <p:ext uri="{D42A27DB-BD31-4B8C-83A1-F6EECF244321}">
                <p14:modId xmlns:p14="http://schemas.microsoft.com/office/powerpoint/2010/main" val="1078379382"/>
              </p:ext>
            </p:extLst>
          </p:nvPr>
        </p:nvGraphicFramePr>
        <p:xfrm>
          <a:off x="2485974" y="2667346"/>
          <a:ext cx="1077913" cy="341312"/>
        </p:xfrm>
        <a:graphic>
          <a:graphicData uri="http://schemas.openxmlformats.org/presentationml/2006/ole">
            <mc:AlternateContent xmlns:mc="http://schemas.openxmlformats.org/markup-compatibility/2006">
              <mc:Choice xmlns:v="urn:schemas-microsoft-com:vml" Requires="v">
                <p:oleObj spid="_x0000_s168432" name="Equation" r:id="rId32" imgW="1079280" imgH="342720" progId="Equation.DSMT4">
                  <p:embed/>
                </p:oleObj>
              </mc:Choice>
              <mc:Fallback>
                <p:oleObj name="Equation" r:id="rId32" imgW="1079280" imgH="342720" progId="Equation.DSMT4">
                  <p:embed/>
                  <p:pic>
                    <p:nvPicPr>
                      <p:cNvPr id="0" name="Picture 2623"/>
                      <p:cNvPicPr>
                        <a:picLocks noChangeAspect="1" noChangeArrowheads="1"/>
                      </p:cNvPicPr>
                      <p:nvPr/>
                    </p:nvPicPr>
                    <p:blipFill>
                      <a:blip r:embed="rId33">
                        <a:grayscl/>
                        <a:biLevel thresh="50000"/>
                        <a:extLst>
                          <a:ext uri="{28A0092B-C50C-407E-A947-70E740481C1C}">
                            <a14:useLocalDpi xmlns:a14="http://schemas.microsoft.com/office/drawing/2010/main" val="0"/>
                          </a:ext>
                        </a:extLst>
                      </a:blip>
                      <a:srcRect/>
                      <a:stretch>
                        <a:fillRect/>
                      </a:stretch>
                    </p:blipFill>
                    <p:spPr bwMode="auto">
                      <a:xfrm>
                        <a:off x="2485974" y="2667346"/>
                        <a:ext cx="1077913" cy="341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64">
            <a:extLst>
              <a:ext uri="{FF2B5EF4-FFF2-40B4-BE49-F238E27FC236}">
                <a16:creationId xmlns:a16="http://schemas.microsoft.com/office/drawing/2014/main" id="{6E29F726-1399-4EC2-B529-5110DBAC939D}"/>
              </a:ext>
            </a:extLst>
          </p:cNvPr>
          <p:cNvGraphicFramePr>
            <a:graphicFrameLocks noChangeAspect="1"/>
          </p:cNvGraphicFramePr>
          <p:nvPr>
            <p:extLst>
              <p:ext uri="{D42A27DB-BD31-4B8C-83A1-F6EECF244321}">
                <p14:modId xmlns:p14="http://schemas.microsoft.com/office/powerpoint/2010/main" val="3674761344"/>
              </p:ext>
            </p:extLst>
          </p:nvPr>
        </p:nvGraphicFramePr>
        <p:xfrm>
          <a:off x="7159336" y="3467851"/>
          <a:ext cx="1446213" cy="341312"/>
        </p:xfrm>
        <a:graphic>
          <a:graphicData uri="http://schemas.openxmlformats.org/presentationml/2006/ole">
            <mc:AlternateContent xmlns:mc="http://schemas.openxmlformats.org/markup-compatibility/2006">
              <mc:Choice xmlns:v="urn:schemas-microsoft-com:vml" Requires="v">
                <p:oleObj spid="_x0000_s168433" name="Equation" r:id="rId34" imgW="1447560" imgH="342720" progId="Equation.DSMT4">
                  <p:embed/>
                </p:oleObj>
              </mc:Choice>
              <mc:Fallback>
                <p:oleObj name="Equation" r:id="rId34" imgW="1447560" imgH="342720" progId="Equation.DSMT4">
                  <p:embed/>
                  <p:pic>
                    <p:nvPicPr>
                      <p:cNvPr id="0" name="Picture 2624"/>
                      <p:cNvPicPr>
                        <a:picLocks noChangeAspect="1" noChangeArrowheads="1"/>
                      </p:cNvPicPr>
                      <p:nvPr/>
                    </p:nvPicPr>
                    <p:blipFill>
                      <a:blip r:embed="rId35">
                        <a:grayscl/>
                        <a:biLevel thresh="50000"/>
                        <a:extLst>
                          <a:ext uri="{28A0092B-C50C-407E-A947-70E740481C1C}">
                            <a14:useLocalDpi xmlns:a14="http://schemas.microsoft.com/office/drawing/2010/main" val="0"/>
                          </a:ext>
                        </a:extLst>
                      </a:blip>
                      <a:srcRect/>
                      <a:stretch>
                        <a:fillRect/>
                      </a:stretch>
                    </p:blipFill>
                    <p:spPr bwMode="auto">
                      <a:xfrm>
                        <a:off x="7159336" y="3467851"/>
                        <a:ext cx="1446213" cy="341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Object 8">
            <a:extLst>
              <a:ext uri="{FF2B5EF4-FFF2-40B4-BE49-F238E27FC236}">
                <a16:creationId xmlns:a16="http://schemas.microsoft.com/office/drawing/2014/main" id="{4F92837C-1D89-4EFF-B8CD-ACA251A627B7}"/>
              </a:ext>
            </a:extLst>
          </p:cNvPr>
          <p:cNvGraphicFramePr>
            <a:graphicFrameLocks noChangeAspect="1"/>
          </p:cNvGraphicFramePr>
          <p:nvPr>
            <p:extLst>
              <p:ext uri="{D42A27DB-BD31-4B8C-83A1-F6EECF244321}">
                <p14:modId xmlns:p14="http://schemas.microsoft.com/office/powerpoint/2010/main" val="1327445514"/>
              </p:ext>
            </p:extLst>
          </p:nvPr>
        </p:nvGraphicFramePr>
        <p:xfrm>
          <a:off x="3100727" y="1196538"/>
          <a:ext cx="733425" cy="352425"/>
        </p:xfrm>
        <a:graphic>
          <a:graphicData uri="http://schemas.openxmlformats.org/presentationml/2006/ole">
            <mc:AlternateContent xmlns:mc="http://schemas.openxmlformats.org/markup-compatibility/2006">
              <mc:Choice xmlns:v="urn:schemas-microsoft-com:vml" Requires="v">
                <p:oleObj spid="_x0000_s168434" name="Equation" r:id="rId36" imgW="723600" imgH="342720" progId="Equation.DSMT4">
                  <p:embed/>
                </p:oleObj>
              </mc:Choice>
              <mc:Fallback>
                <p:oleObj name="Equation" r:id="rId36" imgW="723600" imgH="342720" progId="Equation.DSMT4">
                  <p:embed/>
                  <p:pic>
                    <p:nvPicPr>
                      <p:cNvPr id="75" name="Object 8">
                        <a:extLst>
                          <a:ext uri="{FF2B5EF4-FFF2-40B4-BE49-F238E27FC236}">
                            <a16:creationId xmlns:a16="http://schemas.microsoft.com/office/drawing/2014/main" id="{B6CBC333-C4A9-47F2-B539-42DBF9ABC671}"/>
                          </a:ext>
                        </a:extLst>
                      </p:cNvPr>
                      <p:cNvPicPr>
                        <a:picLocks noChangeAspect="1" noChangeArrowheads="1"/>
                      </p:cNvPicPr>
                      <p:nvPr/>
                    </p:nvPicPr>
                    <p:blipFill>
                      <a:blip r:embed="rId37">
                        <a:grayscl/>
                        <a:biLevel thresh="50000"/>
                      </a:blip>
                      <a:srcRect/>
                      <a:stretch>
                        <a:fillRect/>
                      </a:stretch>
                    </p:blipFill>
                    <p:spPr bwMode="auto">
                      <a:xfrm>
                        <a:off x="3100727" y="1196538"/>
                        <a:ext cx="733425"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 name="Text Box 7">
            <a:extLst>
              <a:ext uri="{FF2B5EF4-FFF2-40B4-BE49-F238E27FC236}">
                <a16:creationId xmlns:a16="http://schemas.microsoft.com/office/drawing/2014/main" id="{99650B2B-CCEE-494A-A887-161B39257129}"/>
              </a:ext>
            </a:extLst>
          </p:cNvPr>
          <p:cNvSpPr txBox="1">
            <a:spLocks noChangeArrowheads="1"/>
          </p:cNvSpPr>
          <p:nvPr/>
        </p:nvSpPr>
        <p:spPr bwMode="auto">
          <a:xfrm>
            <a:off x="2684988" y="1104936"/>
            <a:ext cx="4805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a:t>
            </a:r>
          </a:p>
        </p:txBody>
      </p:sp>
      <p:sp>
        <p:nvSpPr>
          <p:cNvPr id="66" name="Text Box 2">
            <a:extLst>
              <a:ext uri="{FF2B5EF4-FFF2-40B4-BE49-F238E27FC236}">
                <a16:creationId xmlns:a16="http://schemas.microsoft.com/office/drawing/2014/main" id="{F57C992F-9142-4C51-9E16-A523407492F9}"/>
              </a:ext>
            </a:extLst>
          </p:cNvPr>
          <p:cNvSpPr txBox="1">
            <a:spLocks noChangeArrowheads="1"/>
          </p:cNvSpPr>
          <p:nvPr/>
        </p:nvSpPr>
        <p:spPr bwMode="auto">
          <a:xfrm>
            <a:off x="3915360" y="1679538"/>
            <a:ext cx="2683105"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1050925" indent="-1050925">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pPr>
            <a:r>
              <a:rPr lang="zh-CN" altLang="en-US" sz="2400" b="1" dirty="0">
                <a:solidFill>
                  <a:srgbClr val="0064FF"/>
                </a:solidFill>
                <a:latin typeface="+mn-ea"/>
                <a:ea typeface="+mn-ea"/>
              </a:rPr>
              <a:t>上单调增加且连续</a:t>
            </a:r>
            <a:r>
              <a:rPr lang="en-US" altLang="zh-CN" sz="2400" b="1" dirty="0">
                <a:solidFill>
                  <a:srgbClr val="0064FF"/>
                </a:solidFill>
                <a:latin typeface="+mn-ea"/>
                <a:ea typeface="+mn-ea"/>
              </a:rPr>
              <a:t>.</a:t>
            </a:r>
            <a:endParaRPr lang="zh-CN" altLang="en-US" sz="2400" b="1" dirty="0">
              <a:solidFill>
                <a:srgbClr val="0064FF"/>
              </a:solidFill>
              <a:latin typeface="+mn-ea"/>
              <a:ea typeface="+mn-ea"/>
            </a:endParaRPr>
          </a:p>
        </p:txBody>
      </p:sp>
      <p:cxnSp>
        <p:nvCxnSpPr>
          <p:cNvPr id="3" name="直接连接符 2">
            <a:extLst>
              <a:ext uri="{FF2B5EF4-FFF2-40B4-BE49-F238E27FC236}">
                <a16:creationId xmlns:a16="http://schemas.microsoft.com/office/drawing/2014/main" id="{DAB8038D-F295-4E4F-8001-0530CA889E7B}"/>
              </a:ext>
            </a:extLst>
          </p:cNvPr>
          <p:cNvCxnSpPr/>
          <p:nvPr/>
        </p:nvCxnSpPr>
        <p:spPr>
          <a:xfrm flipV="1">
            <a:off x="6854477" y="1857912"/>
            <a:ext cx="1526600" cy="16811"/>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3E9653D7-D638-4A41-9C98-802CAF96A9D5}"/>
              </a:ext>
            </a:extLst>
          </p:cNvPr>
          <p:cNvCxnSpPr/>
          <p:nvPr/>
        </p:nvCxnSpPr>
        <p:spPr>
          <a:xfrm>
            <a:off x="7058835" y="1262202"/>
            <a:ext cx="7623" cy="1144885"/>
          </a:xfrm>
          <a:prstGeom prst="line">
            <a:avLst/>
          </a:prstGeom>
          <a:ln w="19050">
            <a:solidFill>
              <a:srgbClr val="0064FF"/>
            </a:solidFill>
          </a:ln>
        </p:spPr>
        <p:style>
          <a:lnRef idx="1">
            <a:schemeClr val="accent1"/>
          </a:lnRef>
          <a:fillRef idx="0">
            <a:schemeClr val="accent1"/>
          </a:fillRef>
          <a:effectRef idx="0">
            <a:schemeClr val="accent1"/>
          </a:effectRef>
          <a:fontRef idx="minor">
            <a:schemeClr val="tx1"/>
          </a:fontRef>
        </p:style>
      </p:cxnSp>
      <p:sp>
        <p:nvSpPr>
          <p:cNvPr id="67" name="Text Box 7">
            <a:extLst>
              <a:ext uri="{FF2B5EF4-FFF2-40B4-BE49-F238E27FC236}">
                <a16:creationId xmlns:a16="http://schemas.microsoft.com/office/drawing/2014/main" id="{0D2B6F5A-B220-4009-BF1C-F45E6838660C}"/>
              </a:ext>
            </a:extLst>
          </p:cNvPr>
          <p:cNvSpPr txBox="1">
            <a:spLocks noChangeArrowheads="1"/>
          </p:cNvSpPr>
          <p:nvPr/>
        </p:nvSpPr>
        <p:spPr bwMode="auto">
          <a:xfrm>
            <a:off x="2829380" y="1779389"/>
            <a:ext cx="4805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a:t>
            </a:r>
          </a:p>
        </p:txBody>
      </p:sp>
      <p:graphicFrame>
        <p:nvGraphicFramePr>
          <p:cNvPr id="68" name="Object 8">
            <a:extLst>
              <a:ext uri="{FF2B5EF4-FFF2-40B4-BE49-F238E27FC236}">
                <a16:creationId xmlns:a16="http://schemas.microsoft.com/office/drawing/2014/main" id="{166C3126-FAB0-4577-A155-3012967891ED}"/>
              </a:ext>
            </a:extLst>
          </p:cNvPr>
          <p:cNvGraphicFramePr>
            <a:graphicFrameLocks noChangeAspect="1"/>
          </p:cNvGraphicFramePr>
          <p:nvPr>
            <p:extLst>
              <p:ext uri="{D42A27DB-BD31-4B8C-83A1-F6EECF244321}">
                <p14:modId xmlns:p14="http://schemas.microsoft.com/office/powerpoint/2010/main" val="1961896081"/>
              </p:ext>
            </p:extLst>
          </p:nvPr>
        </p:nvGraphicFramePr>
        <p:xfrm>
          <a:off x="3252515" y="1861569"/>
          <a:ext cx="758825" cy="352425"/>
        </p:xfrm>
        <a:graphic>
          <a:graphicData uri="http://schemas.openxmlformats.org/presentationml/2006/ole">
            <mc:AlternateContent xmlns:mc="http://schemas.openxmlformats.org/markup-compatibility/2006">
              <mc:Choice xmlns:v="urn:schemas-microsoft-com:vml" Requires="v">
                <p:oleObj spid="_x0000_s168435" name="Equation" r:id="rId38" imgW="749160" imgH="342720" progId="Equation.DSMT4">
                  <p:embed/>
                </p:oleObj>
              </mc:Choice>
              <mc:Fallback>
                <p:oleObj name="Equation" r:id="rId38" imgW="749160" imgH="342720" progId="Equation.DSMT4">
                  <p:embed/>
                  <p:pic>
                    <p:nvPicPr>
                      <p:cNvPr id="58" name="Object 8">
                        <a:extLst>
                          <a:ext uri="{FF2B5EF4-FFF2-40B4-BE49-F238E27FC236}">
                            <a16:creationId xmlns:a16="http://schemas.microsoft.com/office/drawing/2014/main" id="{4F92837C-1D89-4EFF-B8CD-ACA251A627B7}"/>
                          </a:ext>
                        </a:extLst>
                      </p:cNvPr>
                      <p:cNvPicPr>
                        <a:picLocks noChangeAspect="1" noChangeArrowheads="1"/>
                      </p:cNvPicPr>
                      <p:nvPr/>
                    </p:nvPicPr>
                    <p:blipFill>
                      <a:blip r:embed="rId39">
                        <a:grayscl/>
                        <a:biLevel thresh="50000"/>
                      </a:blip>
                      <a:srcRect/>
                      <a:stretch>
                        <a:fillRect/>
                      </a:stretch>
                    </p:blipFill>
                    <p:spPr bwMode="auto">
                      <a:xfrm>
                        <a:off x="3252515" y="1861569"/>
                        <a:ext cx="758825"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a:extLst>
              <a:ext uri="{FF2B5EF4-FFF2-40B4-BE49-F238E27FC236}">
                <a16:creationId xmlns:a16="http://schemas.microsoft.com/office/drawing/2014/main" id="{DA019913-F72B-4549-A947-6804F286C292}"/>
              </a:ext>
            </a:extLst>
          </p:cNvPr>
          <p:cNvSpPr/>
          <p:nvPr/>
        </p:nvSpPr>
        <p:spPr>
          <a:xfrm>
            <a:off x="1805410" y="3368075"/>
            <a:ext cx="494046" cy="461665"/>
          </a:xfrm>
          <a:prstGeom prst="rect">
            <a:avLst/>
          </a:prstGeom>
        </p:spPr>
        <p:txBody>
          <a:bodyPr wrap="none">
            <a:spAutoFit/>
          </a:bodyPr>
          <a:lstStyle/>
          <a:p>
            <a:r>
              <a:rPr kumimoji="1" lang="zh-CN" altLang="en-US" sz="2400" b="1" dirty="0">
                <a:latin typeface="+mn-ea"/>
              </a:rPr>
              <a:t>在</a:t>
            </a:r>
            <a:endParaRPr lang="zh-CN" altLang="en-US" sz="2400" dirty="0"/>
          </a:p>
        </p:txBody>
      </p:sp>
      <p:sp>
        <p:nvSpPr>
          <p:cNvPr id="9" name="矩形 8">
            <a:extLst>
              <a:ext uri="{FF2B5EF4-FFF2-40B4-BE49-F238E27FC236}">
                <a16:creationId xmlns:a16="http://schemas.microsoft.com/office/drawing/2014/main" id="{C2DCE8BC-1D0D-45D3-ADFE-50D12C873927}"/>
              </a:ext>
            </a:extLst>
          </p:cNvPr>
          <p:cNvSpPr/>
          <p:nvPr/>
        </p:nvSpPr>
        <p:spPr>
          <a:xfrm>
            <a:off x="236062" y="4044606"/>
            <a:ext cx="494046" cy="461665"/>
          </a:xfrm>
          <a:prstGeom prst="rect">
            <a:avLst/>
          </a:prstGeom>
        </p:spPr>
        <p:txBody>
          <a:bodyPr wrap="none">
            <a:spAutoFit/>
          </a:bodyPr>
          <a:lstStyle/>
          <a:p>
            <a:r>
              <a:rPr kumimoji="1" lang="zh-CN" altLang="en-US" sz="2400" b="1" dirty="0">
                <a:latin typeface="+mn-ea"/>
              </a:rPr>
              <a:t>在</a:t>
            </a:r>
            <a:endParaRPr lang="zh-CN" altLang="en-US" sz="2400" dirty="0"/>
          </a:p>
        </p:txBody>
      </p:sp>
      <p:graphicFrame>
        <p:nvGraphicFramePr>
          <p:cNvPr id="69" name="Object 64">
            <a:extLst>
              <a:ext uri="{FF2B5EF4-FFF2-40B4-BE49-F238E27FC236}">
                <a16:creationId xmlns:a16="http://schemas.microsoft.com/office/drawing/2014/main" id="{F80B5E49-3B3B-4B25-B22F-19A9682392E2}"/>
              </a:ext>
            </a:extLst>
          </p:cNvPr>
          <p:cNvGraphicFramePr>
            <a:graphicFrameLocks noChangeAspect="1"/>
          </p:cNvGraphicFramePr>
          <p:nvPr>
            <p:extLst>
              <p:ext uri="{D42A27DB-BD31-4B8C-83A1-F6EECF244321}">
                <p14:modId xmlns:p14="http://schemas.microsoft.com/office/powerpoint/2010/main" val="1782489582"/>
              </p:ext>
            </p:extLst>
          </p:nvPr>
        </p:nvGraphicFramePr>
        <p:xfrm>
          <a:off x="3942259" y="2421729"/>
          <a:ext cx="1077913" cy="808037"/>
        </p:xfrm>
        <a:graphic>
          <a:graphicData uri="http://schemas.openxmlformats.org/presentationml/2006/ole">
            <mc:AlternateContent xmlns:mc="http://schemas.openxmlformats.org/markup-compatibility/2006">
              <mc:Choice xmlns:v="urn:schemas-microsoft-com:vml" Requires="v">
                <p:oleObj spid="_x0000_s168436" name="Equation" r:id="rId40" imgW="1079280" imgH="812520" progId="Equation.DSMT4">
                  <p:embed/>
                </p:oleObj>
              </mc:Choice>
              <mc:Fallback>
                <p:oleObj name="Equation" r:id="rId40" imgW="1079280" imgH="812520" progId="Equation.DSMT4">
                  <p:embed/>
                  <p:pic>
                    <p:nvPicPr>
                      <p:cNvPr id="51" name="Object 64">
                        <a:extLst>
                          <a:ext uri="{FF2B5EF4-FFF2-40B4-BE49-F238E27FC236}">
                            <a16:creationId xmlns:a16="http://schemas.microsoft.com/office/drawing/2014/main" id="{6E29F726-1399-4EC2-B529-5110DBAC939D}"/>
                          </a:ext>
                        </a:extLst>
                      </p:cNvPr>
                      <p:cNvPicPr>
                        <a:picLocks noChangeAspect="1" noChangeArrowheads="1"/>
                      </p:cNvPicPr>
                      <p:nvPr/>
                    </p:nvPicPr>
                    <p:blipFill>
                      <a:blip r:embed="rId41">
                        <a:grayscl/>
                        <a:biLevel thresh="50000"/>
                      </a:blip>
                      <a:srcRect/>
                      <a:stretch>
                        <a:fillRect/>
                      </a:stretch>
                    </p:blipFill>
                    <p:spPr bwMode="auto">
                      <a:xfrm>
                        <a:off x="3942259" y="2421729"/>
                        <a:ext cx="1077913" cy="808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0078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000"/>
                                        <p:tgtEl>
                                          <p:spTgt spid="38"/>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2000"/>
                                        <p:tgtEl>
                                          <p:spTgt spid="3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wipe(down)">
                                      <p:cBhvr>
                                        <p:cTn id="16" dur="500"/>
                                        <p:tgtEl>
                                          <p:spTgt spid="6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wipe(left)">
                                      <p:cBhvr>
                                        <p:cTn id="21" dur="500"/>
                                        <p:tgtEl>
                                          <p:spTgt spid="5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wipe(left)">
                                      <p:cBhvr>
                                        <p:cTn id="26" dur="5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wipe(left)">
                                      <p:cBhvr>
                                        <p:cTn id="31" dur="10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ipe(left)">
                                      <p:cBhvr>
                                        <p:cTn id="36" dur="1000"/>
                                        <p:tgtEl>
                                          <p:spTgt spid="25"/>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10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wipe(up)">
                                      <p:cBhvr>
                                        <p:cTn id="45" dur="500"/>
                                        <p:tgtEl>
                                          <p:spTgt spid="45"/>
                                        </p:tgtEl>
                                      </p:cBhvr>
                                    </p:animEffect>
                                  </p:childTnLst>
                                </p:cTn>
                              </p:par>
                              <p:par>
                                <p:cTn id="46" presetID="22" presetClass="entr" presetSubtype="4" fill="hold"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down)">
                                      <p:cBhvr>
                                        <p:cTn id="48" dur="500"/>
                                        <p:tgtEl>
                                          <p:spTgt spid="4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wipe(left)">
                                      <p:cBhvr>
                                        <p:cTn id="53" dur="500"/>
                                        <p:tgtEl>
                                          <p:spTgt spid="49"/>
                                        </p:tgtEl>
                                      </p:cBhvr>
                                    </p:animEffect>
                                  </p:childTnLst>
                                </p:cTn>
                              </p:par>
                              <p:par>
                                <p:cTn id="54" presetID="22" presetClass="entr" presetSubtype="8" fill="hold" nodeType="with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wipe(left)">
                                      <p:cBhvr>
                                        <p:cTn id="56" dur="500"/>
                                        <p:tgtEl>
                                          <p:spTgt spid="5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fade">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ipe(left)">
                                      <p:cBhvr>
                                        <p:cTn id="66" dur="20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wipe(left)">
                                      <p:cBhvr>
                                        <p:cTn id="71" dur="2000"/>
                                        <p:tgtEl>
                                          <p:spTgt spid="43"/>
                                        </p:tgtEl>
                                      </p:cBhvr>
                                    </p:animEffect>
                                  </p:childTnLst>
                                </p:cTn>
                              </p:par>
                            </p:childTnLst>
                          </p:cTn>
                        </p:par>
                        <p:par>
                          <p:cTn id="72" fill="hold">
                            <p:stCondLst>
                              <p:cond delay="2000"/>
                            </p:stCondLst>
                            <p:childTnLst>
                              <p:par>
                                <p:cTn id="73" presetID="22" presetClass="entr" presetSubtype="8" fill="hold" nodeType="after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wipe(left)">
                                      <p:cBhvr>
                                        <p:cTn id="75" dur="2000"/>
                                        <p:tgtEl>
                                          <p:spTgt spid="4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67"/>
                                        </p:tgtEl>
                                        <p:attrNameLst>
                                          <p:attrName>style.visibility</p:attrName>
                                        </p:attrNameLst>
                                      </p:cBhvr>
                                      <p:to>
                                        <p:strVal val="visible"/>
                                      </p:to>
                                    </p:set>
                                    <p:animEffect transition="in" filter="wipe(left)">
                                      <p:cBhvr>
                                        <p:cTn id="80" dur="500"/>
                                        <p:tgtEl>
                                          <p:spTgt spid="6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68"/>
                                        </p:tgtEl>
                                        <p:attrNameLst>
                                          <p:attrName>style.visibility</p:attrName>
                                        </p:attrNameLst>
                                      </p:cBhvr>
                                      <p:to>
                                        <p:strVal val="visible"/>
                                      </p:to>
                                    </p:set>
                                    <p:animEffect transition="in" filter="wipe(left)">
                                      <p:cBhvr>
                                        <p:cTn id="85" dur="500"/>
                                        <p:tgtEl>
                                          <p:spTgt spid="68"/>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66"/>
                                        </p:tgtEl>
                                        <p:attrNameLst>
                                          <p:attrName>style.visibility</p:attrName>
                                        </p:attrNameLst>
                                      </p:cBhvr>
                                      <p:to>
                                        <p:strVal val="visible"/>
                                      </p:to>
                                    </p:set>
                                    <p:animEffect transition="in" filter="wipe(left)">
                                      <p:cBhvr>
                                        <p:cTn id="90" dur="500"/>
                                        <p:tgtEl>
                                          <p:spTgt spid="66"/>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53"/>
                                        </p:tgtEl>
                                        <p:attrNameLst>
                                          <p:attrName>style.visibility</p:attrName>
                                        </p:attrNameLst>
                                      </p:cBhvr>
                                      <p:to>
                                        <p:strVal val="visible"/>
                                      </p:to>
                                    </p:set>
                                    <p:animEffect transition="in" filter="wipe(left)">
                                      <p:cBhvr>
                                        <p:cTn id="95" dur="500"/>
                                        <p:tgtEl>
                                          <p:spTgt spid="53"/>
                                        </p:tgtEl>
                                      </p:cBhvr>
                                    </p:animEffect>
                                  </p:childTnLst>
                                </p:cTn>
                              </p:par>
                              <p:par>
                                <p:cTn id="96" presetID="22" presetClass="entr" presetSubtype="8" fill="hold" nodeType="withEffect">
                                  <p:stCondLst>
                                    <p:cond delay="0"/>
                                  </p:stCondLst>
                                  <p:childTnLst>
                                    <p:set>
                                      <p:cBhvr>
                                        <p:cTn id="97" dur="1" fill="hold">
                                          <p:stCondLst>
                                            <p:cond delay="0"/>
                                          </p:stCondLst>
                                        </p:cTn>
                                        <p:tgtEl>
                                          <p:spTgt spid="52"/>
                                        </p:tgtEl>
                                        <p:attrNameLst>
                                          <p:attrName>style.visibility</p:attrName>
                                        </p:attrNameLst>
                                      </p:cBhvr>
                                      <p:to>
                                        <p:strVal val="visible"/>
                                      </p:to>
                                    </p:set>
                                    <p:animEffect transition="in" filter="wipe(left)">
                                      <p:cBhvr>
                                        <p:cTn id="98" dur="500"/>
                                        <p:tgtEl>
                                          <p:spTgt spid="52"/>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56"/>
                                        </p:tgtEl>
                                        <p:attrNameLst>
                                          <p:attrName>style.visibility</p:attrName>
                                        </p:attrNameLst>
                                      </p:cBhvr>
                                      <p:to>
                                        <p:strVal val="visible"/>
                                      </p:to>
                                    </p:set>
                                    <p:animEffect transition="in" filter="wipe(left)">
                                      <p:cBhvr>
                                        <p:cTn id="103" dur="500"/>
                                        <p:tgtEl>
                                          <p:spTgt spid="56"/>
                                        </p:tgtEl>
                                      </p:cBhvr>
                                    </p:animEffect>
                                  </p:childTnLst>
                                </p:cTn>
                              </p:par>
                              <p:par>
                                <p:cTn id="104" presetID="22" presetClass="entr" presetSubtype="8" fill="hold" nodeType="withEffect">
                                  <p:stCondLst>
                                    <p:cond delay="0"/>
                                  </p:stCondLst>
                                  <p:childTnLst>
                                    <p:set>
                                      <p:cBhvr>
                                        <p:cTn id="105" dur="1" fill="hold">
                                          <p:stCondLst>
                                            <p:cond delay="0"/>
                                          </p:stCondLst>
                                        </p:cTn>
                                        <p:tgtEl>
                                          <p:spTgt spid="55"/>
                                        </p:tgtEl>
                                        <p:attrNameLst>
                                          <p:attrName>style.visibility</p:attrName>
                                        </p:attrNameLst>
                                      </p:cBhvr>
                                      <p:to>
                                        <p:strVal val="visible"/>
                                      </p:to>
                                    </p:set>
                                    <p:animEffect transition="in" filter="wipe(left)">
                                      <p:cBhvr>
                                        <p:cTn id="106" dur="500"/>
                                        <p:tgtEl>
                                          <p:spTgt spid="55"/>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7"/>
                                        </p:tgtEl>
                                        <p:attrNameLst>
                                          <p:attrName>style.visibility</p:attrName>
                                        </p:attrNameLst>
                                      </p:cBhvr>
                                      <p:to>
                                        <p:strVal val="visible"/>
                                      </p:to>
                                    </p:set>
                                    <p:animEffect transition="in" filter="fade">
                                      <p:cBhvr>
                                        <p:cTn id="111" dur="500"/>
                                        <p:tgtEl>
                                          <p:spTgt spid="7"/>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57"/>
                                        </p:tgtEl>
                                        <p:attrNameLst>
                                          <p:attrName>style.visibility</p:attrName>
                                        </p:attrNameLst>
                                      </p:cBhvr>
                                      <p:to>
                                        <p:strVal val="visible"/>
                                      </p:to>
                                    </p:set>
                                    <p:animEffect transition="in" filter="wipe(left)">
                                      <p:cBhvr>
                                        <p:cTn id="116" dur="1000"/>
                                        <p:tgtEl>
                                          <p:spTgt spid="57"/>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76"/>
                                        </p:tgtEl>
                                        <p:attrNameLst>
                                          <p:attrName>style.visibility</p:attrName>
                                        </p:attrNameLst>
                                      </p:cBhvr>
                                      <p:to>
                                        <p:strVal val="visible"/>
                                      </p:to>
                                    </p:set>
                                    <p:animEffect transition="in" filter="wipe(left)">
                                      <p:cBhvr>
                                        <p:cTn id="121" dur="500"/>
                                        <p:tgtEl>
                                          <p:spTgt spid="76"/>
                                        </p:tgtEl>
                                      </p:cBhvr>
                                    </p:animEffect>
                                  </p:childTnLst>
                                </p:cTn>
                              </p:par>
                            </p:childTnLst>
                          </p:cTn>
                        </p:par>
                        <p:par>
                          <p:cTn id="122" fill="hold">
                            <p:stCondLst>
                              <p:cond delay="500"/>
                            </p:stCondLst>
                            <p:childTnLst>
                              <p:par>
                                <p:cTn id="123" presetID="22" presetClass="entr" presetSubtype="8" fill="hold" nodeType="afterEffect">
                                  <p:stCondLst>
                                    <p:cond delay="0"/>
                                  </p:stCondLst>
                                  <p:childTnLst>
                                    <p:set>
                                      <p:cBhvr>
                                        <p:cTn id="124" dur="1" fill="hold">
                                          <p:stCondLst>
                                            <p:cond delay="0"/>
                                          </p:stCondLst>
                                        </p:cTn>
                                        <p:tgtEl>
                                          <p:spTgt spid="51"/>
                                        </p:tgtEl>
                                        <p:attrNameLst>
                                          <p:attrName>style.visibility</p:attrName>
                                        </p:attrNameLst>
                                      </p:cBhvr>
                                      <p:to>
                                        <p:strVal val="visible"/>
                                      </p:to>
                                    </p:set>
                                    <p:animEffect transition="in" filter="wipe(left)">
                                      <p:cBhvr>
                                        <p:cTn id="125" dur="2000"/>
                                        <p:tgtEl>
                                          <p:spTgt spid="51"/>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59"/>
                                        </p:tgtEl>
                                        <p:attrNameLst>
                                          <p:attrName>style.visibility</p:attrName>
                                        </p:attrNameLst>
                                      </p:cBhvr>
                                      <p:to>
                                        <p:strVal val="visible"/>
                                      </p:to>
                                    </p:set>
                                    <p:animEffect transition="in" filter="wipe(left)">
                                      <p:cBhvr>
                                        <p:cTn id="130" dur="500"/>
                                        <p:tgtEl>
                                          <p:spTgt spid="59"/>
                                        </p:tgtEl>
                                      </p:cBhvr>
                                    </p:animEffec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69"/>
                                        </p:tgtEl>
                                        <p:attrNameLst>
                                          <p:attrName>style.visibility</p:attrName>
                                        </p:attrNameLst>
                                      </p:cBhvr>
                                      <p:to>
                                        <p:strVal val="visible"/>
                                      </p:to>
                                    </p:set>
                                    <p:animEffect transition="in" filter="wipe(left)">
                                      <p:cBhvr>
                                        <p:cTn id="134" dur="2000"/>
                                        <p:tgtEl>
                                          <p:spTgt spid="69"/>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61"/>
                                        </p:tgtEl>
                                        <p:attrNameLst>
                                          <p:attrName>style.visibility</p:attrName>
                                        </p:attrNameLst>
                                      </p:cBhvr>
                                      <p:to>
                                        <p:strVal val="visible"/>
                                      </p:to>
                                    </p:set>
                                    <p:animEffect transition="in" filter="wipe(left)">
                                      <p:cBhvr>
                                        <p:cTn id="139" dur="500"/>
                                        <p:tgtEl>
                                          <p:spTgt spid="61"/>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72"/>
                                        </p:tgtEl>
                                        <p:attrNameLst>
                                          <p:attrName>style.visibility</p:attrName>
                                        </p:attrNameLst>
                                      </p:cBhvr>
                                      <p:to>
                                        <p:strVal val="visible"/>
                                      </p:to>
                                    </p:set>
                                    <p:animEffect transition="in" filter="wipe(left)">
                                      <p:cBhvr>
                                        <p:cTn id="144" dur="500"/>
                                        <p:tgtEl>
                                          <p:spTgt spid="72"/>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73"/>
                                        </p:tgtEl>
                                        <p:attrNameLst>
                                          <p:attrName>style.visibility</p:attrName>
                                        </p:attrNameLst>
                                      </p:cBhvr>
                                      <p:to>
                                        <p:strVal val="visible"/>
                                      </p:to>
                                    </p:set>
                                    <p:animEffect transition="in" filter="wipe(left)">
                                      <p:cBhvr>
                                        <p:cTn id="149" dur="500"/>
                                        <p:tgtEl>
                                          <p:spTgt spid="73"/>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8"/>
                                        </p:tgtEl>
                                        <p:attrNameLst>
                                          <p:attrName>style.visibility</p:attrName>
                                        </p:attrNameLst>
                                      </p:cBhvr>
                                      <p:to>
                                        <p:strVal val="visible"/>
                                      </p:to>
                                    </p:set>
                                    <p:animEffect transition="in" filter="wipe(left)">
                                      <p:cBhvr>
                                        <p:cTn id="154" dur="500"/>
                                        <p:tgtEl>
                                          <p:spTgt spid="8"/>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nodeType="clickEffect">
                                  <p:stCondLst>
                                    <p:cond delay="0"/>
                                  </p:stCondLst>
                                  <p:childTnLst>
                                    <p:set>
                                      <p:cBhvr>
                                        <p:cTn id="158" dur="1" fill="hold">
                                          <p:stCondLst>
                                            <p:cond delay="0"/>
                                          </p:stCondLst>
                                        </p:cTn>
                                        <p:tgtEl>
                                          <p:spTgt spid="75"/>
                                        </p:tgtEl>
                                        <p:attrNameLst>
                                          <p:attrName>style.visibility</p:attrName>
                                        </p:attrNameLst>
                                      </p:cBhvr>
                                      <p:to>
                                        <p:strVal val="visible"/>
                                      </p:to>
                                    </p:set>
                                    <p:animEffect transition="in" filter="wipe(left)">
                                      <p:cBhvr>
                                        <p:cTn id="159" dur="500"/>
                                        <p:tgtEl>
                                          <p:spTgt spid="75"/>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74"/>
                                        </p:tgtEl>
                                        <p:attrNameLst>
                                          <p:attrName>style.visibility</p:attrName>
                                        </p:attrNameLst>
                                      </p:cBhvr>
                                      <p:to>
                                        <p:strVal val="visible"/>
                                      </p:to>
                                    </p:set>
                                    <p:animEffect transition="in" filter="wipe(left)">
                                      <p:cBhvr>
                                        <p:cTn id="164" dur="500"/>
                                        <p:tgtEl>
                                          <p:spTgt spid="74"/>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wipe(left)">
                                      <p:cBhvr>
                                        <p:cTn id="169" dur="2000"/>
                                        <p:tgtEl>
                                          <p:spTgt spid="62"/>
                                        </p:tgtEl>
                                      </p:cBhvr>
                                    </p:animEffect>
                                  </p:childTnLst>
                                </p:cTn>
                              </p:par>
                            </p:childTnLst>
                          </p:cTn>
                        </p:par>
                        <p:par>
                          <p:cTn id="170" fill="hold">
                            <p:stCondLst>
                              <p:cond delay="2000"/>
                            </p:stCondLst>
                            <p:childTnLst>
                              <p:par>
                                <p:cTn id="171" presetID="22" presetClass="entr" presetSubtype="8" fill="hold" nodeType="afterEffect">
                                  <p:stCondLst>
                                    <p:cond delay="0"/>
                                  </p:stCondLst>
                                  <p:childTnLst>
                                    <p:set>
                                      <p:cBhvr>
                                        <p:cTn id="172" dur="1" fill="hold">
                                          <p:stCondLst>
                                            <p:cond delay="0"/>
                                          </p:stCondLst>
                                        </p:cTn>
                                        <p:tgtEl>
                                          <p:spTgt spid="54"/>
                                        </p:tgtEl>
                                        <p:attrNameLst>
                                          <p:attrName>style.visibility</p:attrName>
                                        </p:attrNameLst>
                                      </p:cBhvr>
                                      <p:to>
                                        <p:strVal val="visible"/>
                                      </p:to>
                                    </p:set>
                                    <p:animEffect transition="in" filter="wipe(left)">
                                      <p:cBhvr>
                                        <p:cTn id="173" dur="2000"/>
                                        <p:tgtEl>
                                          <p:spTgt spid="54"/>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8" fill="hold" grpId="0" nodeType="clickEffect">
                                  <p:stCondLst>
                                    <p:cond delay="0"/>
                                  </p:stCondLst>
                                  <p:childTnLst>
                                    <p:set>
                                      <p:cBhvr>
                                        <p:cTn id="177" dur="1" fill="hold">
                                          <p:stCondLst>
                                            <p:cond delay="0"/>
                                          </p:stCondLst>
                                        </p:cTn>
                                        <p:tgtEl>
                                          <p:spTgt spid="9"/>
                                        </p:tgtEl>
                                        <p:attrNameLst>
                                          <p:attrName>style.visibility</p:attrName>
                                        </p:attrNameLst>
                                      </p:cBhvr>
                                      <p:to>
                                        <p:strVal val="visible"/>
                                      </p:to>
                                    </p:set>
                                    <p:animEffect transition="in" filter="wipe(left)">
                                      <p:cBhvr>
                                        <p:cTn id="178" dur="500"/>
                                        <p:tgtEl>
                                          <p:spTgt spid="9"/>
                                        </p:tgtEl>
                                      </p:cBhvr>
                                    </p:animEffect>
                                  </p:childTnLst>
                                </p:cTn>
                              </p:par>
                            </p:childTnLst>
                          </p:cTn>
                        </p:par>
                        <p:par>
                          <p:cTn id="179" fill="hold">
                            <p:stCondLst>
                              <p:cond delay="500"/>
                            </p:stCondLst>
                            <p:childTnLst>
                              <p:par>
                                <p:cTn id="180" presetID="22" presetClass="entr" presetSubtype="8" fill="hold" nodeType="afterEffect">
                                  <p:stCondLst>
                                    <p:cond delay="0"/>
                                  </p:stCondLst>
                                  <p:childTnLst>
                                    <p:set>
                                      <p:cBhvr>
                                        <p:cTn id="181" dur="1" fill="hold">
                                          <p:stCondLst>
                                            <p:cond delay="0"/>
                                          </p:stCondLst>
                                        </p:cTn>
                                        <p:tgtEl>
                                          <p:spTgt spid="65"/>
                                        </p:tgtEl>
                                        <p:attrNameLst>
                                          <p:attrName>style.visibility</p:attrName>
                                        </p:attrNameLst>
                                      </p:cBhvr>
                                      <p:to>
                                        <p:strVal val="visible"/>
                                      </p:to>
                                    </p:set>
                                    <p:animEffect transition="in" filter="wipe(left)">
                                      <p:cBhvr>
                                        <p:cTn id="182" dur="1000"/>
                                        <p:tgtEl>
                                          <p:spTgt spid="65"/>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64"/>
                                        </p:tgtEl>
                                        <p:attrNameLst>
                                          <p:attrName>style.visibility</p:attrName>
                                        </p:attrNameLst>
                                      </p:cBhvr>
                                      <p:to>
                                        <p:strVal val="visible"/>
                                      </p:to>
                                    </p:set>
                                    <p:animEffect transition="in" filter="wipe(left)">
                                      <p:cBhvr>
                                        <p:cTn id="187" dur="2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57" grpId="0" autoUpdateAnimBg="0"/>
      <p:bldP spid="62" grpId="0" autoUpdateAnimBg="0"/>
      <p:bldP spid="64" grpId="0" autoUpdateAnimBg="0"/>
      <p:bldP spid="72" grpId="0"/>
      <p:bldP spid="74" grpId="0"/>
      <p:bldP spid="59" grpId="0"/>
      <p:bldP spid="61" grpId="0"/>
      <p:bldP spid="76" grpId="0"/>
      <p:bldP spid="46" grpId="0"/>
      <p:bldP spid="63" grpId="0"/>
      <p:bldP spid="66" grpId="0"/>
      <p:bldP spid="6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0">
            <a:extLst>
              <a:ext uri="{FF2B5EF4-FFF2-40B4-BE49-F238E27FC236}">
                <a16:creationId xmlns:a16="http://schemas.microsoft.com/office/drawing/2014/main" id="{79987FEA-16DB-4353-B2BC-72C668910276}"/>
              </a:ext>
            </a:extLst>
          </p:cNvPr>
          <p:cNvSpPr txBox="1">
            <a:spLocks noChangeArrowheads="1"/>
          </p:cNvSpPr>
          <p:nvPr/>
        </p:nvSpPr>
        <p:spPr bwMode="auto">
          <a:xfrm>
            <a:off x="1115318" y="987574"/>
            <a:ext cx="10084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solidFill>
                  <a:srgbClr val="0064FF"/>
                </a:solidFill>
                <a:latin typeface="+mn-ea"/>
                <a:ea typeface="+mn-ea"/>
              </a:rPr>
              <a:t>同理</a:t>
            </a:r>
          </a:p>
        </p:txBody>
      </p:sp>
      <p:graphicFrame>
        <p:nvGraphicFramePr>
          <p:cNvPr id="6" name="Object 5">
            <a:extLst>
              <a:ext uri="{FF2B5EF4-FFF2-40B4-BE49-F238E27FC236}">
                <a16:creationId xmlns:a16="http://schemas.microsoft.com/office/drawing/2014/main" id="{B717B565-BAC5-4A51-B217-9E4AA343B64E}"/>
              </a:ext>
            </a:extLst>
          </p:cNvPr>
          <p:cNvGraphicFramePr>
            <a:graphicFrameLocks noChangeAspect="1"/>
          </p:cNvGraphicFramePr>
          <p:nvPr>
            <p:extLst>
              <p:ext uri="{D42A27DB-BD31-4B8C-83A1-F6EECF244321}">
                <p14:modId xmlns:p14="http://schemas.microsoft.com/office/powerpoint/2010/main" val="417511142"/>
              </p:ext>
            </p:extLst>
          </p:nvPr>
        </p:nvGraphicFramePr>
        <p:xfrm>
          <a:off x="2100948" y="1150357"/>
          <a:ext cx="1485720" cy="279360"/>
        </p:xfrm>
        <a:graphic>
          <a:graphicData uri="http://schemas.openxmlformats.org/presentationml/2006/ole">
            <mc:AlternateContent xmlns:mc="http://schemas.openxmlformats.org/markup-compatibility/2006">
              <mc:Choice xmlns:v="urn:schemas-microsoft-com:vml" Requires="v">
                <p:oleObj spid="_x0000_s155056" name="Equation" r:id="rId4" imgW="1485720" imgH="279360" progId="Equation.DSMT4">
                  <p:embed/>
                </p:oleObj>
              </mc:Choice>
              <mc:Fallback>
                <p:oleObj name="Equation" r:id="rId4" imgW="1485720" imgH="279360" progId="Equation.DSMT4">
                  <p:embed/>
                  <p:pic>
                    <p:nvPicPr>
                      <p:cNvPr id="0" name="Picture 89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0948" y="1150357"/>
                        <a:ext cx="1485720" cy="2793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a:extLst>
              <a:ext uri="{FF2B5EF4-FFF2-40B4-BE49-F238E27FC236}">
                <a16:creationId xmlns:a16="http://schemas.microsoft.com/office/drawing/2014/main" id="{A48735C9-9C99-40C8-8D69-6CB4289F3CF9}"/>
              </a:ext>
            </a:extLst>
          </p:cNvPr>
          <p:cNvGraphicFramePr>
            <a:graphicFrameLocks noChangeAspect="1"/>
          </p:cNvGraphicFramePr>
          <p:nvPr>
            <p:extLst>
              <p:ext uri="{D42A27DB-BD31-4B8C-83A1-F6EECF244321}">
                <p14:modId xmlns:p14="http://schemas.microsoft.com/office/powerpoint/2010/main" val="1497546867"/>
              </p:ext>
            </p:extLst>
          </p:nvPr>
        </p:nvGraphicFramePr>
        <p:xfrm>
          <a:off x="2121743" y="1858870"/>
          <a:ext cx="1460160" cy="317160"/>
        </p:xfrm>
        <a:graphic>
          <a:graphicData uri="http://schemas.openxmlformats.org/presentationml/2006/ole">
            <mc:AlternateContent xmlns:mc="http://schemas.openxmlformats.org/markup-compatibility/2006">
              <mc:Choice xmlns:v="urn:schemas-microsoft-com:vml" Requires="v">
                <p:oleObj spid="_x0000_s155057" name="Equation" r:id="rId6" imgW="1460160" imgH="317160" progId="Equation.DSMT4">
                  <p:embed/>
                </p:oleObj>
              </mc:Choice>
              <mc:Fallback>
                <p:oleObj name="Equation" r:id="rId6" imgW="1460160" imgH="317160" progId="Equation.DSMT4">
                  <p:embed/>
                  <p:pic>
                    <p:nvPicPr>
                      <p:cNvPr id="0" name="Picture 89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1743" y="1858870"/>
                        <a:ext cx="1460160" cy="3171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a:extLst>
              <a:ext uri="{FF2B5EF4-FFF2-40B4-BE49-F238E27FC236}">
                <a16:creationId xmlns:a16="http://schemas.microsoft.com/office/drawing/2014/main" id="{47DDC87C-44C4-4A6C-AF72-6997E520B4E9}"/>
              </a:ext>
            </a:extLst>
          </p:cNvPr>
          <p:cNvGraphicFramePr>
            <a:graphicFrameLocks noChangeAspect="1"/>
          </p:cNvGraphicFramePr>
          <p:nvPr>
            <p:extLst>
              <p:ext uri="{D42A27DB-BD31-4B8C-83A1-F6EECF244321}">
                <p14:modId xmlns:p14="http://schemas.microsoft.com/office/powerpoint/2010/main" val="2195696038"/>
              </p:ext>
            </p:extLst>
          </p:nvPr>
        </p:nvGraphicFramePr>
        <p:xfrm>
          <a:off x="2128639" y="2627340"/>
          <a:ext cx="1498320" cy="317160"/>
        </p:xfrm>
        <a:graphic>
          <a:graphicData uri="http://schemas.openxmlformats.org/presentationml/2006/ole">
            <mc:AlternateContent xmlns:mc="http://schemas.openxmlformats.org/markup-compatibility/2006">
              <mc:Choice xmlns:v="urn:schemas-microsoft-com:vml" Requires="v">
                <p:oleObj spid="_x0000_s155058" name="Equation" r:id="rId8" imgW="1498320" imgH="317160" progId="Equation.DSMT4">
                  <p:embed/>
                </p:oleObj>
              </mc:Choice>
              <mc:Fallback>
                <p:oleObj name="Equation" r:id="rId8" imgW="1498320" imgH="317160" progId="Equation.DSMT4">
                  <p:embed/>
                  <p:pic>
                    <p:nvPicPr>
                      <p:cNvPr id="0" name="Picture 89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8639" y="2627340"/>
                        <a:ext cx="1498320" cy="3171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 name="组合 13">
            <a:extLst>
              <a:ext uri="{FF2B5EF4-FFF2-40B4-BE49-F238E27FC236}">
                <a16:creationId xmlns:a16="http://schemas.microsoft.com/office/drawing/2014/main" id="{A03E22C2-E1AB-4884-9B00-78B79AA98C05}"/>
              </a:ext>
            </a:extLst>
          </p:cNvPr>
          <p:cNvGrpSpPr>
            <a:grpSpLocks/>
          </p:cNvGrpSpPr>
          <p:nvPr/>
        </p:nvGrpSpPr>
        <p:grpSpPr bwMode="auto">
          <a:xfrm>
            <a:off x="3563938" y="1737271"/>
            <a:ext cx="5064125" cy="461665"/>
            <a:chOff x="3828355" y="4436394"/>
            <a:chExt cx="5064125" cy="461351"/>
          </a:xfrm>
        </p:grpSpPr>
        <p:graphicFrame>
          <p:nvGraphicFramePr>
            <p:cNvPr id="11" name="Object 8">
              <a:extLst>
                <a:ext uri="{FF2B5EF4-FFF2-40B4-BE49-F238E27FC236}">
                  <a16:creationId xmlns:a16="http://schemas.microsoft.com/office/drawing/2014/main" id="{60F0CC7B-0E39-40C3-8FC8-02B9F200B73F}"/>
                </a:ext>
              </a:extLst>
            </p:cNvPr>
            <p:cNvGraphicFramePr>
              <a:graphicFrameLocks noChangeAspect="1"/>
            </p:cNvGraphicFramePr>
            <p:nvPr>
              <p:extLst>
                <p:ext uri="{D42A27DB-BD31-4B8C-83A1-F6EECF244321}">
                  <p14:modId xmlns:p14="http://schemas.microsoft.com/office/powerpoint/2010/main" val="1409011156"/>
                </p:ext>
              </p:extLst>
            </p:nvPr>
          </p:nvGraphicFramePr>
          <p:xfrm>
            <a:off x="4285698" y="4509173"/>
            <a:ext cx="965160" cy="342487"/>
          </p:xfrm>
          <a:graphic>
            <a:graphicData uri="http://schemas.openxmlformats.org/presentationml/2006/ole">
              <mc:AlternateContent xmlns:mc="http://schemas.openxmlformats.org/markup-compatibility/2006">
                <mc:Choice xmlns:v="urn:schemas-microsoft-com:vml" Requires="v">
                  <p:oleObj spid="_x0000_s155059" name="Equation" r:id="rId10" imgW="965160" imgH="342720" progId="Equation.DSMT4">
                    <p:embed/>
                  </p:oleObj>
                </mc:Choice>
                <mc:Fallback>
                  <p:oleObj name="Equation" r:id="rId10" imgW="965160" imgH="342720" progId="Equation.DSMT4">
                    <p:embed/>
                    <p:pic>
                      <p:nvPicPr>
                        <p:cNvPr id="0" name="Picture 899"/>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4285698" y="4509173"/>
                          <a:ext cx="965160" cy="342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12">
              <a:extLst>
                <a:ext uri="{FF2B5EF4-FFF2-40B4-BE49-F238E27FC236}">
                  <a16:creationId xmlns:a16="http://schemas.microsoft.com/office/drawing/2014/main" id="{0438D555-274F-463C-8D34-BF159E1F67F8}"/>
                </a:ext>
              </a:extLst>
            </p:cNvPr>
            <p:cNvSpPr txBox="1">
              <a:spLocks noChangeArrowheads="1"/>
            </p:cNvSpPr>
            <p:nvPr/>
          </p:nvSpPr>
          <p:spPr bwMode="auto">
            <a:xfrm>
              <a:off x="3828355" y="4436394"/>
              <a:ext cx="5064125" cy="461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      上单调增加且连续</a:t>
              </a:r>
              <a:r>
                <a:rPr kumimoji="1" lang="en-US" altLang="zh-CN" sz="2400" b="1" dirty="0">
                  <a:latin typeface="+mn-ea"/>
                  <a:ea typeface="+mn-ea"/>
                </a:rPr>
                <a:t>,</a:t>
              </a:r>
            </a:p>
          </p:txBody>
        </p:sp>
      </p:grpSp>
      <p:sp>
        <p:nvSpPr>
          <p:cNvPr id="16" name="Text Box 9">
            <a:extLst>
              <a:ext uri="{FF2B5EF4-FFF2-40B4-BE49-F238E27FC236}">
                <a16:creationId xmlns:a16="http://schemas.microsoft.com/office/drawing/2014/main" id="{2C74D387-5EBD-401E-93B7-F1458C18733C}"/>
              </a:ext>
            </a:extLst>
          </p:cNvPr>
          <p:cNvSpPr txBox="1">
            <a:spLocks noChangeArrowheads="1"/>
          </p:cNvSpPr>
          <p:nvPr/>
        </p:nvSpPr>
        <p:spPr bwMode="auto">
          <a:xfrm>
            <a:off x="1187624" y="3597847"/>
            <a:ext cx="6336234" cy="461665"/>
          </a:xfrm>
          <a:prstGeom prst="rect">
            <a:avLst/>
          </a:prstGeom>
          <a:solidFill>
            <a:srgbClr val="FFFF00"/>
          </a:solidFill>
          <a:ln w="19050">
            <a:solidFill>
              <a:schemeClr val="bg1"/>
            </a:solidFill>
          </a:ln>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solidFill>
                  <a:srgbClr val="0064FF"/>
                </a:solidFill>
                <a:latin typeface="+mn-ea"/>
                <a:ea typeface="+mn-ea"/>
              </a:rPr>
              <a:t>结论</a:t>
            </a:r>
            <a:r>
              <a:rPr kumimoji="1" lang="zh-CN" altLang="en-US" sz="2400" b="1" dirty="0">
                <a:latin typeface="+mn-ea"/>
                <a:ea typeface="+mn-ea"/>
              </a:rPr>
              <a:t> 反三角函数在其定义域内都是连续的</a:t>
            </a:r>
            <a:r>
              <a:rPr kumimoji="1" lang="en-US" altLang="zh-CN" sz="2400" b="1" dirty="0">
                <a:latin typeface="+mn-ea"/>
                <a:ea typeface="+mn-ea"/>
              </a:rPr>
              <a:t>.</a:t>
            </a:r>
            <a:endParaRPr kumimoji="1" lang="zh-CN" altLang="en-US" sz="2400" b="1" dirty="0">
              <a:latin typeface="+mn-ea"/>
              <a:ea typeface="+mn-ea"/>
            </a:endParaRPr>
          </a:p>
        </p:txBody>
      </p:sp>
      <p:grpSp>
        <p:nvGrpSpPr>
          <p:cNvPr id="3" name="组合 2"/>
          <p:cNvGrpSpPr/>
          <p:nvPr/>
        </p:nvGrpSpPr>
        <p:grpSpPr>
          <a:xfrm>
            <a:off x="3563888" y="1017266"/>
            <a:ext cx="5064125" cy="461665"/>
            <a:chOff x="3563888" y="1017266"/>
            <a:chExt cx="5064125" cy="461665"/>
          </a:xfrm>
        </p:grpSpPr>
        <p:sp>
          <p:nvSpPr>
            <p:cNvPr id="9" name="Text Box 12">
              <a:extLst>
                <a:ext uri="{FF2B5EF4-FFF2-40B4-BE49-F238E27FC236}">
                  <a16:creationId xmlns:a16="http://schemas.microsoft.com/office/drawing/2014/main" id="{523EB1A6-26A6-4B90-9D76-0A178214DAE8}"/>
                </a:ext>
              </a:extLst>
            </p:cNvPr>
            <p:cNvSpPr txBox="1">
              <a:spLocks noChangeArrowheads="1"/>
            </p:cNvSpPr>
            <p:nvPr/>
          </p:nvSpPr>
          <p:spPr bwMode="auto">
            <a:xfrm>
              <a:off x="3563888" y="1017266"/>
              <a:ext cx="5064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      上单调减少且连续</a:t>
              </a:r>
              <a:r>
                <a:rPr kumimoji="1" lang="en-US" altLang="zh-CN" sz="2400" b="1" dirty="0">
                  <a:latin typeface="+mn-ea"/>
                  <a:ea typeface="+mn-ea"/>
                </a:rPr>
                <a:t>,</a:t>
              </a:r>
            </a:p>
          </p:txBody>
        </p:sp>
        <p:graphicFrame>
          <p:nvGraphicFramePr>
            <p:cNvPr id="18" name="Object 8">
              <a:extLst>
                <a:ext uri="{FF2B5EF4-FFF2-40B4-BE49-F238E27FC236}">
                  <a16:creationId xmlns:a16="http://schemas.microsoft.com/office/drawing/2014/main" id="{1DBF83AC-3C50-477F-B6CE-02299C62DAC1}"/>
                </a:ext>
              </a:extLst>
            </p:cNvPr>
            <p:cNvGraphicFramePr>
              <a:graphicFrameLocks noChangeAspect="1"/>
            </p:cNvGraphicFramePr>
            <p:nvPr>
              <p:extLst>
                <p:ext uri="{D42A27DB-BD31-4B8C-83A1-F6EECF244321}">
                  <p14:modId xmlns:p14="http://schemas.microsoft.com/office/powerpoint/2010/main" val="3019756993"/>
                </p:ext>
              </p:extLst>
            </p:nvPr>
          </p:nvGraphicFramePr>
          <p:xfrm>
            <a:off x="4067944" y="1089199"/>
            <a:ext cx="823913" cy="352425"/>
          </p:xfrm>
          <a:graphic>
            <a:graphicData uri="http://schemas.openxmlformats.org/presentationml/2006/ole">
              <mc:AlternateContent xmlns:mc="http://schemas.openxmlformats.org/markup-compatibility/2006">
                <mc:Choice xmlns:v="urn:schemas-microsoft-com:vml" Requires="v">
                  <p:oleObj spid="_x0000_s155060" name="Equation" r:id="rId12" imgW="812520" imgH="342720" progId="Equation.DSMT4">
                    <p:embed/>
                  </p:oleObj>
                </mc:Choice>
                <mc:Fallback>
                  <p:oleObj name="Equation" r:id="rId12" imgW="812520" imgH="342720" progId="Equation.DSMT4">
                    <p:embed/>
                    <p:pic>
                      <p:nvPicPr>
                        <p:cNvPr id="0" name="Picture 900"/>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4067944" y="1089199"/>
                          <a:ext cx="823913"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 name="组合 1"/>
          <p:cNvGrpSpPr/>
          <p:nvPr/>
        </p:nvGrpSpPr>
        <p:grpSpPr>
          <a:xfrm>
            <a:off x="3612331" y="2529359"/>
            <a:ext cx="5064125" cy="461665"/>
            <a:chOff x="3612331" y="2529359"/>
            <a:chExt cx="5064125" cy="461665"/>
          </a:xfrm>
        </p:grpSpPr>
        <p:sp>
          <p:nvSpPr>
            <p:cNvPr id="19" name="Text Box 12">
              <a:extLst>
                <a:ext uri="{FF2B5EF4-FFF2-40B4-BE49-F238E27FC236}">
                  <a16:creationId xmlns:a16="http://schemas.microsoft.com/office/drawing/2014/main" id="{BC28413E-72B4-4CE6-9E5A-658AC5C1B208}"/>
                </a:ext>
              </a:extLst>
            </p:cNvPr>
            <p:cNvSpPr txBox="1">
              <a:spLocks noChangeArrowheads="1"/>
            </p:cNvSpPr>
            <p:nvPr/>
          </p:nvSpPr>
          <p:spPr bwMode="auto">
            <a:xfrm>
              <a:off x="3612331" y="2529359"/>
              <a:ext cx="5064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      上单调减少且连续</a:t>
              </a:r>
              <a:r>
                <a:rPr kumimoji="1" lang="en-US" altLang="zh-CN" sz="2400" b="1" dirty="0">
                  <a:latin typeface="+mn-ea"/>
                  <a:ea typeface="+mn-ea"/>
                </a:rPr>
                <a:t>.</a:t>
              </a:r>
            </a:p>
          </p:txBody>
        </p:sp>
        <p:graphicFrame>
          <p:nvGraphicFramePr>
            <p:cNvPr id="20" name="Object 8">
              <a:extLst>
                <a:ext uri="{FF2B5EF4-FFF2-40B4-BE49-F238E27FC236}">
                  <a16:creationId xmlns:a16="http://schemas.microsoft.com/office/drawing/2014/main" id="{7DEE2379-AB39-45D0-ABE1-A13722EDCE9A}"/>
                </a:ext>
              </a:extLst>
            </p:cNvPr>
            <p:cNvGraphicFramePr>
              <a:graphicFrameLocks noChangeAspect="1"/>
            </p:cNvGraphicFramePr>
            <p:nvPr>
              <p:extLst>
                <p:ext uri="{D42A27DB-BD31-4B8C-83A1-F6EECF244321}">
                  <p14:modId xmlns:p14="http://schemas.microsoft.com/office/powerpoint/2010/main" val="4093809113"/>
                </p:ext>
              </p:extLst>
            </p:nvPr>
          </p:nvGraphicFramePr>
          <p:xfrm>
            <a:off x="4021281" y="2589070"/>
            <a:ext cx="965160" cy="342720"/>
          </p:xfrm>
          <a:graphic>
            <a:graphicData uri="http://schemas.openxmlformats.org/presentationml/2006/ole">
              <mc:AlternateContent xmlns:mc="http://schemas.openxmlformats.org/markup-compatibility/2006">
                <mc:Choice xmlns:v="urn:schemas-microsoft-com:vml" Requires="v">
                  <p:oleObj spid="_x0000_s155061" name="Equation" r:id="rId14" imgW="965160" imgH="342720" progId="Equation.DSMT4">
                    <p:embed/>
                  </p:oleObj>
                </mc:Choice>
                <mc:Fallback>
                  <p:oleObj name="Equation" r:id="rId14" imgW="965160" imgH="342720" progId="Equation.DSMT4">
                    <p:embed/>
                    <p:pic>
                      <p:nvPicPr>
                        <p:cNvPr id="0" name="Picture 901"/>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4021281" y="2589070"/>
                          <a:ext cx="965160" cy="3427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801580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ED8B3384-0E37-41D7-8A8B-7201119C89A2}"/>
              </a:ext>
            </a:extLst>
          </p:cNvPr>
          <p:cNvGrpSpPr/>
          <p:nvPr/>
        </p:nvGrpSpPr>
        <p:grpSpPr>
          <a:xfrm>
            <a:off x="1187624" y="0"/>
            <a:ext cx="6366321" cy="4896544"/>
            <a:chOff x="1187624" y="123478"/>
            <a:chExt cx="6366321" cy="4896544"/>
          </a:xfrm>
        </p:grpSpPr>
        <p:pic>
          <p:nvPicPr>
            <p:cNvPr id="2" name="图片 1">
              <a:extLst>
                <a:ext uri="{FF2B5EF4-FFF2-40B4-BE49-F238E27FC236}">
                  <a16:creationId xmlns:a16="http://schemas.microsoft.com/office/drawing/2014/main" id="{4CD21831-B60B-417E-8171-7784D6F3D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123478"/>
              <a:ext cx="6048672" cy="4780263"/>
            </a:xfrm>
            <a:prstGeom prst="rect">
              <a:avLst/>
            </a:prstGeom>
          </p:spPr>
        </p:pic>
        <p:sp>
          <p:nvSpPr>
            <p:cNvPr id="3" name="文本框 2">
              <a:extLst>
                <a:ext uri="{FF2B5EF4-FFF2-40B4-BE49-F238E27FC236}">
                  <a16:creationId xmlns:a16="http://schemas.microsoft.com/office/drawing/2014/main" id="{B599AC61-90F0-4393-B8FB-7CA0A7B331E9}"/>
                </a:ext>
              </a:extLst>
            </p:cNvPr>
            <p:cNvSpPr txBox="1"/>
            <p:nvPr/>
          </p:nvSpPr>
          <p:spPr>
            <a:xfrm>
              <a:off x="1763688" y="318413"/>
              <a:ext cx="936104" cy="369332"/>
            </a:xfrm>
            <a:prstGeom prst="rect">
              <a:avLst/>
            </a:prstGeom>
            <a:solidFill>
              <a:schemeClr val="bg1"/>
            </a:solidFill>
          </p:spPr>
          <p:txBody>
            <a:bodyPr wrap="square" rtlCol="0">
              <a:spAutoFit/>
            </a:bodyPr>
            <a:lstStyle/>
            <a:p>
              <a:endParaRPr lang="zh-CN" altLang="en-US" dirty="0"/>
            </a:p>
          </p:txBody>
        </p:sp>
        <p:sp>
          <p:nvSpPr>
            <p:cNvPr id="4" name="文本框 3">
              <a:extLst>
                <a:ext uri="{FF2B5EF4-FFF2-40B4-BE49-F238E27FC236}">
                  <a16:creationId xmlns:a16="http://schemas.microsoft.com/office/drawing/2014/main" id="{5E6AFB2E-6C7E-4398-9364-3EB6128ED0E3}"/>
                </a:ext>
              </a:extLst>
            </p:cNvPr>
            <p:cNvSpPr txBox="1"/>
            <p:nvPr/>
          </p:nvSpPr>
          <p:spPr>
            <a:xfrm>
              <a:off x="2699792" y="2726067"/>
              <a:ext cx="936104" cy="369332"/>
            </a:xfrm>
            <a:prstGeom prst="rect">
              <a:avLst/>
            </a:prstGeom>
            <a:solidFill>
              <a:schemeClr val="bg1"/>
            </a:solidFill>
          </p:spPr>
          <p:txBody>
            <a:bodyPr wrap="square" rtlCol="0">
              <a:spAutoFit/>
            </a:bodyPr>
            <a:lstStyle/>
            <a:p>
              <a:endParaRPr lang="zh-CN" altLang="en-US" dirty="0"/>
            </a:p>
          </p:txBody>
        </p:sp>
        <p:graphicFrame>
          <p:nvGraphicFramePr>
            <p:cNvPr id="6" name="对象 5">
              <a:extLst>
                <a:ext uri="{FF2B5EF4-FFF2-40B4-BE49-F238E27FC236}">
                  <a16:creationId xmlns:a16="http://schemas.microsoft.com/office/drawing/2014/main" id="{BE468C38-F774-45B0-8DB6-B6A2DC83F0F6}"/>
                </a:ext>
              </a:extLst>
            </p:cNvPr>
            <p:cNvGraphicFramePr>
              <a:graphicFrameLocks noChangeAspect="1"/>
            </p:cNvGraphicFramePr>
            <p:nvPr>
              <p:extLst>
                <p:ext uri="{D42A27DB-BD31-4B8C-83A1-F6EECF244321}">
                  <p14:modId xmlns:p14="http://schemas.microsoft.com/office/powerpoint/2010/main" val="2447808028"/>
                </p:ext>
              </p:extLst>
            </p:nvPr>
          </p:nvGraphicFramePr>
          <p:xfrm>
            <a:off x="2266307" y="2513609"/>
            <a:ext cx="1447800" cy="342900"/>
          </p:xfrm>
          <a:graphic>
            <a:graphicData uri="http://schemas.openxmlformats.org/presentationml/2006/ole">
              <mc:AlternateContent xmlns:mc="http://schemas.openxmlformats.org/markup-compatibility/2006">
                <mc:Choice xmlns:v="urn:schemas-microsoft-com:vml" Requires="v">
                  <p:oleObj spid="_x0000_s170094" name="Equation" r:id="rId4" imgW="1447560" imgH="342720" progId="Equation.DSMT4">
                    <p:embed/>
                  </p:oleObj>
                </mc:Choice>
                <mc:Fallback>
                  <p:oleObj name="Equation" r:id="rId4" imgW="1447560" imgH="342720" progId="Equation.DSMT4">
                    <p:embed/>
                    <p:pic>
                      <p:nvPicPr>
                        <p:cNvPr id="0" name=""/>
                        <p:cNvPicPr/>
                        <p:nvPr/>
                      </p:nvPicPr>
                      <p:blipFill>
                        <a:blip r:embed="rId5"/>
                        <a:stretch>
                          <a:fillRect/>
                        </a:stretch>
                      </p:blipFill>
                      <p:spPr>
                        <a:xfrm>
                          <a:off x="2266307" y="2513609"/>
                          <a:ext cx="1447800" cy="342900"/>
                        </a:xfrm>
                        <a:prstGeom prst="rect">
                          <a:avLst/>
                        </a:prstGeom>
                        <a:solidFill>
                          <a:schemeClr val="bg1"/>
                        </a:solidFill>
                      </p:spPr>
                    </p:pic>
                  </p:oleObj>
                </mc:Fallback>
              </mc:AlternateContent>
            </a:graphicData>
          </a:graphic>
        </p:graphicFrame>
        <p:graphicFrame>
          <p:nvGraphicFramePr>
            <p:cNvPr id="7" name="对象 6">
              <a:extLst>
                <a:ext uri="{FF2B5EF4-FFF2-40B4-BE49-F238E27FC236}">
                  <a16:creationId xmlns:a16="http://schemas.microsoft.com/office/drawing/2014/main" id="{FCEBC443-44D5-4F67-AA33-6EA907CA76D5}"/>
                </a:ext>
              </a:extLst>
            </p:cNvPr>
            <p:cNvGraphicFramePr>
              <a:graphicFrameLocks noChangeAspect="1"/>
            </p:cNvGraphicFramePr>
            <p:nvPr>
              <p:extLst>
                <p:ext uri="{D42A27DB-BD31-4B8C-83A1-F6EECF244321}">
                  <p14:modId xmlns:p14="http://schemas.microsoft.com/office/powerpoint/2010/main" val="3475606181"/>
                </p:ext>
              </p:extLst>
            </p:nvPr>
          </p:nvGraphicFramePr>
          <p:xfrm>
            <a:off x="5412430" y="2513609"/>
            <a:ext cx="1485900" cy="279400"/>
          </p:xfrm>
          <a:graphic>
            <a:graphicData uri="http://schemas.openxmlformats.org/presentationml/2006/ole">
              <mc:AlternateContent xmlns:mc="http://schemas.openxmlformats.org/markup-compatibility/2006">
                <mc:Choice xmlns:v="urn:schemas-microsoft-com:vml" Requires="v">
                  <p:oleObj spid="_x0000_s170095" name="Equation" r:id="rId6" imgW="1485720" imgH="279360" progId="Equation.DSMT4">
                    <p:embed/>
                  </p:oleObj>
                </mc:Choice>
                <mc:Fallback>
                  <p:oleObj name="Equation" r:id="rId6" imgW="1485720" imgH="279360" progId="Equation.DSMT4">
                    <p:embed/>
                    <p:pic>
                      <p:nvPicPr>
                        <p:cNvPr id="6" name="对象 5">
                          <a:extLst>
                            <a:ext uri="{FF2B5EF4-FFF2-40B4-BE49-F238E27FC236}">
                              <a16:creationId xmlns:a16="http://schemas.microsoft.com/office/drawing/2014/main" id="{BE468C38-F774-45B0-8DB6-B6A2DC83F0F6}"/>
                            </a:ext>
                          </a:extLst>
                        </p:cNvPr>
                        <p:cNvPicPr/>
                        <p:nvPr/>
                      </p:nvPicPr>
                      <p:blipFill>
                        <a:blip r:embed="rId7"/>
                        <a:stretch>
                          <a:fillRect/>
                        </a:stretch>
                      </p:blipFill>
                      <p:spPr>
                        <a:xfrm>
                          <a:off x="5412430" y="2513609"/>
                          <a:ext cx="1485900" cy="279400"/>
                        </a:xfrm>
                        <a:prstGeom prst="rect">
                          <a:avLst/>
                        </a:prstGeom>
                        <a:solidFill>
                          <a:schemeClr val="bg1"/>
                        </a:solidFill>
                      </p:spPr>
                    </p:pic>
                  </p:oleObj>
                </mc:Fallback>
              </mc:AlternateContent>
            </a:graphicData>
          </a:graphic>
        </p:graphicFrame>
        <p:graphicFrame>
          <p:nvGraphicFramePr>
            <p:cNvPr id="8" name="对象 7">
              <a:extLst>
                <a:ext uri="{FF2B5EF4-FFF2-40B4-BE49-F238E27FC236}">
                  <a16:creationId xmlns:a16="http://schemas.microsoft.com/office/drawing/2014/main" id="{EECA4E0B-B39F-4C6C-B8BE-5C0B6D3CA161}"/>
                </a:ext>
              </a:extLst>
            </p:cNvPr>
            <p:cNvGraphicFramePr>
              <a:graphicFrameLocks noChangeAspect="1"/>
            </p:cNvGraphicFramePr>
            <p:nvPr>
              <p:extLst>
                <p:ext uri="{D42A27DB-BD31-4B8C-83A1-F6EECF244321}">
                  <p14:modId xmlns:p14="http://schemas.microsoft.com/office/powerpoint/2010/main" val="3979526281"/>
                </p:ext>
              </p:extLst>
            </p:nvPr>
          </p:nvGraphicFramePr>
          <p:xfrm>
            <a:off x="2437594" y="4443958"/>
            <a:ext cx="1460500" cy="317500"/>
          </p:xfrm>
          <a:graphic>
            <a:graphicData uri="http://schemas.openxmlformats.org/presentationml/2006/ole">
              <mc:AlternateContent xmlns:mc="http://schemas.openxmlformats.org/markup-compatibility/2006">
                <mc:Choice xmlns:v="urn:schemas-microsoft-com:vml" Requires="v">
                  <p:oleObj spid="_x0000_s170096" name="Equation" r:id="rId8" imgW="1460160" imgH="317160" progId="Equation.DSMT4">
                    <p:embed/>
                  </p:oleObj>
                </mc:Choice>
                <mc:Fallback>
                  <p:oleObj name="Equation" r:id="rId8" imgW="1460160" imgH="317160" progId="Equation.DSMT4">
                    <p:embed/>
                    <p:pic>
                      <p:nvPicPr>
                        <p:cNvPr id="6" name="对象 5">
                          <a:extLst>
                            <a:ext uri="{FF2B5EF4-FFF2-40B4-BE49-F238E27FC236}">
                              <a16:creationId xmlns:a16="http://schemas.microsoft.com/office/drawing/2014/main" id="{BE468C38-F774-45B0-8DB6-B6A2DC83F0F6}"/>
                            </a:ext>
                          </a:extLst>
                        </p:cNvPr>
                        <p:cNvPicPr/>
                        <p:nvPr/>
                      </p:nvPicPr>
                      <p:blipFill>
                        <a:blip r:embed="rId9"/>
                        <a:stretch>
                          <a:fillRect/>
                        </a:stretch>
                      </p:blipFill>
                      <p:spPr>
                        <a:xfrm>
                          <a:off x="2437594" y="4443958"/>
                          <a:ext cx="1460500" cy="317500"/>
                        </a:xfrm>
                        <a:prstGeom prst="rect">
                          <a:avLst/>
                        </a:prstGeom>
                        <a:solidFill>
                          <a:schemeClr val="bg1"/>
                        </a:solidFill>
                      </p:spPr>
                    </p:pic>
                  </p:oleObj>
                </mc:Fallback>
              </mc:AlternateContent>
            </a:graphicData>
          </a:graphic>
        </p:graphicFrame>
        <p:graphicFrame>
          <p:nvGraphicFramePr>
            <p:cNvPr id="9" name="对象 8">
              <a:extLst>
                <a:ext uri="{FF2B5EF4-FFF2-40B4-BE49-F238E27FC236}">
                  <a16:creationId xmlns:a16="http://schemas.microsoft.com/office/drawing/2014/main" id="{6D0BAB65-86D7-4DC8-AA86-27C1D67417C2}"/>
                </a:ext>
              </a:extLst>
            </p:cNvPr>
            <p:cNvGraphicFramePr>
              <a:graphicFrameLocks noChangeAspect="1"/>
            </p:cNvGraphicFramePr>
            <p:nvPr>
              <p:extLst>
                <p:ext uri="{D42A27DB-BD31-4B8C-83A1-F6EECF244321}">
                  <p14:modId xmlns:p14="http://schemas.microsoft.com/office/powerpoint/2010/main" val="2604324448"/>
                </p:ext>
              </p:extLst>
            </p:nvPr>
          </p:nvGraphicFramePr>
          <p:xfrm>
            <a:off x="5455019" y="4285208"/>
            <a:ext cx="1460500" cy="317500"/>
          </p:xfrm>
          <a:graphic>
            <a:graphicData uri="http://schemas.openxmlformats.org/presentationml/2006/ole">
              <mc:AlternateContent xmlns:mc="http://schemas.openxmlformats.org/markup-compatibility/2006">
                <mc:Choice xmlns:v="urn:schemas-microsoft-com:vml" Requires="v">
                  <p:oleObj spid="_x0000_s170097" name="Equation" r:id="rId10" imgW="1460160" imgH="317160" progId="Equation.DSMT4">
                    <p:embed/>
                  </p:oleObj>
                </mc:Choice>
                <mc:Fallback>
                  <p:oleObj name="Equation" r:id="rId10" imgW="1460160" imgH="317160" progId="Equation.DSMT4">
                    <p:embed/>
                    <p:pic>
                      <p:nvPicPr>
                        <p:cNvPr id="6" name="对象 5">
                          <a:extLst>
                            <a:ext uri="{FF2B5EF4-FFF2-40B4-BE49-F238E27FC236}">
                              <a16:creationId xmlns:a16="http://schemas.microsoft.com/office/drawing/2014/main" id="{BE468C38-F774-45B0-8DB6-B6A2DC83F0F6}"/>
                            </a:ext>
                          </a:extLst>
                        </p:cNvPr>
                        <p:cNvPicPr/>
                        <p:nvPr/>
                      </p:nvPicPr>
                      <p:blipFill>
                        <a:blip r:embed="rId11"/>
                        <a:stretch>
                          <a:fillRect/>
                        </a:stretch>
                      </p:blipFill>
                      <p:spPr>
                        <a:xfrm>
                          <a:off x="5455019" y="4285208"/>
                          <a:ext cx="1460500" cy="317500"/>
                        </a:xfrm>
                        <a:prstGeom prst="rect">
                          <a:avLst/>
                        </a:prstGeom>
                        <a:solidFill>
                          <a:schemeClr val="bg1"/>
                        </a:solidFill>
                      </p:spPr>
                    </p:pic>
                  </p:oleObj>
                </mc:Fallback>
              </mc:AlternateContent>
            </a:graphicData>
          </a:graphic>
        </p:graphicFrame>
        <p:sp>
          <p:nvSpPr>
            <p:cNvPr id="10" name="文本框 9">
              <a:extLst>
                <a:ext uri="{FF2B5EF4-FFF2-40B4-BE49-F238E27FC236}">
                  <a16:creationId xmlns:a16="http://schemas.microsoft.com/office/drawing/2014/main" id="{ADD1265D-2CB8-4BDB-A9EE-D1500FF30F5A}"/>
                </a:ext>
              </a:extLst>
            </p:cNvPr>
            <p:cNvSpPr txBox="1"/>
            <p:nvPr/>
          </p:nvSpPr>
          <p:spPr>
            <a:xfrm>
              <a:off x="7092280" y="4031503"/>
              <a:ext cx="461665" cy="988519"/>
            </a:xfrm>
            <a:prstGeom prst="rect">
              <a:avLst/>
            </a:prstGeom>
            <a:solidFill>
              <a:schemeClr val="bg1"/>
            </a:solidFill>
          </p:spPr>
          <p:txBody>
            <a:bodyPr vert="eaVert" wrap="square" rtlCol="0">
              <a:spAutoFit/>
            </a:bodyPr>
            <a:lstStyle/>
            <a:p>
              <a:endParaRPr lang="zh-CN" altLang="en-US" dirty="0"/>
            </a:p>
          </p:txBody>
        </p:sp>
      </p:grpSp>
    </p:spTree>
    <p:extLst>
      <p:ext uri="{BB962C8B-B14F-4D97-AF65-F5344CB8AC3E}">
        <p14:creationId xmlns:p14="http://schemas.microsoft.com/office/powerpoint/2010/main" val="1825283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a:extLst>
              <a:ext uri="{FF2B5EF4-FFF2-40B4-BE49-F238E27FC236}">
                <a16:creationId xmlns:a16="http://schemas.microsoft.com/office/drawing/2014/main" id="{68FE961B-D20E-4DDF-A9AA-39F5F31499DE}"/>
              </a:ext>
            </a:extLst>
          </p:cNvPr>
          <p:cNvGraphicFramePr>
            <a:graphicFrameLocks noChangeAspect="1"/>
          </p:cNvGraphicFramePr>
          <p:nvPr>
            <p:extLst>
              <p:ext uri="{D42A27DB-BD31-4B8C-83A1-F6EECF244321}">
                <p14:modId xmlns:p14="http://schemas.microsoft.com/office/powerpoint/2010/main" val="571403584"/>
              </p:ext>
            </p:extLst>
          </p:nvPr>
        </p:nvGraphicFramePr>
        <p:xfrm>
          <a:off x="1546225" y="1686983"/>
          <a:ext cx="1816100" cy="342900"/>
        </p:xfrm>
        <a:graphic>
          <a:graphicData uri="http://schemas.openxmlformats.org/presentationml/2006/ole">
            <mc:AlternateContent xmlns:mc="http://schemas.openxmlformats.org/markup-compatibility/2006">
              <mc:Choice xmlns:v="urn:schemas-microsoft-com:vml" Requires="v">
                <p:oleObj spid="_x0000_s174350" name="Equation" r:id="rId4" imgW="1815840" imgH="342720" progId="Equation.DSMT4">
                  <p:embed/>
                </p:oleObj>
              </mc:Choice>
              <mc:Fallback>
                <p:oleObj name="Equation" r:id="rId4" imgW="1815840" imgH="342720" progId="Equation.DSMT4">
                  <p:embed/>
                  <p:pic>
                    <p:nvPicPr>
                      <p:cNvPr id="0" name="Picture 1853"/>
                      <p:cNvPicPr>
                        <a:picLocks noChangeAspect="1" noChangeArrowheads="1"/>
                      </p:cNvPicPr>
                      <p:nvPr/>
                    </p:nvPicPr>
                    <p:blipFill>
                      <a:blip r:embed="rId5"/>
                      <a:srcRect/>
                      <a:stretch>
                        <a:fillRect/>
                      </a:stretch>
                    </p:blipFill>
                    <p:spPr bwMode="auto">
                      <a:xfrm>
                        <a:off x="1546225" y="1686983"/>
                        <a:ext cx="18161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B8ABF16B-98E0-4208-8C24-F28CB5F490C1}"/>
              </a:ext>
            </a:extLst>
          </p:cNvPr>
          <p:cNvGraphicFramePr>
            <a:graphicFrameLocks noChangeAspect="1"/>
          </p:cNvGraphicFramePr>
          <p:nvPr>
            <p:extLst>
              <p:ext uri="{D42A27DB-BD31-4B8C-83A1-F6EECF244321}">
                <p14:modId xmlns:p14="http://schemas.microsoft.com/office/powerpoint/2010/main" val="1811567290"/>
              </p:ext>
            </p:extLst>
          </p:nvPr>
        </p:nvGraphicFramePr>
        <p:xfrm>
          <a:off x="2553647" y="2286946"/>
          <a:ext cx="3390900" cy="381000"/>
        </p:xfrm>
        <a:graphic>
          <a:graphicData uri="http://schemas.openxmlformats.org/presentationml/2006/ole">
            <mc:AlternateContent xmlns:mc="http://schemas.openxmlformats.org/markup-compatibility/2006">
              <mc:Choice xmlns:v="urn:schemas-microsoft-com:vml" Requires="v">
                <p:oleObj spid="_x0000_s174351" name="Equation" r:id="rId6" imgW="3390840" imgH="380880" progId="Equation.DSMT4">
                  <p:embed/>
                </p:oleObj>
              </mc:Choice>
              <mc:Fallback>
                <p:oleObj name="Equation" r:id="rId6" imgW="3390840" imgH="380880" progId="Equation.DSMT4">
                  <p:embed/>
                  <p:pic>
                    <p:nvPicPr>
                      <p:cNvPr id="0" name="Picture 1854"/>
                      <p:cNvPicPr>
                        <a:picLocks noChangeAspect="1" noChangeArrowheads="1"/>
                      </p:cNvPicPr>
                      <p:nvPr/>
                    </p:nvPicPr>
                    <p:blipFill>
                      <a:blip r:embed="rId7"/>
                      <a:srcRect/>
                      <a:stretch>
                        <a:fillRect/>
                      </a:stretch>
                    </p:blipFill>
                    <p:spPr bwMode="auto">
                      <a:xfrm>
                        <a:off x="2553647" y="2286946"/>
                        <a:ext cx="3390900" cy="381000"/>
                      </a:xfrm>
                      <a:prstGeom prst="rect">
                        <a:avLst/>
                      </a:prstGeom>
                      <a:solidFill>
                        <a:srgbClr val="FFFF00"/>
                      </a:solidFill>
                      <a:extLst/>
                    </p:spPr>
                  </p:pic>
                </p:oleObj>
              </mc:Fallback>
            </mc:AlternateContent>
          </a:graphicData>
        </a:graphic>
      </p:graphicFrame>
      <p:graphicFrame>
        <p:nvGraphicFramePr>
          <p:cNvPr id="7" name="对象 6">
            <a:extLst>
              <a:ext uri="{FF2B5EF4-FFF2-40B4-BE49-F238E27FC236}">
                <a16:creationId xmlns:a16="http://schemas.microsoft.com/office/drawing/2014/main" id="{F3651335-D2F1-4D6A-A800-521307959DFA}"/>
              </a:ext>
            </a:extLst>
          </p:cNvPr>
          <p:cNvGraphicFramePr>
            <a:graphicFrameLocks noChangeAspect="1"/>
          </p:cNvGraphicFramePr>
          <p:nvPr>
            <p:extLst>
              <p:ext uri="{D42A27DB-BD31-4B8C-83A1-F6EECF244321}">
                <p14:modId xmlns:p14="http://schemas.microsoft.com/office/powerpoint/2010/main" val="1295540876"/>
              </p:ext>
            </p:extLst>
          </p:nvPr>
        </p:nvGraphicFramePr>
        <p:xfrm>
          <a:off x="2112962" y="2996670"/>
          <a:ext cx="4191000" cy="381000"/>
        </p:xfrm>
        <a:graphic>
          <a:graphicData uri="http://schemas.openxmlformats.org/presentationml/2006/ole">
            <mc:AlternateContent xmlns:mc="http://schemas.openxmlformats.org/markup-compatibility/2006">
              <mc:Choice xmlns:v="urn:schemas-microsoft-com:vml" Requires="v">
                <p:oleObj spid="_x0000_s174352" name="Equation" r:id="rId8" imgW="4190760" imgH="380880" progId="Equation.DSMT4">
                  <p:embed/>
                </p:oleObj>
              </mc:Choice>
              <mc:Fallback>
                <p:oleObj name="Equation" r:id="rId8" imgW="4190760" imgH="380880" progId="Equation.DSMT4">
                  <p:embed/>
                  <p:pic>
                    <p:nvPicPr>
                      <p:cNvPr id="0" name="Picture 1855"/>
                      <p:cNvPicPr>
                        <a:picLocks noChangeAspect="1" noChangeArrowheads="1"/>
                      </p:cNvPicPr>
                      <p:nvPr/>
                    </p:nvPicPr>
                    <p:blipFill>
                      <a:blip r:embed="rId9"/>
                      <a:srcRect/>
                      <a:stretch>
                        <a:fillRect/>
                      </a:stretch>
                    </p:blipFill>
                    <p:spPr bwMode="auto">
                      <a:xfrm>
                        <a:off x="2112962" y="2996670"/>
                        <a:ext cx="4191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a:extLst>
              <a:ext uri="{FF2B5EF4-FFF2-40B4-BE49-F238E27FC236}">
                <a16:creationId xmlns:a16="http://schemas.microsoft.com/office/drawing/2014/main" id="{AA9004D3-F7AD-45AF-AB79-8CB4EC761CF2}"/>
              </a:ext>
            </a:extLst>
          </p:cNvPr>
          <p:cNvGraphicFramePr>
            <a:graphicFrameLocks noChangeAspect="1"/>
          </p:cNvGraphicFramePr>
          <p:nvPr>
            <p:extLst>
              <p:ext uri="{D42A27DB-BD31-4B8C-83A1-F6EECF244321}">
                <p14:modId xmlns:p14="http://schemas.microsoft.com/office/powerpoint/2010/main" val="1332617853"/>
              </p:ext>
            </p:extLst>
          </p:nvPr>
        </p:nvGraphicFramePr>
        <p:xfrm>
          <a:off x="4578511" y="3678723"/>
          <a:ext cx="1816100" cy="519113"/>
        </p:xfrm>
        <a:graphic>
          <a:graphicData uri="http://schemas.openxmlformats.org/presentationml/2006/ole">
            <mc:AlternateContent xmlns:mc="http://schemas.openxmlformats.org/markup-compatibility/2006">
              <mc:Choice xmlns:v="urn:schemas-microsoft-com:vml" Requires="v">
                <p:oleObj spid="_x0000_s174353" name="Equation" r:id="rId10" imgW="1815840" imgH="520560" progId="Equation.DSMT4">
                  <p:embed/>
                </p:oleObj>
              </mc:Choice>
              <mc:Fallback>
                <p:oleObj name="Equation" r:id="rId10" imgW="1815840" imgH="520560" progId="Equation.DSMT4">
                  <p:embed/>
                  <p:pic>
                    <p:nvPicPr>
                      <p:cNvPr id="0" name="Picture 1856"/>
                      <p:cNvPicPr>
                        <a:picLocks noChangeAspect="1" noChangeArrowheads="1"/>
                      </p:cNvPicPr>
                      <p:nvPr/>
                    </p:nvPicPr>
                    <p:blipFill>
                      <a:blip r:embed="rId11"/>
                      <a:srcRect/>
                      <a:stretch>
                        <a:fillRect/>
                      </a:stretch>
                    </p:blipFill>
                    <p:spPr bwMode="auto">
                      <a:xfrm>
                        <a:off x="4578511" y="3678723"/>
                        <a:ext cx="1816100"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661895" y="347426"/>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例</a:t>
            </a:r>
            <a:r>
              <a:rPr lang="en-US" altLang="zh-CN" sz="2400" b="1" dirty="0">
                <a:solidFill>
                  <a:srgbClr val="0064FF"/>
                </a:solidFill>
                <a:latin typeface="+mn-ea"/>
                <a:ea typeface="+mn-ea"/>
              </a:rPr>
              <a:t>3</a:t>
            </a:r>
          </a:p>
        </p:txBody>
      </p:sp>
      <p:sp>
        <p:nvSpPr>
          <p:cNvPr id="12"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681099" y="1024356"/>
            <a:ext cx="660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证</a:t>
            </a:r>
            <a:endParaRPr lang="en-US" altLang="zh-CN" sz="2400" b="1" dirty="0">
              <a:solidFill>
                <a:srgbClr val="0064FF"/>
              </a:solidFill>
              <a:latin typeface="+mn-ea"/>
              <a:ea typeface="+mn-ea"/>
            </a:endParaRPr>
          </a:p>
        </p:txBody>
      </p:sp>
      <p:grpSp>
        <p:nvGrpSpPr>
          <p:cNvPr id="3" name="组合 2"/>
          <p:cNvGrpSpPr/>
          <p:nvPr/>
        </p:nvGrpSpPr>
        <p:grpSpPr>
          <a:xfrm>
            <a:off x="1259632" y="339502"/>
            <a:ext cx="7669360" cy="461665"/>
            <a:chOff x="1483595" y="408872"/>
            <a:chExt cx="6273827" cy="461665"/>
          </a:xfrm>
        </p:grpSpPr>
        <p:graphicFrame>
          <p:nvGraphicFramePr>
            <p:cNvPr id="2" name="Object 10">
              <a:extLst>
                <a:ext uri="{FF2B5EF4-FFF2-40B4-BE49-F238E27FC236}">
                  <a16:creationId xmlns:a16="http://schemas.microsoft.com/office/drawing/2014/main" id="{B59C5628-B135-457F-BB0A-0407919D3F1B}"/>
                </a:ext>
              </a:extLst>
            </p:cNvPr>
            <p:cNvGraphicFramePr>
              <a:graphicFrameLocks noChangeAspect="1"/>
            </p:cNvGraphicFramePr>
            <p:nvPr>
              <p:extLst>
                <p:ext uri="{D42A27DB-BD31-4B8C-83A1-F6EECF244321}">
                  <p14:modId xmlns:p14="http://schemas.microsoft.com/office/powerpoint/2010/main" val="2976272633"/>
                </p:ext>
              </p:extLst>
            </p:nvPr>
          </p:nvGraphicFramePr>
          <p:xfrm>
            <a:off x="3125021" y="441466"/>
            <a:ext cx="2424113" cy="406400"/>
          </p:xfrm>
          <a:graphic>
            <a:graphicData uri="http://schemas.openxmlformats.org/presentationml/2006/ole">
              <mc:AlternateContent xmlns:mc="http://schemas.openxmlformats.org/markup-compatibility/2006">
                <mc:Choice xmlns:v="urn:schemas-microsoft-com:vml" Requires="v">
                  <p:oleObj spid="_x0000_s174354" name="Equation" r:id="rId12" imgW="2425680" imgH="406080" progId="Equation.DSMT4">
                    <p:embed/>
                  </p:oleObj>
                </mc:Choice>
                <mc:Fallback>
                  <p:oleObj name="Equation" r:id="rId12" imgW="2425680" imgH="406080" progId="Equation.DSMT4">
                    <p:embed/>
                    <p:pic>
                      <p:nvPicPr>
                        <p:cNvPr id="0" name="Picture 1857"/>
                        <p:cNvPicPr>
                          <a:picLocks noChangeAspect="1" noChangeArrowheads="1"/>
                        </p:cNvPicPr>
                        <p:nvPr/>
                      </p:nvPicPr>
                      <p:blipFill>
                        <a:blip r:embed="rId13"/>
                        <a:srcRect/>
                        <a:stretch>
                          <a:fillRect/>
                        </a:stretch>
                      </p:blipFill>
                      <p:spPr bwMode="auto">
                        <a:xfrm>
                          <a:off x="3125021" y="441466"/>
                          <a:ext cx="2424113"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1483595" y="408872"/>
              <a:ext cx="62738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证明指数函数                    在其</a:t>
              </a:r>
              <a:r>
                <a:rPr lang="zh-CN" altLang="en-US" sz="2400" b="1" dirty="0">
                  <a:solidFill>
                    <a:srgbClr val="FF0000"/>
                  </a:solidFill>
                  <a:latin typeface="+mn-ea"/>
                  <a:ea typeface="+mn-ea"/>
                </a:rPr>
                <a:t>定义域内</a:t>
              </a:r>
              <a:r>
                <a:rPr lang="zh-CN" altLang="en-US" sz="2400" b="1" dirty="0">
                  <a:latin typeface="+mn-ea"/>
                  <a:ea typeface="+mn-ea"/>
                </a:rPr>
                <a:t>连续</a:t>
              </a:r>
              <a:r>
                <a:rPr lang="en-US" altLang="zh-CN" sz="2400" b="1" dirty="0">
                  <a:latin typeface="+mn-ea"/>
                  <a:ea typeface="+mn-ea"/>
                </a:rPr>
                <a:t>.</a:t>
              </a:r>
            </a:p>
          </p:txBody>
        </p:sp>
      </p:grpSp>
      <p:grpSp>
        <p:nvGrpSpPr>
          <p:cNvPr id="13" name="组合 12">
            <a:extLst>
              <a:ext uri="{FF2B5EF4-FFF2-40B4-BE49-F238E27FC236}">
                <a16:creationId xmlns:a16="http://schemas.microsoft.com/office/drawing/2014/main" id="{C0C446F1-B418-4899-876E-059CAAE88420}"/>
              </a:ext>
            </a:extLst>
          </p:cNvPr>
          <p:cNvGrpSpPr/>
          <p:nvPr/>
        </p:nvGrpSpPr>
        <p:grpSpPr>
          <a:xfrm>
            <a:off x="1484250" y="1006193"/>
            <a:ext cx="4607372" cy="461665"/>
            <a:chOff x="1447738" y="1140073"/>
            <a:chExt cx="4607372" cy="461665"/>
          </a:xfrm>
        </p:grpSpPr>
        <p:graphicFrame>
          <p:nvGraphicFramePr>
            <p:cNvPr id="4" name="对象 3">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4221070654"/>
                </p:ext>
              </p:extLst>
            </p:nvPr>
          </p:nvGraphicFramePr>
          <p:xfrm>
            <a:off x="2486025" y="1170707"/>
            <a:ext cx="1460500" cy="406400"/>
          </p:xfrm>
          <a:graphic>
            <a:graphicData uri="http://schemas.openxmlformats.org/presentationml/2006/ole">
              <mc:AlternateContent xmlns:mc="http://schemas.openxmlformats.org/markup-compatibility/2006">
                <mc:Choice xmlns:v="urn:schemas-microsoft-com:vml" Requires="v">
                  <p:oleObj spid="_x0000_s174355" name="Equation" r:id="rId14" imgW="1460160" imgH="406080" progId="Equation.DSMT4">
                    <p:embed/>
                  </p:oleObj>
                </mc:Choice>
                <mc:Fallback>
                  <p:oleObj name="Equation" r:id="rId14" imgW="1460160" imgH="406080" progId="Equation.DSMT4">
                    <p:embed/>
                    <p:pic>
                      <p:nvPicPr>
                        <p:cNvPr id="0" name="Picture 185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86025" y="1170707"/>
                          <a:ext cx="14605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3937163471"/>
                </p:ext>
              </p:extLst>
            </p:nvPr>
          </p:nvGraphicFramePr>
          <p:xfrm>
            <a:off x="4488656" y="1249369"/>
            <a:ext cx="647700" cy="279400"/>
          </p:xfrm>
          <a:graphic>
            <a:graphicData uri="http://schemas.openxmlformats.org/presentationml/2006/ole">
              <mc:AlternateContent xmlns:mc="http://schemas.openxmlformats.org/markup-compatibility/2006">
                <mc:Choice xmlns:v="urn:schemas-microsoft-com:vml" Requires="v">
                  <p:oleObj spid="_x0000_s174356" name="Equation" r:id="rId16" imgW="647640" imgH="279360" progId="Equation.DSMT4">
                    <p:embed/>
                  </p:oleObj>
                </mc:Choice>
                <mc:Fallback>
                  <p:oleObj name="Equation" r:id="rId16" imgW="647640" imgH="279360" progId="Equation.DSMT4">
                    <p:embed/>
                    <p:pic>
                      <p:nvPicPr>
                        <p:cNvPr id="0" name="Picture 185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88656" y="1249369"/>
                          <a:ext cx="6477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1447738" y="1140073"/>
              <a:ext cx="46073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en-US" altLang="zh-CN" sz="2400" b="1" dirty="0">
                  <a:latin typeface="+mn-ea"/>
                  <a:ea typeface="+mn-ea"/>
                </a:rPr>
                <a:t>1)</a:t>
              </a:r>
              <a:r>
                <a:rPr lang="zh-CN" altLang="en-US" sz="2400" b="1" dirty="0">
                  <a:latin typeface="+mn-ea"/>
                  <a:ea typeface="+mn-ea"/>
                </a:rPr>
                <a:t>先证</a:t>
              </a:r>
              <a:r>
                <a:rPr lang="zh-CN" altLang="en-US" sz="2400" b="1" dirty="0">
                  <a:solidFill>
                    <a:srgbClr val="FF0000"/>
                  </a:solidFill>
                  <a:latin typeface="+mn-ea"/>
                  <a:ea typeface="+mn-ea"/>
                </a:rPr>
                <a:t>    </a:t>
              </a:r>
              <a:r>
                <a:rPr lang="zh-CN" altLang="en-US" sz="2400" b="1" dirty="0">
                  <a:latin typeface="+mn-ea"/>
                  <a:ea typeface="+mn-ea"/>
                </a:rPr>
                <a:t>      在      连续</a:t>
              </a:r>
              <a:r>
                <a:rPr lang="en-US" altLang="zh-CN" sz="2400" b="1" dirty="0">
                  <a:latin typeface="+mn-ea"/>
                  <a:ea typeface="+mn-ea"/>
                </a:rPr>
                <a:t>.</a:t>
              </a:r>
            </a:p>
          </p:txBody>
        </p:sp>
      </p:grpSp>
      <p:graphicFrame>
        <p:nvGraphicFramePr>
          <p:cNvPr id="20" name="对象 19">
            <a:extLst>
              <a:ext uri="{FF2B5EF4-FFF2-40B4-BE49-F238E27FC236}">
                <a16:creationId xmlns:a16="http://schemas.microsoft.com/office/drawing/2014/main" id="{68FE961B-D20E-4DDF-A9AA-39F5F31499DE}"/>
              </a:ext>
            </a:extLst>
          </p:cNvPr>
          <p:cNvGraphicFramePr>
            <a:graphicFrameLocks noChangeAspect="1"/>
          </p:cNvGraphicFramePr>
          <p:nvPr>
            <p:extLst>
              <p:ext uri="{D42A27DB-BD31-4B8C-83A1-F6EECF244321}">
                <p14:modId xmlns:p14="http://schemas.microsoft.com/office/powerpoint/2010/main" val="4153470149"/>
              </p:ext>
            </p:extLst>
          </p:nvPr>
        </p:nvGraphicFramePr>
        <p:xfrm>
          <a:off x="4122737" y="1631420"/>
          <a:ext cx="1308100" cy="393700"/>
        </p:xfrm>
        <a:graphic>
          <a:graphicData uri="http://schemas.openxmlformats.org/presentationml/2006/ole">
            <mc:AlternateContent xmlns:mc="http://schemas.openxmlformats.org/markup-compatibility/2006">
              <mc:Choice xmlns:v="urn:schemas-microsoft-com:vml" Requires="v">
                <p:oleObj spid="_x0000_s174357" name="Equation" r:id="rId18" imgW="1307880" imgH="393480" progId="Equation.DSMT4">
                  <p:embed/>
                </p:oleObj>
              </mc:Choice>
              <mc:Fallback>
                <p:oleObj name="Equation" r:id="rId18" imgW="1307880" imgH="393480" progId="Equation.DSMT4">
                  <p:embed/>
                  <p:pic>
                    <p:nvPicPr>
                      <p:cNvPr id="0" name="Picture 186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22737" y="1631420"/>
                        <a:ext cx="13081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a:extLst>
              <a:ext uri="{FF2B5EF4-FFF2-40B4-BE49-F238E27FC236}">
                <a16:creationId xmlns:a16="http://schemas.microsoft.com/office/drawing/2014/main" id="{68FE961B-D20E-4DDF-A9AA-39F5F31499DE}"/>
              </a:ext>
            </a:extLst>
          </p:cNvPr>
          <p:cNvGraphicFramePr>
            <a:graphicFrameLocks noChangeAspect="1"/>
          </p:cNvGraphicFramePr>
          <p:nvPr>
            <p:extLst>
              <p:ext uri="{D42A27DB-BD31-4B8C-83A1-F6EECF244321}">
                <p14:modId xmlns:p14="http://schemas.microsoft.com/office/powerpoint/2010/main" val="3651649410"/>
              </p:ext>
            </p:extLst>
          </p:nvPr>
        </p:nvGraphicFramePr>
        <p:xfrm>
          <a:off x="6229498" y="1650147"/>
          <a:ext cx="2057400" cy="393700"/>
        </p:xfrm>
        <a:graphic>
          <a:graphicData uri="http://schemas.openxmlformats.org/presentationml/2006/ole">
            <mc:AlternateContent xmlns:mc="http://schemas.openxmlformats.org/markup-compatibility/2006">
              <mc:Choice xmlns:v="urn:schemas-microsoft-com:vml" Requires="v">
                <p:oleObj spid="_x0000_s174358" name="Equation" r:id="rId20" imgW="2057400" imgH="393480" progId="Equation.DSMT4">
                  <p:embed/>
                </p:oleObj>
              </mc:Choice>
              <mc:Fallback>
                <p:oleObj name="Equation" r:id="rId20" imgW="2057400" imgH="393480" progId="Equation.DSMT4">
                  <p:embed/>
                  <p:pic>
                    <p:nvPicPr>
                      <p:cNvPr id="0" name="Picture 1861"/>
                      <p:cNvPicPr>
                        <a:picLocks noChangeAspect="1" noChangeArrowheads="1"/>
                      </p:cNvPicPr>
                      <p:nvPr/>
                    </p:nvPicPr>
                    <p:blipFill>
                      <a:blip r:embed="rId21"/>
                      <a:srcRect/>
                      <a:stretch>
                        <a:fillRect/>
                      </a:stretch>
                    </p:blipFill>
                    <p:spPr bwMode="auto">
                      <a:xfrm>
                        <a:off x="6229498" y="1650147"/>
                        <a:ext cx="2057400" cy="393700"/>
                      </a:xfrm>
                      <a:prstGeom prst="rect">
                        <a:avLst/>
                      </a:prstGeom>
                      <a:solidFill>
                        <a:srgbClr val="FFFF00"/>
                      </a:solidFill>
                      <a:extLst/>
                    </p:spPr>
                  </p:pic>
                </p:oleObj>
              </mc:Fallback>
            </mc:AlternateContent>
          </a:graphicData>
        </a:graphic>
      </p:graphicFrame>
      <p:sp>
        <p:nvSpPr>
          <p:cNvPr id="22"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3324076" y="1595478"/>
            <a:ext cx="9277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要使</a:t>
            </a:r>
            <a:endParaRPr lang="en-US" altLang="zh-CN" sz="2400" b="1" dirty="0">
              <a:latin typeface="+mn-ea"/>
              <a:ea typeface="+mn-ea"/>
            </a:endParaRPr>
          </a:p>
        </p:txBody>
      </p:sp>
      <p:sp>
        <p:nvSpPr>
          <p:cNvPr id="23"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5408984" y="1616165"/>
            <a:ext cx="9277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只要</a:t>
            </a:r>
            <a:endParaRPr lang="en-US" altLang="zh-CN" sz="2400" b="1" dirty="0">
              <a:latin typeface="+mn-ea"/>
              <a:ea typeface="+mn-ea"/>
            </a:endParaRPr>
          </a:p>
        </p:txBody>
      </p:sp>
      <p:sp>
        <p:nvSpPr>
          <p:cNvPr id="24"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692924" y="2223481"/>
            <a:ext cx="9277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即</a:t>
            </a:r>
            <a:endParaRPr lang="en-US" altLang="zh-CN" sz="2400" b="1" dirty="0">
              <a:latin typeface="+mn-ea"/>
              <a:ea typeface="+mn-ea"/>
            </a:endParaRPr>
          </a:p>
        </p:txBody>
      </p:sp>
      <p:sp>
        <p:nvSpPr>
          <p:cNvPr id="25"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654525" y="2878744"/>
            <a:ext cx="9277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取</a:t>
            </a:r>
            <a:endParaRPr lang="en-US" altLang="zh-CN" sz="2400" b="1" dirty="0">
              <a:latin typeface="+mn-ea"/>
              <a:ea typeface="+mn-ea"/>
            </a:endParaRPr>
          </a:p>
        </p:txBody>
      </p:sp>
      <p:graphicFrame>
        <p:nvGraphicFramePr>
          <p:cNvPr id="26" name="对象 25">
            <a:extLst>
              <a:ext uri="{FF2B5EF4-FFF2-40B4-BE49-F238E27FC236}">
                <a16:creationId xmlns:a16="http://schemas.microsoft.com/office/drawing/2014/main" id="{635A225C-0E3E-425D-BCE3-E4236F68FC81}"/>
              </a:ext>
            </a:extLst>
          </p:cNvPr>
          <p:cNvGraphicFramePr>
            <a:graphicFrameLocks noChangeAspect="1"/>
          </p:cNvGraphicFramePr>
          <p:nvPr>
            <p:extLst>
              <p:ext uri="{D42A27DB-BD31-4B8C-83A1-F6EECF244321}">
                <p14:modId xmlns:p14="http://schemas.microsoft.com/office/powerpoint/2010/main" val="2827135445"/>
              </p:ext>
            </p:extLst>
          </p:nvPr>
        </p:nvGraphicFramePr>
        <p:xfrm>
          <a:off x="2505236" y="3689836"/>
          <a:ext cx="1282700" cy="393700"/>
        </p:xfrm>
        <a:graphic>
          <a:graphicData uri="http://schemas.openxmlformats.org/presentationml/2006/ole">
            <mc:AlternateContent xmlns:mc="http://schemas.openxmlformats.org/markup-compatibility/2006">
              <mc:Choice xmlns:v="urn:schemas-microsoft-com:vml" Requires="v">
                <p:oleObj spid="_x0000_s174359" name="Equation" r:id="rId22" imgW="1282680" imgH="393480" progId="Equation.DSMT4">
                  <p:embed/>
                </p:oleObj>
              </mc:Choice>
              <mc:Fallback>
                <p:oleObj name="Equation" r:id="rId22" imgW="1282680" imgH="393480" progId="Equation.DSMT4">
                  <p:embed/>
                  <p:pic>
                    <p:nvPicPr>
                      <p:cNvPr id="0" name="Picture 1862"/>
                      <p:cNvPicPr>
                        <a:picLocks noChangeAspect="1" noChangeArrowheads="1"/>
                      </p:cNvPicPr>
                      <p:nvPr/>
                    </p:nvPicPr>
                    <p:blipFill>
                      <a:blip r:embed="rId23"/>
                      <a:srcRect/>
                      <a:stretch>
                        <a:fillRect/>
                      </a:stretch>
                    </p:blipFill>
                    <p:spPr bwMode="auto">
                      <a:xfrm>
                        <a:off x="2505236" y="3689836"/>
                        <a:ext cx="12827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635A225C-0E3E-425D-BCE3-E4236F68FC81}"/>
              </a:ext>
            </a:extLst>
          </p:cNvPr>
          <p:cNvGraphicFramePr>
            <a:graphicFrameLocks noChangeAspect="1"/>
          </p:cNvGraphicFramePr>
          <p:nvPr>
            <p:extLst>
              <p:ext uri="{D42A27DB-BD31-4B8C-83A1-F6EECF244321}">
                <p14:modId xmlns:p14="http://schemas.microsoft.com/office/powerpoint/2010/main" val="3803481649"/>
              </p:ext>
            </p:extLst>
          </p:nvPr>
        </p:nvGraphicFramePr>
        <p:xfrm>
          <a:off x="1054261" y="3753336"/>
          <a:ext cx="812800" cy="330200"/>
        </p:xfrm>
        <a:graphic>
          <a:graphicData uri="http://schemas.openxmlformats.org/presentationml/2006/ole">
            <mc:AlternateContent xmlns:mc="http://schemas.openxmlformats.org/markup-compatibility/2006">
              <mc:Choice xmlns:v="urn:schemas-microsoft-com:vml" Requires="v">
                <p:oleObj spid="_x0000_s174360" name="Equation" r:id="rId24" imgW="812520" imgH="330120" progId="Equation.DSMT4">
                  <p:embed/>
                </p:oleObj>
              </mc:Choice>
              <mc:Fallback>
                <p:oleObj name="Equation" r:id="rId24" imgW="812520" imgH="330120" progId="Equation.DSMT4">
                  <p:embed/>
                  <p:pic>
                    <p:nvPicPr>
                      <p:cNvPr id="0" name="Picture 1863"/>
                      <p:cNvPicPr>
                        <a:picLocks noChangeAspect="1" noChangeArrowheads="1"/>
                      </p:cNvPicPr>
                      <p:nvPr/>
                    </p:nvPicPr>
                    <p:blipFill>
                      <a:blip r:embed="rId25"/>
                      <a:srcRect/>
                      <a:stretch>
                        <a:fillRect/>
                      </a:stretch>
                    </p:blipFill>
                    <p:spPr bwMode="auto">
                      <a:xfrm>
                        <a:off x="1054261" y="3753336"/>
                        <a:ext cx="8128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601788" y="3654144"/>
            <a:ext cx="6253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当</a:t>
            </a:r>
            <a:endParaRPr lang="en-US" altLang="zh-CN" sz="2400" b="1" dirty="0">
              <a:latin typeface="+mn-ea"/>
              <a:ea typeface="+mn-ea"/>
            </a:endParaRPr>
          </a:p>
        </p:txBody>
      </p:sp>
      <p:sp>
        <p:nvSpPr>
          <p:cNvPr id="28"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3911451" y="3639232"/>
            <a:ext cx="9277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即</a:t>
            </a:r>
            <a:endParaRPr lang="en-US" altLang="zh-CN" sz="2400" b="1" dirty="0">
              <a:latin typeface="+mn-ea"/>
              <a:ea typeface="+mn-ea"/>
            </a:endParaRPr>
          </a:p>
        </p:txBody>
      </p:sp>
      <p:grpSp>
        <p:nvGrpSpPr>
          <p:cNvPr id="30" name="组合 29"/>
          <p:cNvGrpSpPr/>
          <p:nvPr/>
        </p:nvGrpSpPr>
        <p:grpSpPr>
          <a:xfrm>
            <a:off x="612614" y="4247866"/>
            <a:ext cx="6479580" cy="461665"/>
            <a:chOff x="2628924" y="1239483"/>
            <a:chExt cx="6479580" cy="461665"/>
          </a:xfrm>
        </p:grpSpPr>
        <p:graphicFrame>
          <p:nvGraphicFramePr>
            <p:cNvPr id="31" name="对象 30">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3660218849"/>
                </p:ext>
              </p:extLst>
            </p:nvPr>
          </p:nvGraphicFramePr>
          <p:xfrm>
            <a:off x="3183508" y="1271662"/>
            <a:ext cx="1460500" cy="406400"/>
          </p:xfrm>
          <a:graphic>
            <a:graphicData uri="http://schemas.openxmlformats.org/presentationml/2006/ole">
              <mc:AlternateContent xmlns:mc="http://schemas.openxmlformats.org/markup-compatibility/2006">
                <mc:Choice xmlns:v="urn:schemas-microsoft-com:vml" Requires="v">
                  <p:oleObj spid="_x0000_s174361" name="Equation" r:id="rId26" imgW="1460160" imgH="406080" progId="Equation.DSMT4">
                    <p:embed/>
                  </p:oleObj>
                </mc:Choice>
                <mc:Fallback>
                  <p:oleObj name="Equation" r:id="rId26" imgW="1460160" imgH="406080" progId="Equation.DSMT4">
                    <p:embed/>
                    <p:pic>
                      <p:nvPicPr>
                        <p:cNvPr id="0" name="Picture 186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183508" y="1271662"/>
                          <a:ext cx="14605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对象 31">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2247280809"/>
                </p:ext>
              </p:extLst>
            </p:nvPr>
          </p:nvGraphicFramePr>
          <p:xfrm>
            <a:off x="5076056" y="1326654"/>
            <a:ext cx="647700" cy="279400"/>
          </p:xfrm>
          <a:graphic>
            <a:graphicData uri="http://schemas.openxmlformats.org/presentationml/2006/ole">
              <mc:AlternateContent xmlns:mc="http://schemas.openxmlformats.org/markup-compatibility/2006">
                <mc:Choice xmlns:v="urn:schemas-microsoft-com:vml" Requires="v">
                  <p:oleObj spid="_x0000_s174362" name="Equation" r:id="rId28" imgW="647640" imgH="279360" progId="Equation.DSMT4">
                    <p:embed/>
                  </p:oleObj>
                </mc:Choice>
                <mc:Fallback>
                  <p:oleObj name="Equation" r:id="rId28" imgW="647640" imgH="279360" progId="Equation.DSMT4">
                    <p:embed/>
                    <p:pic>
                      <p:nvPicPr>
                        <p:cNvPr id="0" name="Picture 186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076056" y="1326654"/>
                          <a:ext cx="6477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2628924" y="1239483"/>
              <a:ext cx="64795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故           在     连续</a:t>
              </a:r>
              <a:r>
                <a:rPr lang="en-US" altLang="zh-CN" sz="2400" b="1" dirty="0">
                  <a:latin typeface="+mn-ea"/>
                  <a:ea typeface="+mn-ea"/>
                </a:rPr>
                <a:t>.</a:t>
              </a:r>
            </a:p>
          </p:txBody>
        </p:sp>
      </p:grpSp>
      <p:sp>
        <p:nvSpPr>
          <p:cNvPr id="10" name="矩形 9">
            <a:extLst>
              <a:ext uri="{FF2B5EF4-FFF2-40B4-BE49-F238E27FC236}">
                <a16:creationId xmlns:a16="http://schemas.microsoft.com/office/drawing/2014/main" id="{A9E6912A-2A6E-4B80-90F5-0060A7702FD4}"/>
              </a:ext>
            </a:extLst>
          </p:cNvPr>
          <p:cNvSpPr/>
          <p:nvPr/>
        </p:nvSpPr>
        <p:spPr>
          <a:xfrm>
            <a:off x="1834819" y="3687009"/>
            <a:ext cx="803425" cy="461665"/>
          </a:xfrm>
          <a:prstGeom prst="rect">
            <a:avLst/>
          </a:prstGeom>
        </p:spPr>
        <p:txBody>
          <a:bodyPr wrap="none">
            <a:spAutoFit/>
          </a:bodyPr>
          <a:lstStyle/>
          <a:p>
            <a:r>
              <a:rPr lang="zh-CN" altLang="en-US" sz="2400" b="1" dirty="0">
                <a:latin typeface="+mn-ea"/>
              </a:rPr>
              <a:t>时，</a:t>
            </a:r>
            <a:endParaRPr lang="zh-CN" altLang="en-US" sz="2400" dirty="0"/>
          </a:p>
        </p:txBody>
      </p:sp>
      <p:sp>
        <p:nvSpPr>
          <p:cNvPr id="34" name="AutoShape 11">
            <a:extLst>
              <a:ext uri="{FF2B5EF4-FFF2-40B4-BE49-F238E27FC236}">
                <a16:creationId xmlns:a16="http://schemas.microsoft.com/office/drawing/2014/main" id="{75753E48-7EAB-4CF8-A128-9FEBF2BE2706}"/>
              </a:ext>
            </a:extLst>
          </p:cNvPr>
          <p:cNvSpPr>
            <a:spLocks noChangeArrowheads="1"/>
          </p:cNvSpPr>
          <p:nvPr/>
        </p:nvSpPr>
        <p:spPr bwMode="auto">
          <a:xfrm rot="8824253">
            <a:off x="6073311" y="2199025"/>
            <a:ext cx="927720" cy="179388"/>
          </a:xfrm>
          <a:prstGeom prst="rightArrow">
            <a:avLst>
              <a:gd name="adj1" fmla="val 36830"/>
              <a:gd name="adj2" fmla="val 116814"/>
            </a:avLst>
          </a:prstGeom>
          <a:solidFill>
            <a:srgbClr val="FF0000"/>
          </a:solidFill>
          <a:ln w="9525">
            <a:solidFill>
              <a:srgbClr val="FF0000"/>
            </a:solidFill>
            <a:miter lim="800000"/>
            <a:headEnd/>
            <a:tailEnd/>
          </a:ln>
        </p:spPr>
        <p:txBody>
          <a:bodyPr wrap="none" anchor="ctr"/>
          <a:lstStyle/>
          <a:p>
            <a:endParaRPr lang="zh-CN" altLang="en-US" sz="2400">
              <a:latin typeface="+mn-ea"/>
            </a:endParaRPr>
          </a:p>
        </p:txBody>
      </p:sp>
      <p:graphicFrame>
        <p:nvGraphicFramePr>
          <p:cNvPr id="35" name="对象 34">
            <a:extLst>
              <a:ext uri="{FF2B5EF4-FFF2-40B4-BE49-F238E27FC236}">
                <a16:creationId xmlns:a16="http://schemas.microsoft.com/office/drawing/2014/main" id="{D25A4C75-655B-403D-B688-036F964AB35D}"/>
              </a:ext>
            </a:extLst>
          </p:cNvPr>
          <p:cNvGraphicFramePr>
            <a:graphicFrameLocks noChangeAspect="1"/>
          </p:cNvGraphicFramePr>
          <p:nvPr>
            <p:extLst>
              <p:ext uri="{D42A27DB-BD31-4B8C-83A1-F6EECF244321}">
                <p14:modId xmlns:p14="http://schemas.microsoft.com/office/powerpoint/2010/main" val="3379026034"/>
              </p:ext>
            </p:extLst>
          </p:nvPr>
        </p:nvGraphicFramePr>
        <p:xfrm>
          <a:off x="6624736" y="2223481"/>
          <a:ext cx="1752600" cy="812800"/>
        </p:xfrm>
        <a:graphic>
          <a:graphicData uri="http://schemas.openxmlformats.org/presentationml/2006/ole">
            <mc:AlternateContent xmlns:mc="http://schemas.openxmlformats.org/markup-compatibility/2006">
              <mc:Choice xmlns:v="urn:schemas-microsoft-com:vml" Requires="v">
                <p:oleObj spid="_x0000_s174363" name="Equation" r:id="rId30" imgW="1752480" imgH="812520" progId="Equation.DSMT4">
                  <p:embed/>
                </p:oleObj>
              </mc:Choice>
              <mc:Fallback>
                <p:oleObj name="Equation" r:id="rId30" imgW="1752480" imgH="812520" progId="Equation.DSMT4">
                  <p:embed/>
                  <p:pic>
                    <p:nvPicPr>
                      <p:cNvPr id="14" name="对象 13">
                        <a:extLst>
                          <a:ext uri="{FF2B5EF4-FFF2-40B4-BE49-F238E27FC236}">
                            <a16:creationId xmlns:a16="http://schemas.microsoft.com/office/drawing/2014/main" id="{70B533AA-E50B-4E43-933B-AEDD813DA066}"/>
                          </a:ext>
                        </a:extLst>
                      </p:cNvPr>
                      <p:cNvPicPr>
                        <a:picLocks noChangeAspect="1" noChangeArrowheads="1"/>
                      </p:cNvPicPr>
                      <p:nvPr/>
                    </p:nvPicPr>
                    <p:blipFill>
                      <a:blip r:embed="rId31"/>
                      <a:srcRect/>
                      <a:stretch>
                        <a:fillRect/>
                      </a:stretch>
                    </p:blipFill>
                    <p:spPr bwMode="auto">
                      <a:xfrm>
                        <a:off x="6624736" y="2223481"/>
                        <a:ext cx="1752600" cy="81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3969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20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20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wipe(up)">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wipe(left)">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left)">
                                      <p:cBhvr>
                                        <p:cTn id="57" dur="20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2" dur="500"/>
                                        <p:tgtEl>
                                          <p:spTgt spid="2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wipe(left)">
                                      <p:cBhvr>
                                        <p:cTn id="67" dur="2000"/>
                                        <p:tgtEl>
                                          <p:spTgt spid="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wipe(left)">
                                      <p:cBhvr>
                                        <p:cTn id="72" dur="500"/>
                                        <p:tgtEl>
                                          <p:spTgt spid="2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wipe(left)">
                                      <p:cBhvr>
                                        <p:cTn id="77" dur="500"/>
                                        <p:tgtEl>
                                          <p:spTgt spid="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wipe(left)">
                                      <p:cBhvr>
                                        <p:cTn id="82" dur="5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wipe(left)">
                                      <p:cBhvr>
                                        <p:cTn id="87" dur="2000"/>
                                        <p:tgtEl>
                                          <p:spTgt spid="2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wipe(left)">
                                      <p:cBhvr>
                                        <p:cTn id="92" dur="500"/>
                                        <p:tgtEl>
                                          <p:spTgt spid="2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9"/>
                                        </p:tgtEl>
                                        <p:attrNameLst>
                                          <p:attrName>style.visibility</p:attrName>
                                        </p:attrNameLst>
                                      </p:cBhvr>
                                      <p:to>
                                        <p:strVal val="visible"/>
                                      </p:to>
                                    </p:set>
                                    <p:animEffect transition="in" filter="wipe(left)">
                                      <p:cBhvr>
                                        <p:cTn id="97" dur="2000"/>
                                        <p:tgtEl>
                                          <p:spTgt spid="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wipe(left)">
                                      <p:cBhvr>
                                        <p:cTn id="10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2" grpId="0"/>
      <p:bldP spid="23" grpId="0"/>
      <p:bldP spid="24" grpId="0"/>
      <p:bldP spid="25" grpId="0"/>
      <p:bldP spid="27" grpId="0"/>
      <p:bldP spid="28" grpId="0"/>
      <p:bldP spid="10" grpId="0"/>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53A96DEE-90A2-48FF-ADDD-FC505EF57F08}"/>
              </a:ext>
            </a:extLst>
          </p:cNvPr>
          <p:cNvGraphicFramePr>
            <a:graphicFrameLocks noChangeAspect="1"/>
          </p:cNvGraphicFramePr>
          <p:nvPr>
            <p:extLst>
              <p:ext uri="{D42A27DB-BD31-4B8C-83A1-F6EECF244321}">
                <p14:modId xmlns:p14="http://schemas.microsoft.com/office/powerpoint/2010/main" val="3960282739"/>
              </p:ext>
            </p:extLst>
          </p:nvPr>
        </p:nvGraphicFramePr>
        <p:xfrm>
          <a:off x="1037840" y="1902280"/>
          <a:ext cx="1028700" cy="381000"/>
        </p:xfrm>
        <a:graphic>
          <a:graphicData uri="http://schemas.openxmlformats.org/presentationml/2006/ole">
            <mc:AlternateContent xmlns:mc="http://schemas.openxmlformats.org/markup-compatibility/2006">
              <mc:Choice xmlns:v="urn:schemas-microsoft-com:vml" Requires="v">
                <p:oleObj spid="_x0000_s171322" name="Equation" r:id="rId4" imgW="1028520" imgH="380880" progId="Equation.DSMT4">
                  <p:embed/>
                </p:oleObj>
              </mc:Choice>
              <mc:Fallback>
                <p:oleObj name="Equation" r:id="rId4" imgW="1028520" imgH="380880" progId="Equation.DSMT4">
                  <p:embed/>
                  <p:pic>
                    <p:nvPicPr>
                      <p:cNvPr id="0" name="Picture 178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7840" y="1902280"/>
                        <a:ext cx="10287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5">
            <a:extLst>
              <a:ext uri="{FF2B5EF4-FFF2-40B4-BE49-F238E27FC236}">
                <a16:creationId xmlns:a16="http://schemas.microsoft.com/office/drawing/2014/main" id="{634A2C93-749C-4AD3-883C-301F52274248}"/>
              </a:ext>
            </a:extLst>
          </p:cNvPr>
          <p:cNvSpPr txBox="1">
            <a:spLocks noChangeArrowheads="1"/>
          </p:cNvSpPr>
          <p:nvPr/>
        </p:nvSpPr>
        <p:spPr bwMode="auto">
          <a:xfrm>
            <a:off x="959176" y="283459"/>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例</a:t>
            </a:r>
            <a:r>
              <a:rPr lang="en-US" altLang="zh-CN" sz="2400" b="1" dirty="0">
                <a:solidFill>
                  <a:srgbClr val="0064FF"/>
                </a:solidFill>
                <a:latin typeface="+mn-ea"/>
                <a:ea typeface="+mn-ea"/>
              </a:rPr>
              <a:t>3</a:t>
            </a:r>
          </a:p>
        </p:txBody>
      </p:sp>
      <p:sp>
        <p:nvSpPr>
          <p:cNvPr id="8"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933944" y="1087529"/>
            <a:ext cx="5479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证</a:t>
            </a:r>
            <a:endParaRPr lang="en-US" altLang="zh-CN" sz="2400" b="1" dirty="0">
              <a:solidFill>
                <a:srgbClr val="0064FF"/>
              </a:solidFill>
              <a:latin typeface="+mn-ea"/>
              <a:ea typeface="+mn-ea"/>
            </a:endParaRPr>
          </a:p>
        </p:txBody>
      </p:sp>
      <p:graphicFrame>
        <p:nvGraphicFramePr>
          <p:cNvPr id="9" name="对象 8">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1587291139"/>
              </p:ext>
            </p:extLst>
          </p:nvPr>
        </p:nvGraphicFramePr>
        <p:xfrm>
          <a:off x="4790974" y="1212347"/>
          <a:ext cx="647700" cy="279400"/>
        </p:xfrm>
        <a:graphic>
          <a:graphicData uri="http://schemas.openxmlformats.org/presentationml/2006/ole">
            <mc:AlternateContent xmlns:mc="http://schemas.openxmlformats.org/markup-compatibility/2006">
              <mc:Choice xmlns:v="urn:schemas-microsoft-com:vml" Requires="v">
                <p:oleObj spid="_x0000_s171323" name="Equation" r:id="rId6" imgW="647640" imgH="279360" progId="Equation.DSMT4">
                  <p:embed/>
                </p:oleObj>
              </mc:Choice>
              <mc:Fallback>
                <p:oleObj name="Equation" r:id="rId6" imgW="647640" imgH="279360" progId="Equation.DSMT4">
                  <p:embed/>
                  <p:pic>
                    <p:nvPicPr>
                      <p:cNvPr id="0" name="Picture 178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90974" y="1212347"/>
                        <a:ext cx="6477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809142737"/>
              </p:ext>
            </p:extLst>
          </p:nvPr>
        </p:nvGraphicFramePr>
        <p:xfrm>
          <a:off x="2843808" y="1131590"/>
          <a:ext cx="1460500" cy="406400"/>
        </p:xfrm>
        <a:graphic>
          <a:graphicData uri="http://schemas.openxmlformats.org/presentationml/2006/ole">
            <mc:AlternateContent xmlns:mc="http://schemas.openxmlformats.org/markup-compatibility/2006">
              <mc:Choice xmlns:v="urn:schemas-microsoft-com:vml" Requires="v">
                <p:oleObj spid="_x0000_s171324" name="Equation" r:id="rId8" imgW="1460160" imgH="406080" progId="Equation.DSMT4">
                  <p:embed/>
                </p:oleObj>
              </mc:Choice>
              <mc:Fallback>
                <p:oleObj name="Equation" r:id="rId8" imgW="1460160" imgH="406080" progId="Equation.DSMT4">
                  <p:embed/>
                  <p:pic>
                    <p:nvPicPr>
                      <p:cNvPr id="0" name="Picture 179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43808" y="1131590"/>
                        <a:ext cx="14605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1509201" y="1106347"/>
            <a:ext cx="49097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en-US" altLang="zh-CN" sz="2400" b="1" dirty="0">
                <a:latin typeface="+mn-ea"/>
                <a:ea typeface="+mn-ea"/>
              </a:rPr>
              <a:t>2) </a:t>
            </a:r>
            <a:r>
              <a:rPr lang="zh-CN" altLang="en-US" sz="2400" b="1" dirty="0">
                <a:latin typeface="+mn-ea"/>
                <a:ea typeface="+mn-ea"/>
              </a:rPr>
              <a:t>再证           在     连续</a:t>
            </a:r>
            <a:r>
              <a:rPr lang="en-US" altLang="zh-CN" sz="2400" b="1" dirty="0">
                <a:latin typeface="+mn-ea"/>
                <a:ea typeface="+mn-ea"/>
              </a:rPr>
              <a:t>.</a:t>
            </a:r>
          </a:p>
        </p:txBody>
      </p:sp>
      <p:graphicFrame>
        <p:nvGraphicFramePr>
          <p:cNvPr id="17" name="对象 16">
            <a:extLst>
              <a:ext uri="{FF2B5EF4-FFF2-40B4-BE49-F238E27FC236}">
                <a16:creationId xmlns:a16="http://schemas.microsoft.com/office/drawing/2014/main" id="{53A96DEE-90A2-48FF-ADDD-FC505EF57F08}"/>
              </a:ext>
            </a:extLst>
          </p:cNvPr>
          <p:cNvGraphicFramePr>
            <a:graphicFrameLocks noChangeAspect="1"/>
          </p:cNvGraphicFramePr>
          <p:nvPr>
            <p:extLst>
              <p:ext uri="{D42A27DB-BD31-4B8C-83A1-F6EECF244321}">
                <p14:modId xmlns:p14="http://schemas.microsoft.com/office/powerpoint/2010/main" val="2175954653"/>
              </p:ext>
            </p:extLst>
          </p:nvPr>
        </p:nvGraphicFramePr>
        <p:xfrm>
          <a:off x="1631058" y="2516945"/>
          <a:ext cx="800100" cy="558800"/>
        </p:xfrm>
        <a:graphic>
          <a:graphicData uri="http://schemas.openxmlformats.org/presentationml/2006/ole">
            <mc:AlternateContent xmlns:mc="http://schemas.openxmlformats.org/markup-compatibility/2006">
              <mc:Choice xmlns:v="urn:schemas-microsoft-com:vml" Requires="v">
                <p:oleObj spid="_x0000_s171325" name="Equation" r:id="rId10" imgW="799920" imgH="558720" progId="Equation.DSMT4">
                  <p:embed/>
                </p:oleObj>
              </mc:Choice>
              <mc:Fallback>
                <p:oleObj name="Equation" r:id="rId10" imgW="799920" imgH="558720" progId="Equation.DSMT4">
                  <p:embed/>
                  <p:pic>
                    <p:nvPicPr>
                      <p:cNvPr id="0" name="Picture 179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31058" y="2516945"/>
                        <a:ext cx="800100" cy="55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a:extLst>
              <a:ext uri="{FF2B5EF4-FFF2-40B4-BE49-F238E27FC236}">
                <a16:creationId xmlns:a16="http://schemas.microsoft.com/office/drawing/2014/main" id="{53A96DEE-90A2-48FF-ADDD-FC505EF57F08}"/>
              </a:ext>
            </a:extLst>
          </p:cNvPr>
          <p:cNvGraphicFramePr>
            <a:graphicFrameLocks noChangeAspect="1"/>
          </p:cNvGraphicFramePr>
          <p:nvPr>
            <p:extLst>
              <p:ext uri="{D42A27DB-BD31-4B8C-83A1-F6EECF244321}">
                <p14:modId xmlns:p14="http://schemas.microsoft.com/office/powerpoint/2010/main" val="2449130955"/>
              </p:ext>
            </p:extLst>
          </p:nvPr>
        </p:nvGraphicFramePr>
        <p:xfrm>
          <a:off x="2431158" y="2516945"/>
          <a:ext cx="1384300" cy="520700"/>
        </p:xfrm>
        <a:graphic>
          <a:graphicData uri="http://schemas.openxmlformats.org/presentationml/2006/ole">
            <mc:AlternateContent xmlns:mc="http://schemas.openxmlformats.org/markup-compatibility/2006">
              <mc:Choice xmlns:v="urn:schemas-microsoft-com:vml" Requires="v">
                <p:oleObj spid="_x0000_s171326" name="Equation" r:id="rId12" imgW="1384200" imgH="520560" progId="Equation.DSMT4">
                  <p:embed/>
                </p:oleObj>
              </mc:Choice>
              <mc:Fallback>
                <p:oleObj name="Equation" r:id="rId12" imgW="1384200" imgH="520560" progId="Equation.DSMT4">
                  <p:embed/>
                  <p:pic>
                    <p:nvPicPr>
                      <p:cNvPr id="0" name="Picture 179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31158" y="2516945"/>
                        <a:ext cx="13843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a:extLst>
              <a:ext uri="{FF2B5EF4-FFF2-40B4-BE49-F238E27FC236}">
                <a16:creationId xmlns:a16="http://schemas.microsoft.com/office/drawing/2014/main" id="{53A96DEE-90A2-48FF-ADDD-FC505EF57F08}"/>
              </a:ext>
            </a:extLst>
          </p:cNvPr>
          <p:cNvGraphicFramePr>
            <a:graphicFrameLocks noChangeAspect="1"/>
          </p:cNvGraphicFramePr>
          <p:nvPr>
            <p:extLst>
              <p:ext uri="{D42A27DB-BD31-4B8C-83A1-F6EECF244321}">
                <p14:modId xmlns:p14="http://schemas.microsoft.com/office/powerpoint/2010/main" val="3550910585"/>
              </p:ext>
            </p:extLst>
          </p:nvPr>
        </p:nvGraphicFramePr>
        <p:xfrm>
          <a:off x="3871318" y="2516945"/>
          <a:ext cx="1498600" cy="520700"/>
        </p:xfrm>
        <a:graphic>
          <a:graphicData uri="http://schemas.openxmlformats.org/presentationml/2006/ole">
            <mc:AlternateContent xmlns:mc="http://schemas.openxmlformats.org/markup-compatibility/2006">
              <mc:Choice xmlns:v="urn:schemas-microsoft-com:vml" Requires="v">
                <p:oleObj spid="_x0000_s171327" name="Equation" r:id="rId14" imgW="1498320" imgH="520560" progId="Equation.DSMT4">
                  <p:embed/>
                </p:oleObj>
              </mc:Choice>
              <mc:Fallback>
                <p:oleObj name="Equation" r:id="rId14" imgW="1498320" imgH="520560" progId="Equation.DSMT4">
                  <p:embed/>
                  <p:pic>
                    <p:nvPicPr>
                      <p:cNvPr id="0" name="Picture 179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71318" y="2516945"/>
                        <a:ext cx="14986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a:extLst>
              <a:ext uri="{FF2B5EF4-FFF2-40B4-BE49-F238E27FC236}">
                <a16:creationId xmlns:a16="http://schemas.microsoft.com/office/drawing/2014/main" id="{53A96DEE-90A2-48FF-ADDD-FC505EF57F08}"/>
              </a:ext>
            </a:extLst>
          </p:cNvPr>
          <p:cNvGraphicFramePr>
            <a:graphicFrameLocks noChangeAspect="1"/>
          </p:cNvGraphicFramePr>
          <p:nvPr>
            <p:extLst>
              <p:ext uri="{D42A27DB-BD31-4B8C-83A1-F6EECF244321}">
                <p14:modId xmlns:p14="http://schemas.microsoft.com/office/powerpoint/2010/main" val="919232821"/>
              </p:ext>
            </p:extLst>
          </p:nvPr>
        </p:nvGraphicFramePr>
        <p:xfrm>
          <a:off x="5335936" y="2503104"/>
          <a:ext cx="3416300" cy="520700"/>
        </p:xfrm>
        <a:graphic>
          <a:graphicData uri="http://schemas.openxmlformats.org/presentationml/2006/ole">
            <mc:AlternateContent xmlns:mc="http://schemas.openxmlformats.org/markup-compatibility/2006">
              <mc:Choice xmlns:v="urn:schemas-microsoft-com:vml" Requires="v">
                <p:oleObj spid="_x0000_s171328" name="Equation" r:id="rId16" imgW="3416040" imgH="520560" progId="Equation.DSMT4">
                  <p:embed/>
                </p:oleObj>
              </mc:Choice>
              <mc:Fallback>
                <p:oleObj name="Equation" r:id="rId16" imgW="3416040" imgH="520560" progId="Equation.DSMT4">
                  <p:embed/>
                  <p:pic>
                    <p:nvPicPr>
                      <p:cNvPr id="0" name="Picture 1794"/>
                      <p:cNvPicPr>
                        <a:picLocks noChangeAspect="1" noChangeArrowheads="1"/>
                      </p:cNvPicPr>
                      <p:nvPr/>
                    </p:nvPicPr>
                    <p:blipFill>
                      <a:blip r:embed="rId17"/>
                      <a:srcRect/>
                      <a:stretch>
                        <a:fillRect/>
                      </a:stretch>
                    </p:blipFill>
                    <p:spPr bwMode="auto">
                      <a:xfrm>
                        <a:off x="5335936" y="2503104"/>
                        <a:ext cx="34163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1" name="组合 20"/>
          <p:cNvGrpSpPr/>
          <p:nvPr/>
        </p:nvGrpSpPr>
        <p:grpSpPr>
          <a:xfrm>
            <a:off x="456714" y="3305497"/>
            <a:ext cx="6479580" cy="461665"/>
            <a:chOff x="2916956" y="1226458"/>
            <a:chExt cx="6479580" cy="461665"/>
          </a:xfrm>
        </p:grpSpPr>
        <p:graphicFrame>
          <p:nvGraphicFramePr>
            <p:cNvPr id="22" name="对象 21">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4111467784"/>
                </p:ext>
              </p:extLst>
            </p:nvPr>
          </p:nvGraphicFramePr>
          <p:xfrm>
            <a:off x="5401220" y="1322313"/>
            <a:ext cx="647700" cy="279400"/>
          </p:xfrm>
          <a:graphic>
            <a:graphicData uri="http://schemas.openxmlformats.org/presentationml/2006/ole">
              <mc:AlternateContent xmlns:mc="http://schemas.openxmlformats.org/markup-compatibility/2006">
                <mc:Choice xmlns:v="urn:schemas-microsoft-com:vml" Requires="v">
                  <p:oleObj spid="_x0000_s171329" name="Equation" r:id="rId18" imgW="647640" imgH="279360" progId="Equation.DSMT4">
                    <p:embed/>
                  </p:oleObj>
                </mc:Choice>
                <mc:Fallback>
                  <p:oleObj name="Equation" r:id="rId18" imgW="647640" imgH="279360" progId="Equation.DSMT4">
                    <p:embed/>
                    <p:pic>
                      <p:nvPicPr>
                        <p:cNvPr id="0" name="Picture 179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401220" y="1322313"/>
                          <a:ext cx="6477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3" name="组合 22"/>
            <p:cNvGrpSpPr/>
            <p:nvPr/>
          </p:nvGrpSpPr>
          <p:grpSpPr>
            <a:xfrm>
              <a:off x="2916956" y="1226458"/>
              <a:ext cx="6479580" cy="461665"/>
              <a:chOff x="2699792" y="1226483"/>
              <a:chExt cx="6479580" cy="461665"/>
            </a:xfrm>
          </p:grpSpPr>
          <p:graphicFrame>
            <p:nvGraphicFramePr>
              <p:cNvPr id="24" name="对象 23">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3415347121"/>
                  </p:ext>
                </p:extLst>
              </p:nvPr>
            </p:nvGraphicFramePr>
            <p:xfrm>
              <a:off x="3183508" y="1271662"/>
              <a:ext cx="1460500" cy="406400"/>
            </p:xfrm>
            <a:graphic>
              <a:graphicData uri="http://schemas.openxmlformats.org/presentationml/2006/ole">
                <mc:AlternateContent xmlns:mc="http://schemas.openxmlformats.org/markup-compatibility/2006">
                  <mc:Choice xmlns:v="urn:schemas-microsoft-com:vml" Requires="v">
                    <p:oleObj spid="_x0000_s171330" name="Equation" r:id="rId20" imgW="1460160" imgH="406080" progId="Equation.DSMT4">
                      <p:embed/>
                    </p:oleObj>
                  </mc:Choice>
                  <mc:Fallback>
                    <p:oleObj name="Equation" r:id="rId20" imgW="1460160" imgH="406080" progId="Equation.DSMT4">
                      <p:embed/>
                      <p:pic>
                        <p:nvPicPr>
                          <p:cNvPr id="0" name="Picture 179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83508" y="1271662"/>
                            <a:ext cx="14605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2699792" y="1226483"/>
                <a:ext cx="64795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故           在     连续</a:t>
                </a:r>
                <a:r>
                  <a:rPr lang="en-US" altLang="zh-CN" sz="2400" b="1" dirty="0">
                    <a:latin typeface="+mn-ea"/>
                    <a:ea typeface="+mn-ea"/>
                  </a:rPr>
                  <a:t>.</a:t>
                </a:r>
              </a:p>
            </p:txBody>
          </p:sp>
        </p:grpSp>
      </p:grpSp>
      <p:graphicFrame>
        <p:nvGraphicFramePr>
          <p:cNvPr id="27" name="对象 26">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1376086866"/>
              </p:ext>
            </p:extLst>
          </p:nvPr>
        </p:nvGraphicFramePr>
        <p:xfrm>
          <a:off x="5698709" y="4195921"/>
          <a:ext cx="1587500" cy="342900"/>
        </p:xfrm>
        <a:graphic>
          <a:graphicData uri="http://schemas.openxmlformats.org/presentationml/2006/ole">
            <mc:AlternateContent xmlns:mc="http://schemas.openxmlformats.org/markup-compatibility/2006">
              <mc:Choice xmlns:v="urn:schemas-microsoft-com:vml" Requires="v">
                <p:oleObj spid="_x0000_s171331" name="Equation" r:id="rId21" imgW="1587240" imgH="342720" progId="Equation.DSMT4">
                  <p:embed/>
                </p:oleObj>
              </mc:Choice>
              <mc:Fallback>
                <p:oleObj name="Equation" r:id="rId21" imgW="1587240" imgH="342720" progId="Equation.DSMT4">
                  <p:embed/>
                  <p:pic>
                    <p:nvPicPr>
                      <p:cNvPr id="0" name="Picture 179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98709" y="4195921"/>
                        <a:ext cx="15875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1113932176"/>
              </p:ext>
            </p:extLst>
          </p:nvPr>
        </p:nvGraphicFramePr>
        <p:xfrm>
          <a:off x="3221684" y="4223051"/>
          <a:ext cx="596900" cy="279400"/>
        </p:xfrm>
        <a:graphic>
          <a:graphicData uri="http://schemas.openxmlformats.org/presentationml/2006/ole">
            <mc:AlternateContent xmlns:mc="http://schemas.openxmlformats.org/markup-compatibility/2006">
              <mc:Choice xmlns:v="urn:schemas-microsoft-com:vml" Requires="v">
                <p:oleObj spid="_x0000_s171332" name="Equation" r:id="rId23" imgW="596880" imgH="279360" progId="Equation.DSMT4">
                  <p:embed/>
                </p:oleObj>
              </mc:Choice>
              <mc:Fallback>
                <p:oleObj name="Equation" r:id="rId23" imgW="596880" imgH="279360" progId="Equation.DSMT4">
                  <p:embed/>
                  <p:pic>
                    <p:nvPicPr>
                      <p:cNvPr id="0" name="Picture 1798"/>
                      <p:cNvPicPr>
                        <a:picLocks noChangeAspect="1" noChangeArrowheads="1"/>
                      </p:cNvPicPr>
                      <p:nvPr/>
                    </p:nvPicPr>
                    <p:blipFill>
                      <a:blip r:embed="rId24"/>
                      <a:srcRect/>
                      <a:stretch>
                        <a:fillRect/>
                      </a:stretch>
                    </p:blipFill>
                    <p:spPr bwMode="auto">
                      <a:xfrm>
                        <a:off x="3221684" y="4223051"/>
                        <a:ext cx="5969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1037840" y="4115468"/>
            <a:ext cx="22148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综合</a:t>
            </a:r>
            <a:r>
              <a:rPr lang="en-US" altLang="zh-CN" sz="2400" b="1" dirty="0">
                <a:latin typeface="+mn-ea"/>
                <a:ea typeface="+mn-ea"/>
              </a:rPr>
              <a:t>1)</a:t>
            </a:r>
            <a:r>
              <a:rPr lang="zh-CN" altLang="en-US" sz="2400" b="1" dirty="0">
                <a:latin typeface="+mn-ea"/>
                <a:ea typeface="+mn-ea"/>
              </a:rPr>
              <a:t>和</a:t>
            </a:r>
            <a:r>
              <a:rPr lang="en-US" altLang="zh-CN" sz="2400" b="1" dirty="0">
                <a:latin typeface="+mn-ea"/>
                <a:ea typeface="+mn-ea"/>
              </a:rPr>
              <a:t>2),</a:t>
            </a:r>
            <a:r>
              <a:rPr lang="zh-CN" altLang="en-US" sz="2400" b="1" dirty="0">
                <a:latin typeface="+mn-ea"/>
                <a:ea typeface="+mn-ea"/>
              </a:rPr>
              <a:t>当</a:t>
            </a:r>
            <a:endParaRPr lang="en-US" altLang="zh-CN" sz="2400" b="1" dirty="0">
              <a:latin typeface="+mn-ea"/>
              <a:ea typeface="+mn-ea"/>
            </a:endParaRPr>
          </a:p>
        </p:txBody>
      </p:sp>
      <p:graphicFrame>
        <p:nvGraphicFramePr>
          <p:cNvPr id="31" name="对象 30">
            <a:extLst>
              <a:ext uri="{FF2B5EF4-FFF2-40B4-BE49-F238E27FC236}">
                <a16:creationId xmlns:a16="http://schemas.microsoft.com/office/drawing/2014/main" id="{53A96DEE-90A2-48FF-ADDD-FC505EF57F08}"/>
              </a:ext>
            </a:extLst>
          </p:cNvPr>
          <p:cNvGraphicFramePr>
            <a:graphicFrameLocks noChangeAspect="1"/>
          </p:cNvGraphicFramePr>
          <p:nvPr>
            <p:extLst>
              <p:ext uri="{D42A27DB-BD31-4B8C-83A1-F6EECF244321}">
                <p14:modId xmlns:p14="http://schemas.microsoft.com/office/powerpoint/2010/main" val="3621725079"/>
              </p:ext>
            </p:extLst>
          </p:nvPr>
        </p:nvGraphicFramePr>
        <p:xfrm>
          <a:off x="2261404" y="1880770"/>
          <a:ext cx="1435100" cy="381000"/>
        </p:xfrm>
        <a:graphic>
          <a:graphicData uri="http://schemas.openxmlformats.org/presentationml/2006/ole">
            <mc:AlternateContent xmlns:mc="http://schemas.openxmlformats.org/markup-compatibility/2006">
              <mc:Choice xmlns:v="urn:schemas-microsoft-com:vml" Requires="v">
                <p:oleObj spid="_x0000_s171333" name="Equation" r:id="rId25" imgW="1434960" imgH="380880" progId="Equation.DSMT4">
                  <p:embed/>
                </p:oleObj>
              </mc:Choice>
              <mc:Fallback>
                <p:oleObj name="Equation" r:id="rId25" imgW="1434960" imgH="380880" progId="Equation.DSMT4">
                  <p:embed/>
                  <p:pic>
                    <p:nvPicPr>
                      <p:cNvPr id="0" name="Picture 1799"/>
                      <p:cNvPicPr>
                        <a:picLocks noChangeAspect="1" noChangeArrowheads="1"/>
                      </p:cNvPicPr>
                      <p:nvPr/>
                    </p:nvPicPr>
                    <p:blipFill>
                      <a:blip r:embed="rId26"/>
                      <a:srcRect/>
                      <a:stretch>
                        <a:fillRect/>
                      </a:stretch>
                    </p:blipFill>
                    <p:spPr bwMode="auto">
                      <a:xfrm>
                        <a:off x="2261404" y="1880770"/>
                        <a:ext cx="14351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2" name="组合 31"/>
          <p:cNvGrpSpPr/>
          <p:nvPr/>
        </p:nvGrpSpPr>
        <p:grpSpPr>
          <a:xfrm>
            <a:off x="1672929" y="274248"/>
            <a:ext cx="6479580" cy="461665"/>
            <a:chOff x="1431989" y="448682"/>
            <a:chExt cx="6479580" cy="461665"/>
          </a:xfrm>
        </p:grpSpPr>
        <p:graphicFrame>
          <p:nvGraphicFramePr>
            <p:cNvPr id="33" name="Object 10">
              <a:extLst>
                <a:ext uri="{FF2B5EF4-FFF2-40B4-BE49-F238E27FC236}">
                  <a16:creationId xmlns:a16="http://schemas.microsoft.com/office/drawing/2014/main" id="{B59C5628-B135-457F-BB0A-0407919D3F1B}"/>
                </a:ext>
              </a:extLst>
            </p:cNvPr>
            <p:cNvGraphicFramePr>
              <a:graphicFrameLocks noChangeAspect="1"/>
            </p:cNvGraphicFramePr>
            <p:nvPr>
              <p:extLst>
                <p:ext uri="{D42A27DB-BD31-4B8C-83A1-F6EECF244321}">
                  <p14:modId xmlns:p14="http://schemas.microsoft.com/office/powerpoint/2010/main" val="4177884626"/>
                </p:ext>
              </p:extLst>
            </p:nvPr>
          </p:nvGraphicFramePr>
          <p:xfrm>
            <a:off x="2236081" y="469568"/>
            <a:ext cx="2424113" cy="406400"/>
          </p:xfrm>
          <a:graphic>
            <a:graphicData uri="http://schemas.openxmlformats.org/presentationml/2006/ole">
              <mc:AlternateContent xmlns:mc="http://schemas.openxmlformats.org/markup-compatibility/2006">
                <mc:Choice xmlns:v="urn:schemas-microsoft-com:vml" Requires="v">
                  <p:oleObj spid="_x0000_s171334" name="Equation" r:id="rId27" imgW="2425680" imgH="406080" progId="Equation.DSMT4">
                    <p:embed/>
                  </p:oleObj>
                </mc:Choice>
                <mc:Fallback>
                  <p:oleObj name="Equation" r:id="rId27" imgW="2425680" imgH="406080" progId="Equation.DSMT4">
                    <p:embed/>
                    <p:pic>
                      <p:nvPicPr>
                        <p:cNvPr id="0" name="Picture 1800"/>
                        <p:cNvPicPr>
                          <a:picLocks noChangeAspect="1" noChangeArrowheads="1"/>
                        </p:cNvPicPr>
                        <p:nvPr/>
                      </p:nvPicPr>
                      <p:blipFill>
                        <a:blip r:embed="rId28"/>
                        <a:srcRect/>
                        <a:stretch>
                          <a:fillRect/>
                        </a:stretch>
                      </p:blipFill>
                      <p:spPr bwMode="auto">
                        <a:xfrm>
                          <a:off x="2236081" y="469568"/>
                          <a:ext cx="2424113"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1431989" y="448682"/>
              <a:ext cx="64795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证明                 在其定义域内是连续的</a:t>
              </a:r>
              <a:r>
                <a:rPr lang="en-US" altLang="zh-CN" sz="2400" b="1" dirty="0">
                  <a:latin typeface="+mn-ea"/>
                  <a:ea typeface="+mn-ea"/>
                </a:rPr>
                <a:t>.</a:t>
              </a:r>
            </a:p>
          </p:txBody>
        </p:sp>
      </p:grpSp>
      <p:cxnSp>
        <p:nvCxnSpPr>
          <p:cNvPr id="5" name="直接连接符 4">
            <a:extLst>
              <a:ext uri="{FF2B5EF4-FFF2-40B4-BE49-F238E27FC236}">
                <a16:creationId xmlns:a16="http://schemas.microsoft.com/office/drawing/2014/main" id="{94CC2325-05D3-44ED-936E-6FC05AA27BBF}"/>
              </a:ext>
            </a:extLst>
          </p:cNvPr>
          <p:cNvCxnSpPr>
            <a:cxnSpLocks/>
          </p:cNvCxnSpPr>
          <p:nvPr/>
        </p:nvCxnSpPr>
        <p:spPr>
          <a:xfrm>
            <a:off x="676984" y="877334"/>
            <a:ext cx="7992888" cy="0"/>
          </a:xfrm>
          <a:prstGeom prst="line">
            <a:avLst/>
          </a:prstGeom>
          <a:ln w="1905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5" name="对象 34">
            <a:extLst>
              <a:ext uri="{FF2B5EF4-FFF2-40B4-BE49-F238E27FC236}">
                <a16:creationId xmlns:a16="http://schemas.microsoft.com/office/drawing/2014/main" id="{88D6DB0B-930F-432E-986C-24C8CCCA3DD9}"/>
              </a:ext>
            </a:extLst>
          </p:cNvPr>
          <p:cNvGraphicFramePr>
            <a:graphicFrameLocks noChangeAspect="1"/>
          </p:cNvGraphicFramePr>
          <p:nvPr>
            <p:extLst>
              <p:ext uri="{D42A27DB-BD31-4B8C-83A1-F6EECF244321}">
                <p14:modId xmlns:p14="http://schemas.microsoft.com/office/powerpoint/2010/main" val="581538810"/>
              </p:ext>
            </p:extLst>
          </p:nvPr>
        </p:nvGraphicFramePr>
        <p:xfrm>
          <a:off x="4396877" y="4124338"/>
          <a:ext cx="787400" cy="406400"/>
        </p:xfrm>
        <a:graphic>
          <a:graphicData uri="http://schemas.openxmlformats.org/presentationml/2006/ole">
            <mc:AlternateContent xmlns:mc="http://schemas.openxmlformats.org/markup-compatibility/2006">
              <mc:Choice xmlns:v="urn:schemas-microsoft-com:vml" Requires="v">
                <p:oleObj spid="_x0000_s171335" name="Equation" r:id="rId29" imgW="787320" imgH="406080" progId="Equation.DSMT4">
                  <p:embed/>
                </p:oleObj>
              </mc:Choice>
              <mc:Fallback>
                <p:oleObj name="Equation" r:id="rId29" imgW="787320" imgH="406080" progId="Equation.DSMT4">
                  <p:embed/>
                  <p:pic>
                    <p:nvPicPr>
                      <p:cNvPr id="29" name="对象 28">
                        <a:extLst>
                          <a:ext uri="{FF2B5EF4-FFF2-40B4-BE49-F238E27FC236}">
                            <a16:creationId xmlns:a16="http://schemas.microsoft.com/office/drawing/2014/main" id="{70B533AA-E50B-4E43-933B-AEDD813DA066}"/>
                          </a:ext>
                        </a:extLst>
                      </p:cNvPr>
                      <p:cNvPicPr>
                        <a:picLocks noChangeAspect="1" noChangeArrowheads="1"/>
                      </p:cNvPicPr>
                      <p:nvPr/>
                    </p:nvPicPr>
                    <p:blipFill>
                      <a:blip r:embed="rId30"/>
                      <a:srcRect/>
                      <a:stretch>
                        <a:fillRect/>
                      </a:stretch>
                    </p:blipFill>
                    <p:spPr bwMode="auto">
                      <a:xfrm>
                        <a:off x="4396877" y="4124338"/>
                        <a:ext cx="787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a:extLst>
              <a:ext uri="{FF2B5EF4-FFF2-40B4-BE49-F238E27FC236}">
                <a16:creationId xmlns:a16="http://schemas.microsoft.com/office/drawing/2014/main" id="{F6D1F8E5-3D89-4043-BE0A-B1B72251878A}"/>
              </a:ext>
            </a:extLst>
          </p:cNvPr>
          <p:cNvSpPr/>
          <p:nvPr/>
        </p:nvSpPr>
        <p:spPr>
          <a:xfrm>
            <a:off x="3832343" y="4122429"/>
            <a:ext cx="620102" cy="461665"/>
          </a:xfrm>
          <a:prstGeom prst="rect">
            <a:avLst/>
          </a:prstGeom>
        </p:spPr>
        <p:txBody>
          <a:bodyPr wrap="square">
            <a:spAutoFit/>
          </a:bodyPr>
          <a:lstStyle/>
          <a:p>
            <a:r>
              <a:rPr lang="zh-CN" altLang="en-US" sz="2400" b="1" dirty="0">
                <a:latin typeface="+mn-ea"/>
              </a:rPr>
              <a:t>时，</a:t>
            </a:r>
            <a:endParaRPr lang="zh-CN" altLang="en-US" sz="2400" dirty="0"/>
          </a:p>
        </p:txBody>
      </p:sp>
      <p:sp>
        <p:nvSpPr>
          <p:cNvPr id="4" name="矩形 3">
            <a:extLst>
              <a:ext uri="{FF2B5EF4-FFF2-40B4-BE49-F238E27FC236}">
                <a16:creationId xmlns:a16="http://schemas.microsoft.com/office/drawing/2014/main" id="{6AEB6850-6D9A-4553-B2BA-30127ACEB3B2}"/>
              </a:ext>
            </a:extLst>
          </p:cNvPr>
          <p:cNvSpPr/>
          <p:nvPr/>
        </p:nvSpPr>
        <p:spPr>
          <a:xfrm>
            <a:off x="5184277" y="4122429"/>
            <a:ext cx="494046" cy="461665"/>
          </a:xfrm>
          <a:prstGeom prst="rect">
            <a:avLst/>
          </a:prstGeom>
        </p:spPr>
        <p:txBody>
          <a:bodyPr wrap="none">
            <a:spAutoFit/>
          </a:bodyPr>
          <a:lstStyle/>
          <a:p>
            <a:r>
              <a:rPr lang="zh-CN" altLang="en-US" sz="2400" b="1" dirty="0">
                <a:latin typeface="+mn-ea"/>
              </a:rPr>
              <a:t>在</a:t>
            </a:r>
            <a:endParaRPr lang="zh-CN" altLang="en-US" sz="2400" dirty="0"/>
          </a:p>
        </p:txBody>
      </p:sp>
      <p:sp>
        <p:nvSpPr>
          <p:cNvPr id="6" name="矩形 5">
            <a:extLst>
              <a:ext uri="{FF2B5EF4-FFF2-40B4-BE49-F238E27FC236}">
                <a16:creationId xmlns:a16="http://schemas.microsoft.com/office/drawing/2014/main" id="{73F1DAAB-B47C-419E-89DC-640FFAC402AB}"/>
              </a:ext>
            </a:extLst>
          </p:cNvPr>
          <p:cNvSpPr/>
          <p:nvPr/>
        </p:nvSpPr>
        <p:spPr>
          <a:xfrm>
            <a:off x="7304889" y="4115467"/>
            <a:ext cx="958917" cy="461665"/>
          </a:xfrm>
          <a:prstGeom prst="rect">
            <a:avLst/>
          </a:prstGeom>
        </p:spPr>
        <p:txBody>
          <a:bodyPr wrap="none">
            <a:spAutoFit/>
          </a:bodyPr>
          <a:lstStyle/>
          <a:p>
            <a:r>
              <a:rPr lang="zh-CN" altLang="en-US" sz="2400" b="1" dirty="0">
                <a:latin typeface="+mn-ea"/>
              </a:rPr>
              <a:t>连续</a:t>
            </a:r>
            <a:r>
              <a:rPr lang="en-US" altLang="zh-CN" sz="2400" b="1" dirty="0">
                <a:latin typeface="+mn-ea"/>
              </a:rPr>
              <a:t>.</a:t>
            </a:r>
            <a:endParaRPr lang="zh-CN" altLang="en-US" sz="2400" dirty="0"/>
          </a:p>
        </p:txBody>
      </p:sp>
    </p:spTree>
    <p:extLst>
      <p:ext uri="{BB962C8B-B14F-4D97-AF65-F5344CB8AC3E}">
        <p14:creationId xmlns:p14="http://schemas.microsoft.com/office/powerpoint/2010/main" val="4092821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20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ipe(left)">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left)">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left)">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wipe(left)">
                                      <p:cBhvr>
                                        <p:cTn id="62" dur="500"/>
                                        <p:tgtEl>
                                          <p:spTgt spid="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left)">
                                      <p:cBhvr>
                                        <p:cTn id="67" dur="500"/>
                                        <p:tgtEl>
                                          <p:spTgt spid="2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p:bldP spid="4"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0C7EBE18-3746-48C3-8196-6CCC48A66BC7}"/>
              </a:ext>
            </a:extLst>
          </p:cNvPr>
          <p:cNvGraphicFramePr>
            <a:graphicFrameLocks noChangeAspect="1"/>
          </p:cNvGraphicFramePr>
          <p:nvPr>
            <p:extLst>
              <p:ext uri="{D42A27DB-BD31-4B8C-83A1-F6EECF244321}">
                <p14:modId xmlns:p14="http://schemas.microsoft.com/office/powerpoint/2010/main" val="1773908404"/>
              </p:ext>
            </p:extLst>
          </p:nvPr>
        </p:nvGraphicFramePr>
        <p:xfrm>
          <a:off x="1695504" y="1783953"/>
          <a:ext cx="1117600" cy="330200"/>
        </p:xfrm>
        <a:graphic>
          <a:graphicData uri="http://schemas.openxmlformats.org/presentationml/2006/ole">
            <mc:AlternateContent xmlns:mc="http://schemas.openxmlformats.org/markup-compatibility/2006">
              <mc:Choice xmlns:v="urn:schemas-microsoft-com:vml" Requires="v">
                <p:oleObj spid="_x0000_s158439" name="Equation" r:id="rId4" imgW="1117440" imgH="330120" progId="Equation.DSMT4">
                  <p:embed/>
                </p:oleObj>
              </mc:Choice>
              <mc:Fallback>
                <p:oleObj name="Equation" r:id="rId4" imgW="1117440" imgH="330120" progId="Equation.DSMT4">
                  <p:embed/>
                  <p:pic>
                    <p:nvPicPr>
                      <p:cNvPr id="0" name="Picture 169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5504" y="1783953"/>
                        <a:ext cx="11176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5">
            <a:extLst>
              <a:ext uri="{FF2B5EF4-FFF2-40B4-BE49-F238E27FC236}">
                <a16:creationId xmlns:a16="http://schemas.microsoft.com/office/drawing/2014/main" id="{1C126D8E-C3C9-4040-B88D-C8E7265D6709}"/>
              </a:ext>
            </a:extLst>
          </p:cNvPr>
          <p:cNvSpPr txBox="1">
            <a:spLocks noChangeArrowheads="1"/>
          </p:cNvSpPr>
          <p:nvPr/>
        </p:nvSpPr>
        <p:spPr bwMode="auto">
          <a:xfrm>
            <a:off x="794048" y="507555"/>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例</a:t>
            </a:r>
            <a:r>
              <a:rPr lang="en-US" altLang="zh-CN" sz="2400" b="1" dirty="0">
                <a:solidFill>
                  <a:srgbClr val="0064FF"/>
                </a:solidFill>
                <a:latin typeface="+mn-ea"/>
                <a:ea typeface="+mn-ea"/>
              </a:rPr>
              <a:t>3</a:t>
            </a:r>
          </a:p>
        </p:txBody>
      </p:sp>
      <p:sp>
        <p:nvSpPr>
          <p:cNvPr id="13"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830622" y="1172247"/>
            <a:ext cx="12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证</a:t>
            </a:r>
            <a:endParaRPr lang="en-US" altLang="zh-CN" sz="2400" b="1" dirty="0">
              <a:solidFill>
                <a:srgbClr val="0064FF"/>
              </a:solidFill>
              <a:latin typeface="+mn-ea"/>
              <a:ea typeface="+mn-ea"/>
            </a:endParaRPr>
          </a:p>
        </p:txBody>
      </p:sp>
      <p:graphicFrame>
        <p:nvGraphicFramePr>
          <p:cNvPr id="15" name="对象 14">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3671852103"/>
              </p:ext>
            </p:extLst>
          </p:nvPr>
        </p:nvGraphicFramePr>
        <p:xfrm>
          <a:off x="4940279" y="1274246"/>
          <a:ext cx="1587500" cy="342900"/>
        </p:xfrm>
        <a:graphic>
          <a:graphicData uri="http://schemas.openxmlformats.org/presentationml/2006/ole">
            <mc:AlternateContent xmlns:mc="http://schemas.openxmlformats.org/markup-compatibility/2006">
              <mc:Choice xmlns:v="urn:schemas-microsoft-com:vml" Requires="v">
                <p:oleObj spid="_x0000_s158440" name="Equation" r:id="rId6" imgW="1587240" imgH="342720" progId="Equation.DSMT4">
                  <p:embed/>
                </p:oleObj>
              </mc:Choice>
              <mc:Fallback>
                <p:oleObj name="Equation" r:id="rId6" imgW="1587240" imgH="342720" progId="Equation.DSMT4">
                  <p:embed/>
                  <p:pic>
                    <p:nvPicPr>
                      <p:cNvPr id="0" name="Picture 169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40279" y="1274246"/>
                        <a:ext cx="15875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1929774669"/>
              </p:ext>
            </p:extLst>
          </p:nvPr>
        </p:nvGraphicFramePr>
        <p:xfrm>
          <a:off x="2654388" y="1220825"/>
          <a:ext cx="1905000" cy="406400"/>
        </p:xfrm>
        <a:graphic>
          <a:graphicData uri="http://schemas.openxmlformats.org/presentationml/2006/ole">
            <mc:AlternateContent xmlns:mc="http://schemas.openxmlformats.org/markup-compatibility/2006">
              <mc:Choice xmlns:v="urn:schemas-microsoft-com:vml" Requires="v">
                <p:oleObj spid="_x0000_s158441" name="Equation" r:id="rId8" imgW="1904760" imgH="406080" progId="Equation.DSMT4">
                  <p:embed/>
                </p:oleObj>
              </mc:Choice>
              <mc:Fallback>
                <p:oleObj name="Equation" r:id="rId8" imgW="1904760" imgH="406080" progId="Equation.DSMT4">
                  <p:embed/>
                  <p:pic>
                    <p:nvPicPr>
                      <p:cNvPr id="0" name="Picture 169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54388" y="1220825"/>
                        <a:ext cx="19050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1403648" y="1185366"/>
            <a:ext cx="74888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en-US" altLang="zh-CN" sz="2400" b="1" dirty="0">
                <a:latin typeface="+mn-ea"/>
                <a:ea typeface="+mn-ea"/>
              </a:rPr>
              <a:t>3)</a:t>
            </a:r>
            <a:r>
              <a:rPr lang="zh-CN" altLang="en-US" sz="2400" b="1" dirty="0">
                <a:latin typeface="+mn-ea"/>
                <a:ea typeface="+mn-ea"/>
              </a:rPr>
              <a:t> 后证             在           连续</a:t>
            </a:r>
            <a:r>
              <a:rPr lang="en-US" altLang="zh-CN" sz="2400" b="1" dirty="0">
                <a:latin typeface="+mn-ea"/>
                <a:ea typeface="+mn-ea"/>
              </a:rPr>
              <a:t>.</a:t>
            </a:r>
          </a:p>
        </p:txBody>
      </p:sp>
      <p:graphicFrame>
        <p:nvGraphicFramePr>
          <p:cNvPr id="20" name="Object 10">
            <a:extLst>
              <a:ext uri="{FF2B5EF4-FFF2-40B4-BE49-F238E27FC236}">
                <a16:creationId xmlns:a16="http://schemas.microsoft.com/office/drawing/2014/main" id="{B59C5628-B135-457F-BB0A-0407919D3F1B}"/>
              </a:ext>
            </a:extLst>
          </p:cNvPr>
          <p:cNvGraphicFramePr>
            <a:graphicFrameLocks noChangeAspect="1"/>
          </p:cNvGraphicFramePr>
          <p:nvPr>
            <p:extLst>
              <p:ext uri="{D42A27DB-BD31-4B8C-83A1-F6EECF244321}">
                <p14:modId xmlns:p14="http://schemas.microsoft.com/office/powerpoint/2010/main" val="666707304"/>
              </p:ext>
            </p:extLst>
          </p:nvPr>
        </p:nvGraphicFramePr>
        <p:xfrm>
          <a:off x="2164073" y="541576"/>
          <a:ext cx="2424113" cy="406400"/>
        </p:xfrm>
        <a:graphic>
          <a:graphicData uri="http://schemas.openxmlformats.org/presentationml/2006/ole">
            <mc:AlternateContent xmlns:mc="http://schemas.openxmlformats.org/markup-compatibility/2006">
              <mc:Choice xmlns:v="urn:schemas-microsoft-com:vml" Requires="v">
                <p:oleObj spid="_x0000_s158442" name="Equation" r:id="rId10" imgW="2425680" imgH="406080" progId="Equation.DSMT4">
                  <p:embed/>
                </p:oleObj>
              </mc:Choice>
              <mc:Fallback>
                <p:oleObj name="Equation" r:id="rId10" imgW="2425680" imgH="406080" progId="Equation.DSMT4">
                  <p:embed/>
                  <p:pic>
                    <p:nvPicPr>
                      <p:cNvPr id="0" name="Picture 1698"/>
                      <p:cNvPicPr>
                        <a:picLocks noChangeAspect="1" noChangeArrowheads="1"/>
                      </p:cNvPicPr>
                      <p:nvPr/>
                    </p:nvPicPr>
                    <p:blipFill>
                      <a:blip r:embed="rId11"/>
                      <a:srcRect/>
                      <a:stretch>
                        <a:fillRect/>
                      </a:stretch>
                    </p:blipFill>
                    <p:spPr bwMode="auto">
                      <a:xfrm>
                        <a:off x="2164073" y="541576"/>
                        <a:ext cx="2424113"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1398978" y="513471"/>
            <a:ext cx="64795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证明                 在其定义域内是连续的</a:t>
            </a:r>
            <a:r>
              <a:rPr lang="en-US" altLang="zh-CN" sz="2400" b="1" dirty="0">
                <a:latin typeface="+mn-ea"/>
                <a:ea typeface="+mn-ea"/>
              </a:rPr>
              <a:t>.</a:t>
            </a:r>
          </a:p>
        </p:txBody>
      </p:sp>
      <p:graphicFrame>
        <p:nvGraphicFramePr>
          <p:cNvPr id="22" name="对象 21">
            <a:extLst>
              <a:ext uri="{FF2B5EF4-FFF2-40B4-BE49-F238E27FC236}">
                <a16:creationId xmlns:a16="http://schemas.microsoft.com/office/drawing/2014/main" id="{0C7EBE18-3746-48C3-8196-6CCC48A66BC7}"/>
              </a:ext>
            </a:extLst>
          </p:cNvPr>
          <p:cNvGraphicFramePr>
            <a:graphicFrameLocks noChangeAspect="1"/>
          </p:cNvGraphicFramePr>
          <p:nvPr>
            <p:extLst>
              <p:ext uri="{D42A27DB-BD31-4B8C-83A1-F6EECF244321}">
                <p14:modId xmlns:p14="http://schemas.microsoft.com/office/powerpoint/2010/main" val="1073889952"/>
              </p:ext>
            </p:extLst>
          </p:nvPr>
        </p:nvGraphicFramePr>
        <p:xfrm>
          <a:off x="3483868" y="1580840"/>
          <a:ext cx="800100" cy="736600"/>
        </p:xfrm>
        <a:graphic>
          <a:graphicData uri="http://schemas.openxmlformats.org/presentationml/2006/ole">
            <mc:AlternateContent xmlns:mc="http://schemas.openxmlformats.org/markup-compatibility/2006">
              <mc:Choice xmlns:v="urn:schemas-microsoft-com:vml" Requires="v">
                <p:oleObj spid="_x0000_s158443" name="Equation" r:id="rId12" imgW="799920" imgH="736560" progId="Equation.DSMT4">
                  <p:embed/>
                </p:oleObj>
              </mc:Choice>
              <mc:Fallback>
                <p:oleObj name="Equation" r:id="rId12" imgW="799920" imgH="736560" progId="Equation.DSMT4">
                  <p:embed/>
                  <p:pic>
                    <p:nvPicPr>
                      <p:cNvPr id="0" name="Picture 169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83868" y="1580840"/>
                        <a:ext cx="8001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a:extLst>
              <a:ext uri="{FF2B5EF4-FFF2-40B4-BE49-F238E27FC236}">
                <a16:creationId xmlns:a16="http://schemas.microsoft.com/office/drawing/2014/main" id="{0C7EBE18-3746-48C3-8196-6CCC48A66BC7}"/>
              </a:ext>
            </a:extLst>
          </p:cNvPr>
          <p:cNvGraphicFramePr>
            <a:graphicFrameLocks noChangeAspect="1"/>
          </p:cNvGraphicFramePr>
          <p:nvPr>
            <p:extLst>
              <p:ext uri="{D42A27DB-BD31-4B8C-83A1-F6EECF244321}">
                <p14:modId xmlns:p14="http://schemas.microsoft.com/office/powerpoint/2010/main" val="845384384"/>
              </p:ext>
            </p:extLst>
          </p:nvPr>
        </p:nvGraphicFramePr>
        <p:xfrm>
          <a:off x="4951413" y="1822450"/>
          <a:ext cx="673100" cy="279400"/>
        </p:xfrm>
        <a:graphic>
          <a:graphicData uri="http://schemas.openxmlformats.org/presentationml/2006/ole">
            <mc:AlternateContent xmlns:mc="http://schemas.openxmlformats.org/markup-compatibility/2006">
              <mc:Choice xmlns:v="urn:schemas-microsoft-com:vml" Requires="v">
                <p:oleObj spid="_x0000_s158444" name="Equation" r:id="rId14" imgW="672840" imgH="279360" progId="Equation.DSMT4">
                  <p:embed/>
                </p:oleObj>
              </mc:Choice>
              <mc:Fallback>
                <p:oleObj name="Equation" r:id="rId14" imgW="672840" imgH="279360" progId="Equation.DSMT4">
                  <p:embed/>
                  <p:pic>
                    <p:nvPicPr>
                      <p:cNvPr id="0" name="Picture 1700"/>
                      <p:cNvPicPr>
                        <a:picLocks noChangeAspect="1" noChangeArrowheads="1"/>
                      </p:cNvPicPr>
                      <p:nvPr/>
                    </p:nvPicPr>
                    <p:blipFill>
                      <a:blip r:embed="rId15"/>
                      <a:srcRect/>
                      <a:stretch>
                        <a:fillRect/>
                      </a:stretch>
                    </p:blipFill>
                    <p:spPr bwMode="auto">
                      <a:xfrm>
                        <a:off x="4951413" y="1822450"/>
                        <a:ext cx="6731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2987824" y="1678037"/>
            <a:ext cx="9277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令</a:t>
            </a:r>
            <a:endParaRPr lang="en-US" altLang="zh-CN" sz="2400" b="1" dirty="0">
              <a:latin typeface="+mn-ea"/>
              <a:ea typeface="+mn-ea"/>
            </a:endParaRPr>
          </a:p>
        </p:txBody>
      </p:sp>
      <p:sp>
        <p:nvSpPr>
          <p:cNvPr id="25"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4508376" y="1707654"/>
            <a:ext cx="9277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则</a:t>
            </a:r>
            <a:endParaRPr lang="en-US" altLang="zh-CN" sz="2400" b="1" dirty="0">
              <a:latin typeface="+mn-ea"/>
              <a:ea typeface="+mn-ea"/>
            </a:endParaRPr>
          </a:p>
        </p:txBody>
      </p:sp>
      <p:grpSp>
        <p:nvGrpSpPr>
          <p:cNvPr id="26" name="组合 25"/>
          <p:cNvGrpSpPr/>
          <p:nvPr/>
        </p:nvGrpSpPr>
        <p:grpSpPr>
          <a:xfrm>
            <a:off x="1403648" y="2283718"/>
            <a:ext cx="6479580" cy="461665"/>
            <a:chOff x="1691680" y="824027"/>
            <a:chExt cx="6479580" cy="461665"/>
          </a:xfrm>
        </p:grpSpPr>
        <p:graphicFrame>
          <p:nvGraphicFramePr>
            <p:cNvPr id="27" name="对象 26">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2090498994"/>
                </p:ext>
              </p:extLst>
            </p:nvPr>
          </p:nvGraphicFramePr>
          <p:xfrm>
            <a:off x="4644008" y="925652"/>
            <a:ext cx="1587500" cy="342900"/>
          </p:xfrm>
          <a:graphic>
            <a:graphicData uri="http://schemas.openxmlformats.org/presentationml/2006/ole">
              <mc:AlternateContent xmlns:mc="http://schemas.openxmlformats.org/markup-compatibility/2006">
                <mc:Choice xmlns:v="urn:schemas-microsoft-com:vml" Requires="v">
                  <p:oleObj spid="_x0000_s158445" name="Equation" r:id="rId16" imgW="1587240" imgH="342720" progId="Equation.DSMT4">
                    <p:embed/>
                  </p:oleObj>
                </mc:Choice>
                <mc:Fallback>
                  <p:oleObj name="Equation" r:id="rId16" imgW="1587240" imgH="342720" progId="Equation.DSMT4">
                    <p:embed/>
                    <p:pic>
                      <p:nvPicPr>
                        <p:cNvPr id="0" name="Picture 17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4008" y="925652"/>
                          <a:ext cx="15875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8" name="组合 27"/>
            <p:cNvGrpSpPr/>
            <p:nvPr/>
          </p:nvGrpSpPr>
          <p:grpSpPr>
            <a:xfrm>
              <a:off x="1691680" y="824027"/>
              <a:ext cx="6479580" cy="461665"/>
              <a:chOff x="1474516" y="824052"/>
              <a:chExt cx="6479580" cy="461665"/>
            </a:xfrm>
          </p:grpSpPr>
          <p:graphicFrame>
            <p:nvGraphicFramePr>
              <p:cNvPr id="29" name="对象 28">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2336948619"/>
                  </p:ext>
                </p:extLst>
              </p:nvPr>
            </p:nvGraphicFramePr>
            <p:xfrm>
              <a:off x="3236715" y="853669"/>
              <a:ext cx="774700" cy="406400"/>
            </p:xfrm>
            <a:graphic>
              <a:graphicData uri="http://schemas.openxmlformats.org/presentationml/2006/ole">
                <mc:AlternateContent xmlns:mc="http://schemas.openxmlformats.org/markup-compatibility/2006">
                  <mc:Choice xmlns:v="urn:schemas-microsoft-com:vml" Requires="v">
                    <p:oleObj spid="_x0000_s158446" name="Equation" r:id="rId17" imgW="774360" imgH="406080" progId="Equation.DSMT4">
                      <p:embed/>
                    </p:oleObj>
                  </mc:Choice>
                  <mc:Fallback>
                    <p:oleObj name="Equation" r:id="rId17" imgW="774360" imgH="406080" progId="Equation.DSMT4">
                      <p:embed/>
                      <p:pic>
                        <p:nvPicPr>
                          <p:cNvPr id="0" name="Picture 170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36715" y="853669"/>
                            <a:ext cx="774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1474516" y="824052"/>
                <a:ext cx="64795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由</a:t>
                </a:r>
                <a:r>
                  <a:rPr lang="en-US" altLang="zh-CN" sz="2400" b="1" dirty="0">
                    <a:latin typeface="+mn-ea"/>
                    <a:ea typeface="+mn-ea"/>
                  </a:rPr>
                  <a:t>1)</a:t>
                </a:r>
                <a:r>
                  <a:rPr lang="zh-CN" altLang="en-US" sz="2400" b="1" dirty="0">
                    <a:latin typeface="+mn-ea"/>
                    <a:ea typeface="+mn-ea"/>
                  </a:rPr>
                  <a:t>和</a:t>
                </a:r>
                <a:r>
                  <a:rPr lang="en-US" altLang="zh-CN" sz="2400" b="1" dirty="0">
                    <a:latin typeface="+mn-ea"/>
                    <a:ea typeface="+mn-ea"/>
                  </a:rPr>
                  <a:t>2)</a:t>
                </a:r>
                <a:r>
                  <a:rPr lang="zh-CN" altLang="en-US" sz="2400" b="1" dirty="0">
                    <a:latin typeface="+mn-ea"/>
                    <a:ea typeface="+mn-ea"/>
                  </a:rPr>
                  <a:t>知      在           连续</a:t>
                </a:r>
                <a:r>
                  <a:rPr lang="en-US" altLang="zh-CN" sz="2400" b="1" dirty="0">
                    <a:latin typeface="+mn-ea"/>
                    <a:ea typeface="+mn-ea"/>
                  </a:rPr>
                  <a:t>.</a:t>
                </a:r>
              </a:p>
            </p:txBody>
          </p:sp>
        </p:grpSp>
      </p:grpSp>
      <p:grpSp>
        <p:nvGrpSpPr>
          <p:cNvPr id="38" name="组合 37"/>
          <p:cNvGrpSpPr/>
          <p:nvPr/>
        </p:nvGrpSpPr>
        <p:grpSpPr>
          <a:xfrm>
            <a:off x="1403648" y="2787774"/>
            <a:ext cx="6479580" cy="736600"/>
            <a:chOff x="1475656" y="2843262"/>
            <a:chExt cx="6479580" cy="736600"/>
          </a:xfrm>
        </p:grpSpPr>
        <p:graphicFrame>
          <p:nvGraphicFramePr>
            <p:cNvPr id="33" name="对象 32">
              <a:extLst>
                <a:ext uri="{FF2B5EF4-FFF2-40B4-BE49-F238E27FC236}">
                  <a16:creationId xmlns:a16="http://schemas.microsoft.com/office/drawing/2014/main" id="{70B533AA-E50B-4E43-933B-AEDD813DA066}"/>
                </a:ext>
              </a:extLst>
            </p:cNvPr>
            <p:cNvGraphicFramePr>
              <a:graphicFrameLocks noChangeAspect="1"/>
            </p:cNvGraphicFramePr>
            <p:nvPr>
              <p:extLst>
                <p:ext uri="{D42A27DB-BD31-4B8C-83A1-F6EECF244321}">
                  <p14:modId xmlns:p14="http://schemas.microsoft.com/office/powerpoint/2010/main" val="3393635848"/>
                </p:ext>
              </p:extLst>
            </p:nvPr>
          </p:nvGraphicFramePr>
          <p:xfrm>
            <a:off x="4860032" y="3047966"/>
            <a:ext cx="1587500" cy="342900"/>
          </p:xfrm>
          <a:graphic>
            <a:graphicData uri="http://schemas.openxmlformats.org/presentationml/2006/ole">
              <mc:AlternateContent xmlns:mc="http://schemas.openxmlformats.org/markup-compatibility/2006">
                <mc:Choice xmlns:v="urn:schemas-microsoft-com:vml" Requires="v">
                  <p:oleObj spid="_x0000_s158447" name="Equation" r:id="rId19" imgW="1587240" imgH="342720" progId="Equation.DSMT4">
                    <p:embed/>
                  </p:oleObj>
                </mc:Choice>
                <mc:Fallback>
                  <p:oleObj name="Equation" r:id="rId19" imgW="1587240" imgH="342720" progId="Equation.DSMT4">
                    <p:embed/>
                    <p:pic>
                      <p:nvPicPr>
                        <p:cNvPr id="0" name="Picture 170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60032" y="3047966"/>
                          <a:ext cx="15875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 name="组合 8"/>
            <p:cNvGrpSpPr/>
            <p:nvPr/>
          </p:nvGrpSpPr>
          <p:grpSpPr>
            <a:xfrm>
              <a:off x="1475656" y="2843262"/>
              <a:ext cx="6479580" cy="736600"/>
              <a:chOff x="2195736" y="2859782"/>
              <a:chExt cx="6479580" cy="736600"/>
            </a:xfrm>
          </p:grpSpPr>
          <p:graphicFrame>
            <p:nvGraphicFramePr>
              <p:cNvPr id="4" name="对象 3">
                <a:extLst>
                  <a:ext uri="{FF2B5EF4-FFF2-40B4-BE49-F238E27FC236}">
                    <a16:creationId xmlns:a16="http://schemas.microsoft.com/office/drawing/2014/main" id="{39EB1420-6F48-4211-A564-953711812281}"/>
                  </a:ext>
                </a:extLst>
              </p:cNvPr>
              <p:cNvGraphicFramePr>
                <a:graphicFrameLocks noChangeAspect="1"/>
              </p:cNvGraphicFramePr>
              <p:nvPr>
                <p:extLst>
                  <p:ext uri="{D42A27DB-BD31-4B8C-83A1-F6EECF244321}">
                    <p14:modId xmlns:p14="http://schemas.microsoft.com/office/powerpoint/2010/main" val="310956780"/>
                  </p:ext>
                </p:extLst>
              </p:nvPr>
            </p:nvGraphicFramePr>
            <p:xfrm>
              <a:off x="2951163" y="2859782"/>
              <a:ext cx="2286000" cy="736600"/>
            </p:xfrm>
            <a:graphic>
              <a:graphicData uri="http://schemas.openxmlformats.org/presentationml/2006/ole">
                <mc:AlternateContent xmlns:mc="http://schemas.openxmlformats.org/markup-compatibility/2006">
                  <mc:Choice xmlns:v="urn:schemas-microsoft-com:vml" Requires="v">
                    <p:oleObj spid="_x0000_s158448" name="Equation" r:id="rId20" imgW="2286000" imgH="736560" progId="Equation.DSMT4">
                      <p:embed/>
                    </p:oleObj>
                  </mc:Choice>
                  <mc:Fallback>
                    <p:oleObj name="Equation" r:id="rId20" imgW="2286000" imgH="736560" progId="Equation.DSMT4">
                      <p:embed/>
                      <p:pic>
                        <p:nvPicPr>
                          <p:cNvPr id="0" name="Picture 170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51163" y="2859782"/>
                            <a:ext cx="22860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2195736" y="2974181"/>
                <a:ext cx="64795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从而</a:t>
                </a:r>
                <a:endParaRPr lang="en-US" altLang="zh-CN" sz="2400" b="1" dirty="0">
                  <a:latin typeface="+mn-ea"/>
                  <a:ea typeface="+mn-ea"/>
                </a:endParaRPr>
              </a:p>
            </p:txBody>
          </p:sp>
          <p:sp>
            <p:nvSpPr>
              <p:cNvPr id="37"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5148064" y="2960058"/>
                <a:ext cx="29523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在           连续</a:t>
                </a:r>
                <a:r>
                  <a:rPr lang="en-US" altLang="zh-CN" sz="2400" b="1" dirty="0">
                    <a:latin typeface="+mn-ea"/>
                    <a:ea typeface="+mn-ea"/>
                  </a:rPr>
                  <a:t>.</a:t>
                </a:r>
              </a:p>
            </p:txBody>
          </p:sp>
        </p:grpSp>
      </p:grpSp>
      <p:grpSp>
        <p:nvGrpSpPr>
          <p:cNvPr id="39" name="组合 38"/>
          <p:cNvGrpSpPr/>
          <p:nvPr/>
        </p:nvGrpSpPr>
        <p:grpSpPr>
          <a:xfrm>
            <a:off x="971600" y="3614679"/>
            <a:ext cx="7920880" cy="461665"/>
            <a:chOff x="1050218" y="446327"/>
            <a:chExt cx="6479580" cy="461665"/>
          </a:xfrm>
        </p:grpSpPr>
        <p:graphicFrame>
          <p:nvGraphicFramePr>
            <p:cNvPr id="40" name="Object 10">
              <a:extLst>
                <a:ext uri="{FF2B5EF4-FFF2-40B4-BE49-F238E27FC236}">
                  <a16:creationId xmlns:a16="http://schemas.microsoft.com/office/drawing/2014/main" id="{B59C5628-B135-457F-BB0A-0407919D3F1B}"/>
                </a:ext>
              </a:extLst>
            </p:cNvPr>
            <p:cNvGraphicFramePr>
              <a:graphicFrameLocks noChangeAspect="1"/>
            </p:cNvGraphicFramePr>
            <p:nvPr>
              <p:extLst>
                <p:ext uri="{D42A27DB-BD31-4B8C-83A1-F6EECF244321}">
                  <p14:modId xmlns:p14="http://schemas.microsoft.com/office/powerpoint/2010/main" val="401341221"/>
                </p:ext>
              </p:extLst>
            </p:nvPr>
          </p:nvGraphicFramePr>
          <p:xfrm>
            <a:off x="2236081" y="469568"/>
            <a:ext cx="2424113" cy="406400"/>
          </p:xfrm>
          <a:graphic>
            <a:graphicData uri="http://schemas.openxmlformats.org/presentationml/2006/ole">
              <mc:AlternateContent xmlns:mc="http://schemas.openxmlformats.org/markup-compatibility/2006">
                <mc:Choice xmlns:v="urn:schemas-microsoft-com:vml" Requires="v">
                  <p:oleObj spid="_x0000_s158449" name="Equation" r:id="rId22" imgW="2425680" imgH="406080" progId="Equation.DSMT4">
                    <p:embed/>
                  </p:oleObj>
                </mc:Choice>
                <mc:Fallback>
                  <p:oleObj name="Equation" r:id="rId22" imgW="2425680" imgH="406080" progId="Equation.DSMT4">
                    <p:embed/>
                    <p:pic>
                      <p:nvPicPr>
                        <p:cNvPr id="0" name="Picture 1705"/>
                        <p:cNvPicPr>
                          <a:picLocks noChangeAspect="1" noChangeArrowheads="1"/>
                        </p:cNvPicPr>
                        <p:nvPr/>
                      </p:nvPicPr>
                      <p:blipFill>
                        <a:blip r:embed="rId23"/>
                        <a:srcRect/>
                        <a:stretch>
                          <a:fillRect/>
                        </a:stretch>
                      </p:blipFill>
                      <p:spPr bwMode="auto">
                        <a:xfrm>
                          <a:off x="2236081" y="469568"/>
                          <a:ext cx="2424113"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1050218" y="446327"/>
              <a:ext cx="64795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宋体" panose="02010600030101010101" pitchFamily="2" charset="-122"/>
                </a:rPr>
                <a:t>综上可知，                  在其定义域内是连续的</a:t>
              </a:r>
              <a:r>
                <a:rPr lang="en-US" altLang="zh-CN" sz="2400" b="1" dirty="0">
                  <a:latin typeface="宋体" panose="02010600030101010101" pitchFamily="2" charset="-122"/>
                </a:rPr>
                <a:t>.</a:t>
              </a:r>
            </a:p>
          </p:txBody>
        </p:sp>
      </p:grpSp>
      <p:grpSp>
        <p:nvGrpSpPr>
          <p:cNvPr id="42" name="组合 41"/>
          <p:cNvGrpSpPr/>
          <p:nvPr/>
        </p:nvGrpSpPr>
        <p:grpSpPr>
          <a:xfrm>
            <a:off x="611560" y="4274109"/>
            <a:ext cx="8424936" cy="461665"/>
            <a:chOff x="1168028" y="385677"/>
            <a:chExt cx="6891917" cy="461665"/>
          </a:xfrm>
        </p:grpSpPr>
        <p:graphicFrame>
          <p:nvGraphicFramePr>
            <p:cNvPr id="43" name="Object 10">
              <a:extLst>
                <a:ext uri="{FF2B5EF4-FFF2-40B4-BE49-F238E27FC236}">
                  <a16:creationId xmlns:a16="http://schemas.microsoft.com/office/drawing/2014/main" id="{B59C5628-B135-457F-BB0A-0407919D3F1B}"/>
                </a:ext>
              </a:extLst>
            </p:cNvPr>
            <p:cNvGraphicFramePr>
              <a:graphicFrameLocks noChangeAspect="1"/>
            </p:cNvGraphicFramePr>
            <p:nvPr>
              <p:extLst>
                <p:ext uri="{D42A27DB-BD31-4B8C-83A1-F6EECF244321}">
                  <p14:modId xmlns:p14="http://schemas.microsoft.com/office/powerpoint/2010/main" val="1761044597"/>
                </p:ext>
              </p:extLst>
            </p:nvPr>
          </p:nvGraphicFramePr>
          <p:xfrm>
            <a:off x="2227410" y="462906"/>
            <a:ext cx="2919332" cy="381000"/>
          </p:xfrm>
          <a:graphic>
            <a:graphicData uri="http://schemas.openxmlformats.org/presentationml/2006/ole">
              <mc:AlternateContent xmlns:mc="http://schemas.openxmlformats.org/markup-compatibility/2006">
                <mc:Choice xmlns:v="urn:schemas-microsoft-com:vml" Requires="v">
                  <p:oleObj spid="_x0000_s158450" name="Equation" r:id="rId24" imgW="2920680" imgH="380880" progId="Equation.DSMT4">
                    <p:embed/>
                  </p:oleObj>
                </mc:Choice>
                <mc:Fallback>
                  <p:oleObj name="Equation" r:id="rId24" imgW="2920680" imgH="380880" progId="Equation.DSMT4">
                    <p:embed/>
                    <p:pic>
                      <p:nvPicPr>
                        <p:cNvPr id="0" name="Picture 1706"/>
                        <p:cNvPicPr>
                          <a:picLocks noChangeAspect="1" noChangeArrowheads="1"/>
                        </p:cNvPicPr>
                        <p:nvPr/>
                      </p:nvPicPr>
                      <p:blipFill>
                        <a:blip r:embed="rId25"/>
                        <a:srcRect/>
                        <a:stretch>
                          <a:fillRect/>
                        </a:stretch>
                      </p:blipFill>
                      <p:spPr bwMode="auto">
                        <a:xfrm>
                          <a:off x="2227410" y="462906"/>
                          <a:ext cx="291933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Text Box 5">
              <a:extLst>
                <a:ext uri="{FF2B5EF4-FFF2-40B4-BE49-F238E27FC236}">
                  <a16:creationId xmlns:a16="http://schemas.microsoft.com/office/drawing/2014/main" id="{01F477FD-DC1B-4FCD-8533-DA7424436B3A}"/>
                </a:ext>
              </a:extLst>
            </p:cNvPr>
            <p:cNvSpPr txBox="1">
              <a:spLocks noChangeArrowheads="1"/>
            </p:cNvSpPr>
            <p:nvPr/>
          </p:nvSpPr>
          <p:spPr bwMode="auto">
            <a:xfrm>
              <a:off x="1168028" y="385677"/>
              <a:ext cx="68919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宋体" panose="02010600030101010101" pitchFamily="2" charset="-122"/>
                </a:rPr>
                <a:t>由定理</a:t>
              </a:r>
              <a:r>
                <a:rPr lang="en-US" altLang="zh-CN" sz="2400" b="1" dirty="0">
                  <a:latin typeface="宋体" panose="02010600030101010101" pitchFamily="2" charset="-122"/>
                </a:rPr>
                <a:t>2</a:t>
              </a:r>
              <a:r>
                <a:rPr lang="zh-CN" altLang="en-US" sz="2400" b="1" dirty="0">
                  <a:latin typeface="宋体" panose="02010600030101010101" pitchFamily="2" charset="-122"/>
                </a:rPr>
                <a:t>，                      在其定义域内是连续的</a:t>
              </a:r>
              <a:r>
                <a:rPr lang="en-US" altLang="zh-CN" sz="2400" b="1" dirty="0">
                  <a:latin typeface="宋体" panose="02010600030101010101" pitchFamily="2" charset="-122"/>
                </a:rPr>
                <a:t>.</a:t>
              </a:r>
            </a:p>
          </p:txBody>
        </p:sp>
      </p:grpSp>
      <p:cxnSp>
        <p:nvCxnSpPr>
          <p:cNvPr id="5" name="直接连接符 4"/>
          <p:cNvCxnSpPr/>
          <p:nvPr/>
        </p:nvCxnSpPr>
        <p:spPr>
          <a:xfrm>
            <a:off x="611560" y="1131590"/>
            <a:ext cx="8064896" cy="0"/>
          </a:xfrm>
          <a:prstGeom prst="line">
            <a:avLst/>
          </a:prstGeom>
          <a:ln w="1905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361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20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20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left)">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wipe(left)">
                                      <p:cBhvr>
                                        <p:cTn id="37" dur="5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wipe(left)">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wipe(left)">
                                      <p:cBhvr>
                                        <p:cTn id="4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83A5DA4F-28DC-41C8-8E78-A0F744147F03}"/>
              </a:ext>
            </a:extLst>
          </p:cNvPr>
          <p:cNvSpPr txBox="1">
            <a:spLocks noChangeArrowheads="1"/>
          </p:cNvSpPr>
          <p:nvPr/>
        </p:nvSpPr>
        <p:spPr bwMode="auto">
          <a:xfrm>
            <a:off x="395536" y="915566"/>
            <a:ext cx="7972435" cy="461665"/>
          </a:xfrm>
          <a:prstGeom prst="rect">
            <a:avLst/>
          </a:prstGeom>
          <a:solidFill>
            <a:srgbClr val="FFFF00"/>
          </a:solidFill>
          <a:ln w="19050">
            <a:solidFill>
              <a:schemeClr val="bg1"/>
            </a:solidFill>
          </a:ln>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gn="ctr">
              <a:spcBef>
                <a:spcPct val="50000"/>
              </a:spcBef>
            </a:pPr>
            <a:r>
              <a:rPr kumimoji="1" lang="zh-CN" altLang="en-US" sz="2400" b="1" dirty="0">
                <a:solidFill>
                  <a:srgbClr val="0064FF"/>
                </a:solidFill>
                <a:latin typeface="宋体" panose="02010600030101010101" pitchFamily="2" charset="-122"/>
              </a:rPr>
              <a:t>结论</a:t>
            </a:r>
            <a:r>
              <a:rPr kumimoji="1" lang="zh-CN" altLang="en-US" sz="2400" b="1" dirty="0">
                <a:latin typeface="宋体" panose="02010600030101010101" pitchFamily="2" charset="-122"/>
              </a:rPr>
              <a:t>   指数函数在其</a:t>
            </a:r>
            <a:r>
              <a:rPr kumimoji="1" lang="zh-CN" altLang="en-US" sz="2400" b="1" dirty="0">
                <a:solidFill>
                  <a:srgbClr val="FF0000"/>
                </a:solidFill>
                <a:latin typeface="宋体" panose="02010600030101010101" pitchFamily="2" charset="-122"/>
              </a:rPr>
              <a:t>定义域</a:t>
            </a:r>
            <a:r>
              <a:rPr kumimoji="1" lang="zh-CN" altLang="en-US" sz="2400" b="1" dirty="0">
                <a:latin typeface="宋体" panose="02010600030101010101" pitchFamily="2" charset="-122"/>
              </a:rPr>
              <a:t>内是连续的</a:t>
            </a:r>
            <a:r>
              <a:rPr kumimoji="1" lang="en-US" altLang="zh-CN" sz="2400" b="1" dirty="0">
                <a:latin typeface="宋体" panose="02010600030101010101" pitchFamily="2" charset="-122"/>
              </a:rPr>
              <a:t>.</a:t>
            </a:r>
            <a:endParaRPr kumimoji="1" lang="zh-CN" altLang="en-US" sz="2400" b="1" dirty="0">
              <a:latin typeface="宋体" panose="02010600030101010101" pitchFamily="2" charset="-122"/>
            </a:endParaRPr>
          </a:p>
        </p:txBody>
      </p:sp>
      <p:sp>
        <p:nvSpPr>
          <p:cNvPr id="3" name="Text Box 9">
            <a:extLst>
              <a:ext uri="{FF2B5EF4-FFF2-40B4-BE49-F238E27FC236}">
                <a16:creationId xmlns:a16="http://schemas.microsoft.com/office/drawing/2014/main" id="{2354DF1A-FAEC-4743-97D6-510BEA8A513D}"/>
              </a:ext>
            </a:extLst>
          </p:cNvPr>
          <p:cNvSpPr txBox="1">
            <a:spLocks noChangeArrowheads="1"/>
          </p:cNvSpPr>
          <p:nvPr/>
        </p:nvSpPr>
        <p:spPr bwMode="auto">
          <a:xfrm>
            <a:off x="363576" y="1707654"/>
            <a:ext cx="7992888" cy="461665"/>
          </a:xfrm>
          <a:prstGeom prst="rect">
            <a:avLst/>
          </a:prstGeom>
          <a:solidFill>
            <a:srgbClr val="FFFF00"/>
          </a:solidFill>
          <a:ln w="19050">
            <a:solidFill>
              <a:schemeClr val="bg1"/>
            </a:solidFill>
          </a:ln>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gn="ctr">
              <a:spcBef>
                <a:spcPct val="50000"/>
              </a:spcBef>
            </a:pPr>
            <a:r>
              <a:rPr kumimoji="1" lang="zh-CN" altLang="en-US" sz="2400" b="1" dirty="0">
                <a:solidFill>
                  <a:srgbClr val="0064FF"/>
                </a:solidFill>
                <a:latin typeface="宋体" panose="02010600030101010101" pitchFamily="2" charset="-122"/>
              </a:rPr>
              <a:t>结论</a:t>
            </a:r>
            <a:r>
              <a:rPr kumimoji="1" lang="zh-CN" altLang="en-US" sz="2400" b="1" dirty="0">
                <a:latin typeface="宋体" panose="02010600030101010101" pitchFamily="2" charset="-122"/>
              </a:rPr>
              <a:t>   对数函数在其</a:t>
            </a:r>
            <a:r>
              <a:rPr kumimoji="1" lang="zh-CN" altLang="en-US" sz="2400" b="1" dirty="0">
                <a:solidFill>
                  <a:srgbClr val="FF0000"/>
                </a:solidFill>
                <a:latin typeface="宋体" panose="02010600030101010101" pitchFamily="2" charset="-122"/>
              </a:rPr>
              <a:t>定义域</a:t>
            </a:r>
            <a:r>
              <a:rPr kumimoji="1" lang="zh-CN" altLang="en-US" sz="2400" b="1" dirty="0">
                <a:latin typeface="宋体" panose="02010600030101010101" pitchFamily="2" charset="-122"/>
              </a:rPr>
              <a:t>内是连续的</a:t>
            </a:r>
            <a:r>
              <a:rPr kumimoji="1" lang="en-US" altLang="zh-CN" sz="2400" b="1" dirty="0">
                <a:latin typeface="宋体" panose="02010600030101010101" pitchFamily="2" charset="-122"/>
              </a:rPr>
              <a:t>.</a:t>
            </a:r>
            <a:endParaRPr kumimoji="1" lang="zh-CN" altLang="en-US" sz="2400" b="1" dirty="0">
              <a:latin typeface="宋体" panose="02010600030101010101" pitchFamily="2" charset="-122"/>
            </a:endParaRPr>
          </a:p>
        </p:txBody>
      </p:sp>
    </p:spTree>
    <p:extLst>
      <p:ext uri="{BB962C8B-B14F-4D97-AF65-F5344CB8AC3E}">
        <p14:creationId xmlns:p14="http://schemas.microsoft.com/office/powerpoint/2010/main" val="279362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FAEE9AF-D77B-40C5-97E9-5ED888673B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123478"/>
            <a:ext cx="5376216" cy="4731990"/>
          </a:xfrm>
          <a:prstGeom prst="rect">
            <a:avLst/>
          </a:prstGeom>
        </p:spPr>
      </p:pic>
    </p:spTree>
    <p:extLst>
      <p:ext uri="{BB962C8B-B14F-4D97-AF65-F5344CB8AC3E}">
        <p14:creationId xmlns:p14="http://schemas.microsoft.com/office/powerpoint/2010/main" val="4091313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82CD861C-BD09-491C-810E-B32FA75454B8}"/>
              </a:ext>
            </a:extLst>
          </p:cNvPr>
          <p:cNvSpPr txBox="1">
            <a:spLocks noChangeArrowheads="1"/>
          </p:cNvSpPr>
          <p:nvPr/>
        </p:nvSpPr>
        <p:spPr bwMode="auto">
          <a:xfrm>
            <a:off x="897834" y="774456"/>
            <a:ext cx="50381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回顾 复合函数的极限运算法则</a:t>
            </a:r>
            <a:endParaRPr kumimoji="1" lang="zh-CN" altLang="en-US" sz="2400" b="1" dirty="0">
              <a:latin typeface="+mn-ea"/>
              <a:ea typeface="+mn-ea"/>
            </a:endParaRPr>
          </a:p>
        </p:txBody>
      </p:sp>
      <p:graphicFrame>
        <p:nvGraphicFramePr>
          <p:cNvPr id="4" name="Object 5">
            <a:extLst>
              <a:ext uri="{FF2B5EF4-FFF2-40B4-BE49-F238E27FC236}">
                <a16:creationId xmlns:a16="http://schemas.microsoft.com/office/drawing/2014/main" id="{D75C3A03-0562-4D55-8BEE-F16F5D58F8EE}"/>
              </a:ext>
            </a:extLst>
          </p:cNvPr>
          <p:cNvGraphicFramePr>
            <a:graphicFrameLocks noChangeAspect="1"/>
          </p:cNvGraphicFramePr>
          <p:nvPr>
            <p:extLst>
              <p:ext uri="{D42A27DB-BD31-4B8C-83A1-F6EECF244321}">
                <p14:modId xmlns:p14="http://schemas.microsoft.com/office/powerpoint/2010/main" val="641682286"/>
              </p:ext>
            </p:extLst>
          </p:nvPr>
        </p:nvGraphicFramePr>
        <p:xfrm>
          <a:off x="4606866" y="2054278"/>
          <a:ext cx="1779587" cy="533400"/>
        </p:xfrm>
        <a:graphic>
          <a:graphicData uri="http://schemas.openxmlformats.org/presentationml/2006/ole">
            <mc:AlternateContent xmlns:mc="http://schemas.openxmlformats.org/markup-compatibility/2006">
              <mc:Choice xmlns:v="urn:schemas-microsoft-com:vml" Requires="v">
                <p:oleObj spid="_x0000_s188428" name="Equation" r:id="rId4" imgW="1765080" imgH="520560" progId="Equation.DSMT4">
                  <p:embed/>
                </p:oleObj>
              </mc:Choice>
              <mc:Fallback>
                <p:oleObj name="Equation" r:id="rId4" imgW="1765080" imgH="520560" progId="Equation.DSMT4">
                  <p:embed/>
                  <p:pic>
                    <p:nvPicPr>
                      <p:cNvPr id="0" name="Picture 1477"/>
                      <p:cNvPicPr>
                        <a:picLocks noChangeAspect="1" noChangeArrowheads="1"/>
                      </p:cNvPicPr>
                      <p:nvPr/>
                    </p:nvPicPr>
                    <p:blipFill>
                      <a:blip r:embed="rId5">
                        <a:grayscl/>
                        <a:biLevel thresh="50000"/>
                      </a:blip>
                      <a:srcRect/>
                      <a:stretch>
                        <a:fillRect/>
                      </a:stretch>
                    </p:blipFill>
                    <p:spPr bwMode="auto">
                      <a:xfrm>
                        <a:off x="4606866" y="2054278"/>
                        <a:ext cx="1779587"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5" name="组合 44">
            <a:extLst>
              <a:ext uri="{FF2B5EF4-FFF2-40B4-BE49-F238E27FC236}">
                <a16:creationId xmlns:a16="http://schemas.microsoft.com/office/drawing/2014/main" id="{663CB252-29CF-48CA-8A74-6A5AEA4F22A4}"/>
              </a:ext>
            </a:extLst>
          </p:cNvPr>
          <p:cNvGrpSpPr/>
          <p:nvPr/>
        </p:nvGrpSpPr>
        <p:grpSpPr>
          <a:xfrm>
            <a:off x="286704" y="2586429"/>
            <a:ext cx="3976614" cy="582207"/>
            <a:chOff x="358661" y="2754719"/>
            <a:chExt cx="3976614" cy="582207"/>
          </a:xfrm>
        </p:grpSpPr>
        <p:sp>
          <p:nvSpPr>
            <p:cNvPr id="5" name="Text Box 6">
              <a:extLst>
                <a:ext uri="{FF2B5EF4-FFF2-40B4-BE49-F238E27FC236}">
                  <a16:creationId xmlns:a16="http://schemas.microsoft.com/office/drawing/2014/main" id="{16C55DC8-0CEE-4B76-AC70-57F07661E9CC}"/>
                </a:ext>
              </a:extLst>
            </p:cNvPr>
            <p:cNvSpPr txBox="1">
              <a:spLocks noChangeArrowheads="1"/>
            </p:cNvSpPr>
            <p:nvPr/>
          </p:nvSpPr>
          <p:spPr bwMode="auto">
            <a:xfrm>
              <a:off x="358661" y="2875261"/>
              <a:ext cx="39766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Times New Roman" panose="02020603050405020304" pitchFamily="18" charset="0"/>
                  <a:ea typeface="+mn-ea"/>
                  <a:cs typeface="Times New Roman" panose="02020603050405020304" pitchFamily="18" charset="0"/>
                </a:rPr>
                <a:t>当                      时，</a:t>
              </a:r>
              <a:endParaRPr kumimoji="1" lang="zh-CN" altLang="en-US" sz="2400" b="1" dirty="0">
                <a:latin typeface="+mn-ea"/>
                <a:ea typeface="+mn-ea"/>
              </a:endParaRPr>
            </a:p>
          </p:txBody>
        </p:sp>
        <p:graphicFrame>
          <p:nvGraphicFramePr>
            <p:cNvPr id="6" name="Object 7">
              <a:extLst>
                <a:ext uri="{FF2B5EF4-FFF2-40B4-BE49-F238E27FC236}">
                  <a16:creationId xmlns:a16="http://schemas.microsoft.com/office/drawing/2014/main" id="{DB52B07E-91EB-44EB-AA98-428CA2300AFC}"/>
                </a:ext>
              </a:extLst>
            </p:cNvPr>
            <p:cNvGraphicFramePr>
              <a:graphicFrameLocks noChangeAspect="1"/>
            </p:cNvGraphicFramePr>
            <p:nvPr>
              <p:extLst>
                <p:ext uri="{D42A27DB-BD31-4B8C-83A1-F6EECF244321}">
                  <p14:modId xmlns:p14="http://schemas.microsoft.com/office/powerpoint/2010/main" val="3703226545"/>
                </p:ext>
              </p:extLst>
            </p:nvPr>
          </p:nvGraphicFramePr>
          <p:xfrm>
            <a:off x="827584" y="2754719"/>
            <a:ext cx="1587500" cy="558800"/>
          </p:xfrm>
          <a:graphic>
            <a:graphicData uri="http://schemas.openxmlformats.org/presentationml/2006/ole">
              <mc:AlternateContent xmlns:mc="http://schemas.openxmlformats.org/markup-compatibility/2006">
                <mc:Choice xmlns:v="urn:schemas-microsoft-com:vml" Requires="v">
                  <p:oleObj spid="_x0000_s188429" name="Equation" r:id="rId6" imgW="1587240" imgH="558720" progId="Equation.DSMT4">
                    <p:embed/>
                  </p:oleObj>
                </mc:Choice>
                <mc:Fallback>
                  <p:oleObj name="Equation" r:id="rId6" imgW="1587240" imgH="558720" progId="Equation.DSMT4">
                    <p:embed/>
                    <p:pic>
                      <p:nvPicPr>
                        <p:cNvPr id="0" name="Picture 1478"/>
                        <p:cNvPicPr>
                          <a:picLocks noChangeAspect="1" noChangeArrowheads="1"/>
                        </p:cNvPicPr>
                        <p:nvPr/>
                      </p:nvPicPr>
                      <p:blipFill>
                        <a:blip r:embed="rId7">
                          <a:grayscl/>
                          <a:biLevel thresh="50000"/>
                        </a:blip>
                        <a:srcRect/>
                        <a:stretch>
                          <a:fillRect/>
                        </a:stretch>
                      </p:blipFill>
                      <p:spPr bwMode="auto">
                        <a:xfrm>
                          <a:off x="827584" y="2754719"/>
                          <a:ext cx="1587500" cy="55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9">
              <a:extLst>
                <a:ext uri="{FF2B5EF4-FFF2-40B4-BE49-F238E27FC236}">
                  <a16:creationId xmlns:a16="http://schemas.microsoft.com/office/drawing/2014/main" id="{5215D8F5-1EB3-429D-A831-9BE6F1FD92D3}"/>
                </a:ext>
              </a:extLst>
            </p:cNvPr>
            <p:cNvGraphicFramePr>
              <a:graphicFrameLocks noChangeAspect="1"/>
            </p:cNvGraphicFramePr>
            <p:nvPr>
              <p:extLst>
                <p:ext uri="{D42A27DB-BD31-4B8C-83A1-F6EECF244321}">
                  <p14:modId xmlns:p14="http://schemas.microsoft.com/office/powerpoint/2010/main" val="279928466"/>
                </p:ext>
              </p:extLst>
            </p:nvPr>
          </p:nvGraphicFramePr>
          <p:xfrm>
            <a:off x="3037572" y="2887606"/>
            <a:ext cx="1295400" cy="395287"/>
          </p:xfrm>
          <a:graphic>
            <a:graphicData uri="http://schemas.openxmlformats.org/presentationml/2006/ole">
              <mc:AlternateContent xmlns:mc="http://schemas.openxmlformats.org/markup-compatibility/2006">
                <mc:Choice xmlns:v="urn:schemas-microsoft-com:vml" Requires="v">
                  <p:oleObj spid="_x0000_s188430" name="Equation" r:id="rId8" imgW="1282680" imgH="380880" progId="Equation.DSMT4">
                    <p:embed/>
                  </p:oleObj>
                </mc:Choice>
                <mc:Fallback>
                  <p:oleObj name="Equation" r:id="rId8" imgW="1282680" imgH="380880" progId="Equation.DSMT4">
                    <p:embed/>
                    <p:pic>
                      <p:nvPicPr>
                        <p:cNvPr id="0" name="Picture 1479"/>
                        <p:cNvPicPr>
                          <a:picLocks noChangeAspect="1" noChangeArrowheads="1"/>
                        </p:cNvPicPr>
                        <p:nvPr/>
                      </p:nvPicPr>
                      <p:blipFill>
                        <a:blip r:embed="rId9"/>
                        <a:srcRect/>
                        <a:stretch>
                          <a:fillRect/>
                        </a:stretch>
                      </p:blipFill>
                      <p:spPr bwMode="auto">
                        <a:xfrm>
                          <a:off x="3037572" y="2887606"/>
                          <a:ext cx="1295400"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8" name="Text Box 10">
            <a:extLst>
              <a:ext uri="{FF2B5EF4-FFF2-40B4-BE49-F238E27FC236}">
                <a16:creationId xmlns:a16="http://schemas.microsoft.com/office/drawing/2014/main" id="{A5166411-5B74-4010-B9E9-ACB759C48F81}"/>
              </a:ext>
            </a:extLst>
          </p:cNvPr>
          <p:cNvSpPr txBox="1">
            <a:spLocks noChangeArrowheads="1"/>
          </p:cNvSpPr>
          <p:nvPr/>
        </p:nvSpPr>
        <p:spPr bwMode="auto">
          <a:xfrm>
            <a:off x="4290324" y="2690046"/>
            <a:ext cx="10667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又</a:t>
            </a:r>
          </a:p>
        </p:txBody>
      </p:sp>
      <p:graphicFrame>
        <p:nvGraphicFramePr>
          <p:cNvPr id="9" name="Object 11">
            <a:extLst>
              <a:ext uri="{FF2B5EF4-FFF2-40B4-BE49-F238E27FC236}">
                <a16:creationId xmlns:a16="http://schemas.microsoft.com/office/drawing/2014/main" id="{01BA0087-32BB-4B32-B0CF-541588EA65BE}"/>
              </a:ext>
            </a:extLst>
          </p:cNvPr>
          <p:cNvGraphicFramePr>
            <a:graphicFrameLocks noChangeAspect="1"/>
          </p:cNvGraphicFramePr>
          <p:nvPr>
            <p:extLst>
              <p:ext uri="{D42A27DB-BD31-4B8C-83A1-F6EECF244321}">
                <p14:modId xmlns:p14="http://schemas.microsoft.com/office/powerpoint/2010/main" val="1523484358"/>
              </p:ext>
            </p:extLst>
          </p:nvPr>
        </p:nvGraphicFramePr>
        <p:xfrm>
          <a:off x="4848646" y="2735095"/>
          <a:ext cx="1736725" cy="536575"/>
        </p:xfrm>
        <a:graphic>
          <a:graphicData uri="http://schemas.openxmlformats.org/presentationml/2006/ole">
            <mc:AlternateContent xmlns:mc="http://schemas.openxmlformats.org/markup-compatibility/2006">
              <mc:Choice xmlns:v="urn:schemas-microsoft-com:vml" Requires="v">
                <p:oleObj spid="_x0000_s188431" name="Equation" r:id="rId10" imgW="1726920" imgH="520560" progId="Equation.DSMT4">
                  <p:embed/>
                </p:oleObj>
              </mc:Choice>
              <mc:Fallback>
                <p:oleObj name="Equation" r:id="rId10" imgW="1726920" imgH="520560" progId="Equation.DSMT4">
                  <p:embed/>
                  <p:pic>
                    <p:nvPicPr>
                      <p:cNvPr id="0" name="Picture 1480"/>
                      <p:cNvPicPr>
                        <a:picLocks noChangeAspect="1" noChangeArrowheads="1"/>
                      </p:cNvPicPr>
                      <p:nvPr/>
                    </p:nvPicPr>
                    <p:blipFill>
                      <a:blip r:embed="rId11">
                        <a:grayscl/>
                        <a:biLevel thresh="50000"/>
                      </a:blip>
                      <a:srcRect/>
                      <a:stretch>
                        <a:fillRect/>
                      </a:stretch>
                    </p:blipFill>
                    <p:spPr bwMode="auto">
                      <a:xfrm>
                        <a:off x="4848646" y="2735095"/>
                        <a:ext cx="1736725"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2">
            <a:extLst>
              <a:ext uri="{FF2B5EF4-FFF2-40B4-BE49-F238E27FC236}">
                <a16:creationId xmlns:a16="http://schemas.microsoft.com/office/drawing/2014/main" id="{33F9EDA6-8C0A-406B-8365-43A189F613DB}"/>
              </a:ext>
            </a:extLst>
          </p:cNvPr>
          <p:cNvSpPr txBox="1">
            <a:spLocks noChangeArrowheads="1"/>
          </p:cNvSpPr>
          <p:nvPr/>
        </p:nvSpPr>
        <p:spPr bwMode="auto">
          <a:xfrm>
            <a:off x="6609854" y="2659356"/>
            <a:ext cx="8273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则有</a:t>
            </a:r>
          </a:p>
        </p:txBody>
      </p:sp>
      <p:graphicFrame>
        <p:nvGraphicFramePr>
          <p:cNvPr id="11" name="Object 13">
            <a:extLst>
              <a:ext uri="{FF2B5EF4-FFF2-40B4-BE49-F238E27FC236}">
                <a16:creationId xmlns:a16="http://schemas.microsoft.com/office/drawing/2014/main" id="{CF5902AB-3907-468E-970B-1010E3D01F26}"/>
              </a:ext>
            </a:extLst>
          </p:cNvPr>
          <p:cNvGraphicFramePr>
            <a:graphicFrameLocks noChangeAspect="1"/>
          </p:cNvGraphicFramePr>
          <p:nvPr>
            <p:extLst>
              <p:ext uri="{D42A27DB-BD31-4B8C-83A1-F6EECF244321}">
                <p14:modId xmlns:p14="http://schemas.microsoft.com/office/powerpoint/2010/main" val="4169518531"/>
              </p:ext>
            </p:extLst>
          </p:nvPr>
        </p:nvGraphicFramePr>
        <p:xfrm>
          <a:off x="1760018" y="3543285"/>
          <a:ext cx="1560513" cy="533400"/>
        </p:xfrm>
        <a:graphic>
          <a:graphicData uri="http://schemas.openxmlformats.org/presentationml/2006/ole">
            <mc:AlternateContent xmlns:mc="http://schemas.openxmlformats.org/markup-compatibility/2006">
              <mc:Choice xmlns:v="urn:schemas-microsoft-com:vml" Requires="v">
                <p:oleObj spid="_x0000_s188432" name="Equation" r:id="rId12" imgW="1549080" imgH="520560" progId="Equation.DSMT4">
                  <p:embed/>
                </p:oleObj>
              </mc:Choice>
              <mc:Fallback>
                <p:oleObj name="Equation" r:id="rId12" imgW="1549080" imgH="520560" progId="Equation.DSMT4">
                  <p:embed/>
                  <p:pic>
                    <p:nvPicPr>
                      <p:cNvPr id="0" name="Picture 1481"/>
                      <p:cNvPicPr>
                        <a:picLocks noChangeAspect="1" noChangeArrowheads="1"/>
                      </p:cNvPicPr>
                      <p:nvPr/>
                    </p:nvPicPr>
                    <p:blipFill>
                      <a:blip r:embed="rId13"/>
                      <a:srcRect/>
                      <a:stretch>
                        <a:fillRect/>
                      </a:stretch>
                    </p:blipFill>
                    <p:spPr bwMode="auto">
                      <a:xfrm>
                        <a:off x="1760018" y="3543285"/>
                        <a:ext cx="15605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4">
            <a:extLst>
              <a:ext uri="{FF2B5EF4-FFF2-40B4-BE49-F238E27FC236}">
                <a16:creationId xmlns:a16="http://schemas.microsoft.com/office/drawing/2014/main" id="{EA59F6D5-508E-40EA-A4D9-2418C5098C95}"/>
              </a:ext>
            </a:extLst>
          </p:cNvPr>
          <p:cNvGraphicFramePr>
            <a:graphicFrameLocks noChangeAspect="1"/>
          </p:cNvGraphicFramePr>
          <p:nvPr>
            <p:extLst>
              <p:ext uri="{D42A27DB-BD31-4B8C-83A1-F6EECF244321}">
                <p14:modId xmlns:p14="http://schemas.microsoft.com/office/powerpoint/2010/main" val="2434296870"/>
              </p:ext>
            </p:extLst>
          </p:nvPr>
        </p:nvGraphicFramePr>
        <p:xfrm>
          <a:off x="4688211" y="3543285"/>
          <a:ext cx="1639887" cy="536575"/>
        </p:xfrm>
        <a:graphic>
          <a:graphicData uri="http://schemas.openxmlformats.org/presentationml/2006/ole">
            <mc:AlternateContent xmlns:mc="http://schemas.openxmlformats.org/markup-compatibility/2006">
              <mc:Choice xmlns:v="urn:schemas-microsoft-com:vml" Requires="v">
                <p:oleObj spid="_x0000_s188433" name="Equation" r:id="rId14" imgW="1625400" imgH="520560" progId="Equation.DSMT4">
                  <p:embed/>
                </p:oleObj>
              </mc:Choice>
              <mc:Fallback>
                <p:oleObj name="Equation" r:id="rId14" imgW="1625400" imgH="520560" progId="Equation.DSMT4">
                  <p:embed/>
                  <p:pic>
                    <p:nvPicPr>
                      <p:cNvPr id="0" name="Picture 1482"/>
                      <p:cNvPicPr>
                        <a:picLocks noChangeAspect="1" noChangeArrowheads="1"/>
                      </p:cNvPicPr>
                      <p:nvPr/>
                    </p:nvPicPr>
                    <p:blipFill>
                      <a:blip r:embed="rId15">
                        <a:grayscl/>
                        <a:biLevel thresh="50000"/>
                      </a:blip>
                      <a:srcRect/>
                      <a:stretch>
                        <a:fillRect/>
                      </a:stretch>
                    </p:blipFill>
                    <p:spPr bwMode="auto">
                      <a:xfrm>
                        <a:off x="4688211" y="3543285"/>
                        <a:ext cx="1639887"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85">
            <a:extLst>
              <a:ext uri="{FF2B5EF4-FFF2-40B4-BE49-F238E27FC236}">
                <a16:creationId xmlns:a16="http://schemas.microsoft.com/office/drawing/2014/main" id="{4147909D-86F5-41CF-BD78-F5EF7AF7CFC3}"/>
              </a:ext>
            </a:extLst>
          </p:cNvPr>
          <p:cNvGraphicFramePr>
            <a:graphicFrameLocks noChangeAspect="1"/>
          </p:cNvGraphicFramePr>
          <p:nvPr>
            <p:extLst>
              <p:ext uri="{D42A27DB-BD31-4B8C-83A1-F6EECF244321}">
                <p14:modId xmlns:p14="http://schemas.microsoft.com/office/powerpoint/2010/main" val="3427382900"/>
              </p:ext>
            </p:extLst>
          </p:nvPr>
        </p:nvGraphicFramePr>
        <p:xfrm>
          <a:off x="3489426" y="3354064"/>
          <a:ext cx="1117440" cy="342720"/>
        </p:xfrm>
        <a:graphic>
          <a:graphicData uri="http://schemas.openxmlformats.org/presentationml/2006/ole">
            <mc:AlternateContent xmlns:mc="http://schemas.openxmlformats.org/markup-compatibility/2006">
              <mc:Choice xmlns:v="urn:schemas-microsoft-com:vml" Requires="v">
                <p:oleObj spid="_x0000_s188434" name="Equation" r:id="rId16" imgW="1117440" imgH="342720" progId="Equation.DSMT4">
                  <p:embed/>
                </p:oleObj>
              </mc:Choice>
              <mc:Fallback>
                <p:oleObj name="Equation" r:id="rId16" imgW="1117440" imgH="342720" progId="Equation.DSMT4">
                  <p:embed/>
                  <p:pic>
                    <p:nvPicPr>
                      <p:cNvPr id="0" name="Picture 1483"/>
                      <p:cNvPicPr>
                        <a:picLocks noChangeAspect="1" noChangeArrowheads="1"/>
                      </p:cNvPicPr>
                      <p:nvPr/>
                    </p:nvPicPr>
                    <p:blipFill>
                      <a:blip r:embed="rId17"/>
                      <a:srcRect/>
                      <a:stretch>
                        <a:fillRect/>
                      </a:stretch>
                    </p:blipFill>
                    <p:spPr bwMode="auto">
                      <a:xfrm>
                        <a:off x="3489426" y="3354064"/>
                        <a:ext cx="1117440" cy="3427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矩形 15"/>
          <p:cNvSpPr/>
          <p:nvPr/>
        </p:nvSpPr>
        <p:spPr>
          <a:xfrm>
            <a:off x="4854336" y="2621477"/>
            <a:ext cx="1634081" cy="6197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graphicFrame>
        <p:nvGraphicFramePr>
          <p:cNvPr id="17" name="Object 11">
            <a:extLst>
              <a:ext uri="{FF2B5EF4-FFF2-40B4-BE49-F238E27FC236}">
                <a16:creationId xmlns:a16="http://schemas.microsoft.com/office/drawing/2014/main" id="{01BA0087-32BB-4B32-B0CF-541588EA65BE}"/>
              </a:ext>
            </a:extLst>
          </p:cNvPr>
          <p:cNvGraphicFramePr>
            <a:graphicFrameLocks noChangeAspect="1"/>
          </p:cNvGraphicFramePr>
          <p:nvPr>
            <p:extLst>
              <p:ext uri="{D42A27DB-BD31-4B8C-83A1-F6EECF244321}">
                <p14:modId xmlns:p14="http://schemas.microsoft.com/office/powerpoint/2010/main" val="2296256292"/>
              </p:ext>
            </p:extLst>
          </p:nvPr>
        </p:nvGraphicFramePr>
        <p:xfrm>
          <a:off x="4572826" y="4162460"/>
          <a:ext cx="2197100" cy="534988"/>
        </p:xfrm>
        <a:graphic>
          <a:graphicData uri="http://schemas.openxmlformats.org/presentationml/2006/ole">
            <mc:AlternateContent xmlns:mc="http://schemas.openxmlformats.org/markup-compatibility/2006">
              <mc:Choice xmlns:v="urn:schemas-microsoft-com:vml" Requires="v">
                <p:oleObj spid="_x0000_s188435" name="Equation" r:id="rId18" imgW="2184120" imgH="520560" progId="Equation.DSMT4">
                  <p:embed/>
                </p:oleObj>
              </mc:Choice>
              <mc:Fallback>
                <p:oleObj name="Equation" r:id="rId18" imgW="2184120" imgH="520560" progId="Equation.DSMT4">
                  <p:embed/>
                  <p:pic>
                    <p:nvPicPr>
                      <p:cNvPr id="0" name="Picture 1484"/>
                      <p:cNvPicPr>
                        <a:picLocks noChangeAspect="1" noChangeArrowheads="1"/>
                      </p:cNvPicPr>
                      <p:nvPr/>
                    </p:nvPicPr>
                    <p:blipFill>
                      <a:blip r:embed="rId19">
                        <a:grayscl/>
                        <a:biLevel thresh="50000"/>
                      </a:blip>
                      <a:srcRect/>
                      <a:stretch>
                        <a:fillRect/>
                      </a:stretch>
                    </p:blipFill>
                    <p:spPr bwMode="auto">
                      <a:xfrm>
                        <a:off x="4572826" y="4162460"/>
                        <a:ext cx="2197100" cy="534988"/>
                      </a:xfrm>
                      <a:prstGeom prst="rect">
                        <a:avLst/>
                      </a:prstGeom>
                      <a:noFill/>
                      <a:ln w="19050">
                        <a:solidFill>
                          <a:srgbClr val="FF0000"/>
                        </a:solidFill>
                      </a:ln>
                    </p:spPr>
                  </p:pic>
                </p:oleObj>
              </mc:Fallback>
            </mc:AlternateContent>
          </a:graphicData>
        </a:graphic>
      </p:graphicFrame>
      <p:graphicFrame>
        <p:nvGraphicFramePr>
          <p:cNvPr id="18" name="Object 11">
            <a:extLst>
              <a:ext uri="{FF2B5EF4-FFF2-40B4-BE49-F238E27FC236}">
                <a16:creationId xmlns:a16="http://schemas.microsoft.com/office/drawing/2014/main" id="{01BA0087-32BB-4B32-B0CF-541588EA65BE}"/>
              </a:ext>
            </a:extLst>
          </p:cNvPr>
          <p:cNvGraphicFramePr>
            <a:graphicFrameLocks noChangeAspect="1"/>
          </p:cNvGraphicFramePr>
          <p:nvPr>
            <p:extLst>
              <p:ext uri="{D42A27DB-BD31-4B8C-83A1-F6EECF244321}">
                <p14:modId xmlns:p14="http://schemas.microsoft.com/office/powerpoint/2010/main" val="3203302992"/>
              </p:ext>
            </p:extLst>
          </p:nvPr>
        </p:nvGraphicFramePr>
        <p:xfrm>
          <a:off x="1925118" y="4184635"/>
          <a:ext cx="1698625" cy="536575"/>
        </p:xfrm>
        <a:graphic>
          <a:graphicData uri="http://schemas.openxmlformats.org/presentationml/2006/ole">
            <mc:AlternateContent xmlns:mc="http://schemas.openxmlformats.org/markup-compatibility/2006">
              <mc:Choice xmlns:v="urn:schemas-microsoft-com:vml" Requires="v">
                <p:oleObj spid="_x0000_s188436" name="Equation" r:id="rId20" imgW="1688760" imgH="520560" progId="Equation.DSMT4">
                  <p:embed/>
                </p:oleObj>
              </mc:Choice>
              <mc:Fallback>
                <p:oleObj name="Equation" r:id="rId20" imgW="1688760" imgH="520560" progId="Equation.DSMT4">
                  <p:embed/>
                  <p:pic>
                    <p:nvPicPr>
                      <p:cNvPr id="0" name="Picture 1485"/>
                      <p:cNvPicPr>
                        <a:picLocks noChangeAspect="1" noChangeArrowheads="1"/>
                      </p:cNvPicPr>
                      <p:nvPr/>
                    </p:nvPicPr>
                    <p:blipFill>
                      <a:blip r:embed="rId21">
                        <a:grayscl/>
                        <a:biLevel thresh="50000"/>
                      </a:blip>
                      <a:srcRect/>
                      <a:stretch>
                        <a:fillRect/>
                      </a:stretch>
                    </p:blipFill>
                    <p:spPr bwMode="auto">
                      <a:xfrm>
                        <a:off x="1925118" y="4184635"/>
                        <a:ext cx="1698625"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 Box 4">
            <a:extLst>
              <a:ext uri="{FF2B5EF4-FFF2-40B4-BE49-F238E27FC236}">
                <a16:creationId xmlns:a16="http://schemas.microsoft.com/office/drawing/2014/main" id="{82CD861C-BD09-491C-810E-B32FA75454B8}"/>
              </a:ext>
            </a:extLst>
          </p:cNvPr>
          <p:cNvSpPr txBox="1">
            <a:spLocks noChangeArrowheads="1"/>
          </p:cNvSpPr>
          <p:nvPr/>
        </p:nvSpPr>
        <p:spPr bwMode="auto">
          <a:xfrm>
            <a:off x="858251" y="4131380"/>
            <a:ext cx="1287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问题</a:t>
            </a:r>
          </a:p>
        </p:txBody>
      </p:sp>
      <p:sp>
        <p:nvSpPr>
          <p:cNvPr id="20" name="Text Box 4">
            <a:extLst>
              <a:ext uri="{FF2B5EF4-FFF2-40B4-BE49-F238E27FC236}">
                <a16:creationId xmlns:a16="http://schemas.microsoft.com/office/drawing/2014/main" id="{82CD861C-BD09-491C-810E-B32FA75454B8}"/>
              </a:ext>
            </a:extLst>
          </p:cNvPr>
          <p:cNvSpPr txBox="1">
            <a:spLocks noChangeArrowheads="1"/>
          </p:cNvSpPr>
          <p:nvPr/>
        </p:nvSpPr>
        <p:spPr bwMode="auto">
          <a:xfrm>
            <a:off x="3613555" y="4131380"/>
            <a:ext cx="9104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改成</a:t>
            </a:r>
          </a:p>
        </p:txBody>
      </p:sp>
      <p:sp>
        <p:nvSpPr>
          <p:cNvPr id="21" name="Text Box 4">
            <a:extLst>
              <a:ext uri="{FF2B5EF4-FFF2-40B4-BE49-F238E27FC236}">
                <a16:creationId xmlns:a16="http://schemas.microsoft.com/office/drawing/2014/main" id="{82CD861C-BD09-491C-810E-B32FA75454B8}"/>
              </a:ext>
            </a:extLst>
          </p:cNvPr>
          <p:cNvSpPr txBox="1">
            <a:spLocks noChangeArrowheads="1"/>
          </p:cNvSpPr>
          <p:nvPr/>
        </p:nvSpPr>
        <p:spPr bwMode="auto">
          <a:xfrm>
            <a:off x="7023554" y="4131380"/>
            <a:ext cx="15585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结论如何？</a:t>
            </a:r>
          </a:p>
        </p:txBody>
      </p:sp>
      <p:graphicFrame>
        <p:nvGraphicFramePr>
          <p:cNvPr id="22"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300610986"/>
              </p:ext>
            </p:extLst>
          </p:nvPr>
        </p:nvGraphicFramePr>
        <p:xfrm>
          <a:off x="6588275" y="3533864"/>
          <a:ext cx="977900" cy="381000"/>
        </p:xfrm>
        <a:graphic>
          <a:graphicData uri="http://schemas.openxmlformats.org/presentationml/2006/ole">
            <mc:AlternateContent xmlns:mc="http://schemas.openxmlformats.org/markup-compatibility/2006">
              <mc:Choice xmlns:v="urn:schemas-microsoft-com:vml" Requires="v">
                <p:oleObj spid="_x0000_s188437" name="Equation" r:id="rId22" imgW="977760" imgH="380880" progId="Equation.DSMT4">
                  <p:embed/>
                </p:oleObj>
              </mc:Choice>
              <mc:Fallback>
                <p:oleObj name="Equation" r:id="rId22" imgW="977760" imgH="380880" progId="Equation.DSMT4">
                  <p:embed/>
                  <p:pic>
                    <p:nvPicPr>
                      <p:cNvPr id="0" name="Picture 1486"/>
                      <p:cNvPicPr>
                        <a:picLocks noChangeAspect="1" noChangeArrowheads="1"/>
                      </p:cNvPicPr>
                      <p:nvPr/>
                    </p:nvPicPr>
                    <p:blipFill>
                      <a:blip r:embed="rId23">
                        <a:grayscl/>
                        <a:biLevel thresh="50000"/>
                      </a:blip>
                      <a:srcRect/>
                      <a:stretch>
                        <a:fillRect/>
                      </a:stretch>
                    </p:blipFill>
                    <p:spPr bwMode="auto">
                      <a:xfrm>
                        <a:off x="6588275" y="3533864"/>
                        <a:ext cx="977900" cy="381000"/>
                      </a:xfrm>
                      <a:prstGeom prst="rect">
                        <a:avLst/>
                      </a:prstGeom>
                      <a:solidFill>
                        <a:srgbClr val="FFFF00"/>
                      </a:solidFill>
                      <a:ln w="19050">
                        <a:solidFill>
                          <a:schemeClr val="bg1"/>
                        </a:solidFill>
                      </a:ln>
                    </p:spPr>
                  </p:pic>
                </p:oleObj>
              </mc:Fallback>
            </mc:AlternateContent>
          </a:graphicData>
        </a:graphic>
      </p:graphicFrame>
      <p:sp>
        <p:nvSpPr>
          <p:cNvPr id="23" name="矩形 50">
            <a:extLst>
              <a:ext uri="{FF2B5EF4-FFF2-40B4-BE49-F238E27FC236}">
                <a16:creationId xmlns:a16="http://schemas.microsoft.com/office/drawing/2014/main" id="{888F095A-7C86-4B87-AACA-761E038EECE6}"/>
              </a:ext>
            </a:extLst>
          </p:cNvPr>
          <p:cNvSpPr>
            <a:spLocks noChangeArrowheads="1"/>
          </p:cNvSpPr>
          <p:nvPr/>
        </p:nvSpPr>
        <p:spPr bwMode="auto">
          <a:xfrm>
            <a:off x="899592" y="195486"/>
            <a:ext cx="46085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latin typeface="微软雅黑" panose="020B0503020204020204" charset="-122"/>
                <a:ea typeface="微软雅黑" panose="020B0503020204020204" charset="-122"/>
              </a:rPr>
              <a:t>三、复合函数的连续性</a:t>
            </a:r>
          </a:p>
        </p:txBody>
      </p:sp>
      <p:sp>
        <p:nvSpPr>
          <p:cNvPr id="24" name="矩形 23">
            <a:extLst>
              <a:ext uri="{FF2B5EF4-FFF2-40B4-BE49-F238E27FC236}">
                <a16:creationId xmlns:a16="http://schemas.microsoft.com/office/drawing/2014/main" id="{89DC9769-9276-49C8-ACC4-F0F769568729}"/>
              </a:ext>
            </a:extLst>
          </p:cNvPr>
          <p:cNvSpPr/>
          <p:nvPr/>
        </p:nvSpPr>
        <p:spPr>
          <a:xfrm>
            <a:off x="4131137" y="1998825"/>
            <a:ext cx="494046" cy="461665"/>
          </a:xfrm>
          <a:prstGeom prst="rect">
            <a:avLst/>
          </a:prstGeom>
        </p:spPr>
        <p:txBody>
          <a:bodyPr wrap="none">
            <a:spAutoFit/>
          </a:bodyPr>
          <a:lstStyle/>
          <a:p>
            <a:r>
              <a:rPr kumimoji="1" lang="zh-CN" altLang="en-US" sz="2400" b="1" dirty="0">
                <a:latin typeface="+mn-ea"/>
              </a:rPr>
              <a:t>若</a:t>
            </a:r>
            <a:endParaRPr lang="zh-CN" altLang="en-US" sz="2400" dirty="0"/>
          </a:p>
        </p:txBody>
      </p:sp>
      <p:graphicFrame>
        <p:nvGraphicFramePr>
          <p:cNvPr id="30" name="Object 9">
            <a:extLst>
              <a:ext uri="{FF2B5EF4-FFF2-40B4-BE49-F238E27FC236}">
                <a16:creationId xmlns:a16="http://schemas.microsoft.com/office/drawing/2014/main" id="{64C89E3C-C116-43A2-A37E-C1BD78271E78}"/>
              </a:ext>
            </a:extLst>
          </p:cNvPr>
          <p:cNvGraphicFramePr>
            <a:graphicFrameLocks noChangeAspect="1"/>
          </p:cNvGraphicFramePr>
          <p:nvPr>
            <p:extLst>
              <p:ext uri="{D42A27DB-BD31-4B8C-83A1-F6EECF244321}">
                <p14:modId xmlns:p14="http://schemas.microsoft.com/office/powerpoint/2010/main" val="2780752890"/>
              </p:ext>
            </p:extLst>
          </p:nvPr>
        </p:nvGraphicFramePr>
        <p:xfrm>
          <a:off x="6862182" y="2061291"/>
          <a:ext cx="1063625" cy="395287"/>
        </p:xfrm>
        <a:graphic>
          <a:graphicData uri="http://schemas.openxmlformats.org/presentationml/2006/ole">
            <mc:AlternateContent xmlns:mc="http://schemas.openxmlformats.org/markup-compatibility/2006">
              <mc:Choice xmlns:v="urn:schemas-microsoft-com:vml" Requires="v">
                <p:oleObj spid="_x0000_s188438" name="Equation" r:id="rId24" imgW="1054080" imgH="380880" progId="Equation.DSMT4">
                  <p:embed/>
                </p:oleObj>
              </mc:Choice>
              <mc:Fallback>
                <p:oleObj name="Equation" r:id="rId24" imgW="1054080" imgH="380880" progId="Equation.DSMT4">
                  <p:embed/>
                  <p:pic>
                    <p:nvPicPr>
                      <p:cNvPr id="7" name="Object 9">
                        <a:extLst>
                          <a:ext uri="{FF2B5EF4-FFF2-40B4-BE49-F238E27FC236}">
                            <a16:creationId xmlns:a16="http://schemas.microsoft.com/office/drawing/2014/main" id="{5215D8F5-1EB3-429D-A831-9BE6F1FD92D3}"/>
                          </a:ext>
                        </a:extLst>
                      </p:cNvPr>
                      <p:cNvPicPr>
                        <a:picLocks noChangeAspect="1" noChangeArrowheads="1"/>
                      </p:cNvPicPr>
                      <p:nvPr/>
                    </p:nvPicPr>
                    <p:blipFill>
                      <a:blip r:embed="rId25"/>
                      <a:srcRect/>
                      <a:stretch>
                        <a:fillRect/>
                      </a:stretch>
                    </p:blipFill>
                    <p:spPr bwMode="auto">
                      <a:xfrm>
                        <a:off x="6862182" y="2061291"/>
                        <a:ext cx="1063625"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5" name="直接连接符 24">
            <a:extLst>
              <a:ext uri="{FF2B5EF4-FFF2-40B4-BE49-F238E27FC236}">
                <a16:creationId xmlns:a16="http://schemas.microsoft.com/office/drawing/2014/main" id="{5996D46C-BC5F-4C34-8FFB-4088323D936A}"/>
              </a:ext>
            </a:extLst>
          </p:cNvPr>
          <p:cNvCxnSpPr/>
          <p:nvPr/>
        </p:nvCxnSpPr>
        <p:spPr>
          <a:xfrm>
            <a:off x="3347915" y="3709521"/>
            <a:ext cx="127912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8886082-B44A-4206-9726-74D1B6BE79BB}"/>
              </a:ext>
            </a:extLst>
          </p:cNvPr>
          <p:cNvCxnSpPr/>
          <p:nvPr/>
        </p:nvCxnSpPr>
        <p:spPr>
          <a:xfrm>
            <a:off x="3347915" y="3792122"/>
            <a:ext cx="127912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C7172339-D247-4B07-9A1C-EBB2AD140116}"/>
              </a:ext>
            </a:extLst>
          </p:cNvPr>
          <p:cNvSpPr/>
          <p:nvPr/>
        </p:nvSpPr>
        <p:spPr>
          <a:xfrm>
            <a:off x="855473" y="1410512"/>
            <a:ext cx="1112805" cy="461665"/>
          </a:xfrm>
          <a:prstGeom prst="rect">
            <a:avLst/>
          </a:prstGeom>
        </p:spPr>
        <p:txBody>
          <a:bodyPr wrap="none">
            <a:spAutoFit/>
          </a:bodyPr>
          <a:lstStyle/>
          <a:p>
            <a:r>
              <a:rPr kumimoji="1" lang="zh-CN" altLang="en-US" sz="2400" b="1" dirty="0">
                <a:latin typeface="+mn-ea"/>
              </a:rPr>
              <a:t>设函数</a:t>
            </a:r>
            <a:endParaRPr lang="zh-CN" altLang="en-US" sz="2400" dirty="0"/>
          </a:p>
        </p:txBody>
      </p:sp>
      <p:graphicFrame>
        <p:nvGraphicFramePr>
          <p:cNvPr id="34" name="对象 33">
            <a:extLst>
              <a:ext uri="{FF2B5EF4-FFF2-40B4-BE49-F238E27FC236}">
                <a16:creationId xmlns:a16="http://schemas.microsoft.com/office/drawing/2014/main" id="{45201841-866E-4003-98CE-F678B50D2D43}"/>
              </a:ext>
            </a:extLst>
          </p:cNvPr>
          <p:cNvGraphicFramePr>
            <a:graphicFrameLocks noChangeAspect="1"/>
          </p:cNvGraphicFramePr>
          <p:nvPr>
            <p:extLst>
              <p:ext uri="{D42A27DB-BD31-4B8C-83A1-F6EECF244321}">
                <p14:modId xmlns:p14="http://schemas.microsoft.com/office/powerpoint/2010/main" val="1061402312"/>
              </p:ext>
            </p:extLst>
          </p:nvPr>
        </p:nvGraphicFramePr>
        <p:xfrm>
          <a:off x="1959219" y="1452217"/>
          <a:ext cx="1473200" cy="342900"/>
        </p:xfrm>
        <a:graphic>
          <a:graphicData uri="http://schemas.openxmlformats.org/presentationml/2006/ole">
            <mc:AlternateContent xmlns:mc="http://schemas.openxmlformats.org/markup-compatibility/2006">
              <mc:Choice xmlns:v="urn:schemas-microsoft-com:vml" Requires="v">
                <p:oleObj spid="_x0000_s188439" name="Equation" r:id="rId26" imgW="1473120" imgH="342720" progId="Equation.DSMT4">
                  <p:embed/>
                </p:oleObj>
              </mc:Choice>
              <mc:Fallback>
                <p:oleObj name="Equation" r:id="rId26" imgW="1473120" imgH="342720" progId="Equation.DSMT4">
                  <p:embed/>
                  <p:pic>
                    <p:nvPicPr>
                      <p:cNvPr id="9" name="对象 8"/>
                      <p:cNvPicPr/>
                      <p:nvPr/>
                    </p:nvPicPr>
                    <p:blipFill>
                      <a:blip r:embed="rId27"/>
                      <a:stretch>
                        <a:fillRect/>
                      </a:stretch>
                    </p:blipFill>
                    <p:spPr>
                      <a:xfrm>
                        <a:off x="1959219" y="1452217"/>
                        <a:ext cx="1473200" cy="342900"/>
                      </a:xfrm>
                      <a:prstGeom prst="rect">
                        <a:avLst/>
                      </a:prstGeom>
                    </p:spPr>
                  </p:pic>
                </p:oleObj>
              </mc:Fallback>
            </mc:AlternateContent>
          </a:graphicData>
        </a:graphic>
      </p:graphicFrame>
      <p:sp>
        <p:nvSpPr>
          <p:cNvPr id="35" name="Text Box 42">
            <a:extLst>
              <a:ext uri="{FF2B5EF4-FFF2-40B4-BE49-F238E27FC236}">
                <a16:creationId xmlns:a16="http://schemas.microsoft.com/office/drawing/2014/main" id="{20DC9463-E6E4-49FE-9A04-63423B2A6663}"/>
              </a:ext>
            </a:extLst>
          </p:cNvPr>
          <p:cNvSpPr txBox="1">
            <a:spLocks noChangeArrowheads="1"/>
          </p:cNvSpPr>
          <p:nvPr/>
        </p:nvSpPr>
        <p:spPr bwMode="auto">
          <a:xfrm>
            <a:off x="3392950" y="1357674"/>
            <a:ext cx="12139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由函数</a:t>
            </a:r>
          </a:p>
        </p:txBody>
      </p:sp>
      <p:graphicFrame>
        <p:nvGraphicFramePr>
          <p:cNvPr id="36" name="对象 35">
            <a:extLst>
              <a:ext uri="{FF2B5EF4-FFF2-40B4-BE49-F238E27FC236}">
                <a16:creationId xmlns:a16="http://schemas.microsoft.com/office/drawing/2014/main" id="{F4E311F3-01A7-4BD4-9F15-D66FFB856D5F}"/>
              </a:ext>
            </a:extLst>
          </p:cNvPr>
          <p:cNvGraphicFramePr>
            <a:graphicFrameLocks noChangeAspect="1"/>
          </p:cNvGraphicFramePr>
          <p:nvPr>
            <p:extLst>
              <p:ext uri="{D42A27DB-BD31-4B8C-83A1-F6EECF244321}">
                <p14:modId xmlns:p14="http://schemas.microsoft.com/office/powerpoint/2010/main" val="3197023048"/>
              </p:ext>
            </p:extLst>
          </p:nvPr>
        </p:nvGraphicFramePr>
        <p:xfrm>
          <a:off x="4476156" y="1432047"/>
          <a:ext cx="1066800" cy="342900"/>
        </p:xfrm>
        <a:graphic>
          <a:graphicData uri="http://schemas.openxmlformats.org/presentationml/2006/ole">
            <mc:AlternateContent xmlns:mc="http://schemas.openxmlformats.org/markup-compatibility/2006">
              <mc:Choice xmlns:v="urn:schemas-microsoft-com:vml" Requires="v">
                <p:oleObj spid="_x0000_s188440" name="Equation" r:id="rId28" imgW="1066680" imgH="342720" progId="Equation.DSMT4">
                  <p:embed/>
                </p:oleObj>
              </mc:Choice>
              <mc:Fallback>
                <p:oleObj name="Equation" r:id="rId28" imgW="1066680" imgH="342720" progId="Equation.DSMT4">
                  <p:embed/>
                  <p:pic>
                    <p:nvPicPr>
                      <p:cNvPr id="21" name="对象 20"/>
                      <p:cNvPicPr/>
                      <p:nvPr/>
                    </p:nvPicPr>
                    <p:blipFill>
                      <a:blip r:embed="rId29"/>
                      <a:stretch>
                        <a:fillRect/>
                      </a:stretch>
                    </p:blipFill>
                    <p:spPr>
                      <a:xfrm>
                        <a:off x="4476156" y="1432047"/>
                        <a:ext cx="1066800" cy="342900"/>
                      </a:xfrm>
                      <a:prstGeom prst="rect">
                        <a:avLst/>
                      </a:prstGeom>
                    </p:spPr>
                  </p:pic>
                </p:oleObj>
              </mc:Fallback>
            </mc:AlternateContent>
          </a:graphicData>
        </a:graphic>
      </p:graphicFrame>
      <p:sp>
        <p:nvSpPr>
          <p:cNvPr id="37" name="Text Box 42">
            <a:extLst>
              <a:ext uri="{FF2B5EF4-FFF2-40B4-BE49-F238E27FC236}">
                <a16:creationId xmlns:a16="http://schemas.microsoft.com/office/drawing/2014/main" id="{B0C8179B-2EA0-4C0B-A029-2228CD60042F}"/>
              </a:ext>
            </a:extLst>
          </p:cNvPr>
          <p:cNvSpPr txBox="1">
            <a:spLocks noChangeArrowheads="1"/>
          </p:cNvSpPr>
          <p:nvPr/>
        </p:nvSpPr>
        <p:spPr bwMode="auto">
          <a:xfrm>
            <a:off x="5469817" y="1333749"/>
            <a:ext cx="5723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与</a:t>
            </a:r>
          </a:p>
        </p:txBody>
      </p:sp>
      <p:graphicFrame>
        <p:nvGraphicFramePr>
          <p:cNvPr id="38" name="对象 37">
            <a:extLst>
              <a:ext uri="{FF2B5EF4-FFF2-40B4-BE49-F238E27FC236}">
                <a16:creationId xmlns:a16="http://schemas.microsoft.com/office/drawing/2014/main" id="{3052AD97-02E1-411A-B768-F56FAA48C1D9}"/>
              </a:ext>
            </a:extLst>
          </p:cNvPr>
          <p:cNvGraphicFramePr>
            <a:graphicFrameLocks noChangeAspect="1"/>
          </p:cNvGraphicFramePr>
          <p:nvPr>
            <p:extLst>
              <p:ext uri="{D42A27DB-BD31-4B8C-83A1-F6EECF244321}">
                <p14:modId xmlns:p14="http://schemas.microsoft.com/office/powerpoint/2010/main" val="1725281215"/>
              </p:ext>
            </p:extLst>
          </p:nvPr>
        </p:nvGraphicFramePr>
        <p:xfrm>
          <a:off x="5935967" y="1410512"/>
          <a:ext cx="1104900" cy="342900"/>
        </p:xfrm>
        <a:graphic>
          <a:graphicData uri="http://schemas.openxmlformats.org/presentationml/2006/ole">
            <mc:AlternateContent xmlns:mc="http://schemas.openxmlformats.org/markup-compatibility/2006">
              <mc:Choice xmlns:v="urn:schemas-microsoft-com:vml" Requires="v">
                <p:oleObj spid="_x0000_s188441" name="Equation" r:id="rId30" imgW="1104840" imgH="342720" progId="Equation.DSMT4">
                  <p:embed/>
                </p:oleObj>
              </mc:Choice>
              <mc:Fallback>
                <p:oleObj name="Equation" r:id="rId30" imgW="1104840" imgH="342720" progId="Equation.DSMT4">
                  <p:embed/>
                  <p:pic>
                    <p:nvPicPr>
                      <p:cNvPr id="23" name="对象 22"/>
                      <p:cNvPicPr/>
                      <p:nvPr/>
                    </p:nvPicPr>
                    <p:blipFill>
                      <a:blip r:embed="rId31"/>
                      <a:stretch>
                        <a:fillRect/>
                      </a:stretch>
                    </p:blipFill>
                    <p:spPr>
                      <a:xfrm>
                        <a:off x="5935967" y="1410512"/>
                        <a:ext cx="1104900" cy="342900"/>
                      </a:xfrm>
                      <a:prstGeom prst="rect">
                        <a:avLst/>
                      </a:prstGeom>
                    </p:spPr>
                  </p:pic>
                </p:oleObj>
              </mc:Fallback>
            </mc:AlternateContent>
          </a:graphicData>
        </a:graphic>
      </p:graphicFrame>
      <p:sp>
        <p:nvSpPr>
          <p:cNvPr id="39" name="Text Box 42">
            <a:extLst>
              <a:ext uri="{FF2B5EF4-FFF2-40B4-BE49-F238E27FC236}">
                <a16:creationId xmlns:a16="http://schemas.microsoft.com/office/drawing/2014/main" id="{EEC22D4B-6246-4300-9DF1-45F3FBD64D10}"/>
              </a:ext>
            </a:extLst>
          </p:cNvPr>
          <p:cNvSpPr txBox="1">
            <a:spLocks noChangeArrowheads="1"/>
          </p:cNvSpPr>
          <p:nvPr/>
        </p:nvSpPr>
        <p:spPr bwMode="auto">
          <a:xfrm>
            <a:off x="7040867" y="1308484"/>
            <a:ext cx="155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复合而成，</a:t>
            </a:r>
          </a:p>
        </p:txBody>
      </p:sp>
      <p:graphicFrame>
        <p:nvGraphicFramePr>
          <p:cNvPr id="40" name="对象 39">
            <a:extLst>
              <a:ext uri="{FF2B5EF4-FFF2-40B4-BE49-F238E27FC236}">
                <a16:creationId xmlns:a16="http://schemas.microsoft.com/office/drawing/2014/main" id="{4CEDCCF2-DF5F-486A-9250-42EFCBF294C9}"/>
              </a:ext>
            </a:extLst>
          </p:cNvPr>
          <p:cNvGraphicFramePr>
            <a:graphicFrameLocks noChangeAspect="1"/>
          </p:cNvGraphicFramePr>
          <p:nvPr>
            <p:extLst>
              <p:ext uri="{D42A27DB-BD31-4B8C-83A1-F6EECF244321}">
                <p14:modId xmlns:p14="http://schemas.microsoft.com/office/powerpoint/2010/main" val="650755619"/>
              </p:ext>
            </p:extLst>
          </p:nvPr>
        </p:nvGraphicFramePr>
        <p:xfrm>
          <a:off x="402534" y="2062478"/>
          <a:ext cx="990600" cy="342900"/>
        </p:xfrm>
        <a:graphic>
          <a:graphicData uri="http://schemas.openxmlformats.org/presentationml/2006/ole">
            <mc:AlternateContent xmlns:mc="http://schemas.openxmlformats.org/markup-compatibility/2006">
              <mc:Choice xmlns:v="urn:schemas-microsoft-com:vml" Requires="v">
                <p:oleObj spid="_x0000_s188442" name="Equation" r:id="rId32" imgW="990360" imgH="342720" progId="Equation.DSMT4">
                  <p:embed/>
                </p:oleObj>
              </mc:Choice>
              <mc:Fallback>
                <p:oleObj name="Equation" r:id="rId32" imgW="990360" imgH="342720" progId="Equation.DSMT4">
                  <p:embed/>
                  <p:pic>
                    <p:nvPicPr>
                      <p:cNvPr id="34" name="对象 33">
                        <a:extLst>
                          <a:ext uri="{FF2B5EF4-FFF2-40B4-BE49-F238E27FC236}">
                            <a16:creationId xmlns:a16="http://schemas.microsoft.com/office/drawing/2014/main" id="{45201841-866E-4003-98CE-F678B50D2D43}"/>
                          </a:ext>
                        </a:extLst>
                      </p:cNvPr>
                      <p:cNvPicPr/>
                      <p:nvPr/>
                    </p:nvPicPr>
                    <p:blipFill>
                      <a:blip r:embed="rId33"/>
                      <a:stretch>
                        <a:fillRect/>
                      </a:stretch>
                    </p:blipFill>
                    <p:spPr>
                      <a:xfrm>
                        <a:off x="402534" y="2062478"/>
                        <a:ext cx="990600" cy="342900"/>
                      </a:xfrm>
                      <a:prstGeom prst="rect">
                        <a:avLst/>
                      </a:prstGeom>
                    </p:spPr>
                  </p:pic>
                </p:oleObj>
              </mc:Fallback>
            </mc:AlternateContent>
          </a:graphicData>
        </a:graphic>
      </p:graphicFrame>
      <p:sp>
        <p:nvSpPr>
          <p:cNvPr id="41" name="矩形 40">
            <a:extLst>
              <a:ext uri="{FF2B5EF4-FFF2-40B4-BE49-F238E27FC236}">
                <a16:creationId xmlns:a16="http://schemas.microsoft.com/office/drawing/2014/main" id="{9CB604F2-BF0A-4DF1-8474-2B4F5FF6D9E0}"/>
              </a:ext>
            </a:extLst>
          </p:cNvPr>
          <p:cNvSpPr/>
          <p:nvPr/>
        </p:nvSpPr>
        <p:spPr>
          <a:xfrm>
            <a:off x="1384577" y="2011807"/>
            <a:ext cx="494046" cy="461665"/>
          </a:xfrm>
          <a:prstGeom prst="rect">
            <a:avLst/>
          </a:prstGeom>
        </p:spPr>
        <p:txBody>
          <a:bodyPr wrap="none">
            <a:spAutoFit/>
          </a:bodyPr>
          <a:lstStyle/>
          <a:p>
            <a:r>
              <a:rPr kumimoji="1" lang="zh-CN" altLang="en-US" sz="2400" b="1" dirty="0">
                <a:latin typeface="+mn-ea"/>
              </a:rPr>
              <a:t>在</a:t>
            </a:r>
            <a:endParaRPr lang="zh-CN" altLang="en-US" sz="2400" dirty="0"/>
          </a:p>
        </p:txBody>
      </p:sp>
      <p:graphicFrame>
        <p:nvGraphicFramePr>
          <p:cNvPr id="42" name="Object 7">
            <a:extLst>
              <a:ext uri="{FF2B5EF4-FFF2-40B4-BE49-F238E27FC236}">
                <a16:creationId xmlns:a16="http://schemas.microsoft.com/office/drawing/2014/main" id="{C5E4ABEA-B9E4-4E78-9BB2-B2BA239A2560}"/>
              </a:ext>
            </a:extLst>
          </p:cNvPr>
          <p:cNvGraphicFramePr>
            <a:graphicFrameLocks noChangeAspect="1"/>
          </p:cNvGraphicFramePr>
          <p:nvPr>
            <p:extLst>
              <p:ext uri="{D42A27DB-BD31-4B8C-83A1-F6EECF244321}">
                <p14:modId xmlns:p14="http://schemas.microsoft.com/office/powerpoint/2010/main" val="3119447308"/>
              </p:ext>
            </p:extLst>
          </p:nvPr>
        </p:nvGraphicFramePr>
        <p:xfrm>
          <a:off x="1900361" y="1900364"/>
          <a:ext cx="749300" cy="558800"/>
        </p:xfrm>
        <a:graphic>
          <a:graphicData uri="http://schemas.openxmlformats.org/presentationml/2006/ole">
            <mc:AlternateContent xmlns:mc="http://schemas.openxmlformats.org/markup-compatibility/2006">
              <mc:Choice xmlns:v="urn:schemas-microsoft-com:vml" Requires="v">
                <p:oleObj spid="_x0000_s188443" name="Equation" r:id="rId34" imgW="749160" imgH="558720" progId="Equation.DSMT4">
                  <p:embed/>
                </p:oleObj>
              </mc:Choice>
              <mc:Fallback>
                <p:oleObj name="Equation" r:id="rId34" imgW="749160" imgH="558720" progId="Equation.DSMT4">
                  <p:embed/>
                  <p:pic>
                    <p:nvPicPr>
                      <p:cNvPr id="6" name="Object 7">
                        <a:extLst>
                          <a:ext uri="{FF2B5EF4-FFF2-40B4-BE49-F238E27FC236}">
                            <a16:creationId xmlns:a16="http://schemas.microsoft.com/office/drawing/2014/main" id="{DB52B07E-91EB-44EB-AA98-428CA2300AFC}"/>
                          </a:ext>
                        </a:extLst>
                      </p:cNvPr>
                      <p:cNvPicPr>
                        <a:picLocks noChangeAspect="1" noChangeArrowheads="1"/>
                      </p:cNvPicPr>
                      <p:nvPr/>
                    </p:nvPicPr>
                    <p:blipFill>
                      <a:blip r:embed="rId35">
                        <a:grayscl/>
                        <a:biLevel thresh="50000"/>
                      </a:blip>
                      <a:srcRect/>
                      <a:stretch>
                        <a:fillRect/>
                      </a:stretch>
                    </p:blipFill>
                    <p:spPr bwMode="auto">
                      <a:xfrm>
                        <a:off x="1900361" y="1900364"/>
                        <a:ext cx="749300" cy="558800"/>
                      </a:xfrm>
                      <a:prstGeom prst="rect">
                        <a:avLst/>
                      </a:prstGeom>
                      <a:solidFill>
                        <a:srgbClr val="FFFF00"/>
                      </a:solidFill>
                      <a:ln>
                        <a:solidFill>
                          <a:schemeClr val="bg1"/>
                        </a:solidFill>
                      </a:ln>
                      <a:extLst/>
                    </p:spPr>
                  </p:pic>
                </p:oleObj>
              </mc:Fallback>
            </mc:AlternateContent>
          </a:graphicData>
        </a:graphic>
      </p:graphicFrame>
      <p:sp>
        <p:nvSpPr>
          <p:cNvPr id="43" name="矩形 42">
            <a:extLst>
              <a:ext uri="{FF2B5EF4-FFF2-40B4-BE49-F238E27FC236}">
                <a16:creationId xmlns:a16="http://schemas.microsoft.com/office/drawing/2014/main" id="{9313A9E8-1673-46D5-9630-06E0F5EF7D19}"/>
              </a:ext>
            </a:extLst>
          </p:cNvPr>
          <p:cNvSpPr/>
          <p:nvPr/>
        </p:nvSpPr>
        <p:spPr>
          <a:xfrm>
            <a:off x="2700588" y="1983555"/>
            <a:ext cx="1577676" cy="461665"/>
          </a:xfrm>
          <a:prstGeom prst="rect">
            <a:avLst/>
          </a:prstGeom>
        </p:spPr>
        <p:txBody>
          <a:bodyPr wrap="none">
            <a:spAutoFit/>
          </a:bodyPr>
          <a:lstStyle/>
          <a:p>
            <a:r>
              <a:rPr kumimoji="1" lang="zh-CN" altLang="en-US" sz="2400" b="1" dirty="0">
                <a:latin typeface="+mn-ea"/>
              </a:rPr>
              <a:t>内有定义</a:t>
            </a:r>
            <a:r>
              <a:rPr kumimoji="1" lang="en-US" altLang="zh-CN" sz="2400" b="1" dirty="0">
                <a:latin typeface="+mn-ea"/>
              </a:rPr>
              <a:t>.</a:t>
            </a:r>
            <a:endParaRPr lang="zh-CN" altLang="en-US" sz="2400" dirty="0"/>
          </a:p>
        </p:txBody>
      </p:sp>
      <p:sp>
        <p:nvSpPr>
          <p:cNvPr id="44" name="Text Box 6">
            <a:extLst>
              <a:ext uri="{FF2B5EF4-FFF2-40B4-BE49-F238E27FC236}">
                <a16:creationId xmlns:a16="http://schemas.microsoft.com/office/drawing/2014/main" id="{30B5AC16-046B-43DD-BE6B-B3A57F6DDF74}"/>
              </a:ext>
            </a:extLst>
          </p:cNvPr>
          <p:cNvSpPr txBox="1">
            <a:spLocks noChangeArrowheads="1"/>
          </p:cNvSpPr>
          <p:nvPr/>
        </p:nvSpPr>
        <p:spPr bwMode="auto">
          <a:xfrm>
            <a:off x="6386453" y="1999093"/>
            <a:ext cx="5723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且   </a:t>
            </a:r>
            <a:r>
              <a:rPr kumimoji="1" lang="en-US" altLang="zh-CN" sz="2400" b="1" i="1" dirty="0">
                <a:latin typeface="Times New Roman" panose="02020603050405020304" pitchFamily="18" charset="0"/>
                <a:ea typeface="+mn-ea"/>
                <a:cs typeface="Times New Roman" panose="02020603050405020304" pitchFamily="18" charset="0"/>
              </a:rPr>
              <a:t>        </a:t>
            </a:r>
            <a:endParaRPr kumimoji="1" lang="zh-CN" altLang="en-US" sz="2400" b="1" dirty="0">
              <a:latin typeface="+mn-ea"/>
              <a:ea typeface="+mn-ea"/>
            </a:endParaRPr>
          </a:p>
        </p:txBody>
      </p:sp>
      <p:sp>
        <p:nvSpPr>
          <p:cNvPr id="47" name="矩形 46">
            <a:extLst>
              <a:ext uri="{FF2B5EF4-FFF2-40B4-BE49-F238E27FC236}">
                <a16:creationId xmlns:a16="http://schemas.microsoft.com/office/drawing/2014/main" id="{BEC2D6FA-B300-4823-94DD-EF4AFEE7ADB0}"/>
              </a:ext>
            </a:extLst>
          </p:cNvPr>
          <p:cNvSpPr/>
          <p:nvPr/>
        </p:nvSpPr>
        <p:spPr>
          <a:xfrm>
            <a:off x="2952875" y="2658355"/>
            <a:ext cx="1192876" cy="6197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366852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left)">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wipe(left)">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wipe(left)">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wipe(left)">
                                      <p:cBhvr>
                                        <p:cTn id="42" dur="500"/>
                                        <p:tgtEl>
                                          <p:spTgt spid="4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wipe(left)">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left)">
                                      <p:cBhvr>
                                        <p:cTn id="52" dur="500"/>
                                        <p:tgtEl>
                                          <p:spTgt spid="4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left)">
                                      <p:cBhvr>
                                        <p:cTn id="57" dur="50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left)">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wipe(left)">
                                      <p:cBhvr>
                                        <p:cTn id="67" dur="500"/>
                                        <p:tgtEl>
                                          <p:spTgt spid="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wipe(left)">
                                      <p:cBhvr>
                                        <p:cTn id="72" dur="500"/>
                                        <p:tgtEl>
                                          <p:spTgt spid="4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wipe(left)">
                                      <p:cBhvr>
                                        <p:cTn id="82" dur="500"/>
                                        <p:tgtEl>
                                          <p:spTgt spid="4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wipe(left)">
                                      <p:cBhvr>
                                        <p:cTn id="87" dur="500"/>
                                        <p:tgtEl>
                                          <p:spTgt spid="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wipe(left)">
                                      <p:cBhvr>
                                        <p:cTn id="92" dur="500"/>
                                        <p:tgtEl>
                                          <p:spTgt spid="4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9"/>
                                        </p:tgtEl>
                                        <p:attrNameLst>
                                          <p:attrName>style.visibility</p:attrName>
                                        </p:attrNameLst>
                                      </p:cBhvr>
                                      <p:to>
                                        <p:strVal val="visible"/>
                                      </p:to>
                                    </p:set>
                                    <p:animEffect transition="in" filter="wipe(left)">
                                      <p:cBhvr>
                                        <p:cTn id="97" dur="500"/>
                                        <p:tgtEl>
                                          <p:spTgt spid="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0"/>
                                        </p:tgtEl>
                                        <p:attrNameLst>
                                          <p:attrName>style.visibility</p:attrName>
                                        </p:attrNameLst>
                                      </p:cBhvr>
                                      <p:to>
                                        <p:strVal val="visible"/>
                                      </p:to>
                                    </p:set>
                                    <p:animEffect transition="in" filter="wipe(left)">
                                      <p:cBhvr>
                                        <p:cTn id="102" dur="500"/>
                                        <p:tgtEl>
                                          <p:spTgt spid="1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1"/>
                                        </p:tgtEl>
                                        <p:attrNameLst>
                                          <p:attrName>style.visibility</p:attrName>
                                        </p:attrNameLst>
                                      </p:cBhvr>
                                      <p:to>
                                        <p:strVal val="visible"/>
                                      </p:to>
                                    </p:set>
                                    <p:animEffect transition="in" filter="wipe(left)">
                                      <p:cBhvr>
                                        <p:cTn id="107" dur="500"/>
                                        <p:tgtEl>
                                          <p:spTgt spid="11"/>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wipe(left)">
                                      <p:cBhvr>
                                        <p:cTn id="112" dur="500"/>
                                        <p:tgtEl>
                                          <p:spTgt spid="25"/>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32"/>
                                        </p:tgtEl>
                                        <p:attrNameLst>
                                          <p:attrName>style.visibility</p:attrName>
                                        </p:attrNameLst>
                                      </p:cBhvr>
                                      <p:to>
                                        <p:strVal val="visible"/>
                                      </p:to>
                                    </p:set>
                                    <p:animEffect transition="in" filter="wipe(left)">
                                      <p:cBhvr>
                                        <p:cTn id="117" dur="500"/>
                                        <p:tgtEl>
                                          <p:spTgt spid="32"/>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14"/>
                                        </p:tgtEl>
                                        <p:attrNameLst>
                                          <p:attrName>style.visibility</p:attrName>
                                        </p:attrNameLst>
                                      </p:cBhvr>
                                      <p:to>
                                        <p:strVal val="visible"/>
                                      </p:to>
                                    </p:set>
                                    <p:animEffect transition="in" filter="wipe(left)">
                                      <p:cBhvr>
                                        <p:cTn id="122" dur="500"/>
                                        <p:tgtEl>
                                          <p:spTgt spid="14"/>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12"/>
                                        </p:tgtEl>
                                        <p:attrNameLst>
                                          <p:attrName>style.visibility</p:attrName>
                                        </p:attrNameLst>
                                      </p:cBhvr>
                                      <p:to>
                                        <p:strVal val="visible"/>
                                      </p:to>
                                    </p:set>
                                    <p:animEffect transition="in" filter="wipe(left)">
                                      <p:cBhvr>
                                        <p:cTn id="127" dur="500"/>
                                        <p:tgtEl>
                                          <p:spTgt spid="12"/>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9"/>
                                        </p:tgtEl>
                                        <p:attrNameLst>
                                          <p:attrName>style.visibility</p:attrName>
                                        </p:attrNameLst>
                                      </p:cBhvr>
                                      <p:to>
                                        <p:strVal val="visible"/>
                                      </p:to>
                                    </p:set>
                                    <p:animEffect transition="in" filter="wipe(left)">
                                      <p:cBhvr>
                                        <p:cTn id="132" dur="500"/>
                                        <p:tgtEl>
                                          <p:spTgt spid="19"/>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grpId="0" nodeType="clickEffect">
                                  <p:stCondLst>
                                    <p:cond delay="0"/>
                                  </p:stCondLst>
                                  <p:childTnLst>
                                    <p:set>
                                      <p:cBhvr>
                                        <p:cTn id="136" dur="1" fill="hold">
                                          <p:stCondLst>
                                            <p:cond delay="0"/>
                                          </p:stCondLst>
                                        </p:cTn>
                                        <p:tgtEl>
                                          <p:spTgt spid="16"/>
                                        </p:tgtEl>
                                        <p:attrNameLst>
                                          <p:attrName>style.visibility</p:attrName>
                                        </p:attrNameLst>
                                      </p:cBhvr>
                                      <p:to>
                                        <p:strVal val="visible"/>
                                      </p:to>
                                    </p:set>
                                    <p:animEffect transition="in" filter="wipe(down)">
                                      <p:cBhvr>
                                        <p:cTn id="137" dur="500"/>
                                        <p:tgtEl>
                                          <p:spTgt spid="16"/>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18"/>
                                        </p:tgtEl>
                                        <p:attrNameLst>
                                          <p:attrName>style.visibility</p:attrName>
                                        </p:attrNameLst>
                                      </p:cBhvr>
                                      <p:to>
                                        <p:strVal val="visible"/>
                                      </p:to>
                                    </p:set>
                                    <p:animEffect transition="in" filter="wipe(left)">
                                      <p:cBhvr>
                                        <p:cTn id="142" dur="500"/>
                                        <p:tgtEl>
                                          <p:spTgt spid="18"/>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20"/>
                                        </p:tgtEl>
                                        <p:attrNameLst>
                                          <p:attrName>style.visibility</p:attrName>
                                        </p:attrNameLst>
                                      </p:cBhvr>
                                      <p:to>
                                        <p:strVal val="visible"/>
                                      </p:to>
                                    </p:set>
                                    <p:animEffect transition="in" filter="wipe(left)">
                                      <p:cBhvr>
                                        <p:cTn id="147" dur="500"/>
                                        <p:tgtEl>
                                          <p:spTgt spid="20"/>
                                        </p:tgtEl>
                                      </p:cBhvr>
                                    </p:animEffect>
                                  </p:childTnLst>
                                </p:cTn>
                              </p:par>
                            </p:childTnLst>
                          </p:cTn>
                        </p:par>
                        <p:par>
                          <p:cTn id="148" fill="hold">
                            <p:stCondLst>
                              <p:cond delay="500"/>
                            </p:stCondLst>
                            <p:childTnLst>
                              <p:par>
                                <p:cTn id="149" presetID="22" presetClass="entr" presetSubtype="8" fill="hold" nodeType="afterEffect">
                                  <p:stCondLst>
                                    <p:cond delay="0"/>
                                  </p:stCondLst>
                                  <p:childTnLst>
                                    <p:set>
                                      <p:cBhvr>
                                        <p:cTn id="150" dur="1" fill="hold">
                                          <p:stCondLst>
                                            <p:cond delay="0"/>
                                          </p:stCondLst>
                                        </p:cTn>
                                        <p:tgtEl>
                                          <p:spTgt spid="17"/>
                                        </p:tgtEl>
                                        <p:attrNameLst>
                                          <p:attrName>style.visibility</p:attrName>
                                        </p:attrNameLst>
                                      </p:cBhvr>
                                      <p:to>
                                        <p:strVal val="visible"/>
                                      </p:to>
                                    </p:set>
                                    <p:animEffect transition="in" filter="wipe(left)">
                                      <p:cBhvr>
                                        <p:cTn id="151" dur="500"/>
                                        <p:tgtEl>
                                          <p:spTgt spid="17"/>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21"/>
                                        </p:tgtEl>
                                        <p:attrNameLst>
                                          <p:attrName>style.visibility</p:attrName>
                                        </p:attrNameLst>
                                      </p:cBhvr>
                                      <p:to>
                                        <p:strVal val="visible"/>
                                      </p:to>
                                    </p:set>
                                    <p:animEffect transition="in" filter="wipe(left)">
                                      <p:cBhvr>
                                        <p:cTn id="156" dur="500"/>
                                        <p:tgtEl>
                                          <p:spTgt spid="21"/>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nodeType="clickEffect">
                                  <p:stCondLst>
                                    <p:cond delay="0"/>
                                  </p:stCondLst>
                                  <p:childTnLst>
                                    <p:set>
                                      <p:cBhvr>
                                        <p:cTn id="160" dur="1" fill="hold">
                                          <p:stCondLst>
                                            <p:cond delay="0"/>
                                          </p:stCondLst>
                                        </p:cTn>
                                        <p:tgtEl>
                                          <p:spTgt spid="22"/>
                                        </p:tgtEl>
                                        <p:attrNameLst>
                                          <p:attrName>style.visibility</p:attrName>
                                        </p:attrNameLst>
                                      </p:cBhvr>
                                      <p:to>
                                        <p:strVal val="visible"/>
                                      </p:to>
                                    </p:set>
                                    <p:animEffect transition="in" filter="wipe(left)">
                                      <p:cBhvr>
                                        <p:cTn id="161" dur="500"/>
                                        <p:tgtEl>
                                          <p:spTgt spid="22"/>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xit" presetSubtype="8" fill="hold" nodeType="clickEffect">
                                  <p:stCondLst>
                                    <p:cond delay="0"/>
                                  </p:stCondLst>
                                  <p:childTnLst>
                                    <p:animEffect transition="out" filter="wipe(left)">
                                      <p:cBhvr>
                                        <p:cTn id="165" dur="500"/>
                                        <p:tgtEl>
                                          <p:spTgt spid="22"/>
                                        </p:tgtEl>
                                      </p:cBhvr>
                                    </p:animEffect>
                                    <p:set>
                                      <p:cBhvr>
                                        <p:cTn id="166"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6" grpId="0" animBg="1"/>
      <p:bldP spid="19" grpId="0"/>
      <p:bldP spid="20" grpId="0"/>
      <p:bldP spid="21" grpId="0"/>
      <p:bldP spid="24" grpId="0"/>
      <p:bldP spid="33" grpId="0"/>
      <p:bldP spid="35" grpId="0" autoUpdateAnimBg="0"/>
      <p:bldP spid="37" grpId="0" autoUpdateAnimBg="0"/>
      <p:bldP spid="39" grpId="0" autoUpdateAnimBg="0"/>
      <p:bldP spid="41" grpId="0"/>
      <p:bldP spid="43" grpId="0"/>
      <p:bldP spid="44" grpId="0"/>
      <p:bldP spid="4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668226BA-458B-4001-BE44-A1506D9227B3}"/>
              </a:ext>
            </a:extLst>
          </p:cNvPr>
          <p:cNvSpPr txBox="1">
            <a:spLocks noChangeArrowheads="1"/>
          </p:cNvSpPr>
          <p:nvPr/>
        </p:nvSpPr>
        <p:spPr bwMode="auto">
          <a:xfrm>
            <a:off x="922711" y="405180"/>
            <a:ext cx="12239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1050925" indent="-1050925">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solidFill>
                  <a:srgbClr val="0064FF"/>
                </a:solidFill>
                <a:latin typeface="+mn-ea"/>
                <a:ea typeface="+mn-ea"/>
              </a:rPr>
              <a:t>定理</a:t>
            </a:r>
            <a:r>
              <a:rPr lang="en-US" altLang="zh-CN" sz="2400" b="1" dirty="0">
                <a:solidFill>
                  <a:srgbClr val="0064FF"/>
                </a:solidFill>
                <a:latin typeface="+mn-ea"/>
                <a:ea typeface="+mn-ea"/>
              </a:rPr>
              <a:t>3</a:t>
            </a:r>
            <a:endParaRPr lang="zh-CN" altLang="en-US" sz="2400" b="1" dirty="0">
              <a:solidFill>
                <a:srgbClr val="0064FF"/>
              </a:solidFill>
              <a:latin typeface="+mn-ea"/>
              <a:ea typeface="+mn-ea"/>
            </a:endParaRPr>
          </a:p>
        </p:txBody>
      </p:sp>
      <p:graphicFrame>
        <p:nvGraphicFramePr>
          <p:cNvPr id="7"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1782716369"/>
              </p:ext>
            </p:extLst>
          </p:nvPr>
        </p:nvGraphicFramePr>
        <p:xfrm>
          <a:off x="4019550" y="1963738"/>
          <a:ext cx="177800" cy="292100"/>
        </p:xfrm>
        <a:graphic>
          <a:graphicData uri="http://schemas.openxmlformats.org/presentationml/2006/ole">
            <mc:AlternateContent xmlns:mc="http://schemas.openxmlformats.org/markup-compatibility/2006">
              <mc:Choice xmlns:v="urn:schemas-microsoft-com:vml" Requires="v">
                <p:oleObj spid="_x0000_s167589" name="Equation" r:id="rId4" imgW="177480" imgH="291960" progId="Equation.DSMT4">
                  <p:embed/>
                </p:oleObj>
              </mc:Choice>
              <mc:Fallback>
                <p:oleObj name="Equation" r:id="rId4" imgW="177480" imgH="291960" progId="Equation.DSMT4">
                  <p:embed/>
                  <p:pic>
                    <p:nvPicPr>
                      <p:cNvPr id="0" name="Picture 854"/>
                      <p:cNvPicPr>
                        <a:picLocks noChangeAspect="1" noChangeArrowheads="1"/>
                      </p:cNvPicPr>
                      <p:nvPr/>
                    </p:nvPicPr>
                    <p:blipFill>
                      <a:blip r:embed="rId5">
                        <a:grayscl/>
                        <a:biLevel thresh="50000"/>
                      </a:blip>
                      <a:srcRect/>
                      <a:stretch>
                        <a:fillRect/>
                      </a:stretch>
                    </p:blipFill>
                    <p:spPr bwMode="auto">
                      <a:xfrm>
                        <a:off x="4019550" y="1963738"/>
                        <a:ext cx="1778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1879106" y="423336"/>
            <a:ext cx="11087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设函数</a:t>
            </a:r>
          </a:p>
        </p:txBody>
      </p:sp>
      <p:graphicFrame>
        <p:nvGraphicFramePr>
          <p:cNvPr id="9" name="对象 8"/>
          <p:cNvGraphicFramePr>
            <a:graphicFrameLocks noChangeAspect="1"/>
          </p:cNvGraphicFramePr>
          <p:nvPr>
            <p:extLst>
              <p:ext uri="{D42A27DB-BD31-4B8C-83A1-F6EECF244321}">
                <p14:modId xmlns:p14="http://schemas.microsoft.com/office/powerpoint/2010/main" val="696298678"/>
              </p:ext>
            </p:extLst>
          </p:nvPr>
        </p:nvGraphicFramePr>
        <p:xfrm>
          <a:off x="2899048" y="503631"/>
          <a:ext cx="1473200" cy="342900"/>
        </p:xfrm>
        <a:graphic>
          <a:graphicData uri="http://schemas.openxmlformats.org/presentationml/2006/ole">
            <mc:AlternateContent xmlns:mc="http://schemas.openxmlformats.org/markup-compatibility/2006">
              <mc:Choice xmlns:v="urn:schemas-microsoft-com:vml" Requires="v">
                <p:oleObj spid="_x0000_s167590" name="Equation" r:id="rId6" imgW="1473120" imgH="342720" progId="Equation.DSMT4">
                  <p:embed/>
                </p:oleObj>
              </mc:Choice>
              <mc:Fallback>
                <p:oleObj name="Equation" r:id="rId6" imgW="1473120" imgH="342720" progId="Equation.DSMT4">
                  <p:embed/>
                  <p:pic>
                    <p:nvPicPr>
                      <p:cNvPr id="0" name=""/>
                      <p:cNvPicPr/>
                      <p:nvPr/>
                    </p:nvPicPr>
                    <p:blipFill>
                      <a:blip r:embed="rId7"/>
                      <a:stretch>
                        <a:fillRect/>
                      </a:stretch>
                    </p:blipFill>
                    <p:spPr>
                      <a:xfrm>
                        <a:off x="2899048" y="503631"/>
                        <a:ext cx="1473200" cy="342900"/>
                      </a:xfrm>
                      <a:prstGeom prst="rect">
                        <a:avLst/>
                      </a:prstGeom>
                    </p:spPr>
                  </p:pic>
                </p:oleObj>
              </mc:Fallback>
            </mc:AlternateContent>
          </a:graphicData>
        </a:graphic>
      </p:graphicFrame>
      <p:sp>
        <p:nvSpPr>
          <p:cNvPr id="20"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4302871" y="423335"/>
            <a:ext cx="11087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由函数</a:t>
            </a:r>
          </a:p>
        </p:txBody>
      </p:sp>
      <p:graphicFrame>
        <p:nvGraphicFramePr>
          <p:cNvPr id="21" name="对象 20"/>
          <p:cNvGraphicFramePr>
            <a:graphicFrameLocks noChangeAspect="1"/>
          </p:cNvGraphicFramePr>
          <p:nvPr>
            <p:extLst>
              <p:ext uri="{D42A27DB-BD31-4B8C-83A1-F6EECF244321}">
                <p14:modId xmlns:p14="http://schemas.microsoft.com/office/powerpoint/2010/main" val="66195203"/>
              </p:ext>
            </p:extLst>
          </p:nvPr>
        </p:nvGraphicFramePr>
        <p:xfrm>
          <a:off x="5404073" y="503630"/>
          <a:ext cx="1066800" cy="342900"/>
        </p:xfrm>
        <a:graphic>
          <a:graphicData uri="http://schemas.openxmlformats.org/presentationml/2006/ole">
            <mc:AlternateContent xmlns:mc="http://schemas.openxmlformats.org/markup-compatibility/2006">
              <mc:Choice xmlns:v="urn:schemas-microsoft-com:vml" Requires="v">
                <p:oleObj spid="_x0000_s167591" name="Equation" r:id="rId8" imgW="1066680" imgH="342720" progId="Equation.DSMT4">
                  <p:embed/>
                </p:oleObj>
              </mc:Choice>
              <mc:Fallback>
                <p:oleObj name="Equation" r:id="rId8" imgW="1066680" imgH="342720" progId="Equation.DSMT4">
                  <p:embed/>
                  <p:pic>
                    <p:nvPicPr>
                      <p:cNvPr id="9" name="对象 8"/>
                      <p:cNvPicPr/>
                      <p:nvPr/>
                    </p:nvPicPr>
                    <p:blipFill>
                      <a:blip r:embed="rId9"/>
                      <a:stretch>
                        <a:fillRect/>
                      </a:stretch>
                    </p:blipFill>
                    <p:spPr>
                      <a:xfrm>
                        <a:off x="5404073" y="503630"/>
                        <a:ext cx="1066800" cy="342900"/>
                      </a:xfrm>
                      <a:prstGeom prst="rect">
                        <a:avLst/>
                      </a:prstGeom>
                    </p:spPr>
                  </p:pic>
                </p:oleObj>
              </mc:Fallback>
            </mc:AlternateContent>
          </a:graphicData>
        </a:graphic>
      </p:graphicFrame>
      <p:sp>
        <p:nvSpPr>
          <p:cNvPr id="22"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6441256" y="408109"/>
            <a:ext cx="11087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与函数</a:t>
            </a:r>
          </a:p>
        </p:txBody>
      </p:sp>
      <p:graphicFrame>
        <p:nvGraphicFramePr>
          <p:cNvPr id="23" name="对象 22"/>
          <p:cNvGraphicFramePr>
            <a:graphicFrameLocks noChangeAspect="1"/>
          </p:cNvGraphicFramePr>
          <p:nvPr>
            <p:extLst>
              <p:ext uri="{D42A27DB-BD31-4B8C-83A1-F6EECF244321}">
                <p14:modId xmlns:p14="http://schemas.microsoft.com/office/powerpoint/2010/main" val="1286129928"/>
              </p:ext>
            </p:extLst>
          </p:nvPr>
        </p:nvGraphicFramePr>
        <p:xfrm>
          <a:off x="7479007" y="496726"/>
          <a:ext cx="1104900" cy="342900"/>
        </p:xfrm>
        <a:graphic>
          <a:graphicData uri="http://schemas.openxmlformats.org/presentationml/2006/ole">
            <mc:AlternateContent xmlns:mc="http://schemas.openxmlformats.org/markup-compatibility/2006">
              <mc:Choice xmlns:v="urn:schemas-microsoft-com:vml" Requires="v">
                <p:oleObj spid="_x0000_s167592" name="Equation" r:id="rId10" imgW="1104840" imgH="342720" progId="Equation.DSMT4">
                  <p:embed/>
                </p:oleObj>
              </mc:Choice>
              <mc:Fallback>
                <p:oleObj name="Equation" r:id="rId10" imgW="1104840" imgH="342720" progId="Equation.DSMT4">
                  <p:embed/>
                  <p:pic>
                    <p:nvPicPr>
                      <p:cNvPr id="21" name="对象 20"/>
                      <p:cNvPicPr/>
                      <p:nvPr/>
                    </p:nvPicPr>
                    <p:blipFill>
                      <a:blip r:embed="rId11"/>
                      <a:stretch>
                        <a:fillRect/>
                      </a:stretch>
                    </p:blipFill>
                    <p:spPr>
                      <a:xfrm>
                        <a:off x="7479007" y="496726"/>
                        <a:ext cx="1104900" cy="342900"/>
                      </a:xfrm>
                      <a:prstGeom prst="rect">
                        <a:avLst/>
                      </a:prstGeom>
                    </p:spPr>
                  </p:pic>
                </p:oleObj>
              </mc:Fallback>
            </mc:AlternateContent>
          </a:graphicData>
        </a:graphic>
      </p:graphicFrame>
      <p:sp>
        <p:nvSpPr>
          <p:cNvPr id="24"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327994" y="1026360"/>
            <a:ext cx="155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复合而成，</a:t>
            </a:r>
          </a:p>
        </p:txBody>
      </p:sp>
      <p:graphicFrame>
        <p:nvGraphicFramePr>
          <p:cNvPr id="10" name="对象 9"/>
          <p:cNvGraphicFramePr>
            <a:graphicFrameLocks noChangeAspect="1"/>
          </p:cNvGraphicFramePr>
          <p:nvPr>
            <p:extLst>
              <p:ext uri="{D42A27DB-BD31-4B8C-83A1-F6EECF244321}">
                <p14:modId xmlns:p14="http://schemas.microsoft.com/office/powerpoint/2010/main" val="897003107"/>
              </p:ext>
            </p:extLst>
          </p:nvPr>
        </p:nvGraphicFramePr>
        <p:xfrm>
          <a:off x="1821259" y="974198"/>
          <a:ext cx="1714500" cy="596900"/>
        </p:xfrm>
        <a:graphic>
          <a:graphicData uri="http://schemas.openxmlformats.org/presentationml/2006/ole">
            <mc:AlternateContent xmlns:mc="http://schemas.openxmlformats.org/markup-compatibility/2006">
              <mc:Choice xmlns:v="urn:schemas-microsoft-com:vml" Requires="v">
                <p:oleObj spid="_x0000_s167593" name="Equation" r:id="rId12" imgW="1714320" imgH="596880" progId="Equation.DSMT4">
                  <p:embed/>
                </p:oleObj>
              </mc:Choice>
              <mc:Fallback>
                <p:oleObj name="Equation" r:id="rId12" imgW="1714320" imgH="596880" progId="Equation.DSMT4">
                  <p:embed/>
                  <p:pic>
                    <p:nvPicPr>
                      <p:cNvPr id="0" name=""/>
                      <p:cNvPicPr/>
                      <p:nvPr/>
                    </p:nvPicPr>
                    <p:blipFill>
                      <a:blip r:embed="rId13"/>
                      <a:stretch>
                        <a:fillRect/>
                      </a:stretch>
                    </p:blipFill>
                    <p:spPr>
                      <a:xfrm>
                        <a:off x="1821259" y="974198"/>
                        <a:ext cx="1714500" cy="596900"/>
                      </a:xfrm>
                      <a:prstGeom prst="rect">
                        <a:avLst/>
                      </a:prstGeom>
                      <a:solidFill>
                        <a:srgbClr val="FFFF00"/>
                      </a:solidFill>
                    </p:spPr>
                  </p:pic>
                </p:oleObj>
              </mc:Fallback>
            </mc:AlternateContent>
          </a:graphicData>
        </a:graphic>
      </p:graphicFrame>
      <p:sp>
        <p:nvSpPr>
          <p:cNvPr id="25"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306980" y="1779662"/>
            <a:ext cx="18421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solidFill>
                  <a:srgbClr val="FF0000"/>
                </a:solidFill>
                <a:latin typeface="+mn-ea"/>
                <a:ea typeface="+mn-ea"/>
              </a:rPr>
              <a:t>连续</a:t>
            </a:r>
            <a:r>
              <a:rPr kumimoji="1" lang="zh-CN" altLang="en-US" sz="2400" b="1" dirty="0">
                <a:latin typeface="+mn-ea"/>
                <a:ea typeface="+mn-ea"/>
              </a:rPr>
              <a:t>，则有</a:t>
            </a:r>
          </a:p>
        </p:txBody>
      </p:sp>
      <p:sp>
        <p:nvSpPr>
          <p:cNvPr id="27"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5694046" y="1085027"/>
            <a:ext cx="11087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而函数</a:t>
            </a:r>
          </a:p>
        </p:txBody>
      </p:sp>
      <p:graphicFrame>
        <p:nvGraphicFramePr>
          <p:cNvPr id="28" name="对象 27"/>
          <p:cNvGraphicFramePr>
            <a:graphicFrameLocks noChangeAspect="1"/>
          </p:cNvGraphicFramePr>
          <p:nvPr>
            <p:extLst>
              <p:ext uri="{D42A27DB-BD31-4B8C-83A1-F6EECF244321}">
                <p14:modId xmlns:p14="http://schemas.microsoft.com/office/powerpoint/2010/main" val="1972919695"/>
              </p:ext>
            </p:extLst>
          </p:nvPr>
        </p:nvGraphicFramePr>
        <p:xfrm>
          <a:off x="6723259" y="1158968"/>
          <a:ext cx="1104900" cy="342900"/>
        </p:xfrm>
        <a:graphic>
          <a:graphicData uri="http://schemas.openxmlformats.org/presentationml/2006/ole">
            <mc:AlternateContent xmlns:mc="http://schemas.openxmlformats.org/markup-compatibility/2006">
              <mc:Choice xmlns:v="urn:schemas-microsoft-com:vml" Requires="v">
                <p:oleObj spid="_x0000_s167594" name="Equation" r:id="rId14" imgW="1104840" imgH="342720" progId="Equation.DSMT4">
                  <p:embed/>
                </p:oleObj>
              </mc:Choice>
              <mc:Fallback>
                <p:oleObj name="Equation" r:id="rId14" imgW="1104840" imgH="342720" progId="Equation.DSMT4">
                  <p:embed/>
                  <p:pic>
                    <p:nvPicPr>
                      <p:cNvPr id="23" name="对象 22"/>
                      <p:cNvPicPr/>
                      <p:nvPr/>
                    </p:nvPicPr>
                    <p:blipFill>
                      <a:blip r:embed="rId15"/>
                      <a:stretch>
                        <a:fillRect/>
                      </a:stretch>
                    </p:blipFill>
                    <p:spPr>
                      <a:xfrm>
                        <a:off x="6723259" y="1158968"/>
                        <a:ext cx="1104900" cy="342900"/>
                      </a:xfrm>
                      <a:prstGeom prst="rect">
                        <a:avLst/>
                      </a:prstGeom>
                    </p:spPr>
                  </p:pic>
                </p:oleObj>
              </mc:Fallback>
            </mc:AlternateContent>
          </a:graphicData>
        </a:graphic>
      </p:graphicFrame>
      <p:sp>
        <p:nvSpPr>
          <p:cNvPr id="29"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7755611" y="1066810"/>
            <a:ext cx="551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a:t>
            </a:r>
          </a:p>
        </p:txBody>
      </p:sp>
      <p:graphicFrame>
        <p:nvGraphicFramePr>
          <p:cNvPr id="12" name="对象 11"/>
          <p:cNvGraphicFramePr>
            <a:graphicFrameLocks noChangeAspect="1"/>
          </p:cNvGraphicFramePr>
          <p:nvPr>
            <p:extLst>
              <p:ext uri="{D42A27DB-BD31-4B8C-83A1-F6EECF244321}">
                <p14:modId xmlns:p14="http://schemas.microsoft.com/office/powerpoint/2010/main" val="1678343489"/>
              </p:ext>
            </p:extLst>
          </p:nvPr>
        </p:nvGraphicFramePr>
        <p:xfrm>
          <a:off x="8260939" y="1107025"/>
          <a:ext cx="279400" cy="381000"/>
        </p:xfrm>
        <a:graphic>
          <a:graphicData uri="http://schemas.openxmlformats.org/presentationml/2006/ole">
            <mc:AlternateContent xmlns:mc="http://schemas.openxmlformats.org/markup-compatibility/2006">
              <mc:Choice xmlns:v="urn:schemas-microsoft-com:vml" Requires="v">
                <p:oleObj spid="_x0000_s167595" name="Equation" r:id="rId16" imgW="279360" imgH="380880" progId="Equation.DSMT4">
                  <p:embed/>
                </p:oleObj>
              </mc:Choice>
              <mc:Fallback>
                <p:oleObj name="Equation" r:id="rId16" imgW="279360" imgH="380880" progId="Equation.DSMT4">
                  <p:embed/>
                  <p:pic>
                    <p:nvPicPr>
                      <p:cNvPr id="0" name=""/>
                      <p:cNvPicPr/>
                      <p:nvPr/>
                    </p:nvPicPr>
                    <p:blipFill>
                      <a:blip r:embed="rId17"/>
                      <a:stretch>
                        <a:fillRect/>
                      </a:stretch>
                    </p:blipFill>
                    <p:spPr>
                      <a:xfrm>
                        <a:off x="8260939" y="1107025"/>
                        <a:ext cx="279400" cy="381000"/>
                      </a:xfrm>
                      <a:prstGeom prst="rect">
                        <a:avLst/>
                      </a:prstGeom>
                    </p:spPr>
                  </p:pic>
                </p:oleObj>
              </mc:Fallback>
            </mc:AlternateContent>
          </a:graphicData>
        </a:graphic>
      </p:graphicFrame>
      <p:sp>
        <p:nvSpPr>
          <p:cNvPr id="53" name="Text Box 2">
            <a:extLst>
              <a:ext uri="{FF2B5EF4-FFF2-40B4-BE49-F238E27FC236}">
                <a16:creationId xmlns:a16="http://schemas.microsoft.com/office/drawing/2014/main" id="{222F58A3-971D-479D-8EA5-53C7409F5B7B}"/>
              </a:ext>
            </a:extLst>
          </p:cNvPr>
          <p:cNvSpPr txBox="1">
            <a:spLocks noChangeArrowheads="1"/>
          </p:cNvSpPr>
          <p:nvPr/>
        </p:nvSpPr>
        <p:spPr bwMode="auto">
          <a:xfrm>
            <a:off x="935126" y="2439460"/>
            <a:ext cx="5760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1050925" indent="-1050925">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solidFill>
                  <a:srgbClr val="0064FF"/>
                </a:solidFill>
                <a:latin typeface="+mn-ea"/>
                <a:ea typeface="+mn-ea"/>
              </a:rPr>
              <a:t>证</a:t>
            </a:r>
          </a:p>
        </p:txBody>
      </p:sp>
      <p:sp>
        <p:nvSpPr>
          <p:cNvPr id="54" name="Text Box 42">
            <a:extLst>
              <a:ext uri="{FF2B5EF4-FFF2-40B4-BE49-F238E27FC236}">
                <a16:creationId xmlns:a16="http://schemas.microsoft.com/office/drawing/2014/main" id="{1071DBE0-811E-400B-A68D-029FB2BC6407}"/>
              </a:ext>
            </a:extLst>
          </p:cNvPr>
          <p:cNvSpPr txBox="1">
            <a:spLocks noChangeArrowheads="1"/>
          </p:cNvSpPr>
          <p:nvPr/>
        </p:nvSpPr>
        <p:spPr bwMode="auto">
          <a:xfrm>
            <a:off x="1480821" y="2439459"/>
            <a:ext cx="8674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由于</a:t>
            </a:r>
          </a:p>
        </p:txBody>
      </p:sp>
      <p:graphicFrame>
        <p:nvGraphicFramePr>
          <p:cNvPr id="55" name="对象 54">
            <a:extLst>
              <a:ext uri="{FF2B5EF4-FFF2-40B4-BE49-F238E27FC236}">
                <a16:creationId xmlns:a16="http://schemas.microsoft.com/office/drawing/2014/main" id="{825F0BA7-CFD3-408A-B14F-2F4BB89AE86F}"/>
              </a:ext>
            </a:extLst>
          </p:cNvPr>
          <p:cNvGraphicFramePr>
            <a:graphicFrameLocks noChangeAspect="1"/>
          </p:cNvGraphicFramePr>
          <p:nvPr>
            <p:extLst>
              <p:ext uri="{D42A27DB-BD31-4B8C-83A1-F6EECF244321}">
                <p14:modId xmlns:p14="http://schemas.microsoft.com/office/powerpoint/2010/main" val="1829680321"/>
              </p:ext>
            </p:extLst>
          </p:nvPr>
        </p:nvGraphicFramePr>
        <p:xfrm>
          <a:off x="2220886" y="2498841"/>
          <a:ext cx="1104900" cy="342900"/>
        </p:xfrm>
        <a:graphic>
          <a:graphicData uri="http://schemas.openxmlformats.org/presentationml/2006/ole">
            <mc:AlternateContent xmlns:mc="http://schemas.openxmlformats.org/markup-compatibility/2006">
              <mc:Choice xmlns:v="urn:schemas-microsoft-com:vml" Requires="v">
                <p:oleObj spid="_x0000_s167596" name="Equation" r:id="rId18" imgW="1104840" imgH="342720" progId="Equation.DSMT4">
                  <p:embed/>
                </p:oleObj>
              </mc:Choice>
              <mc:Fallback>
                <p:oleObj name="Equation" r:id="rId18" imgW="1104840" imgH="342720" progId="Equation.DSMT4">
                  <p:embed/>
                  <p:pic>
                    <p:nvPicPr>
                      <p:cNvPr id="4" name="对象 3">
                        <a:extLst>
                          <a:ext uri="{FF2B5EF4-FFF2-40B4-BE49-F238E27FC236}">
                            <a16:creationId xmlns:a16="http://schemas.microsoft.com/office/drawing/2014/main" id="{555B6584-9ACB-4E78-93FD-40A295840496}"/>
                          </a:ext>
                        </a:extLst>
                      </p:cNvPr>
                      <p:cNvPicPr/>
                      <p:nvPr/>
                    </p:nvPicPr>
                    <p:blipFill>
                      <a:blip r:embed="rId15"/>
                      <a:stretch>
                        <a:fillRect/>
                      </a:stretch>
                    </p:blipFill>
                    <p:spPr>
                      <a:xfrm>
                        <a:off x="2220886" y="2498841"/>
                        <a:ext cx="1104900" cy="342900"/>
                      </a:xfrm>
                      <a:prstGeom prst="rect">
                        <a:avLst/>
                      </a:prstGeom>
                    </p:spPr>
                  </p:pic>
                </p:oleObj>
              </mc:Fallback>
            </mc:AlternateContent>
          </a:graphicData>
        </a:graphic>
      </p:graphicFrame>
      <p:sp>
        <p:nvSpPr>
          <p:cNvPr id="56" name="Text Box 42">
            <a:extLst>
              <a:ext uri="{FF2B5EF4-FFF2-40B4-BE49-F238E27FC236}">
                <a16:creationId xmlns:a16="http://schemas.microsoft.com/office/drawing/2014/main" id="{10EFF027-9E6C-4717-9A30-398E410CDDD8}"/>
              </a:ext>
            </a:extLst>
          </p:cNvPr>
          <p:cNvSpPr txBox="1">
            <a:spLocks noChangeArrowheads="1"/>
          </p:cNvSpPr>
          <p:nvPr/>
        </p:nvSpPr>
        <p:spPr bwMode="auto">
          <a:xfrm>
            <a:off x="3312715" y="2429044"/>
            <a:ext cx="551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a:t>
            </a:r>
          </a:p>
        </p:txBody>
      </p:sp>
      <p:graphicFrame>
        <p:nvGraphicFramePr>
          <p:cNvPr id="57" name="对象 56">
            <a:extLst>
              <a:ext uri="{FF2B5EF4-FFF2-40B4-BE49-F238E27FC236}">
                <a16:creationId xmlns:a16="http://schemas.microsoft.com/office/drawing/2014/main" id="{0B49132C-379D-4D1D-B9DA-3795963B7087}"/>
              </a:ext>
            </a:extLst>
          </p:cNvPr>
          <p:cNvGraphicFramePr>
            <a:graphicFrameLocks noChangeAspect="1"/>
          </p:cNvGraphicFramePr>
          <p:nvPr>
            <p:extLst>
              <p:ext uri="{D42A27DB-BD31-4B8C-83A1-F6EECF244321}">
                <p14:modId xmlns:p14="http://schemas.microsoft.com/office/powerpoint/2010/main" val="2045139475"/>
              </p:ext>
            </p:extLst>
          </p:nvPr>
        </p:nvGraphicFramePr>
        <p:xfrm>
          <a:off x="3756082" y="2455907"/>
          <a:ext cx="279400" cy="381000"/>
        </p:xfrm>
        <a:graphic>
          <a:graphicData uri="http://schemas.openxmlformats.org/presentationml/2006/ole">
            <mc:AlternateContent xmlns:mc="http://schemas.openxmlformats.org/markup-compatibility/2006">
              <mc:Choice xmlns:v="urn:schemas-microsoft-com:vml" Requires="v">
                <p:oleObj spid="_x0000_s167597" name="Equation" r:id="rId19" imgW="279360" imgH="380880" progId="Equation.DSMT4">
                  <p:embed/>
                </p:oleObj>
              </mc:Choice>
              <mc:Fallback>
                <p:oleObj name="Equation" r:id="rId19" imgW="279360" imgH="380880" progId="Equation.DSMT4">
                  <p:embed/>
                  <p:pic>
                    <p:nvPicPr>
                      <p:cNvPr id="6" name="对象 5">
                        <a:extLst>
                          <a:ext uri="{FF2B5EF4-FFF2-40B4-BE49-F238E27FC236}">
                            <a16:creationId xmlns:a16="http://schemas.microsoft.com/office/drawing/2014/main" id="{EE5E03DC-D9E7-419D-91C0-4FF18B36E98B}"/>
                          </a:ext>
                        </a:extLst>
                      </p:cNvPr>
                      <p:cNvPicPr/>
                      <p:nvPr/>
                    </p:nvPicPr>
                    <p:blipFill>
                      <a:blip r:embed="rId17"/>
                      <a:stretch>
                        <a:fillRect/>
                      </a:stretch>
                    </p:blipFill>
                    <p:spPr>
                      <a:xfrm>
                        <a:off x="3756082" y="2455907"/>
                        <a:ext cx="279400" cy="381000"/>
                      </a:xfrm>
                      <a:prstGeom prst="rect">
                        <a:avLst/>
                      </a:prstGeom>
                    </p:spPr>
                  </p:pic>
                </p:oleObj>
              </mc:Fallback>
            </mc:AlternateContent>
          </a:graphicData>
        </a:graphic>
      </p:graphicFrame>
      <p:sp>
        <p:nvSpPr>
          <p:cNvPr id="58" name="Text Box 42">
            <a:extLst>
              <a:ext uri="{FF2B5EF4-FFF2-40B4-BE49-F238E27FC236}">
                <a16:creationId xmlns:a16="http://schemas.microsoft.com/office/drawing/2014/main" id="{A89D6F31-8EFA-4A1E-A1E7-895B0FFE7DB9}"/>
              </a:ext>
            </a:extLst>
          </p:cNvPr>
          <p:cNvSpPr txBox="1">
            <a:spLocks noChangeArrowheads="1"/>
          </p:cNvSpPr>
          <p:nvPr/>
        </p:nvSpPr>
        <p:spPr bwMode="auto">
          <a:xfrm>
            <a:off x="4026791" y="2427734"/>
            <a:ext cx="18421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连续，即</a:t>
            </a:r>
          </a:p>
        </p:txBody>
      </p:sp>
      <p:graphicFrame>
        <p:nvGraphicFramePr>
          <p:cNvPr id="59" name="Object 2">
            <a:extLst>
              <a:ext uri="{FF2B5EF4-FFF2-40B4-BE49-F238E27FC236}">
                <a16:creationId xmlns:a16="http://schemas.microsoft.com/office/drawing/2014/main" id="{1C87706D-1DFF-4E66-B055-C686C9A20300}"/>
              </a:ext>
            </a:extLst>
          </p:cNvPr>
          <p:cNvGraphicFramePr>
            <a:graphicFrameLocks noChangeAspect="1"/>
          </p:cNvGraphicFramePr>
          <p:nvPr>
            <p:extLst>
              <p:ext uri="{D42A27DB-BD31-4B8C-83A1-F6EECF244321}">
                <p14:modId xmlns:p14="http://schemas.microsoft.com/office/powerpoint/2010/main" val="1935007962"/>
              </p:ext>
            </p:extLst>
          </p:nvPr>
        </p:nvGraphicFramePr>
        <p:xfrm>
          <a:off x="5412562" y="2485867"/>
          <a:ext cx="2184400" cy="520700"/>
        </p:xfrm>
        <a:graphic>
          <a:graphicData uri="http://schemas.openxmlformats.org/presentationml/2006/ole">
            <mc:AlternateContent xmlns:mc="http://schemas.openxmlformats.org/markup-compatibility/2006">
              <mc:Choice xmlns:v="urn:schemas-microsoft-com:vml" Requires="v">
                <p:oleObj spid="_x0000_s167598" name="Equation" r:id="rId20" imgW="2184120" imgH="520560" progId="Equation.DSMT4">
                  <p:embed/>
                </p:oleObj>
              </mc:Choice>
              <mc:Fallback>
                <p:oleObj name="Equation" r:id="rId20" imgW="2184120" imgH="520560" progId="Equation.DSMT4">
                  <p:embed/>
                  <p:pic>
                    <p:nvPicPr>
                      <p:cNvPr id="8" name="Object 2">
                        <a:extLst>
                          <a:ext uri="{FF2B5EF4-FFF2-40B4-BE49-F238E27FC236}">
                            <a16:creationId xmlns:a16="http://schemas.microsoft.com/office/drawing/2014/main" id="{9455A787-57AE-428A-B334-EEE080F427E6}"/>
                          </a:ext>
                        </a:extLst>
                      </p:cNvPr>
                      <p:cNvPicPr>
                        <a:picLocks noChangeAspect="1" noChangeArrowheads="1"/>
                      </p:cNvPicPr>
                      <p:nvPr/>
                    </p:nvPicPr>
                    <p:blipFill>
                      <a:blip r:embed="rId21">
                        <a:grayscl/>
                        <a:biLevel thresh="50000"/>
                      </a:blip>
                      <a:srcRect/>
                      <a:stretch>
                        <a:fillRect/>
                      </a:stretch>
                    </p:blipFill>
                    <p:spPr bwMode="auto">
                      <a:xfrm>
                        <a:off x="5412562" y="2485867"/>
                        <a:ext cx="21844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 name="对象 59">
            <a:extLst>
              <a:ext uri="{FF2B5EF4-FFF2-40B4-BE49-F238E27FC236}">
                <a16:creationId xmlns:a16="http://schemas.microsoft.com/office/drawing/2014/main" id="{BDDDF6C3-CD6D-4681-8DD7-E13E7FCE2ABD}"/>
              </a:ext>
            </a:extLst>
          </p:cNvPr>
          <p:cNvGraphicFramePr>
            <a:graphicFrameLocks noChangeAspect="1"/>
          </p:cNvGraphicFramePr>
          <p:nvPr>
            <p:extLst>
              <p:ext uri="{D42A27DB-BD31-4B8C-83A1-F6EECF244321}">
                <p14:modId xmlns:p14="http://schemas.microsoft.com/office/powerpoint/2010/main" val="2415986508"/>
              </p:ext>
            </p:extLst>
          </p:nvPr>
        </p:nvGraphicFramePr>
        <p:xfrm>
          <a:off x="1541191" y="3184128"/>
          <a:ext cx="939800" cy="330200"/>
        </p:xfrm>
        <a:graphic>
          <a:graphicData uri="http://schemas.openxmlformats.org/presentationml/2006/ole">
            <mc:AlternateContent xmlns:mc="http://schemas.openxmlformats.org/markup-compatibility/2006">
              <mc:Choice xmlns:v="urn:schemas-microsoft-com:vml" Requires="v">
                <p:oleObj spid="_x0000_s167599" name="Equation" r:id="rId22" imgW="939600" imgH="330120" progId="Equation.DSMT4">
                  <p:embed/>
                </p:oleObj>
              </mc:Choice>
              <mc:Fallback>
                <p:oleObj name="Equation" r:id="rId22" imgW="939600" imgH="330120" progId="Equation.DSMT4">
                  <p:embed/>
                  <p:pic>
                    <p:nvPicPr>
                      <p:cNvPr id="9" name="对象 8">
                        <a:extLst>
                          <a:ext uri="{FF2B5EF4-FFF2-40B4-BE49-F238E27FC236}">
                            <a16:creationId xmlns:a16="http://schemas.microsoft.com/office/drawing/2014/main" id="{05728868-4BFD-4CD8-B406-74B4EAA4458D}"/>
                          </a:ext>
                        </a:extLst>
                      </p:cNvPr>
                      <p:cNvPicPr/>
                      <p:nvPr/>
                    </p:nvPicPr>
                    <p:blipFill>
                      <a:blip r:embed="rId23"/>
                      <a:stretch>
                        <a:fillRect/>
                      </a:stretch>
                    </p:blipFill>
                    <p:spPr>
                      <a:xfrm>
                        <a:off x="1541191" y="3184128"/>
                        <a:ext cx="939800" cy="330200"/>
                      </a:xfrm>
                      <a:prstGeom prst="rect">
                        <a:avLst/>
                      </a:prstGeom>
                    </p:spPr>
                  </p:pic>
                </p:oleObj>
              </mc:Fallback>
            </mc:AlternateContent>
          </a:graphicData>
        </a:graphic>
      </p:graphicFrame>
      <p:graphicFrame>
        <p:nvGraphicFramePr>
          <p:cNvPr id="61" name="对象 60">
            <a:extLst>
              <a:ext uri="{FF2B5EF4-FFF2-40B4-BE49-F238E27FC236}">
                <a16:creationId xmlns:a16="http://schemas.microsoft.com/office/drawing/2014/main" id="{27FE37B2-E35C-49EC-92D3-D0E370CF2F84}"/>
              </a:ext>
            </a:extLst>
          </p:cNvPr>
          <p:cNvGraphicFramePr>
            <a:graphicFrameLocks noChangeAspect="1"/>
          </p:cNvGraphicFramePr>
          <p:nvPr>
            <p:extLst>
              <p:ext uri="{D42A27DB-BD31-4B8C-83A1-F6EECF244321}">
                <p14:modId xmlns:p14="http://schemas.microsoft.com/office/powerpoint/2010/main" val="3791133133"/>
              </p:ext>
            </p:extLst>
          </p:nvPr>
        </p:nvGraphicFramePr>
        <p:xfrm>
          <a:off x="2591081" y="3156428"/>
          <a:ext cx="939800" cy="330200"/>
        </p:xfrm>
        <a:graphic>
          <a:graphicData uri="http://schemas.openxmlformats.org/presentationml/2006/ole">
            <mc:AlternateContent xmlns:mc="http://schemas.openxmlformats.org/markup-compatibility/2006">
              <mc:Choice xmlns:v="urn:schemas-microsoft-com:vml" Requires="v">
                <p:oleObj spid="_x0000_s167600" name="Equation" r:id="rId24" imgW="939600" imgH="330120" progId="Equation.DSMT4">
                  <p:embed/>
                </p:oleObj>
              </mc:Choice>
              <mc:Fallback>
                <p:oleObj name="Equation" r:id="rId24" imgW="939600" imgH="330120" progId="Equation.DSMT4">
                  <p:embed/>
                  <p:pic>
                    <p:nvPicPr>
                      <p:cNvPr id="10" name="对象 9">
                        <a:extLst>
                          <a:ext uri="{FF2B5EF4-FFF2-40B4-BE49-F238E27FC236}">
                            <a16:creationId xmlns:a16="http://schemas.microsoft.com/office/drawing/2014/main" id="{1A112150-1488-4B5D-B1D0-CC1B51315464}"/>
                          </a:ext>
                        </a:extLst>
                      </p:cNvPr>
                      <p:cNvPicPr/>
                      <p:nvPr/>
                    </p:nvPicPr>
                    <p:blipFill>
                      <a:blip r:embed="rId25"/>
                      <a:stretch>
                        <a:fillRect/>
                      </a:stretch>
                    </p:blipFill>
                    <p:spPr>
                      <a:xfrm>
                        <a:off x="2591081" y="3156428"/>
                        <a:ext cx="939800" cy="330200"/>
                      </a:xfrm>
                      <a:prstGeom prst="rect">
                        <a:avLst/>
                      </a:prstGeom>
                    </p:spPr>
                  </p:pic>
                </p:oleObj>
              </mc:Fallback>
            </mc:AlternateContent>
          </a:graphicData>
        </a:graphic>
      </p:graphicFrame>
      <p:sp>
        <p:nvSpPr>
          <p:cNvPr id="62" name="Text Box 42">
            <a:extLst>
              <a:ext uri="{FF2B5EF4-FFF2-40B4-BE49-F238E27FC236}">
                <a16:creationId xmlns:a16="http://schemas.microsoft.com/office/drawing/2014/main" id="{2307BFCF-146A-4E6B-B443-658C263AFFD7}"/>
              </a:ext>
            </a:extLst>
          </p:cNvPr>
          <p:cNvSpPr txBox="1">
            <a:spLocks noChangeArrowheads="1"/>
          </p:cNvSpPr>
          <p:nvPr/>
        </p:nvSpPr>
        <p:spPr bwMode="auto">
          <a:xfrm>
            <a:off x="3597765" y="3062036"/>
            <a:ext cx="23545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当          时，</a:t>
            </a:r>
          </a:p>
        </p:txBody>
      </p:sp>
      <p:graphicFrame>
        <p:nvGraphicFramePr>
          <p:cNvPr id="63" name="对象 62">
            <a:extLst>
              <a:ext uri="{FF2B5EF4-FFF2-40B4-BE49-F238E27FC236}">
                <a16:creationId xmlns:a16="http://schemas.microsoft.com/office/drawing/2014/main" id="{9BDB34BA-E4C1-4D76-A98B-C7A5EF3E65B8}"/>
              </a:ext>
            </a:extLst>
          </p:cNvPr>
          <p:cNvGraphicFramePr>
            <a:graphicFrameLocks noChangeAspect="1"/>
          </p:cNvGraphicFramePr>
          <p:nvPr>
            <p:extLst>
              <p:ext uri="{D42A27DB-BD31-4B8C-83A1-F6EECF244321}">
                <p14:modId xmlns:p14="http://schemas.microsoft.com/office/powerpoint/2010/main" val="2891601325"/>
              </p:ext>
            </p:extLst>
          </p:nvPr>
        </p:nvGraphicFramePr>
        <p:xfrm>
          <a:off x="4097473" y="3131028"/>
          <a:ext cx="1333500" cy="381000"/>
        </p:xfrm>
        <a:graphic>
          <a:graphicData uri="http://schemas.openxmlformats.org/presentationml/2006/ole">
            <mc:AlternateContent xmlns:mc="http://schemas.openxmlformats.org/markup-compatibility/2006">
              <mc:Choice xmlns:v="urn:schemas-microsoft-com:vml" Requires="v">
                <p:oleObj spid="_x0000_s167601" name="Equation" r:id="rId26" imgW="1333440" imgH="380880" progId="Equation.DSMT4">
                  <p:embed/>
                </p:oleObj>
              </mc:Choice>
              <mc:Fallback>
                <p:oleObj name="Equation" r:id="rId26" imgW="1333440" imgH="380880" progId="Equation.DSMT4">
                  <p:embed/>
                  <p:pic>
                    <p:nvPicPr>
                      <p:cNvPr id="12" name="对象 11">
                        <a:extLst>
                          <a:ext uri="{FF2B5EF4-FFF2-40B4-BE49-F238E27FC236}">
                            <a16:creationId xmlns:a16="http://schemas.microsoft.com/office/drawing/2014/main" id="{7371BE07-8370-4432-B993-536A62E78760}"/>
                          </a:ext>
                        </a:extLst>
                      </p:cNvPr>
                      <p:cNvPicPr/>
                      <p:nvPr/>
                    </p:nvPicPr>
                    <p:blipFill>
                      <a:blip r:embed="rId27"/>
                      <a:stretch>
                        <a:fillRect/>
                      </a:stretch>
                    </p:blipFill>
                    <p:spPr>
                      <a:xfrm>
                        <a:off x="4097473" y="3131028"/>
                        <a:ext cx="1333500" cy="381000"/>
                      </a:xfrm>
                      <a:prstGeom prst="rect">
                        <a:avLst/>
                      </a:prstGeom>
                    </p:spPr>
                  </p:pic>
                </p:oleObj>
              </mc:Fallback>
            </mc:AlternateContent>
          </a:graphicData>
        </a:graphic>
      </p:graphicFrame>
      <p:graphicFrame>
        <p:nvGraphicFramePr>
          <p:cNvPr id="64" name="对象 63">
            <a:extLst>
              <a:ext uri="{FF2B5EF4-FFF2-40B4-BE49-F238E27FC236}">
                <a16:creationId xmlns:a16="http://schemas.microsoft.com/office/drawing/2014/main" id="{84A273EC-9800-408F-BF82-9F679B0F9567}"/>
              </a:ext>
            </a:extLst>
          </p:cNvPr>
          <p:cNvGraphicFramePr>
            <a:graphicFrameLocks noChangeAspect="1"/>
          </p:cNvGraphicFramePr>
          <p:nvPr>
            <p:extLst>
              <p:ext uri="{D42A27DB-BD31-4B8C-83A1-F6EECF244321}">
                <p14:modId xmlns:p14="http://schemas.microsoft.com/office/powerpoint/2010/main" val="38773724"/>
              </p:ext>
            </p:extLst>
          </p:nvPr>
        </p:nvGraphicFramePr>
        <p:xfrm>
          <a:off x="6128889" y="3127155"/>
          <a:ext cx="2235200" cy="381000"/>
        </p:xfrm>
        <a:graphic>
          <a:graphicData uri="http://schemas.openxmlformats.org/presentationml/2006/ole">
            <mc:AlternateContent xmlns:mc="http://schemas.openxmlformats.org/markup-compatibility/2006">
              <mc:Choice xmlns:v="urn:schemas-microsoft-com:vml" Requires="v">
                <p:oleObj spid="_x0000_s167602" name="Equation" r:id="rId28" imgW="2234880" imgH="380880" progId="Equation.DSMT4">
                  <p:embed/>
                </p:oleObj>
              </mc:Choice>
              <mc:Fallback>
                <p:oleObj name="Equation" r:id="rId28" imgW="2234880" imgH="380880" progId="Equation.DSMT4">
                  <p:embed/>
                  <p:pic>
                    <p:nvPicPr>
                      <p:cNvPr id="13" name="对象 12">
                        <a:extLst>
                          <a:ext uri="{FF2B5EF4-FFF2-40B4-BE49-F238E27FC236}">
                            <a16:creationId xmlns:a16="http://schemas.microsoft.com/office/drawing/2014/main" id="{700C3A44-8531-44E5-9E3B-DA0000FD5C2D}"/>
                          </a:ext>
                        </a:extLst>
                      </p:cNvPr>
                      <p:cNvPicPr/>
                      <p:nvPr/>
                    </p:nvPicPr>
                    <p:blipFill>
                      <a:blip r:embed="rId29"/>
                      <a:stretch>
                        <a:fillRect/>
                      </a:stretch>
                    </p:blipFill>
                    <p:spPr>
                      <a:xfrm>
                        <a:off x="6128889" y="3127155"/>
                        <a:ext cx="2235200" cy="381000"/>
                      </a:xfrm>
                      <a:prstGeom prst="rect">
                        <a:avLst/>
                      </a:prstGeom>
                    </p:spPr>
                  </p:pic>
                </p:oleObj>
              </mc:Fallback>
            </mc:AlternateContent>
          </a:graphicData>
        </a:graphic>
      </p:graphicFrame>
      <p:sp>
        <p:nvSpPr>
          <p:cNvPr id="65" name="Text Box 42">
            <a:extLst>
              <a:ext uri="{FF2B5EF4-FFF2-40B4-BE49-F238E27FC236}">
                <a16:creationId xmlns:a16="http://schemas.microsoft.com/office/drawing/2014/main" id="{B0DE0290-E677-4FCC-B873-F6E5124617EE}"/>
              </a:ext>
            </a:extLst>
          </p:cNvPr>
          <p:cNvSpPr txBox="1">
            <a:spLocks noChangeArrowheads="1"/>
          </p:cNvSpPr>
          <p:nvPr/>
        </p:nvSpPr>
        <p:spPr bwMode="auto">
          <a:xfrm>
            <a:off x="1480821" y="3692619"/>
            <a:ext cx="11908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又由于</a:t>
            </a:r>
          </a:p>
        </p:txBody>
      </p:sp>
      <p:graphicFrame>
        <p:nvGraphicFramePr>
          <p:cNvPr id="66" name="Object 2">
            <a:extLst>
              <a:ext uri="{FF2B5EF4-FFF2-40B4-BE49-F238E27FC236}">
                <a16:creationId xmlns:a16="http://schemas.microsoft.com/office/drawing/2014/main" id="{EE3E3C2A-ED8F-4A8A-83F3-71B224951EF4}"/>
              </a:ext>
            </a:extLst>
          </p:cNvPr>
          <p:cNvGraphicFramePr>
            <a:graphicFrameLocks noChangeAspect="1"/>
          </p:cNvGraphicFramePr>
          <p:nvPr>
            <p:extLst>
              <p:ext uri="{D42A27DB-BD31-4B8C-83A1-F6EECF244321}">
                <p14:modId xmlns:p14="http://schemas.microsoft.com/office/powerpoint/2010/main" val="3146953935"/>
              </p:ext>
            </p:extLst>
          </p:nvPr>
        </p:nvGraphicFramePr>
        <p:xfrm>
          <a:off x="2542524" y="3755152"/>
          <a:ext cx="1905000" cy="520700"/>
        </p:xfrm>
        <a:graphic>
          <a:graphicData uri="http://schemas.openxmlformats.org/presentationml/2006/ole">
            <mc:AlternateContent xmlns:mc="http://schemas.openxmlformats.org/markup-compatibility/2006">
              <mc:Choice xmlns:v="urn:schemas-microsoft-com:vml" Requires="v">
                <p:oleObj spid="_x0000_s167603" name="Equation" r:id="rId30" imgW="1904760" imgH="520560" progId="Equation.DSMT4">
                  <p:embed/>
                </p:oleObj>
              </mc:Choice>
              <mc:Fallback>
                <p:oleObj name="Equation" r:id="rId30" imgW="1904760" imgH="520560" progId="Equation.DSMT4">
                  <p:embed/>
                  <p:pic>
                    <p:nvPicPr>
                      <p:cNvPr id="15" name="Object 2">
                        <a:extLst>
                          <a:ext uri="{FF2B5EF4-FFF2-40B4-BE49-F238E27FC236}">
                            <a16:creationId xmlns:a16="http://schemas.microsoft.com/office/drawing/2014/main" id="{6A202547-19EF-4962-90FC-67D780785C2B}"/>
                          </a:ext>
                        </a:extLst>
                      </p:cNvPr>
                      <p:cNvPicPr>
                        <a:picLocks noChangeAspect="1" noChangeArrowheads="1"/>
                      </p:cNvPicPr>
                      <p:nvPr/>
                    </p:nvPicPr>
                    <p:blipFill>
                      <a:blip r:embed="rId31">
                        <a:grayscl/>
                        <a:biLevel thresh="50000"/>
                      </a:blip>
                      <a:srcRect/>
                      <a:stretch>
                        <a:fillRect/>
                      </a:stretch>
                    </p:blipFill>
                    <p:spPr bwMode="auto">
                      <a:xfrm>
                        <a:off x="2542524" y="3755152"/>
                        <a:ext cx="19050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Text Box 42">
            <a:extLst>
              <a:ext uri="{FF2B5EF4-FFF2-40B4-BE49-F238E27FC236}">
                <a16:creationId xmlns:a16="http://schemas.microsoft.com/office/drawing/2014/main" id="{A27306F5-D9D5-488B-AD07-1C555746ABCA}"/>
              </a:ext>
            </a:extLst>
          </p:cNvPr>
          <p:cNvSpPr txBox="1">
            <a:spLocks noChangeArrowheads="1"/>
          </p:cNvSpPr>
          <p:nvPr/>
        </p:nvSpPr>
        <p:spPr bwMode="auto">
          <a:xfrm>
            <a:off x="4325978" y="3692682"/>
            <a:ext cx="21173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对上面得到的</a:t>
            </a:r>
          </a:p>
        </p:txBody>
      </p:sp>
      <p:graphicFrame>
        <p:nvGraphicFramePr>
          <p:cNvPr id="68" name="对象 67">
            <a:extLst>
              <a:ext uri="{FF2B5EF4-FFF2-40B4-BE49-F238E27FC236}">
                <a16:creationId xmlns:a16="http://schemas.microsoft.com/office/drawing/2014/main" id="{3C677865-2649-4BD7-83DE-330011DF1B62}"/>
              </a:ext>
            </a:extLst>
          </p:cNvPr>
          <p:cNvGraphicFramePr>
            <a:graphicFrameLocks noChangeAspect="1"/>
          </p:cNvGraphicFramePr>
          <p:nvPr>
            <p:extLst>
              <p:ext uri="{D42A27DB-BD31-4B8C-83A1-F6EECF244321}">
                <p14:modId xmlns:p14="http://schemas.microsoft.com/office/powerpoint/2010/main" val="394204287"/>
              </p:ext>
            </p:extLst>
          </p:nvPr>
        </p:nvGraphicFramePr>
        <p:xfrm>
          <a:off x="6412346" y="3758414"/>
          <a:ext cx="736600" cy="330200"/>
        </p:xfrm>
        <a:graphic>
          <a:graphicData uri="http://schemas.openxmlformats.org/presentationml/2006/ole">
            <mc:AlternateContent xmlns:mc="http://schemas.openxmlformats.org/markup-compatibility/2006">
              <mc:Choice xmlns:v="urn:schemas-microsoft-com:vml" Requires="v">
                <p:oleObj spid="_x0000_s167604" name="Equation" r:id="rId32" imgW="736560" imgH="330120" progId="Equation.DSMT4">
                  <p:embed/>
                </p:oleObj>
              </mc:Choice>
              <mc:Fallback>
                <p:oleObj name="Equation" r:id="rId32" imgW="736560" imgH="330120" progId="Equation.DSMT4">
                  <p:embed/>
                  <p:pic>
                    <p:nvPicPr>
                      <p:cNvPr id="17" name="对象 16">
                        <a:extLst>
                          <a:ext uri="{FF2B5EF4-FFF2-40B4-BE49-F238E27FC236}">
                            <a16:creationId xmlns:a16="http://schemas.microsoft.com/office/drawing/2014/main" id="{6EF8B86D-9F85-4DBD-80AB-19903C1E9285}"/>
                          </a:ext>
                        </a:extLst>
                      </p:cNvPr>
                      <p:cNvPicPr/>
                      <p:nvPr/>
                    </p:nvPicPr>
                    <p:blipFill>
                      <a:blip r:embed="rId33"/>
                      <a:stretch>
                        <a:fillRect/>
                      </a:stretch>
                    </p:blipFill>
                    <p:spPr>
                      <a:xfrm>
                        <a:off x="6412346" y="3758414"/>
                        <a:ext cx="736600" cy="330200"/>
                      </a:xfrm>
                      <a:prstGeom prst="rect">
                        <a:avLst/>
                      </a:prstGeom>
                    </p:spPr>
                  </p:pic>
                </p:oleObj>
              </mc:Fallback>
            </mc:AlternateContent>
          </a:graphicData>
        </a:graphic>
      </p:graphicFrame>
      <p:graphicFrame>
        <p:nvGraphicFramePr>
          <p:cNvPr id="69" name="对象 68">
            <a:extLst>
              <a:ext uri="{FF2B5EF4-FFF2-40B4-BE49-F238E27FC236}">
                <a16:creationId xmlns:a16="http://schemas.microsoft.com/office/drawing/2014/main" id="{0E0153E7-96DC-4354-B662-D09CC7E30B36}"/>
              </a:ext>
            </a:extLst>
          </p:cNvPr>
          <p:cNvGraphicFramePr>
            <a:graphicFrameLocks noChangeAspect="1"/>
          </p:cNvGraphicFramePr>
          <p:nvPr>
            <p:extLst>
              <p:ext uri="{D42A27DB-BD31-4B8C-83A1-F6EECF244321}">
                <p14:modId xmlns:p14="http://schemas.microsoft.com/office/powerpoint/2010/main" val="194316927"/>
              </p:ext>
            </p:extLst>
          </p:nvPr>
        </p:nvGraphicFramePr>
        <p:xfrm>
          <a:off x="7252451" y="3775425"/>
          <a:ext cx="927100" cy="330200"/>
        </p:xfrm>
        <a:graphic>
          <a:graphicData uri="http://schemas.openxmlformats.org/presentationml/2006/ole">
            <mc:AlternateContent xmlns:mc="http://schemas.openxmlformats.org/markup-compatibility/2006">
              <mc:Choice xmlns:v="urn:schemas-microsoft-com:vml" Requires="v">
                <p:oleObj spid="_x0000_s167605" name="Equation" r:id="rId34" imgW="927000" imgH="330120" progId="Equation.DSMT4">
                  <p:embed/>
                </p:oleObj>
              </mc:Choice>
              <mc:Fallback>
                <p:oleObj name="Equation" r:id="rId34" imgW="927000" imgH="330120" progId="Equation.DSMT4">
                  <p:embed/>
                  <p:pic>
                    <p:nvPicPr>
                      <p:cNvPr id="18" name="对象 17">
                        <a:extLst>
                          <a:ext uri="{FF2B5EF4-FFF2-40B4-BE49-F238E27FC236}">
                            <a16:creationId xmlns:a16="http://schemas.microsoft.com/office/drawing/2014/main" id="{FDF90AF4-EEEC-48BB-9900-05BD82547B01}"/>
                          </a:ext>
                        </a:extLst>
                      </p:cNvPr>
                      <p:cNvPicPr/>
                      <p:nvPr/>
                    </p:nvPicPr>
                    <p:blipFill>
                      <a:blip r:embed="rId35"/>
                      <a:stretch>
                        <a:fillRect/>
                      </a:stretch>
                    </p:blipFill>
                    <p:spPr>
                      <a:xfrm>
                        <a:off x="7252451" y="3775425"/>
                        <a:ext cx="927100" cy="330200"/>
                      </a:xfrm>
                      <a:prstGeom prst="rect">
                        <a:avLst/>
                      </a:prstGeom>
                    </p:spPr>
                  </p:pic>
                </p:oleObj>
              </mc:Fallback>
            </mc:AlternateContent>
          </a:graphicData>
        </a:graphic>
      </p:graphicFrame>
      <p:sp>
        <p:nvSpPr>
          <p:cNvPr id="70" name="Text Box 42">
            <a:extLst>
              <a:ext uri="{FF2B5EF4-FFF2-40B4-BE49-F238E27FC236}">
                <a16:creationId xmlns:a16="http://schemas.microsoft.com/office/drawing/2014/main" id="{FDFEE03F-2319-44AD-B735-EBD9A7BF7068}"/>
              </a:ext>
            </a:extLst>
          </p:cNvPr>
          <p:cNvSpPr txBox="1">
            <a:spLocks noChangeArrowheads="1"/>
          </p:cNvSpPr>
          <p:nvPr/>
        </p:nvSpPr>
        <p:spPr bwMode="auto">
          <a:xfrm>
            <a:off x="1456243" y="4283952"/>
            <a:ext cx="28225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当            时，</a:t>
            </a:r>
          </a:p>
        </p:txBody>
      </p:sp>
      <p:graphicFrame>
        <p:nvGraphicFramePr>
          <p:cNvPr id="71" name="对象 70">
            <a:extLst>
              <a:ext uri="{FF2B5EF4-FFF2-40B4-BE49-F238E27FC236}">
                <a16:creationId xmlns:a16="http://schemas.microsoft.com/office/drawing/2014/main" id="{AF0A5F51-22EB-427A-92C4-907AFE4FE5BD}"/>
              </a:ext>
            </a:extLst>
          </p:cNvPr>
          <p:cNvGraphicFramePr>
            <a:graphicFrameLocks noChangeAspect="1"/>
          </p:cNvGraphicFramePr>
          <p:nvPr>
            <p:extLst>
              <p:ext uri="{D42A27DB-BD31-4B8C-83A1-F6EECF244321}">
                <p14:modId xmlns:p14="http://schemas.microsoft.com/office/powerpoint/2010/main" val="743558214"/>
              </p:ext>
            </p:extLst>
          </p:nvPr>
        </p:nvGraphicFramePr>
        <p:xfrm>
          <a:off x="1927488" y="4362207"/>
          <a:ext cx="1739900" cy="381000"/>
        </p:xfrm>
        <a:graphic>
          <a:graphicData uri="http://schemas.openxmlformats.org/presentationml/2006/ole">
            <mc:AlternateContent xmlns:mc="http://schemas.openxmlformats.org/markup-compatibility/2006">
              <mc:Choice xmlns:v="urn:schemas-microsoft-com:vml" Requires="v">
                <p:oleObj spid="_x0000_s167606" name="Equation" r:id="rId36" imgW="1739880" imgH="380880" progId="Equation.DSMT4">
                  <p:embed/>
                </p:oleObj>
              </mc:Choice>
              <mc:Fallback>
                <p:oleObj name="Equation" r:id="rId36" imgW="1739880" imgH="380880" progId="Equation.DSMT4">
                  <p:embed/>
                  <p:pic>
                    <p:nvPicPr>
                      <p:cNvPr id="20" name="对象 19">
                        <a:extLst>
                          <a:ext uri="{FF2B5EF4-FFF2-40B4-BE49-F238E27FC236}">
                            <a16:creationId xmlns:a16="http://schemas.microsoft.com/office/drawing/2014/main" id="{479156E0-8A17-4D8B-9B1D-F96EEEEB3F70}"/>
                          </a:ext>
                        </a:extLst>
                      </p:cNvPr>
                      <p:cNvPicPr/>
                      <p:nvPr/>
                    </p:nvPicPr>
                    <p:blipFill>
                      <a:blip r:embed="rId37"/>
                      <a:stretch>
                        <a:fillRect/>
                      </a:stretch>
                    </p:blipFill>
                    <p:spPr>
                      <a:xfrm>
                        <a:off x="1927488" y="4362207"/>
                        <a:ext cx="1739900" cy="381000"/>
                      </a:xfrm>
                      <a:prstGeom prst="rect">
                        <a:avLst/>
                      </a:prstGeom>
                    </p:spPr>
                  </p:pic>
                </p:oleObj>
              </mc:Fallback>
            </mc:AlternateContent>
          </a:graphicData>
        </a:graphic>
      </p:graphicFrame>
      <p:graphicFrame>
        <p:nvGraphicFramePr>
          <p:cNvPr id="72" name="对象 71">
            <a:extLst>
              <a:ext uri="{FF2B5EF4-FFF2-40B4-BE49-F238E27FC236}">
                <a16:creationId xmlns:a16="http://schemas.microsoft.com/office/drawing/2014/main" id="{C10A186F-3014-48B5-96FD-95E39A0F3965}"/>
              </a:ext>
            </a:extLst>
          </p:cNvPr>
          <p:cNvGraphicFramePr>
            <a:graphicFrameLocks noChangeAspect="1"/>
          </p:cNvGraphicFramePr>
          <p:nvPr>
            <p:extLst>
              <p:ext uri="{D42A27DB-BD31-4B8C-83A1-F6EECF244321}">
                <p14:modId xmlns:p14="http://schemas.microsoft.com/office/powerpoint/2010/main" val="2282692504"/>
              </p:ext>
            </p:extLst>
          </p:nvPr>
        </p:nvGraphicFramePr>
        <p:xfrm>
          <a:off x="4278746" y="4355517"/>
          <a:ext cx="2870200" cy="381000"/>
        </p:xfrm>
        <a:graphic>
          <a:graphicData uri="http://schemas.openxmlformats.org/presentationml/2006/ole">
            <mc:AlternateContent xmlns:mc="http://schemas.openxmlformats.org/markup-compatibility/2006">
              <mc:Choice xmlns:v="urn:schemas-microsoft-com:vml" Requires="v">
                <p:oleObj spid="_x0000_s167607" name="Equation" r:id="rId38" imgW="2869920" imgH="380880" progId="Equation.DSMT4">
                  <p:embed/>
                </p:oleObj>
              </mc:Choice>
              <mc:Fallback>
                <p:oleObj name="Equation" r:id="rId38" imgW="2869920" imgH="380880" progId="Equation.DSMT4">
                  <p:embed/>
                  <p:pic>
                    <p:nvPicPr>
                      <p:cNvPr id="21" name="对象 20">
                        <a:extLst>
                          <a:ext uri="{FF2B5EF4-FFF2-40B4-BE49-F238E27FC236}">
                            <a16:creationId xmlns:a16="http://schemas.microsoft.com/office/drawing/2014/main" id="{C93E9F75-4DE0-4A22-9080-AD7DE8A0CD57}"/>
                          </a:ext>
                        </a:extLst>
                      </p:cNvPr>
                      <p:cNvPicPr/>
                      <p:nvPr/>
                    </p:nvPicPr>
                    <p:blipFill>
                      <a:blip r:embed="rId39"/>
                      <a:stretch>
                        <a:fillRect/>
                      </a:stretch>
                    </p:blipFill>
                    <p:spPr>
                      <a:xfrm>
                        <a:off x="4278746" y="4355517"/>
                        <a:ext cx="2870200" cy="381000"/>
                      </a:xfrm>
                      <a:prstGeom prst="rect">
                        <a:avLst/>
                      </a:prstGeom>
                    </p:spPr>
                  </p:pic>
                </p:oleObj>
              </mc:Fallback>
            </mc:AlternateContent>
          </a:graphicData>
        </a:graphic>
      </p:graphicFrame>
      <p:grpSp>
        <p:nvGrpSpPr>
          <p:cNvPr id="5" name="组合 4">
            <a:extLst>
              <a:ext uri="{FF2B5EF4-FFF2-40B4-BE49-F238E27FC236}">
                <a16:creationId xmlns:a16="http://schemas.microsoft.com/office/drawing/2014/main" id="{AAC66130-4039-40DB-8215-AB5201FA9340}"/>
              </a:ext>
            </a:extLst>
          </p:cNvPr>
          <p:cNvGrpSpPr/>
          <p:nvPr/>
        </p:nvGrpSpPr>
        <p:grpSpPr>
          <a:xfrm>
            <a:off x="6676015" y="1619420"/>
            <a:ext cx="1688074" cy="732812"/>
            <a:chOff x="6676015" y="1619420"/>
            <a:chExt cx="1688074" cy="732812"/>
          </a:xfrm>
        </p:grpSpPr>
        <p:graphicFrame>
          <p:nvGraphicFramePr>
            <p:cNvPr id="3" name="对象 2">
              <a:extLst>
                <a:ext uri="{FF2B5EF4-FFF2-40B4-BE49-F238E27FC236}">
                  <a16:creationId xmlns:a16="http://schemas.microsoft.com/office/drawing/2014/main" id="{C091D81F-F1AC-4831-88F8-22527F80B6A7}"/>
                </a:ext>
              </a:extLst>
            </p:cNvPr>
            <p:cNvGraphicFramePr>
              <a:graphicFrameLocks noChangeAspect="1"/>
            </p:cNvGraphicFramePr>
            <p:nvPr>
              <p:extLst>
                <p:ext uri="{D42A27DB-BD31-4B8C-83A1-F6EECF244321}">
                  <p14:modId xmlns:p14="http://schemas.microsoft.com/office/powerpoint/2010/main" val="2561785933"/>
                </p:ext>
              </p:extLst>
            </p:nvPr>
          </p:nvGraphicFramePr>
          <p:xfrm>
            <a:off x="6821403" y="1807367"/>
            <a:ext cx="1485900" cy="393700"/>
          </p:xfrm>
          <a:graphic>
            <a:graphicData uri="http://schemas.openxmlformats.org/presentationml/2006/ole">
              <mc:AlternateContent xmlns:mc="http://schemas.openxmlformats.org/markup-compatibility/2006">
                <mc:Choice xmlns:v="urn:schemas-microsoft-com:vml" Requires="v">
                  <p:oleObj spid="_x0000_s167608" name="Equation" r:id="rId40" imgW="1485720" imgH="393480" progId="Equation.DSMT4">
                    <p:embed/>
                  </p:oleObj>
                </mc:Choice>
                <mc:Fallback>
                  <p:oleObj name="Equation" r:id="rId40" imgW="1485720" imgH="393480" progId="Equation.DSMT4">
                    <p:embed/>
                    <p:pic>
                      <p:nvPicPr>
                        <p:cNvPr id="0" name=""/>
                        <p:cNvPicPr/>
                        <p:nvPr/>
                      </p:nvPicPr>
                      <p:blipFill>
                        <a:blip r:embed="rId41"/>
                        <a:stretch>
                          <a:fillRect/>
                        </a:stretch>
                      </p:blipFill>
                      <p:spPr>
                        <a:xfrm>
                          <a:off x="6821403" y="1807367"/>
                          <a:ext cx="1485900" cy="393700"/>
                        </a:xfrm>
                        <a:prstGeom prst="rect">
                          <a:avLst/>
                        </a:prstGeom>
                      </p:spPr>
                    </p:pic>
                  </p:oleObj>
                </mc:Fallback>
              </mc:AlternateContent>
            </a:graphicData>
          </a:graphic>
        </p:graphicFrame>
        <p:sp>
          <p:nvSpPr>
            <p:cNvPr id="4" name="矩形: 圆角 3">
              <a:extLst>
                <a:ext uri="{FF2B5EF4-FFF2-40B4-BE49-F238E27FC236}">
                  <a16:creationId xmlns:a16="http://schemas.microsoft.com/office/drawing/2014/main" id="{A68BE3B8-0FC0-4CB9-9C02-6D28E5AC3001}"/>
                </a:ext>
              </a:extLst>
            </p:cNvPr>
            <p:cNvSpPr/>
            <p:nvPr/>
          </p:nvSpPr>
          <p:spPr>
            <a:xfrm>
              <a:off x="6676015" y="1619420"/>
              <a:ext cx="1688074" cy="732812"/>
            </a:xfrm>
            <a:prstGeom prst="round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8" name="对象 7">
            <a:extLst>
              <a:ext uri="{FF2B5EF4-FFF2-40B4-BE49-F238E27FC236}">
                <a16:creationId xmlns:a16="http://schemas.microsoft.com/office/drawing/2014/main" id="{6AFAD5C2-DBF4-4F7A-A249-18A24884A49C}"/>
              </a:ext>
            </a:extLst>
          </p:cNvPr>
          <p:cNvGraphicFramePr>
            <a:graphicFrameLocks noChangeAspect="1"/>
          </p:cNvGraphicFramePr>
          <p:nvPr>
            <p:extLst>
              <p:ext uri="{D42A27DB-BD31-4B8C-83A1-F6EECF244321}">
                <p14:modId xmlns:p14="http://schemas.microsoft.com/office/powerpoint/2010/main" val="689245667"/>
              </p:ext>
            </p:extLst>
          </p:nvPr>
        </p:nvGraphicFramePr>
        <p:xfrm>
          <a:off x="2124349" y="1833659"/>
          <a:ext cx="3886200" cy="520700"/>
        </p:xfrm>
        <a:graphic>
          <a:graphicData uri="http://schemas.openxmlformats.org/presentationml/2006/ole">
            <mc:AlternateContent xmlns:mc="http://schemas.openxmlformats.org/markup-compatibility/2006">
              <mc:Choice xmlns:v="urn:schemas-microsoft-com:vml" Requires="v">
                <p:oleObj spid="_x0000_s167609" name="Equation" r:id="rId42" imgW="3886200" imgH="520560" progId="Equation.DSMT4">
                  <p:embed/>
                </p:oleObj>
              </mc:Choice>
              <mc:Fallback>
                <p:oleObj name="Equation" r:id="rId42" imgW="3886200" imgH="520560" progId="Equation.DSMT4">
                  <p:embed/>
                  <p:pic>
                    <p:nvPicPr>
                      <p:cNvPr id="0" name=""/>
                      <p:cNvPicPr/>
                      <p:nvPr/>
                    </p:nvPicPr>
                    <p:blipFill>
                      <a:blip r:embed="rId43"/>
                      <a:stretch>
                        <a:fillRect/>
                      </a:stretch>
                    </p:blipFill>
                    <p:spPr>
                      <a:xfrm>
                        <a:off x="2124349" y="1833659"/>
                        <a:ext cx="3886200" cy="520700"/>
                      </a:xfrm>
                      <a:prstGeom prst="rect">
                        <a:avLst/>
                      </a:prstGeom>
                    </p:spPr>
                  </p:pic>
                </p:oleObj>
              </mc:Fallback>
            </mc:AlternateContent>
          </a:graphicData>
        </a:graphic>
      </p:graphicFrame>
      <p:grpSp>
        <p:nvGrpSpPr>
          <p:cNvPr id="13" name="组合 12">
            <a:extLst>
              <a:ext uri="{FF2B5EF4-FFF2-40B4-BE49-F238E27FC236}">
                <a16:creationId xmlns:a16="http://schemas.microsoft.com/office/drawing/2014/main" id="{3F1C829C-EE7A-4F43-A181-FF2F741B180A}"/>
              </a:ext>
            </a:extLst>
          </p:cNvPr>
          <p:cNvGrpSpPr/>
          <p:nvPr/>
        </p:nvGrpSpPr>
        <p:grpSpPr>
          <a:xfrm>
            <a:off x="3515757" y="1041816"/>
            <a:ext cx="2287623" cy="588454"/>
            <a:chOff x="3515757" y="1041816"/>
            <a:chExt cx="2287623" cy="588454"/>
          </a:xfrm>
        </p:grpSpPr>
        <p:sp>
          <p:nvSpPr>
            <p:cNvPr id="26"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3515757" y="1041816"/>
              <a:ext cx="551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若</a:t>
              </a:r>
            </a:p>
          </p:txBody>
        </p:sp>
        <p:graphicFrame>
          <p:nvGraphicFramePr>
            <p:cNvPr id="11" name="对象 10">
              <a:extLst>
                <a:ext uri="{FF2B5EF4-FFF2-40B4-BE49-F238E27FC236}">
                  <a16:creationId xmlns:a16="http://schemas.microsoft.com/office/drawing/2014/main" id="{BA77D93F-1824-40EB-94BD-0AC24EFCD9CD}"/>
                </a:ext>
              </a:extLst>
            </p:cNvPr>
            <p:cNvGraphicFramePr>
              <a:graphicFrameLocks noChangeAspect="1"/>
            </p:cNvGraphicFramePr>
            <p:nvPr>
              <p:extLst>
                <p:ext uri="{D42A27DB-BD31-4B8C-83A1-F6EECF244321}">
                  <p14:modId xmlns:p14="http://schemas.microsoft.com/office/powerpoint/2010/main" val="1904199974"/>
                </p:ext>
              </p:extLst>
            </p:nvPr>
          </p:nvGraphicFramePr>
          <p:xfrm>
            <a:off x="3911080" y="1109570"/>
            <a:ext cx="1892300" cy="520700"/>
          </p:xfrm>
          <a:graphic>
            <a:graphicData uri="http://schemas.openxmlformats.org/presentationml/2006/ole">
              <mc:AlternateContent xmlns:mc="http://schemas.openxmlformats.org/markup-compatibility/2006">
                <mc:Choice xmlns:v="urn:schemas-microsoft-com:vml" Requires="v">
                  <p:oleObj spid="_x0000_s167610" name="Equation" r:id="rId44" imgW="1892160" imgH="520560" progId="Equation.DSMT4">
                    <p:embed/>
                  </p:oleObj>
                </mc:Choice>
                <mc:Fallback>
                  <p:oleObj name="Equation" r:id="rId44" imgW="1892160" imgH="520560" progId="Equation.DSMT4">
                    <p:embed/>
                    <p:pic>
                      <p:nvPicPr>
                        <p:cNvPr id="0" name=""/>
                        <p:cNvPicPr/>
                        <p:nvPr/>
                      </p:nvPicPr>
                      <p:blipFill>
                        <a:blip r:embed="rId45"/>
                        <a:stretch>
                          <a:fillRect/>
                        </a:stretch>
                      </p:blipFill>
                      <p:spPr>
                        <a:xfrm>
                          <a:off x="3911080" y="1109570"/>
                          <a:ext cx="1892300" cy="520700"/>
                        </a:xfrm>
                        <a:prstGeom prst="rect">
                          <a:avLst/>
                        </a:prstGeom>
                      </p:spPr>
                    </p:pic>
                  </p:oleObj>
                </mc:Fallback>
              </mc:AlternateContent>
            </a:graphicData>
          </a:graphic>
        </p:graphicFrame>
      </p:grpSp>
    </p:spTree>
    <p:extLst>
      <p:ext uri="{BB962C8B-B14F-4D97-AF65-F5344CB8AC3E}">
        <p14:creationId xmlns:p14="http://schemas.microsoft.com/office/powerpoint/2010/main" val="369108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3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30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left)">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500"/>
                                        <p:tgtEl>
                                          <p:spTgt spid="1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wipe(left)">
                                      <p:cBhvr>
                                        <p:cTn id="77" dur="500"/>
                                        <p:tgtEl>
                                          <p:spTgt spid="2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wipe(left)">
                                      <p:cBhvr>
                                        <p:cTn id="82" dur="500"/>
                                        <p:tgtEl>
                                          <p:spTgt spid="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wipe(left)">
                                      <p:cBhvr>
                                        <p:cTn id="87" dur="500"/>
                                        <p:tgtEl>
                                          <p:spTgt spid="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53">
                                            <p:txEl>
                                              <p:pRg st="0" end="0"/>
                                            </p:txEl>
                                          </p:spTgt>
                                        </p:tgtEl>
                                        <p:attrNameLst>
                                          <p:attrName>style.visibility</p:attrName>
                                        </p:attrNameLst>
                                      </p:cBhvr>
                                      <p:to>
                                        <p:strVal val="visible"/>
                                      </p:to>
                                    </p:set>
                                    <p:animEffect transition="in" filter="wipe(left)">
                                      <p:cBhvr>
                                        <p:cTn id="92" dur="500"/>
                                        <p:tgtEl>
                                          <p:spTgt spid="53">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54"/>
                                        </p:tgtEl>
                                        <p:attrNameLst>
                                          <p:attrName>style.visibility</p:attrName>
                                        </p:attrNameLst>
                                      </p:cBhvr>
                                      <p:to>
                                        <p:strVal val="visible"/>
                                      </p:to>
                                    </p:set>
                                    <p:animEffect transition="in" filter="wipe(left)">
                                      <p:cBhvr>
                                        <p:cTn id="97" dur="500"/>
                                        <p:tgtEl>
                                          <p:spTgt spid="54"/>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fade">
                                      <p:cBhvr>
                                        <p:cTn id="102" dur="500"/>
                                        <p:tgtEl>
                                          <p:spTgt spid="55"/>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56"/>
                                        </p:tgtEl>
                                        <p:attrNameLst>
                                          <p:attrName>style.visibility</p:attrName>
                                        </p:attrNameLst>
                                      </p:cBhvr>
                                      <p:to>
                                        <p:strVal val="visible"/>
                                      </p:to>
                                    </p:set>
                                    <p:animEffect transition="in" filter="wipe(left)">
                                      <p:cBhvr>
                                        <p:cTn id="107" dur="500"/>
                                        <p:tgtEl>
                                          <p:spTgt spid="56"/>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57"/>
                                        </p:tgtEl>
                                        <p:attrNameLst>
                                          <p:attrName>style.visibility</p:attrName>
                                        </p:attrNameLst>
                                      </p:cBhvr>
                                      <p:to>
                                        <p:strVal val="visible"/>
                                      </p:to>
                                    </p:set>
                                    <p:animEffect transition="in" filter="fade">
                                      <p:cBhvr>
                                        <p:cTn id="112" dur="500"/>
                                        <p:tgtEl>
                                          <p:spTgt spid="5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58"/>
                                        </p:tgtEl>
                                        <p:attrNameLst>
                                          <p:attrName>style.visibility</p:attrName>
                                        </p:attrNameLst>
                                      </p:cBhvr>
                                      <p:to>
                                        <p:strVal val="visible"/>
                                      </p:to>
                                    </p:set>
                                    <p:animEffect transition="in" filter="wipe(left)">
                                      <p:cBhvr>
                                        <p:cTn id="117" dur="500"/>
                                        <p:tgtEl>
                                          <p:spTgt spid="5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59"/>
                                        </p:tgtEl>
                                        <p:attrNameLst>
                                          <p:attrName>style.visibility</p:attrName>
                                        </p:attrNameLst>
                                      </p:cBhvr>
                                      <p:to>
                                        <p:strVal val="visible"/>
                                      </p:to>
                                    </p:set>
                                    <p:animEffect transition="in" filter="wipe(left)">
                                      <p:cBhvr>
                                        <p:cTn id="122" dur="500"/>
                                        <p:tgtEl>
                                          <p:spTgt spid="59"/>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60"/>
                                        </p:tgtEl>
                                        <p:attrNameLst>
                                          <p:attrName>style.visibility</p:attrName>
                                        </p:attrNameLst>
                                      </p:cBhvr>
                                      <p:to>
                                        <p:strVal val="visible"/>
                                      </p:to>
                                    </p:set>
                                    <p:animEffect transition="in" filter="fade">
                                      <p:cBhvr>
                                        <p:cTn id="127" dur="500"/>
                                        <p:tgtEl>
                                          <p:spTgt spid="60"/>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61"/>
                                        </p:tgtEl>
                                        <p:attrNameLst>
                                          <p:attrName>style.visibility</p:attrName>
                                        </p:attrNameLst>
                                      </p:cBhvr>
                                      <p:to>
                                        <p:strVal val="visible"/>
                                      </p:to>
                                    </p:set>
                                    <p:animEffect transition="in" filter="fade">
                                      <p:cBhvr>
                                        <p:cTn id="132" dur="500"/>
                                        <p:tgtEl>
                                          <p:spTgt spid="61"/>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62"/>
                                        </p:tgtEl>
                                        <p:attrNameLst>
                                          <p:attrName>style.visibility</p:attrName>
                                        </p:attrNameLst>
                                      </p:cBhvr>
                                      <p:to>
                                        <p:strVal val="visible"/>
                                      </p:to>
                                    </p:set>
                                    <p:animEffect transition="in" filter="wipe(left)">
                                      <p:cBhvr>
                                        <p:cTn id="137" dur="500"/>
                                        <p:tgtEl>
                                          <p:spTgt spid="62"/>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nodeType="clickEffect">
                                  <p:stCondLst>
                                    <p:cond delay="0"/>
                                  </p:stCondLst>
                                  <p:childTnLst>
                                    <p:set>
                                      <p:cBhvr>
                                        <p:cTn id="141" dur="1" fill="hold">
                                          <p:stCondLst>
                                            <p:cond delay="0"/>
                                          </p:stCondLst>
                                        </p:cTn>
                                        <p:tgtEl>
                                          <p:spTgt spid="63"/>
                                        </p:tgtEl>
                                        <p:attrNameLst>
                                          <p:attrName>style.visibility</p:attrName>
                                        </p:attrNameLst>
                                      </p:cBhvr>
                                      <p:to>
                                        <p:strVal val="visible"/>
                                      </p:to>
                                    </p:set>
                                    <p:animEffect transition="in" filter="fade">
                                      <p:cBhvr>
                                        <p:cTn id="142" dur="500"/>
                                        <p:tgtEl>
                                          <p:spTgt spid="63"/>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64"/>
                                        </p:tgtEl>
                                        <p:attrNameLst>
                                          <p:attrName>style.visibility</p:attrName>
                                        </p:attrNameLst>
                                      </p:cBhvr>
                                      <p:to>
                                        <p:strVal val="visible"/>
                                      </p:to>
                                    </p:set>
                                    <p:animEffect transition="in" filter="fade">
                                      <p:cBhvr>
                                        <p:cTn id="147" dur="500"/>
                                        <p:tgtEl>
                                          <p:spTgt spid="64"/>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65"/>
                                        </p:tgtEl>
                                        <p:attrNameLst>
                                          <p:attrName>style.visibility</p:attrName>
                                        </p:attrNameLst>
                                      </p:cBhvr>
                                      <p:to>
                                        <p:strVal val="visible"/>
                                      </p:to>
                                    </p:set>
                                    <p:animEffect transition="in" filter="wipe(left)">
                                      <p:cBhvr>
                                        <p:cTn id="152" dur="500"/>
                                        <p:tgtEl>
                                          <p:spTgt spid="65"/>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66"/>
                                        </p:tgtEl>
                                        <p:attrNameLst>
                                          <p:attrName>style.visibility</p:attrName>
                                        </p:attrNameLst>
                                      </p:cBhvr>
                                      <p:to>
                                        <p:strVal val="visible"/>
                                      </p:to>
                                    </p:set>
                                    <p:animEffect transition="in" filter="wipe(left)">
                                      <p:cBhvr>
                                        <p:cTn id="157" dur="500"/>
                                        <p:tgtEl>
                                          <p:spTgt spid="66"/>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67"/>
                                        </p:tgtEl>
                                        <p:attrNameLst>
                                          <p:attrName>style.visibility</p:attrName>
                                        </p:attrNameLst>
                                      </p:cBhvr>
                                      <p:to>
                                        <p:strVal val="visible"/>
                                      </p:to>
                                    </p:set>
                                    <p:animEffect transition="in" filter="wipe(left)">
                                      <p:cBhvr>
                                        <p:cTn id="162" dur="500"/>
                                        <p:tgtEl>
                                          <p:spTgt spid="67"/>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nodeType="clickEffect">
                                  <p:stCondLst>
                                    <p:cond delay="0"/>
                                  </p:stCondLst>
                                  <p:childTnLst>
                                    <p:set>
                                      <p:cBhvr>
                                        <p:cTn id="166" dur="1" fill="hold">
                                          <p:stCondLst>
                                            <p:cond delay="0"/>
                                          </p:stCondLst>
                                        </p:cTn>
                                        <p:tgtEl>
                                          <p:spTgt spid="68"/>
                                        </p:tgtEl>
                                        <p:attrNameLst>
                                          <p:attrName>style.visibility</p:attrName>
                                        </p:attrNameLst>
                                      </p:cBhvr>
                                      <p:to>
                                        <p:strVal val="visible"/>
                                      </p:to>
                                    </p:set>
                                    <p:animEffect transition="in" filter="fade">
                                      <p:cBhvr>
                                        <p:cTn id="167" dur="500"/>
                                        <p:tgtEl>
                                          <p:spTgt spid="68"/>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nodeType="clickEffect">
                                  <p:stCondLst>
                                    <p:cond delay="0"/>
                                  </p:stCondLst>
                                  <p:childTnLst>
                                    <p:set>
                                      <p:cBhvr>
                                        <p:cTn id="171" dur="1" fill="hold">
                                          <p:stCondLst>
                                            <p:cond delay="0"/>
                                          </p:stCondLst>
                                        </p:cTn>
                                        <p:tgtEl>
                                          <p:spTgt spid="69"/>
                                        </p:tgtEl>
                                        <p:attrNameLst>
                                          <p:attrName>style.visibility</p:attrName>
                                        </p:attrNameLst>
                                      </p:cBhvr>
                                      <p:to>
                                        <p:strVal val="visible"/>
                                      </p:to>
                                    </p:set>
                                    <p:animEffect transition="in" filter="fade">
                                      <p:cBhvr>
                                        <p:cTn id="172" dur="500"/>
                                        <p:tgtEl>
                                          <p:spTgt spid="69"/>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70"/>
                                        </p:tgtEl>
                                        <p:attrNameLst>
                                          <p:attrName>style.visibility</p:attrName>
                                        </p:attrNameLst>
                                      </p:cBhvr>
                                      <p:to>
                                        <p:strVal val="visible"/>
                                      </p:to>
                                    </p:set>
                                    <p:animEffect transition="in" filter="wipe(left)">
                                      <p:cBhvr>
                                        <p:cTn id="177" dur="500"/>
                                        <p:tgtEl>
                                          <p:spTgt spid="70"/>
                                        </p:tgtEl>
                                      </p:cBhvr>
                                    </p:animEffect>
                                  </p:childTnLst>
                                </p:cTn>
                              </p:par>
                            </p:childTnLst>
                          </p:cTn>
                        </p:par>
                      </p:childTnLst>
                    </p:cTn>
                  </p:par>
                  <p:par>
                    <p:cTn id="178" fill="hold">
                      <p:stCondLst>
                        <p:cond delay="indefinite"/>
                      </p:stCondLst>
                      <p:childTnLst>
                        <p:par>
                          <p:cTn id="179" fill="hold">
                            <p:stCondLst>
                              <p:cond delay="0"/>
                            </p:stCondLst>
                            <p:childTnLst>
                              <p:par>
                                <p:cTn id="180" presetID="10" presetClass="entr" presetSubtype="0" fill="hold" nodeType="clickEffect">
                                  <p:stCondLst>
                                    <p:cond delay="0"/>
                                  </p:stCondLst>
                                  <p:childTnLst>
                                    <p:set>
                                      <p:cBhvr>
                                        <p:cTn id="181" dur="1" fill="hold">
                                          <p:stCondLst>
                                            <p:cond delay="0"/>
                                          </p:stCondLst>
                                        </p:cTn>
                                        <p:tgtEl>
                                          <p:spTgt spid="71"/>
                                        </p:tgtEl>
                                        <p:attrNameLst>
                                          <p:attrName>style.visibility</p:attrName>
                                        </p:attrNameLst>
                                      </p:cBhvr>
                                      <p:to>
                                        <p:strVal val="visible"/>
                                      </p:to>
                                    </p:set>
                                    <p:animEffect transition="in" filter="fade">
                                      <p:cBhvr>
                                        <p:cTn id="182" dur="500"/>
                                        <p:tgtEl>
                                          <p:spTgt spid="71"/>
                                        </p:tgtEl>
                                      </p:cBhvr>
                                    </p:animEffect>
                                  </p:childTnLst>
                                </p:cTn>
                              </p:par>
                            </p:childTnLst>
                          </p:cTn>
                        </p:par>
                      </p:childTnLst>
                    </p:cTn>
                  </p:par>
                  <p:par>
                    <p:cTn id="183" fill="hold">
                      <p:stCondLst>
                        <p:cond delay="indefinite"/>
                      </p:stCondLst>
                      <p:childTnLst>
                        <p:par>
                          <p:cTn id="184" fill="hold">
                            <p:stCondLst>
                              <p:cond delay="0"/>
                            </p:stCondLst>
                            <p:childTnLst>
                              <p:par>
                                <p:cTn id="185" presetID="10" presetClass="entr" presetSubtype="0" fill="hold" nodeType="clickEffect">
                                  <p:stCondLst>
                                    <p:cond delay="0"/>
                                  </p:stCondLst>
                                  <p:childTnLst>
                                    <p:set>
                                      <p:cBhvr>
                                        <p:cTn id="186" dur="1" fill="hold">
                                          <p:stCondLst>
                                            <p:cond delay="0"/>
                                          </p:stCondLst>
                                        </p:cTn>
                                        <p:tgtEl>
                                          <p:spTgt spid="72"/>
                                        </p:tgtEl>
                                        <p:attrNameLst>
                                          <p:attrName>style.visibility</p:attrName>
                                        </p:attrNameLst>
                                      </p:cBhvr>
                                      <p:to>
                                        <p:strVal val="visible"/>
                                      </p:to>
                                    </p:set>
                                    <p:animEffect transition="in" filter="fade">
                                      <p:cBhvr>
                                        <p:cTn id="187"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0" grpId="0" autoUpdateAnimBg="0"/>
      <p:bldP spid="22" grpId="0" autoUpdateAnimBg="0"/>
      <p:bldP spid="24" grpId="0" autoUpdateAnimBg="0"/>
      <p:bldP spid="25" grpId="0" autoUpdateAnimBg="0"/>
      <p:bldP spid="27" grpId="0" autoUpdateAnimBg="0"/>
      <p:bldP spid="29" grpId="0" autoUpdateAnimBg="0"/>
      <p:bldP spid="54" grpId="0" autoUpdateAnimBg="0"/>
      <p:bldP spid="56" grpId="0" autoUpdateAnimBg="0"/>
      <p:bldP spid="58" grpId="0" autoUpdateAnimBg="0"/>
      <p:bldP spid="62" grpId="0" autoUpdateAnimBg="0"/>
      <p:bldP spid="65" grpId="0" autoUpdateAnimBg="0"/>
      <p:bldP spid="67" grpId="0" autoUpdateAnimBg="0"/>
      <p:bldP spid="7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2">
            <a:extLst>
              <a:ext uri="{FF2B5EF4-FFF2-40B4-BE49-F238E27FC236}">
                <a16:creationId xmlns:a16="http://schemas.microsoft.com/office/drawing/2014/main" id="{A26F564C-091C-4366-8897-4100CFC908DD}"/>
              </a:ext>
            </a:extLst>
          </p:cNvPr>
          <p:cNvSpPr txBox="1">
            <a:spLocks noChangeArrowheads="1"/>
          </p:cNvSpPr>
          <p:nvPr/>
        </p:nvSpPr>
        <p:spPr bwMode="auto">
          <a:xfrm>
            <a:off x="708061" y="2758120"/>
            <a:ext cx="81844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注 </a:t>
            </a:r>
            <a:r>
              <a:rPr lang="en-US" altLang="zh-CN" sz="2400" b="1" dirty="0">
                <a:solidFill>
                  <a:srgbClr val="0064FF"/>
                </a:solidFill>
                <a:latin typeface="+mn-ea"/>
                <a:ea typeface="+mn-ea"/>
              </a:rPr>
              <a:t>1. </a:t>
            </a:r>
            <a:r>
              <a:rPr lang="zh-CN" altLang="en-US" sz="2400" b="1" dirty="0">
                <a:latin typeface="+mn-ea"/>
                <a:ea typeface="+mn-ea"/>
              </a:rPr>
              <a:t>在定理</a:t>
            </a:r>
            <a:r>
              <a:rPr lang="en-US" altLang="zh-CN" sz="2400" b="1" dirty="0">
                <a:latin typeface="+mn-ea"/>
                <a:ea typeface="+mn-ea"/>
              </a:rPr>
              <a:t>3</a:t>
            </a:r>
            <a:r>
              <a:rPr lang="zh-CN" altLang="en-US" sz="2400" b="1" dirty="0">
                <a:latin typeface="+mn-ea"/>
                <a:ea typeface="+mn-ea"/>
              </a:rPr>
              <a:t>条件下，求复合函数极限时，</a:t>
            </a:r>
            <a:r>
              <a:rPr kumimoji="1" lang="zh-CN" altLang="en-US" sz="2400" b="1" dirty="0">
                <a:latin typeface="+mn-ea"/>
                <a:ea typeface="+mn-ea"/>
              </a:rPr>
              <a:t>极限号</a:t>
            </a:r>
            <a:r>
              <a:rPr kumimoji="1" lang="en-US" altLang="zh-CN" sz="2400" dirty="0" err="1">
                <a:solidFill>
                  <a:srgbClr val="0064FF"/>
                </a:solidFill>
                <a:latin typeface="Times New Roman" panose="02020603050405020304" pitchFamily="18" charset="0"/>
                <a:ea typeface="+mn-ea"/>
                <a:cs typeface="Times New Roman" panose="02020603050405020304" pitchFamily="18" charset="0"/>
              </a:rPr>
              <a:t>lim</a:t>
            </a:r>
            <a:r>
              <a:rPr kumimoji="1" lang="en-US" altLang="zh-CN" sz="2400" b="1" dirty="0">
                <a:latin typeface="Times New Roman" panose="02020603050405020304" pitchFamily="18" charset="0"/>
                <a:ea typeface="+mn-ea"/>
                <a:cs typeface="Times New Roman" panose="02020603050405020304" pitchFamily="18" charset="0"/>
              </a:rPr>
              <a:t> </a:t>
            </a:r>
            <a:r>
              <a:rPr kumimoji="1" lang="zh-CN" altLang="en-US" sz="2400" b="1" dirty="0">
                <a:latin typeface="+mn-ea"/>
                <a:ea typeface="+mn-ea"/>
              </a:rPr>
              <a:t>与</a:t>
            </a:r>
          </a:p>
        </p:txBody>
      </p:sp>
      <p:grpSp>
        <p:nvGrpSpPr>
          <p:cNvPr id="3" name="组合 2">
            <a:extLst>
              <a:ext uri="{FF2B5EF4-FFF2-40B4-BE49-F238E27FC236}">
                <a16:creationId xmlns:a16="http://schemas.microsoft.com/office/drawing/2014/main" id="{7CFF2828-C393-469A-8257-BB0BAF3419A4}"/>
              </a:ext>
            </a:extLst>
          </p:cNvPr>
          <p:cNvGrpSpPr/>
          <p:nvPr/>
        </p:nvGrpSpPr>
        <p:grpSpPr>
          <a:xfrm>
            <a:off x="678969" y="3880685"/>
            <a:ext cx="8424862" cy="461665"/>
            <a:chOff x="543942" y="4227325"/>
            <a:chExt cx="8424862" cy="461665"/>
          </a:xfrm>
        </p:grpSpPr>
        <p:sp>
          <p:nvSpPr>
            <p:cNvPr id="4" name="Text Box 42">
              <a:extLst>
                <a:ext uri="{FF2B5EF4-FFF2-40B4-BE49-F238E27FC236}">
                  <a16:creationId xmlns:a16="http://schemas.microsoft.com/office/drawing/2014/main" id="{0DE86F68-4D4B-4FB2-BD6B-C5987A74CEB6}"/>
                </a:ext>
              </a:extLst>
            </p:cNvPr>
            <p:cNvSpPr txBox="1">
              <a:spLocks noChangeArrowheads="1"/>
            </p:cNvSpPr>
            <p:nvPr/>
          </p:nvSpPr>
          <p:spPr bwMode="auto">
            <a:xfrm>
              <a:off x="543942" y="4227325"/>
              <a:ext cx="84248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   </a:t>
              </a:r>
              <a:r>
                <a:rPr lang="en-US" altLang="zh-CN" sz="2400" b="1" dirty="0">
                  <a:solidFill>
                    <a:srgbClr val="0064FF"/>
                  </a:solidFill>
                  <a:latin typeface="+mn-ea"/>
                  <a:ea typeface="+mn-ea"/>
                </a:rPr>
                <a:t>2.</a:t>
              </a:r>
              <a:r>
                <a:rPr kumimoji="1" lang="zh-CN" altLang="en-US" sz="2400" b="1" dirty="0">
                  <a:latin typeface="+mn-ea"/>
                  <a:ea typeface="+mn-ea"/>
                </a:rPr>
                <a:t>定理</a:t>
              </a:r>
              <a:r>
                <a:rPr kumimoji="1" lang="en-US" altLang="zh-CN" sz="2400" b="1" dirty="0">
                  <a:latin typeface="+mn-ea"/>
                  <a:ea typeface="+mn-ea"/>
                </a:rPr>
                <a:t>3</a:t>
              </a:r>
              <a:r>
                <a:rPr kumimoji="1" lang="zh-CN" altLang="en-US" sz="2400" b="1" dirty="0">
                  <a:latin typeface="+mn-ea"/>
                  <a:ea typeface="+mn-ea"/>
                </a:rPr>
                <a:t>中的      可换成其它变化过程，有类似结论</a:t>
              </a:r>
              <a:r>
                <a:rPr kumimoji="1" lang="en-US" altLang="zh-CN" sz="2400" b="1" dirty="0">
                  <a:latin typeface="+mn-ea"/>
                  <a:ea typeface="+mn-ea"/>
                </a:rPr>
                <a:t>.</a:t>
              </a:r>
              <a:endParaRPr kumimoji="1" lang="zh-CN" altLang="en-US" sz="2400" b="1" dirty="0">
                <a:latin typeface="+mn-ea"/>
                <a:ea typeface="+mn-ea"/>
              </a:endParaRPr>
            </a:p>
          </p:txBody>
        </p:sp>
        <p:graphicFrame>
          <p:nvGraphicFramePr>
            <p:cNvPr id="5" name="Object 2">
              <a:extLst>
                <a:ext uri="{FF2B5EF4-FFF2-40B4-BE49-F238E27FC236}">
                  <a16:creationId xmlns:a16="http://schemas.microsoft.com/office/drawing/2014/main" id="{8E29FB76-EF13-42CF-8F34-4373F58FBBD3}"/>
                </a:ext>
              </a:extLst>
            </p:cNvPr>
            <p:cNvGraphicFramePr>
              <a:graphicFrameLocks noChangeAspect="1"/>
            </p:cNvGraphicFramePr>
            <p:nvPr>
              <p:extLst>
                <p:ext uri="{D42A27DB-BD31-4B8C-83A1-F6EECF244321}">
                  <p14:modId xmlns:p14="http://schemas.microsoft.com/office/powerpoint/2010/main" val="2099034349"/>
                </p:ext>
              </p:extLst>
            </p:nvPr>
          </p:nvGraphicFramePr>
          <p:xfrm>
            <a:off x="2808735" y="4295405"/>
            <a:ext cx="863600" cy="381000"/>
          </p:xfrm>
          <a:graphic>
            <a:graphicData uri="http://schemas.openxmlformats.org/presentationml/2006/ole">
              <mc:AlternateContent xmlns:mc="http://schemas.openxmlformats.org/markup-compatibility/2006">
                <mc:Choice xmlns:v="urn:schemas-microsoft-com:vml" Requires="v">
                  <p:oleObj spid="_x0000_s144269" name="Equation" r:id="rId3" imgW="863280" imgH="380880" progId="Equation.DSMT4">
                    <p:embed/>
                  </p:oleObj>
                </mc:Choice>
                <mc:Fallback>
                  <p:oleObj name="Equation" r:id="rId3" imgW="863280" imgH="380880" progId="Equation.DSMT4">
                    <p:embed/>
                    <p:pic>
                      <p:nvPicPr>
                        <p:cNvPr id="17" name="Object 2">
                          <a:extLst>
                            <a:ext uri="{FF2B5EF4-FFF2-40B4-BE49-F238E27FC236}">
                              <a16:creationId xmlns:a16="http://schemas.microsoft.com/office/drawing/2014/main" id="{514C9EA2-5373-42ED-A914-7460D1DC3593}"/>
                            </a:ext>
                          </a:extLst>
                        </p:cNvPr>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2808735" y="4295405"/>
                          <a:ext cx="8636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 name="矩形 5">
            <a:extLst>
              <a:ext uri="{FF2B5EF4-FFF2-40B4-BE49-F238E27FC236}">
                <a16:creationId xmlns:a16="http://schemas.microsoft.com/office/drawing/2014/main" id="{72A9D745-D53E-44C8-B4D9-44E74C50CF8D}"/>
              </a:ext>
            </a:extLst>
          </p:cNvPr>
          <p:cNvSpPr/>
          <p:nvPr/>
        </p:nvSpPr>
        <p:spPr>
          <a:xfrm>
            <a:off x="1455752" y="3342555"/>
            <a:ext cx="3304110" cy="461665"/>
          </a:xfrm>
          <a:prstGeom prst="rect">
            <a:avLst/>
          </a:prstGeom>
        </p:spPr>
        <p:txBody>
          <a:bodyPr wrap="none">
            <a:spAutoFit/>
          </a:bodyPr>
          <a:lstStyle/>
          <a:p>
            <a:r>
              <a:rPr kumimoji="1" lang="zh-CN" altLang="en-US" sz="2400" b="1" dirty="0">
                <a:latin typeface="+mn-ea"/>
              </a:rPr>
              <a:t>函数符号</a:t>
            </a:r>
            <a:r>
              <a:rPr kumimoji="1" lang="en-US" altLang="zh-CN" sz="2400" b="1" i="1" dirty="0">
                <a:solidFill>
                  <a:srgbClr val="0064FF"/>
                </a:solidFill>
                <a:latin typeface="Times New Roman" panose="02020603050405020304" pitchFamily="18" charset="0"/>
                <a:cs typeface="Times New Roman" panose="02020603050405020304" pitchFamily="18" charset="0"/>
              </a:rPr>
              <a:t>f </a:t>
            </a:r>
            <a:r>
              <a:rPr kumimoji="1" lang="zh-CN" altLang="en-US" sz="2400" b="1" dirty="0">
                <a:latin typeface="+mn-ea"/>
              </a:rPr>
              <a:t>可交换次序</a:t>
            </a:r>
            <a:r>
              <a:rPr kumimoji="1" lang="en-US" altLang="zh-CN" sz="2400" b="1" dirty="0">
                <a:latin typeface="+mn-ea"/>
              </a:rPr>
              <a:t>.</a:t>
            </a:r>
            <a:endParaRPr lang="zh-CN" altLang="en-US" sz="2400" dirty="0"/>
          </a:p>
        </p:txBody>
      </p:sp>
      <p:graphicFrame>
        <p:nvGraphicFramePr>
          <p:cNvPr id="7" name="Object 2">
            <a:extLst>
              <a:ext uri="{FF2B5EF4-FFF2-40B4-BE49-F238E27FC236}">
                <a16:creationId xmlns:a16="http://schemas.microsoft.com/office/drawing/2014/main" id="{F87B1CC1-07C9-48EA-83A1-B897BF158716}"/>
              </a:ext>
            </a:extLst>
          </p:cNvPr>
          <p:cNvGraphicFramePr>
            <a:graphicFrameLocks noChangeAspect="1"/>
          </p:cNvGraphicFramePr>
          <p:nvPr>
            <p:extLst>
              <p:ext uri="{D42A27DB-BD31-4B8C-83A1-F6EECF244321}">
                <p14:modId xmlns:p14="http://schemas.microsoft.com/office/powerpoint/2010/main" val="460512628"/>
              </p:ext>
            </p:extLst>
          </p:nvPr>
        </p:nvGraphicFramePr>
        <p:xfrm>
          <a:off x="5088744" y="3375701"/>
          <a:ext cx="1485900" cy="520700"/>
        </p:xfrm>
        <a:graphic>
          <a:graphicData uri="http://schemas.openxmlformats.org/presentationml/2006/ole">
            <mc:AlternateContent xmlns:mc="http://schemas.openxmlformats.org/markup-compatibility/2006">
              <mc:Choice xmlns:v="urn:schemas-microsoft-com:vml" Requires="v">
                <p:oleObj spid="_x0000_s144270" name="Equation" r:id="rId5" imgW="1485720" imgH="520560" progId="Equation.DSMT4">
                  <p:embed/>
                </p:oleObj>
              </mc:Choice>
              <mc:Fallback>
                <p:oleObj name="Equation" r:id="rId5" imgW="1485720" imgH="520560" progId="Equation.DSMT4">
                  <p:embed/>
                  <p:pic>
                    <p:nvPicPr>
                      <p:cNvPr id="30" name="Object 2">
                        <a:extLst>
                          <a:ext uri="{FF2B5EF4-FFF2-40B4-BE49-F238E27FC236}">
                            <a16:creationId xmlns:a16="http://schemas.microsoft.com/office/drawing/2014/main" id="{AC9B5759-EC44-4E02-BB68-18E6FBF6701C}"/>
                          </a:ext>
                        </a:extLst>
                      </p:cNvPr>
                      <p:cNvPicPr>
                        <a:picLocks noChangeAspect="1" noChangeArrowheads="1"/>
                      </p:cNvPicPr>
                      <p:nvPr/>
                    </p:nvPicPr>
                    <p:blipFill>
                      <a:blip r:embed="rId6">
                        <a:grayscl/>
                        <a:biLevel thresh="50000"/>
                      </a:blip>
                      <a:srcRect/>
                      <a:stretch>
                        <a:fillRect/>
                      </a:stretch>
                    </p:blipFill>
                    <p:spPr bwMode="auto">
                      <a:xfrm>
                        <a:off x="5088744" y="3375701"/>
                        <a:ext cx="14859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2">
            <a:extLst>
              <a:ext uri="{FF2B5EF4-FFF2-40B4-BE49-F238E27FC236}">
                <a16:creationId xmlns:a16="http://schemas.microsoft.com/office/drawing/2014/main" id="{F194C214-3D6C-4DBB-AE7C-761C14AFE4DB}"/>
              </a:ext>
            </a:extLst>
          </p:cNvPr>
          <p:cNvGraphicFramePr>
            <a:graphicFrameLocks noChangeAspect="1"/>
          </p:cNvGraphicFramePr>
          <p:nvPr>
            <p:extLst>
              <p:ext uri="{D42A27DB-BD31-4B8C-83A1-F6EECF244321}">
                <p14:modId xmlns:p14="http://schemas.microsoft.com/office/powerpoint/2010/main" val="1097489648"/>
              </p:ext>
            </p:extLst>
          </p:nvPr>
        </p:nvGraphicFramePr>
        <p:xfrm>
          <a:off x="6612343" y="3391417"/>
          <a:ext cx="1790700" cy="520700"/>
        </p:xfrm>
        <a:graphic>
          <a:graphicData uri="http://schemas.openxmlformats.org/presentationml/2006/ole">
            <mc:AlternateContent xmlns:mc="http://schemas.openxmlformats.org/markup-compatibility/2006">
              <mc:Choice xmlns:v="urn:schemas-microsoft-com:vml" Requires="v">
                <p:oleObj spid="_x0000_s144271" name="Equation" r:id="rId7" imgW="1790640" imgH="520560" progId="Equation.DSMT4">
                  <p:embed/>
                </p:oleObj>
              </mc:Choice>
              <mc:Fallback>
                <p:oleObj name="Equation" r:id="rId7" imgW="1790640" imgH="520560" progId="Equation.DSMT4">
                  <p:embed/>
                  <p:pic>
                    <p:nvPicPr>
                      <p:cNvPr id="31" name="Object 2">
                        <a:extLst>
                          <a:ext uri="{FF2B5EF4-FFF2-40B4-BE49-F238E27FC236}">
                            <a16:creationId xmlns:a16="http://schemas.microsoft.com/office/drawing/2014/main" id="{391017A8-1147-48C2-BE69-3CFE682EC4B5}"/>
                          </a:ext>
                        </a:extLst>
                      </p:cNvPr>
                      <p:cNvPicPr>
                        <a:picLocks noChangeAspect="1" noChangeArrowheads="1"/>
                      </p:cNvPicPr>
                      <p:nvPr/>
                    </p:nvPicPr>
                    <p:blipFill>
                      <a:blip r:embed="rId8">
                        <a:grayscl/>
                        <a:biLevel thresh="50000"/>
                      </a:blip>
                      <a:srcRect/>
                      <a:stretch>
                        <a:fillRect/>
                      </a:stretch>
                    </p:blipFill>
                    <p:spPr bwMode="auto">
                      <a:xfrm>
                        <a:off x="6612343" y="3391417"/>
                        <a:ext cx="17907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2">
            <a:extLst>
              <a:ext uri="{FF2B5EF4-FFF2-40B4-BE49-F238E27FC236}">
                <a16:creationId xmlns:a16="http://schemas.microsoft.com/office/drawing/2014/main" id="{66B01DB4-3453-4BD9-BC09-D149109F2A4F}"/>
              </a:ext>
            </a:extLst>
          </p:cNvPr>
          <p:cNvSpPr txBox="1">
            <a:spLocks noChangeArrowheads="1"/>
          </p:cNvSpPr>
          <p:nvPr/>
        </p:nvSpPr>
        <p:spPr bwMode="auto">
          <a:xfrm>
            <a:off x="4659415" y="3314323"/>
            <a:ext cx="5801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即</a:t>
            </a:r>
          </a:p>
        </p:txBody>
      </p:sp>
      <p:sp>
        <p:nvSpPr>
          <p:cNvPr id="10" name="Text Box 42">
            <a:extLst>
              <a:ext uri="{FF2B5EF4-FFF2-40B4-BE49-F238E27FC236}">
                <a16:creationId xmlns:a16="http://schemas.microsoft.com/office/drawing/2014/main" id="{401D37E2-186C-4A78-8BEF-3D76BD4CC15C}"/>
              </a:ext>
            </a:extLst>
          </p:cNvPr>
          <p:cNvSpPr txBox="1">
            <a:spLocks noChangeArrowheads="1"/>
          </p:cNvSpPr>
          <p:nvPr/>
        </p:nvSpPr>
        <p:spPr bwMode="auto">
          <a:xfrm>
            <a:off x="856676" y="380423"/>
            <a:ext cx="30771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将上面两步合起来，</a:t>
            </a:r>
          </a:p>
        </p:txBody>
      </p:sp>
      <p:graphicFrame>
        <p:nvGraphicFramePr>
          <p:cNvPr id="11" name="对象 10">
            <a:extLst>
              <a:ext uri="{FF2B5EF4-FFF2-40B4-BE49-F238E27FC236}">
                <a16:creationId xmlns:a16="http://schemas.microsoft.com/office/drawing/2014/main" id="{47A7D7FB-347B-4797-96A9-E087BEC5FC68}"/>
              </a:ext>
            </a:extLst>
          </p:cNvPr>
          <p:cNvGraphicFramePr>
            <a:graphicFrameLocks noChangeAspect="1"/>
          </p:cNvGraphicFramePr>
          <p:nvPr>
            <p:extLst>
              <p:ext uri="{D42A27DB-BD31-4B8C-83A1-F6EECF244321}">
                <p14:modId xmlns:p14="http://schemas.microsoft.com/office/powerpoint/2010/main" val="3673899185"/>
              </p:ext>
            </p:extLst>
          </p:nvPr>
        </p:nvGraphicFramePr>
        <p:xfrm>
          <a:off x="988060" y="1184047"/>
          <a:ext cx="4533901" cy="381000"/>
        </p:xfrm>
        <a:graphic>
          <a:graphicData uri="http://schemas.openxmlformats.org/presentationml/2006/ole">
            <mc:AlternateContent xmlns:mc="http://schemas.openxmlformats.org/markup-compatibility/2006">
              <mc:Choice xmlns:v="urn:schemas-microsoft-com:vml" Requires="v">
                <p:oleObj spid="_x0000_s144272" name="Equation" r:id="rId9" imgW="4533840" imgH="380880" progId="Equation.DSMT4">
                  <p:embed/>
                </p:oleObj>
              </mc:Choice>
              <mc:Fallback>
                <p:oleObj name="Equation" r:id="rId9" imgW="4533840" imgH="380880" progId="Equation.DSMT4">
                  <p:embed/>
                  <p:pic>
                    <p:nvPicPr>
                      <p:cNvPr id="54" name="对象 53">
                        <a:extLst>
                          <a:ext uri="{FF2B5EF4-FFF2-40B4-BE49-F238E27FC236}">
                            <a16:creationId xmlns:a16="http://schemas.microsoft.com/office/drawing/2014/main" id="{C6902FDF-18AE-47FE-9273-0381282D35E5}"/>
                          </a:ext>
                        </a:extLst>
                      </p:cNvPr>
                      <p:cNvPicPr/>
                      <p:nvPr/>
                    </p:nvPicPr>
                    <p:blipFill>
                      <a:blip r:embed="rId10"/>
                      <a:stretch>
                        <a:fillRect/>
                      </a:stretch>
                    </p:blipFill>
                    <p:spPr>
                      <a:xfrm>
                        <a:off x="988060" y="1184047"/>
                        <a:ext cx="4533901" cy="381000"/>
                      </a:xfrm>
                      <a:prstGeom prst="rect">
                        <a:avLst/>
                      </a:prstGeom>
                    </p:spPr>
                  </p:pic>
                </p:oleObj>
              </mc:Fallback>
            </mc:AlternateContent>
          </a:graphicData>
        </a:graphic>
      </p:graphicFrame>
      <p:sp>
        <p:nvSpPr>
          <p:cNvPr id="12" name="Text Box 42">
            <a:extLst>
              <a:ext uri="{FF2B5EF4-FFF2-40B4-BE49-F238E27FC236}">
                <a16:creationId xmlns:a16="http://schemas.microsoft.com/office/drawing/2014/main" id="{6D81EAEF-FDE5-479C-AE2F-3E326D08D4DE}"/>
              </a:ext>
            </a:extLst>
          </p:cNvPr>
          <p:cNvSpPr txBox="1">
            <a:spLocks noChangeArrowheads="1"/>
          </p:cNvSpPr>
          <p:nvPr/>
        </p:nvSpPr>
        <p:spPr bwMode="auto">
          <a:xfrm>
            <a:off x="885768" y="1914270"/>
            <a:ext cx="10001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因此，</a:t>
            </a:r>
          </a:p>
        </p:txBody>
      </p:sp>
      <p:graphicFrame>
        <p:nvGraphicFramePr>
          <p:cNvPr id="13" name="Object 2">
            <a:extLst>
              <a:ext uri="{FF2B5EF4-FFF2-40B4-BE49-F238E27FC236}">
                <a16:creationId xmlns:a16="http://schemas.microsoft.com/office/drawing/2014/main" id="{3E545937-604D-4CCB-BF8E-10CFFAA3B465}"/>
              </a:ext>
            </a:extLst>
          </p:cNvPr>
          <p:cNvGraphicFramePr>
            <a:graphicFrameLocks noChangeAspect="1"/>
          </p:cNvGraphicFramePr>
          <p:nvPr>
            <p:extLst>
              <p:ext uri="{D42A27DB-BD31-4B8C-83A1-F6EECF244321}">
                <p14:modId xmlns:p14="http://schemas.microsoft.com/office/powerpoint/2010/main" val="2004556152"/>
              </p:ext>
            </p:extLst>
          </p:nvPr>
        </p:nvGraphicFramePr>
        <p:xfrm>
          <a:off x="1792780" y="1947779"/>
          <a:ext cx="3924300" cy="520700"/>
        </p:xfrm>
        <a:graphic>
          <a:graphicData uri="http://schemas.openxmlformats.org/presentationml/2006/ole">
            <mc:AlternateContent xmlns:mc="http://schemas.openxmlformats.org/markup-compatibility/2006">
              <mc:Choice xmlns:v="urn:schemas-microsoft-com:vml" Requires="v">
                <p:oleObj spid="_x0000_s144273" name="Equation" r:id="rId11" imgW="3924000" imgH="520560" progId="Equation.DSMT4">
                  <p:embed/>
                </p:oleObj>
              </mc:Choice>
              <mc:Fallback>
                <p:oleObj name="Equation" r:id="rId11" imgW="3924000" imgH="520560" progId="Equation.DSMT4">
                  <p:embed/>
                  <p:pic>
                    <p:nvPicPr>
                      <p:cNvPr id="56" name="Object 2">
                        <a:extLst>
                          <a:ext uri="{FF2B5EF4-FFF2-40B4-BE49-F238E27FC236}">
                            <a16:creationId xmlns:a16="http://schemas.microsoft.com/office/drawing/2014/main" id="{C387B980-633A-4A3A-83C1-B6CE2764D598}"/>
                          </a:ext>
                        </a:extLst>
                      </p:cNvPr>
                      <p:cNvPicPr>
                        <a:picLocks noChangeAspect="1" noChangeArrowheads="1"/>
                      </p:cNvPicPr>
                      <p:nvPr/>
                    </p:nvPicPr>
                    <p:blipFill>
                      <a:blip r:embed="rId12">
                        <a:grayscl/>
                        <a:biLevel thresh="50000"/>
                      </a:blip>
                      <a:srcRect/>
                      <a:stretch>
                        <a:fillRect/>
                      </a:stretch>
                    </p:blipFill>
                    <p:spPr bwMode="auto">
                      <a:xfrm>
                        <a:off x="1792780" y="1947779"/>
                        <a:ext cx="39243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a:extLst>
              <a:ext uri="{FF2B5EF4-FFF2-40B4-BE49-F238E27FC236}">
                <a16:creationId xmlns:a16="http://schemas.microsoft.com/office/drawing/2014/main" id="{FE423466-8E71-489F-8B3C-CB0D1A914D66}"/>
              </a:ext>
            </a:extLst>
          </p:cNvPr>
          <p:cNvGraphicFramePr>
            <a:graphicFrameLocks noChangeAspect="1"/>
          </p:cNvGraphicFramePr>
          <p:nvPr>
            <p:extLst>
              <p:ext uri="{D42A27DB-BD31-4B8C-83A1-F6EECF244321}">
                <p14:modId xmlns:p14="http://schemas.microsoft.com/office/powerpoint/2010/main" val="3137544121"/>
              </p:ext>
            </p:extLst>
          </p:nvPr>
        </p:nvGraphicFramePr>
        <p:xfrm>
          <a:off x="3640794" y="504624"/>
          <a:ext cx="939800" cy="330200"/>
        </p:xfrm>
        <a:graphic>
          <a:graphicData uri="http://schemas.openxmlformats.org/presentationml/2006/ole">
            <mc:AlternateContent xmlns:mc="http://schemas.openxmlformats.org/markup-compatibility/2006">
              <mc:Choice xmlns:v="urn:schemas-microsoft-com:vml" Requires="v">
                <p:oleObj spid="_x0000_s144274" name="Equation" r:id="rId13" imgW="939600" imgH="330120" progId="Equation.DSMT4">
                  <p:embed/>
                </p:oleObj>
              </mc:Choice>
              <mc:Fallback>
                <p:oleObj name="Equation" r:id="rId13" imgW="939600" imgH="330120" progId="Equation.DSMT4">
                  <p:embed/>
                  <p:pic>
                    <p:nvPicPr>
                      <p:cNvPr id="40" name="对象 39">
                        <a:extLst>
                          <a:ext uri="{FF2B5EF4-FFF2-40B4-BE49-F238E27FC236}">
                            <a16:creationId xmlns:a16="http://schemas.microsoft.com/office/drawing/2014/main" id="{867270D1-D350-4099-B679-6A6179B92E3E}"/>
                          </a:ext>
                        </a:extLst>
                      </p:cNvPr>
                      <p:cNvPicPr/>
                      <p:nvPr/>
                    </p:nvPicPr>
                    <p:blipFill>
                      <a:blip r:embed="rId14"/>
                      <a:stretch>
                        <a:fillRect/>
                      </a:stretch>
                    </p:blipFill>
                    <p:spPr>
                      <a:xfrm>
                        <a:off x="3640794" y="504624"/>
                        <a:ext cx="939800" cy="3302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F18E0D26-9F94-40A7-A9BF-B1B8644DC2AC}"/>
              </a:ext>
            </a:extLst>
          </p:cNvPr>
          <p:cNvGraphicFramePr>
            <a:graphicFrameLocks noChangeAspect="1"/>
          </p:cNvGraphicFramePr>
          <p:nvPr>
            <p:extLst>
              <p:ext uri="{D42A27DB-BD31-4B8C-83A1-F6EECF244321}">
                <p14:modId xmlns:p14="http://schemas.microsoft.com/office/powerpoint/2010/main" val="1691978424"/>
              </p:ext>
            </p:extLst>
          </p:nvPr>
        </p:nvGraphicFramePr>
        <p:xfrm>
          <a:off x="4725963" y="539363"/>
          <a:ext cx="927100" cy="330200"/>
        </p:xfrm>
        <a:graphic>
          <a:graphicData uri="http://schemas.openxmlformats.org/presentationml/2006/ole">
            <mc:AlternateContent xmlns:mc="http://schemas.openxmlformats.org/markup-compatibility/2006">
              <mc:Choice xmlns:v="urn:schemas-microsoft-com:vml" Requires="v">
                <p:oleObj spid="_x0000_s144275" name="Equation" r:id="rId15" imgW="927000" imgH="330120" progId="Equation.DSMT4">
                  <p:embed/>
                </p:oleObj>
              </mc:Choice>
              <mc:Fallback>
                <p:oleObj name="Equation" r:id="rId15" imgW="927000" imgH="330120" progId="Equation.DSMT4">
                  <p:embed/>
                  <p:pic>
                    <p:nvPicPr>
                      <p:cNvPr id="49" name="对象 48">
                        <a:extLst>
                          <a:ext uri="{FF2B5EF4-FFF2-40B4-BE49-F238E27FC236}">
                            <a16:creationId xmlns:a16="http://schemas.microsoft.com/office/drawing/2014/main" id="{A9784A1F-47D8-4B99-A3B0-16C5BC5BAD1D}"/>
                          </a:ext>
                        </a:extLst>
                      </p:cNvPr>
                      <p:cNvPicPr/>
                      <p:nvPr/>
                    </p:nvPicPr>
                    <p:blipFill>
                      <a:blip r:embed="rId16"/>
                      <a:stretch>
                        <a:fillRect/>
                      </a:stretch>
                    </p:blipFill>
                    <p:spPr>
                      <a:xfrm>
                        <a:off x="4725963" y="539363"/>
                        <a:ext cx="927100" cy="330200"/>
                      </a:xfrm>
                      <a:prstGeom prst="rect">
                        <a:avLst/>
                      </a:prstGeom>
                    </p:spPr>
                  </p:pic>
                </p:oleObj>
              </mc:Fallback>
            </mc:AlternateContent>
          </a:graphicData>
        </a:graphic>
      </p:graphicFrame>
      <p:sp>
        <p:nvSpPr>
          <p:cNvPr id="16" name="Text Box 42">
            <a:extLst>
              <a:ext uri="{FF2B5EF4-FFF2-40B4-BE49-F238E27FC236}">
                <a16:creationId xmlns:a16="http://schemas.microsoft.com/office/drawing/2014/main" id="{A09223E5-D3B4-4151-BD4B-96EFBF74D472}"/>
              </a:ext>
            </a:extLst>
          </p:cNvPr>
          <p:cNvSpPr txBox="1">
            <a:spLocks noChangeArrowheads="1"/>
          </p:cNvSpPr>
          <p:nvPr/>
        </p:nvSpPr>
        <p:spPr bwMode="auto">
          <a:xfrm>
            <a:off x="5660689" y="407898"/>
            <a:ext cx="28225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当            时，</a:t>
            </a:r>
          </a:p>
        </p:txBody>
      </p:sp>
      <p:graphicFrame>
        <p:nvGraphicFramePr>
          <p:cNvPr id="17" name="对象 16">
            <a:extLst>
              <a:ext uri="{FF2B5EF4-FFF2-40B4-BE49-F238E27FC236}">
                <a16:creationId xmlns:a16="http://schemas.microsoft.com/office/drawing/2014/main" id="{D165BE4B-D1A7-4D2F-BD27-6562329A636D}"/>
              </a:ext>
            </a:extLst>
          </p:cNvPr>
          <p:cNvGraphicFramePr>
            <a:graphicFrameLocks noChangeAspect="1"/>
          </p:cNvGraphicFramePr>
          <p:nvPr>
            <p:extLst>
              <p:ext uri="{D42A27DB-BD31-4B8C-83A1-F6EECF244321}">
                <p14:modId xmlns:p14="http://schemas.microsoft.com/office/powerpoint/2010/main" val="1084778388"/>
              </p:ext>
            </p:extLst>
          </p:nvPr>
        </p:nvGraphicFramePr>
        <p:xfrm>
          <a:off x="6122133" y="503335"/>
          <a:ext cx="1739900" cy="381000"/>
        </p:xfrm>
        <a:graphic>
          <a:graphicData uri="http://schemas.openxmlformats.org/presentationml/2006/ole">
            <mc:AlternateContent xmlns:mc="http://schemas.openxmlformats.org/markup-compatibility/2006">
              <mc:Choice xmlns:v="urn:schemas-microsoft-com:vml" Requires="v">
                <p:oleObj spid="_x0000_s144276" name="Equation" r:id="rId17" imgW="1739880" imgH="380880" progId="Equation.DSMT4">
                  <p:embed/>
                </p:oleObj>
              </mc:Choice>
              <mc:Fallback>
                <p:oleObj name="Equation" r:id="rId17" imgW="1739880" imgH="380880" progId="Equation.DSMT4">
                  <p:embed/>
                  <p:pic>
                    <p:nvPicPr>
                      <p:cNvPr id="51" name="对象 50">
                        <a:extLst>
                          <a:ext uri="{FF2B5EF4-FFF2-40B4-BE49-F238E27FC236}">
                            <a16:creationId xmlns:a16="http://schemas.microsoft.com/office/drawing/2014/main" id="{F758D960-26C1-4CCD-AFF9-2BE36D4F5710}"/>
                          </a:ext>
                        </a:extLst>
                      </p:cNvPr>
                      <p:cNvPicPr/>
                      <p:nvPr/>
                    </p:nvPicPr>
                    <p:blipFill>
                      <a:blip r:embed="rId18"/>
                      <a:stretch>
                        <a:fillRect/>
                      </a:stretch>
                    </p:blipFill>
                    <p:spPr>
                      <a:xfrm>
                        <a:off x="6122133" y="503335"/>
                        <a:ext cx="1739900" cy="381000"/>
                      </a:xfrm>
                      <a:prstGeom prst="rect">
                        <a:avLst/>
                      </a:prstGeom>
                    </p:spPr>
                  </p:pic>
                </p:oleObj>
              </mc:Fallback>
            </mc:AlternateContent>
          </a:graphicData>
        </a:graphic>
      </p:graphicFrame>
    </p:spTree>
    <p:extLst>
      <p:ext uri="{BB962C8B-B14F-4D97-AF65-F5344CB8AC3E}">
        <p14:creationId xmlns:p14="http://schemas.microsoft.com/office/powerpoint/2010/main" val="122857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3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30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30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20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30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left)">
                                      <p:cBhvr>
                                        <p:cTn id="57" dur="3000"/>
                                        <p:tgtEl>
                                          <p:spTgt spid="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20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wipe(left)">
                                      <p:cBhvr>
                                        <p:cTn id="67" dur="20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wipe(left)">
                                      <p:cBhvr>
                                        <p:cTn id="7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6" grpId="0"/>
      <p:bldP spid="9" grpId="0" autoUpdateAnimBg="0"/>
      <p:bldP spid="10" grpId="0" autoUpdateAnimBg="0"/>
      <p:bldP spid="12" grpId="0" autoUpdateAnimBg="0"/>
      <p:bldP spid="1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6">
            <a:extLst>
              <a:ext uri="{FF2B5EF4-FFF2-40B4-BE49-F238E27FC236}">
                <a16:creationId xmlns:a16="http://schemas.microsoft.com/office/drawing/2014/main" id="{3C9E530E-575E-4DD6-A06D-614AC2B26AE3}"/>
              </a:ext>
            </a:extLst>
          </p:cNvPr>
          <p:cNvSpPr txBox="1">
            <a:spLocks noChangeArrowheads="1"/>
          </p:cNvSpPr>
          <p:nvPr/>
        </p:nvSpPr>
        <p:spPr bwMode="auto">
          <a:xfrm>
            <a:off x="895995" y="1114653"/>
            <a:ext cx="9032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解</a:t>
            </a:r>
            <a:endParaRPr lang="en-US" altLang="zh-CN" sz="2400" b="1" dirty="0">
              <a:solidFill>
                <a:srgbClr val="0064FF"/>
              </a:solidFill>
              <a:latin typeface="+mn-ea"/>
              <a:ea typeface="+mn-ea"/>
            </a:endParaRPr>
          </a:p>
        </p:txBody>
      </p:sp>
      <p:sp>
        <p:nvSpPr>
          <p:cNvPr id="9"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895995" y="286420"/>
            <a:ext cx="20162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例</a:t>
            </a:r>
            <a:r>
              <a:rPr lang="en-US" altLang="zh-CN" sz="2400" b="1" dirty="0">
                <a:solidFill>
                  <a:srgbClr val="0064FF"/>
                </a:solidFill>
                <a:latin typeface="+mn-ea"/>
                <a:ea typeface="+mn-ea"/>
              </a:rPr>
              <a:t>4  </a:t>
            </a:r>
            <a:r>
              <a:rPr kumimoji="1" lang="zh-CN" altLang="en-US" sz="2400" b="1" dirty="0">
                <a:latin typeface="+mn-ea"/>
                <a:ea typeface="+mn-ea"/>
              </a:rPr>
              <a:t>求极限</a:t>
            </a:r>
          </a:p>
        </p:txBody>
      </p:sp>
      <p:graphicFrame>
        <p:nvGraphicFramePr>
          <p:cNvPr id="10"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223437593"/>
              </p:ext>
            </p:extLst>
          </p:nvPr>
        </p:nvGraphicFramePr>
        <p:xfrm>
          <a:off x="2915816" y="123478"/>
          <a:ext cx="1790700" cy="736600"/>
        </p:xfrm>
        <a:graphic>
          <a:graphicData uri="http://schemas.openxmlformats.org/presentationml/2006/ole">
            <mc:AlternateContent xmlns:mc="http://schemas.openxmlformats.org/markup-compatibility/2006">
              <mc:Choice xmlns:v="urn:schemas-microsoft-com:vml" Requires="v">
                <p:oleObj spid="_x0000_s159178" name="Equation" r:id="rId4" imgW="1790640" imgH="736560" progId="Equation.DSMT4">
                  <p:embed/>
                </p:oleObj>
              </mc:Choice>
              <mc:Fallback>
                <p:oleObj name="Equation" r:id="rId4" imgW="1790640" imgH="736560" progId="Equation.DSMT4">
                  <p:embed/>
                  <p:pic>
                    <p:nvPicPr>
                      <p:cNvPr id="0" name="Picture 1145"/>
                      <p:cNvPicPr>
                        <a:picLocks noChangeAspect="1" noChangeArrowheads="1"/>
                      </p:cNvPicPr>
                      <p:nvPr/>
                    </p:nvPicPr>
                    <p:blipFill>
                      <a:blip r:embed="rId5">
                        <a:grayscl/>
                        <a:biLevel thresh="50000"/>
                      </a:blip>
                      <a:srcRect/>
                      <a:stretch>
                        <a:fillRect/>
                      </a:stretch>
                    </p:blipFill>
                    <p:spPr bwMode="auto">
                      <a:xfrm>
                        <a:off x="2915816" y="123478"/>
                        <a:ext cx="17907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组合 11"/>
          <p:cNvGrpSpPr/>
          <p:nvPr/>
        </p:nvGrpSpPr>
        <p:grpSpPr>
          <a:xfrm>
            <a:off x="1472059" y="973634"/>
            <a:ext cx="7344742" cy="738932"/>
            <a:chOff x="1115690" y="1472258"/>
            <a:chExt cx="7344742" cy="738932"/>
          </a:xfrm>
        </p:grpSpPr>
        <p:sp>
          <p:nvSpPr>
            <p:cNvPr id="13"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1115690" y="1606029"/>
              <a:ext cx="73447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因为            是由                 复合而成</a:t>
              </a:r>
              <a:r>
                <a:rPr kumimoji="1" lang="en-US" altLang="zh-CN" sz="2400" b="1" dirty="0">
                  <a:latin typeface="+mn-ea"/>
                  <a:ea typeface="+mn-ea"/>
                </a:rPr>
                <a:t>,</a:t>
              </a:r>
              <a:r>
                <a:rPr kumimoji="1" lang="zh-CN" altLang="en-US" sz="2400" b="1" dirty="0">
                  <a:latin typeface="+mn-ea"/>
                  <a:ea typeface="+mn-ea"/>
                </a:rPr>
                <a:t>     </a:t>
              </a:r>
            </a:p>
          </p:txBody>
        </p:sp>
        <p:graphicFrame>
          <p:nvGraphicFramePr>
            <p:cNvPr id="14"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650300347"/>
                </p:ext>
              </p:extLst>
            </p:nvPr>
          </p:nvGraphicFramePr>
          <p:xfrm>
            <a:off x="1918725" y="1472258"/>
            <a:ext cx="1752600" cy="736600"/>
          </p:xfrm>
          <a:graphic>
            <a:graphicData uri="http://schemas.openxmlformats.org/presentationml/2006/ole">
              <mc:AlternateContent xmlns:mc="http://schemas.openxmlformats.org/markup-compatibility/2006">
                <mc:Choice xmlns:v="urn:schemas-microsoft-com:vml" Requires="v">
                  <p:oleObj spid="_x0000_s159179" name="Equation" r:id="rId6" imgW="1752480" imgH="736560" progId="Equation.DSMT4">
                    <p:embed/>
                  </p:oleObj>
                </mc:Choice>
                <mc:Fallback>
                  <p:oleObj name="Equation" r:id="rId6" imgW="1752480" imgH="736560" progId="Equation.DSMT4">
                    <p:embed/>
                    <p:pic>
                      <p:nvPicPr>
                        <p:cNvPr id="0" name="Picture 1146"/>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1918725" y="1472258"/>
                          <a:ext cx="17526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647897077"/>
                </p:ext>
              </p:extLst>
            </p:nvPr>
          </p:nvGraphicFramePr>
          <p:xfrm>
            <a:off x="4323159" y="1474590"/>
            <a:ext cx="2565400" cy="736600"/>
          </p:xfrm>
          <a:graphic>
            <a:graphicData uri="http://schemas.openxmlformats.org/presentationml/2006/ole">
              <mc:AlternateContent xmlns:mc="http://schemas.openxmlformats.org/markup-compatibility/2006">
                <mc:Choice xmlns:v="urn:schemas-microsoft-com:vml" Requires="v">
                  <p:oleObj spid="_x0000_s159180" name="Equation" r:id="rId8" imgW="2565360" imgH="736560" progId="Equation.DSMT4">
                    <p:embed/>
                  </p:oleObj>
                </mc:Choice>
                <mc:Fallback>
                  <p:oleObj name="Equation" r:id="rId8" imgW="2565360" imgH="736560" progId="Equation.DSMT4">
                    <p:embed/>
                    <p:pic>
                      <p:nvPicPr>
                        <p:cNvPr id="0" name="Picture 1147"/>
                        <p:cNvPicPr>
                          <a:picLocks noChangeAspect="1" noChangeArrowheads="1"/>
                        </p:cNvPicPr>
                        <p:nvPr/>
                      </p:nvPicPr>
                      <p:blipFill>
                        <a:blip r:embed="rId9">
                          <a:grayscl/>
                          <a:biLevel thresh="50000"/>
                        </a:blip>
                        <a:srcRect/>
                        <a:stretch>
                          <a:fillRect/>
                        </a:stretch>
                      </p:blipFill>
                      <p:spPr bwMode="auto">
                        <a:xfrm>
                          <a:off x="4323159" y="1474590"/>
                          <a:ext cx="25654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6" name="组合 15"/>
          <p:cNvGrpSpPr/>
          <p:nvPr/>
        </p:nvGrpSpPr>
        <p:grpSpPr>
          <a:xfrm>
            <a:off x="1426195" y="2779042"/>
            <a:ext cx="4536430" cy="461665"/>
            <a:chOff x="1141760" y="3046461"/>
            <a:chExt cx="4536430" cy="461665"/>
          </a:xfrm>
        </p:grpSpPr>
        <p:grpSp>
          <p:nvGrpSpPr>
            <p:cNvPr id="17" name="组合 16"/>
            <p:cNvGrpSpPr/>
            <p:nvPr/>
          </p:nvGrpSpPr>
          <p:grpSpPr>
            <a:xfrm>
              <a:off x="1141760" y="3046461"/>
              <a:ext cx="4536430" cy="461665"/>
              <a:chOff x="637630" y="1639713"/>
              <a:chExt cx="4536430" cy="461665"/>
            </a:xfrm>
          </p:grpSpPr>
          <p:sp>
            <p:nvSpPr>
              <p:cNvPr id="19"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637630" y="1639713"/>
                <a:ext cx="45364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又函数       在点     连续</a:t>
                </a:r>
                <a:r>
                  <a:rPr kumimoji="1" lang="en-US" altLang="zh-CN" sz="2400" b="1" dirty="0">
                    <a:latin typeface="+mn-ea"/>
                    <a:ea typeface="+mn-ea"/>
                  </a:rPr>
                  <a:t>,</a:t>
                </a:r>
                <a:endParaRPr kumimoji="1" lang="zh-CN" altLang="en-US" sz="2400" b="1" dirty="0">
                  <a:latin typeface="+mn-ea"/>
                  <a:ea typeface="+mn-ea"/>
                </a:endParaRPr>
              </a:p>
            </p:txBody>
          </p:sp>
          <p:graphicFrame>
            <p:nvGraphicFramePr>
              <p:cNvPr id="20"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1336129128"/>
                  </p:ext>
                </p:extLst>
              </p:nvPr>
            </p:nvGraphicFramePr>
            <p:xfrm>
              <a:off x="1667955" y="1706960"/>
              <a:ext cx="1079500" cy="342900"/>
            </p:xfrm>
            <a:graphic>
              <a:graphicData uri="http://schemas.openxmlformats.org/presentationml/2006/ole">
                <mc:AlternateContent xmlns:mc="http://schemas.openxmlformats.org/markup-compatibility/2006">
                  <mc:Choice xmlns:v="urn:schemas-microsoft-com:vml" Requires="v">
                    <p:oleObj spid="_x0000_s159181" name="Equation" r:id="rId10" imgW="1079280" imgH="342720" progId="Equation.DSMT4">
                      <p:embed/>
                    </p:oleObj>
                  </mc:Choice>
                  <mc:Fallback>
                    <p:oleObj name="Equation" r:id="rId10" imgW="1079280" imgH="342720" progId="Equation.DSMT4">
                      <p:embed/>
                      <p:pic>
                        <p:nvPicPr>
                          <p:cNvPr id="0" name="Picture 1148"/>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1667955" y="1706960"/>
                            <a:ext cx="10795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8"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514162669"/>
                </p:ext>
              </p:extLst>
            </p:nvPr>
          </p:nvGraphicFramePr>
          <p:xfrm>
            <a:off x="3933131" y="3196010"/>
            <a:ext cx="635000" cy="215900"/>
          </p:xfrm>
          <a:graphic>
            <a:graphicData uri="http://schemas.openxmlformats.org/presentationml/2006/ole">
              <mc:AlternateContent xmlns:mc="http://schemas.openxmlformats.org/markup-compatibility/2006">
                <mc:Choice xmlns:v="urn:schemas-microsoft-com:vml" Requires="v">
                  <p:oleObj spid="_x0000_s159182" name="Equation" r:id="rId12" imgW="634680" imgH="215640" progId="Equation.DSMT4">
                    <p:embed/>
                  </p:oleObj>
                </mc:Choice>
                <mc:Fallback>
                  <p:oleObj name="Equation" r:id="rId12" imgW="634680" imgH="215640" progId="Equation.DSMT4">
                    <p:embed/>
                    <p:pic>
                      <p:nvPicPr>
                        <p:cNvPr id="0" name="Picture 1149"/>
                        <p:cNvPicPr>
                          <a:picLocks noChangeAspect="1" noChangeArrowheads="1"/>
                        </p:cNvPicPr>
                        <p:nvPr/>
                      </p:nvPicPr>
                      <p:blipFill>
                        <a:blip r:embed="rId13">
                          <a:grayscl/>
                          <a:biLevel thresh="50000"/>
                        </a:blip>
                        <a:srcRect/>
                        <a:stretch>
                          <a:fillRect/>
                        </a:stretch>
                      </p:blipFill>
                      <p:spPr bwMode="auto">
                        <a:xfrm>
                          <a:off x="3933131" y="3196010"/>
                          <a:ext cx="6350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1"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799768565"/>
              </p:ext>
            </p:extLst>
          </p:nvPr>
        </p:nvGraphicFramePr>
        <p:xfrm>
          <a:off x="3153941" y="1841153"/>
          <a:ext cx="1866900" cy="736600"/>
        </p:xfrm>
        <a:graphic>
          <a:graphicData uri="http://schemas.openxmlformats.org/presentationml/2006/ole">
            <mc:AlternateContent xmlns:mc="http://schemas.openxmlformats.org/markup-compatibility/2006">
              <mc:Choice xmlns:v="urn:schemas-microsoft-com:vml" Requires="v">
                <p:oleObj spid="_x0000_s159183" name="Equation" r:id="rId14" imgW="1866600" imgH="736560" progId="Equation.DSMT4">
                  <p:embed/>
                </p:oleObj>
              </mc:Choice>
              <mc:Fallback>
                <p:oleObj name="Equation" r:id="rId14" imgW="1866600" imgH="736560" progId="Equation.DSMT4">
                  <p:embed/>
                  <p:pic>
                    <p:nvPicPr>
                      <p:cNvPr id="0" name="Picture 1150"/>
                      <p:cNvPicPr>
                        <a:picLocks noChangeAspect="1" noChangeArrowheads="1"/>
                      </p:cNvPicPr>
                      <p:nvPr/>
                    </p:nvPicPr>
                    <p:blipFill>
                      <a:blip r:embed="rId15">
                        <a:grayscl/>
                        <a:biLevel thresh="50000"/>
                      </a:blip>
                      <a:srcRect/>
                      <a:stretch>
                        <a:fillRect/>
                      </a:stretch>
                    </p:blipFill>
                    <p:spPr bwMode="auto">
                      <a:xfrm>
                        <a:off x="3153941" y="1841153"/>
                        <a:ext cx="18669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823938999"/>
              </p:ext>
            </p:extLst>
          </p:nvPr>
        </p:nvGraphicFramePr>
        <p:xfrm>
          <a:off x="2005606" y="3632154"/>
          <a:ext cx="1727200" cy="736600"/>
        </p:xfrm>
        <a:graphic>
          <a:graphicData uri="http://schemas.openxmlformats.org/presentationml/2006/ole">
            <mc:AlternateContent xmlns:mc="http://schemas.openxmlformats.org/markup-compatibility/2006">
              <mc:Choice xmlns:v="urn:schemas-microsoft-com:vml" Requires="v">
                <p:oleObj spid="_x0000_s159184" name="Equation" r:id="rId16" imgW="1726920" imgH="736560" progId="Equation.DSMT4">
                  <p:embed/>
                </p:oleObj>
              </mc:Choice>
              <mc:Fallback>
                <p:oleObj name="Equation" r:id="rId16" imgW="1726920" imgH="736560" progId="Equation.DSMT4">
                  <p:embed/>
                  <p:pic>
                    <p:nvPicPr>
                      <p:cNvPr id="0" name="Picture 1151"/>
                      <p:cNvPicPr>
                        <a:picLocks noChangeAspect="1" noChangeArrowheads="1"/>
                      </p:cNvPicPr>
                      <p:nvPr/>
                    </p:nvPicPr>
                    <p:blipFill>
                      <a:blip r:embed="rId17">
                        <a:grayscl/>
                        <a:biLevel thresh="50000"/>
                      </a:blip>
                      <a:srcRect/>
                      <a:stretch>
                        <a:fillRect/>
                      </a:stretch>
                    </p:blipFill>
                    <p:spPr bwMode="auto">
                      <a:xfrm>
                        <a:off x="2005606" y="3632154"/>
                        <a:ext cx="17272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023045352"/>
              </p:ext>
            </p:extLst>
          </p:nvPr>
        </p:nvGraphicFramePr>
        <p:xfrm>
          <a:off x="6116216" y="3860453"/>
          <a:ext cx="863600" cy="279400"/>
        </p:xfrm>
        <a:graphic>
          <a:graphicData uri="http://schemas.openxmlformats.org/presentationml/2006/ole">
            <mc:AlternateContent xmlns:mc="http://schemas.openxmlformats.org/markup-compatibility/2006">
              <mc:Choice xmlns:v="urn:schemas-microsoft-com:vml" Requires="v">
                <p:oleObj spid="_x0000_s159185" name="Equation" r:id="rId18" imgW="863280" imgH="279360" progId="Equation.DSMT4">
                  <p:embed/>
                </p:oleObj>
              </mc:Choice>
              <mc:Fallback>
                <p:oleObj name="Equation" r:id="rId18" imgW="863280" imgH="279360" progId="Equation.DSMT4">
                  <p:embed/>
                  <p:pic>
                    <p:nvPicPr>
                      <p:cNvPr id="0" name="Picture 1153"/>
                      <p:cNvPicPr>
                        <a:picLocks noChangeAspect="1" noChangeArrowheads="1"/>
                      </p:cNvPicPr>
                      <p:nvPr/>
                    </p:nvPicPr>
                    <p:blipFill>
                      <a:blip r:embed="rId19">
                        <a:grayscl/>
                        <a:biLevel thresh="50000"/>
                      </a:blip>
                      <a:srcRect/>
                      <a:stretch>
                        <a:fillRect/>
                      </a:stretch>
                    </p:blipFill>
                    <p:spPr bwMode="auto">
                      <a:xfrm>
                        <a:off x="6116216" y="3860453"/>
                        <a:ext cx="8636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1429542" y="3781413"/>
            <a:ext cx="7019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故</a:t>
            </a:r>
            <a:endParaRPr kumimoji="1" lang="zh-CN" altLang="en-US" sz="2400" b="1" dirty="0">
              <a:latin typeface="+mn-ea"/>
              <a:ea typeface="+mn-ea"/>
            </a:endParaRPr>
          </a:p>
        </p:txBody>
      </p:sp>
      <p:graphicFrame>
        <p:nvGraphicFramePr>
          <p:cNvPr id="2" name="对象 1">
            <a:extLst>
              <a:ext uri="{FF2B5EF4-FFF2-40B4-BE49-F238E27FC236}">
                <a16:creationId xmlns:a16="http://schemas.microsoft.com/office/drawing/2014/main" id="{52237C43-B585-44B4-BC58-0F0193A08B33}"/>
              </a:ext>
            </a:extLst>
          </p:cNvPr>
          <p:cNvGraphicFramePr>
            <a:graphicFrameLocks noChangeAspect="1"/>
          </p:cNvGraphicFramePr>
          <p:nvPr>
            <p:extLst>
              <p:ext uri="{D42A27DB-BD31-4B8C-83A1-F6EECF244321}">
                <p14:modId xmlns:p14="http://schemas.microsoft.com/office/powerpoint/2010/main" val="4075945434"/>
              </p:ext>
            </p:extLst>
          </p:nvPr>
        </p:nvGraphicFramePr>
        <p:xfrm>
          <a:off x="3736610" y="3614528"/>
          <a:ext cx="2273300" cy="812800"/>
        </p:xfrm>
        <a:graphic>
          <a:graphicData uri="http://schemas.openxmlformats.org/presentationml/2006/ole">
            <mc:AlternateContent xmlns:mc="http://schemas.openxmlformats.org/markup-compatibility/2006">
              <mc:Choice xmlns:v="urn:schemas-microsoft-com:vml" Requires="v">
                <p:oleObj spid="_x0000_s159186" name="Equation" r:id="rId20" imgW="2273040" imgH="812520" progId="Equation.DSMT4">
                  <p:embed/>
                </p:oleObj>
              </mc:Choice>
              <mc:Fallback>
                <p:oleObj name="Equation" r:id="rId20" imgW="2273040" imgH="812520" progId="Equation.DSMT4">
                  <p:embed/>
                  <p:pic>
                    <p:nvPicPr>
                      <p:cNvPr id="0" name=""/>
                      <p:cNvPicPr/>
                      <p:nvPr/>
                    </p:nvPicPr>
                    <p:blipFill>
                      <a:blip r:embed="rId21"/>
                      <a:stretch>
                        <a:fillRect/>
                      </a:stretch>
                    </p:blipFill>
                    <p:spPr>
                      <a:xfrm>
                        <a:off x="3736610" y="3614528"/>
                        <a:ext cx="2273300" cy="812800"/>
                      </a:xfrm>
                      <a:prstGeom prst="rect">
                        <a:avLst/>
                      </a:prstGeom>
                    </p:spPr>
                  </p:pic>
                </p:oleObj>
              </mc:Fallback>
            </mc:AlternateContent>
          </a:graphicData>
        </a:graphic>
      </p:graphicFrame>
    </p:spTree>
    <p:extLst>
      <p:ext uri="{BB962C8B-B14F-4D97-AF65-F5344CB8AC3E}">
        <p14:creationId xmlns:p14="http://schemas.microsoft.com/office/powerpoint/2010/main" val="3769670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3">
            <a:extLst>
              <a:ext uri="{FF2B5EF4-FFF2-40B4-BE49-F238E27FC236}">
                <a16:creationId xmlns:a16="http://schemas.microsoft.com/office/drawing/2014/main" id="{E902F2D6-2287-4DCA-95AC-7EAB6C6DFA1D}"/>
              </a:ext>
            </a:extLst>
          </p:cNvPr>
          <p:cNvSpPr txBox="1">
            <a:spLocks noChangeArrowheads="1"/>
          </p:cNvSpPr>
          <p:nvPr/>
        </p:nvSpPr>
        <p:spPr bwMode="auto">
          <a:xfrm>
            <a:off x="3635855" y="2305247"/>
            <a:ext cx="2286000"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latin typeface="+mn-ea"/>
                <a:ea typeface="+mn-ea"/>
              </a:rPr>
              <a:t>则复合函数</a:t>
            </a:r>
          </a:p>
        </p:txBody>
      </p:sp>
      <p:graphicFrame>
        <p:nvGraphicFramePr>
          <p:cNvPr id="11" name="Object 24">
            <a:extLst>
              <a:ext uri="{FF2B5EF4-FFF2-40B4-BE49-F238E27FC236}">
                <a16:creationId xmlns:a16="http://schemas.microsoft.com/office/drawing/2014/main" id="{2623356E-1703-42F8-95F0-BBD705C87669}"/>
              </a:ext>
            </a:extLst>
          </p:cNvPr>
          <p:cNvGraphicFramePr>
            <a:graphicFrameLocks noChangeAspect="1"/>
          </p:cNvGraphicFramePr>
          <p:nvPr>
            <p:extLst>
              <p:ext uri="{D42A27DB-BD31-4B8C-83A1-F6EECF244321}">
                <p14:modId xmlns:p14="http://schemas.microsoft.com/office/powerpoint/2010/main" val="3361283383"/>
              </p:ext>
            </p:extLst>
          </p:nvPr>
        </p:nvGraphicFramePr>
        <p:xfrm>
          <a:off x="5347199" y="2498075"/>
          <a:ext cx="1528762" cy="357188"/>
        </p:xfrm>
        <a:graphic>
          <a:graphicData uri="http://schemas.openxmlformats.org/presentationml/2006/ole">
            <mc:AlternateContent xmlns:mc="http://schemas.openxmlformats.org/markup-compatibility/2006">
              <mc:Choice xmlns:v="urn:schemas-microsoft-com:vml" Requires="v">
                <p:oleObj spid="_x0000_s160672" name="Equation" r:id="rId4" imgW="1511280" imgH="342720" progId="Equation.DSMT4">
                  <p:embed/>
                </p:oleObj>
              </mc:Choice>
              <mc:Fallback>
                <p:oleObj name="Equation" r:id="rId4" imgW="1511280" imgH="342720" progId="Equation.DSMT4">
                  <p:embed/>
                  <p:pic>
                    <p:nvPicPr>
                      <p:cNvPr id="0" name="Picture 1301"/>
                      <p:cNvPicPr>
                        <a:picLocks noChangeAspect="1" noChangeArrowheads="1"/>
                      </p:cNvPicPr>
                      <p:nvPr/>
                    </p:nvPicPr>
                    <p:blipFill>
                      <a:blip r:embed="rId5">
                        <a:grayscl/>
                        <a:biLevel thresh="50000"/>
                      </a:blip>
                      <a:srcRect/>
                      <a:stretch>
                        <a:fillRect/>
                      </a:stretch>
                    </p:blipFill>
                    <p:spPr bwMode="auto">
                      <a:xfrm>
                        <a:off x="5347199" y="2498075"/>
                        <a:ext cx="1528762"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 name="组合 21"/>
          <p:cNvGrpSpPr/>
          <p:nvPr/>
        </p:nvGrpSpPr>
        <p:grpSpPr>
          <a:xfrm>
            <a:off x="6807263" y="2337678"/>
            <a:ext cx="2427957" cy="646331"/>
            <a:chOff x="1346557" y="7744"/>
            <a:chExt cx="2427957" cy="646331"/>
          </a:xfrm>
        </p:grpSpPr>
        <p:sp>
          <p:nvSpPr>
            <p:cNvPr id="23" name="Text Box 12">
              <a:extLst>
                <a:ext uri="{FF2B5EF4-FFF2-40B4-BE49-F238E27FC236}">
                  <a16:creationId xmlns:a16="http://schemas.microsoft.com/office/drawing/2014/main" id="{1114052A-23C5-4721-B250-7E23EE5D6A24}"/>
                </a:ext>
              </a:extLst>
            </p:cNvPr>
            <p:cNvSpPr txBox="1">
              <a:spLocks noChangeArrowheads="1"/>
            </p:cNvSpPr>
            <p:nvPr/>
          </p:nvSpPr>
          <p:spPr bwMode="auto">
            <a:xfrm>
              <a:off x="1346557" y="7744"/>
              <a:ext cx="24279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latin typeface="+mn-ea"/>
                  <a:ea typeface="+mn-ea"/>
                </a:rPr>
                <a:t>在点  也连续</a:t>
              </a:r>
              <a:r>
                <a:rPr kumimoji="1" lang="en-US" altLang="zh-CN" sz="2400" b="1" dirty="0">
                  <a:latin typeface="+mn-ea"/>
                  <a:ea typeface="+mn-ea"/>
                </a:rPr>
                <a:t>.</a:t>
              </a:r>
              <a:endParaRPr kumimoji="1" lang="zh-CN" altLang="en-US" sz="2400" b="1" dirty="0">
                <a:latin typeface="+mn-ea"/>
                <a:ea typeface="+mn-ea"/>
              </a:endParaRPr>
            </a:p>
          </p:txBody>
        </p:sp>
        <p:graphicFrame>
          <p:nvGraphicFramePr>
            <p:cNvPr id="25"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397163328"/>
                </p:ext>
              </p:extLst>
            </p:nvPr>
          </p:nvGraphicFramePr>
          <p:xfrm>
            <a:off x="2102988" y="140158"/>
            <a:ext cx="282575" cy="393700"/>
          </p:xfrm>
          <a:graphic>
            <a:graphicData uri="http://schemas.openxmlformats.org/presentationml/2006/ole">
              <mc:AlternateContent xmlns:mc="http://schemas.openxmlformats.org/markup-compatibility/2006">
                <mc:Choice xmlns:v="urn:schemas-microsoft-com:vml" Requires="v">
                  <p:oleObj spid="_x0000_s160673" name="Equation" r:id="rId6" imgW="279360" imgH="380880" progId="Equation.DSMT4">
                    <p:embed/>
                  </p:oleObj>
                </mc:Choice>
                <mc:Fallback>
                  <p:oleObj name="Equation" r:id="rId6" imgW="279360" imgH="380880" progId="Equation.DSMT4">
                    <p:embed/>
                    <p:pic>
                      <p:nvPicPr>
                        <p:cNvPr id="0" name="Picture 1307"/>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2102988" y="140158"/>
                          <a:ext cx="282575"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4" name="Text Box 4">
            <a:extLst>
              <a:ext uri="{FF2B5EF4-FFF2-40B4-BE49-F238E27FC236}">
                <a16:creationId xmlns:a16="http://schemas.microsoft.com/office/drawing/2014/main" id="{82CD861C-BD09-491C-810E-B32FA75454B8}"/>
              </a:ext>
            </a:extLst>
          </p:cNvPr>
          <p:cNvSpPr txBox="1">
            <a:spLocks noChangeArrowheads="1"/>
          </p:cNvSpPr>
          <p:nvPr/>
        </p:nvSpPr>
        <p:spPr bwMode="auto">
          <a:xfrm>
            <a:off x="903784" y="359877"/>
            <a:ext cx="1287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问题</a:t>
            </a:r>
          </a:p>
        </p:txBody>
      </p:sp>
      <p:sp>
        <p:nvSpPr>
          <p:cNvPr id="26" name="Text Box 4">
            <a:extLst>
              <a:ext uri="{FF2B5EF4-FFF2-40B4-BE49-F238E27FC236}">
                <a16:creationId xmlns:a16="http://schemas.microsoft.com/office/drawing/2014/main" id="{82CD861C-BD09-491C-810E-B32FA75454B8}"/>
              </a:ext>
            </a:extLst>
          </p:cNvPr>
          <p:cNvSpPr txBox="1">
            <a:spLocks noChangeArrowheads="1"/>
          </p:cNvSpPr>
          <p:nvPr/>
        </p:nvSpPr>
        <p:spPr bwMode="auto">
          <a:xfrm>
            <a:off x="5980771" y="397400"/>
            <a:ext cx="27846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solidFill>
                  <a:srgbClr val="0064FF"/>
                </a:solidFill>
                <a:latin typeface="+mn-ea"/>
                <a:ea typeface="+mn-ea"/>
              </a:rPr>
              <a:t>结论又如何？</a:t>
            </a:r>
          </a:p>
        </p:txBody>
      </p:sp>
      <p:sp>
        <p:nvSpPr>
          <p:cNvPr id="28" name="Text Box 4">
            <a:extLst>
              <a:ext uri="{FF2B5EF4-FFF2-40B4-BE49-F238E27FC236}">
                <a16:creationId xmlns:a16="http://schemas.microsoft.com/office/drawing/2014/main" id="{82CD861C-BD09-491C-810E-B32FA75454B8}"/>
              </a:ext>
            </a:extLst>
          </p:cNvPr>
          <p:cNvSpPr txBox="1">
            <a:spLocks noChangeArrowheads="1"/>
          </p:cNvSpPr>
          <p:nvPr/>
        </p:nvSpPr>
        <p:spPr bwMode="auto">
          <a:xfrm>
            <a:off x="1837238" y="365051"/>
            <a:ext cx="1798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lang="zh-CN" altLang="en-US" sz="2400" b="1" dirty="0">
                <a:latin typeface="+mn-ea"/>
                <a:ea typeface="+mn-ea"/>
              </a:rPr>
              <a:t>在定理</a:t>
            </a:r>
            <a:r>
              <a:rPr lang="en-US" altLang="zh-CN" sz="2400" b="1" dirty="0">
                <a:latin typeface="+mn-ea"/>
                <a:ea typeface="+mn-ea"/>
              </a:rPr>
              <a:t>3</a:t>
            </a:r>
            <a:r>
              <a:rPr lang="zh-CN" altLang="en-US" sz="2400" b="1" dirty="0">
                <a:latin typeface="+mn-ea"/>
                <a:ea typeface="+mn-ea"/>
              </a:rPr>
              <a:t>中</a:t>
            </a:r>
          </a:p>
        </p:txBody>
      </p:sp>
      <p:sp>
        <p:nvSpPr>
          <p:cNvPr id="48" name="Text Box 2">
            <a:extLst>
              <a:ext uri="{FF2B5EF4-FFF2-40B4-BE49-F238E27FC236}">
                <a16:creationId xmlns:a16="http://schemas.microsoft.com/office/drawing/2014/main" id="{668226BA-458B-4001-BE44-A1506D9227B3}"/>
              </a:ext>
            </a:extLst>
          </p:cNvPr>
          <p:cNvSpPr txBox="1">
            <a:spLocks noChangeArrowheads="1"/>
          </p:cNvSpPr>
          <p:nvPr/>
        </p:nvSpPr>
        <p:spPr bwMode="auto">
          <a:xfrm>
            <a:off x="905026" y="1152238"/>
            <a:ext cx="12239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1050925" indent="-1050925">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solidFill>
                  <a:srgbClr val="0064FF"/>
                </a:solidFill>
                <a:latin typeface="+mn-ea"/>
                <a:ea typeface="+mn-ea"/>
              </a:rPr>
              <a:t>定理</a:t>
            </a:r>
            <a:r>
              <a:rPr lang="en-US" altLang="zh-CN" sz="2400" b="1" dirty="0">
                <a:solidFill>
                  <a:srgbClr val="0064FF"/>
                </a:solidFill>
                <a:latin typeface="+mn-ea"/>
                <a:ea typeface="+mn-ea"/>
              </a:rPr>
              <a:t>4</a:t>
            </a:r>
            <a:endParaRPr lang="zh-CN" altLang="en-US" sz="2400" b="1" dirty="0">
              <a:solidFill>
                <a:srgbClr val="0064FF"/>
              </a:solidFill>
              <a:latin typeface="+mn-ea"/>
              <a:ea typeface="+mn-ea"/>
            </a:endParaRPr>
          </a:p>
        </p:txBody>
      </p:sp>
      <p:sp>
        <p:nvSpPr>
          <p:cNvPr id="51"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1861421" y="1170394"/>
            <a:ext cx="11087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设函数</a:t>
            </a:r>
          </a:p>
        </p:txBody>
      </p:sp>
      <p:graphicFrame>
        <p:nvGraphicFramePr>
          <p:cNvPr id="52" name="对象 51"/>
          <p:cNvGraphicFramePr>
            <a:graphicFrameLocks noChangeAspect="1"/>
          </p:cNvGraphicFramePr>
          <p:nvPr>
            <p:extLst>
              <p:ext uri="{D42A27DB-BD31-4B8C-83A1-F6EECF244321}">
                <p14:modId xmlns:p14="http://schemas.microsoft.com/office/powerpoint/2010/main" val="4160143204"/>
              </p:ext>
            </p:extLst>
          </p:nvPr>
        </p:nvGraphicFramePr>
        <p:xfrm>
          <a:off x="2881363" y="1250689"/>
          <a:ext cx="1473200" cy="342900"/>
        </p:xfrm>
        <a:graphic>
          <a:graphicData uri="http://schemas.openxmlformats.org/presentationml/2006/ole">
            <mc:AlternateContent xmlns:mc="http://schemas.openxmlformats.org/markup-compatibility/2006">
              <mc:Choice xmlns:v="urn:schemas-microsoft-com:vml" Requires="v">
                <p:oleObj spid="_x0000_s160674" name="Equation" r:id="rId8" imgW="1473120" imgH="342720" progId="Equation.DSMT4">
                  <p:embed/>
                </p:oleObj>
              </mc:Choice>
              <mc:Fallback>
                <p:oleObj name="Equation" r:id="rId8" imgW="1473120" imgH="342720" progId="Equation.DSMT4">
                  <p:embed/>
                  <p:pic>
                    <p:nvPicPr>
                      <p:cNvPr id="9" name="对象 8"/>
                      <p:cNvPicPr/>
                      <p:nvPr/>
                    </p:nvPicPr>
                    <p:blipFill>
                      <a:blip r:embed="rId9"/>
                      <a:stretch>
                        <a:fillRect/>
                      </a:stretch>
                    </p:blipFill>
                    <p:spPr>
                      <a:xfrm>
                        <a:off x="2881363" y="1250689"/>
                        <a:ext cx="1473200" cy="342900"/>
                      </a:xfrm>
                      <a:prstGeom prst="rect">
                        <a:avLst/>
                      </a:prstGeom>
                    </p:spPr>
                  </p:pic>
                </p:oleObj>
              </mc:Fallback>
            </mc:AlternateContent>
          </a:graphicData>
        </a:graphic>
      </p:graphicFrame>
      <p:sp>
        <p:nvSpPr>
          <p:cNvPr id="53"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4285186" y="1170393"/>
            <a:ext cx="11087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由函数</a:t>
            </a:r>
          </a:p>
        </p:txBody>
      </p:sp>
      <p:graphicFrame>
        <p:nvGraphicFramePr>
          <p:cNvPr id="54" name="对象 53"/>
          <p:cNvGraphicFramePr>
            <a:graphicFrameLocks noChangeAspect="1"/>
          </p:cNvGraphicFramePr>
          <p:nvPr>
            <p:extLst>
              <p:ext uri="{D42A27DB-BD31-4B8C-83A1-F6EECF244321}">
                <p14:modId xmlns:p14="http://schemas.microsoft.com/office/powerpoint/2010/main" val="280563060"/>
              </p:ext>
            </p:extLst>
          </p:nvPr>
        </p:nvGraphicFramePr>
        <p:xfrm>
          <a:off x="5386388" y="1250688"/>
          <a:ext cx="1066800" cy="342900"/>
        </p:xfrm>
        <a:graphic>
          <a:graphicData uri="http://schemas.openxmlformats.org/presentationml/2006/ole">
            <mc:AlternateContent xmlns:mc="http://schemas.openxmlformats.org/markup-compatibility/2006">
              <mc:Choice xmlns:v="urn:schemas-microsoft-com:vml" Requires="v">
                <p:oleObj spid="_x0000_s160675" name="Equation" r:id="rId10" imgW="1066680" imgH="342720" progId="Equation.DSMT4">
                  <p:embed/>
                </p:oleObj>
              </mc:Choice>
              <mc:Fallback>
                <p:oleObj name="Equation" r:id="rId10" imgW="1066680" imgH="342720" progId="Equation.DSMT4">
                  <p:embed/>
                  <p:pic>
                    <p:nvPicPr>
                      <p:cNvPr id="21" name="对象 20"/>
                      <p:cNvPicPr/>
                      <p:nvPr/>
                    </p:nvPicPr>
                    <p:blipFill>
                      <a:blip r:embed="rId11"/>
                      <a:stretch>
                        <a:fillRect/>
                      </a:stretch>
                    </p:blipFill>
                    <p:spPr>
                      <a:xfrm>
                        <a:off x="5386388" y="1250688"/>
                        <a:ext cx="1066800" cy="342900"/>
                      </a:xfrm>
                      <a:prstGeom prst="rect">
                        <a:avLst/>
                      </a:prstGeom>
                    </p:spPr>
                  </p:pic>
                </p:oleObj>
              </mc:Fallback>
            </mc:AlternateContent>
          </a:graphicData>
        </a:graphic>
      </p:graphicFrame>
      <p:sp>
        <p:nvSpPr>
          <p:cNvPr id="55"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6423571" y="1155167"/>
            <a:ext cx="11087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与函数</a:t>
            </a:r>
          </a:p>
        </p:txBody>
      </p:sp>
      <p:graphicFrame>
        <p:nvGraphicFramePr>
          <p:cNvPr id="56" name="对象 55"/>
          <p:cNvGraphicFramePr>
            <a:graphicFrameLocks noChangeAspect="1"/>
          </p:cNvGraphicFramePr>
          <p:nvPr>
            <p:extLst>
              <p:ext uri="{D42A27DB-BD31-4B8C-83A1-F6EECF244321}">
                <p14:modId xmlns:p14="http://schemas.microsoft.com/office/powerpoint/2010/main" val="1799570032"/>
              </p:ext>
            </p:extLst>
          </p:nvPr>
        </p:nvGraphicFramePr>
        <p:xfrm>
          <a:off x="7461322" y="1243784"/>
          <a:ext cx="1104900" cy="342900"/>
        </p:xfrm>
        <a:graphic>
          <a:graphicData uri="http://schemas.openxmlformats.org/presentationml/2006/ole">
            <mc:AlternateContent xmlns:mc="http://schemas.openxmlformats.org/markup-compatibility/2006">
              <mc:Choice xmlns:v="urn:schemas-microsoft-com:vml" Requires="v">
                <p:oleObj spid="_x0000_s160676" name="Equation" r:id="rId12" imgW="1104840" imgH="342720" progId="Equation.DSMT4">
                  <p:embed/>
                </p:oleObj>
              </mc:Choice>
              <mc:Fallback>
                <p:oleObj name="Equation" r:id="rId12" imgW="1104840" imgH="342720" progId="Equation.DSMT4">
                  <p:embed/>
                  <p:pic>
                    <p:nvPicPr>
                      <p:cNvPr id="23" name="对象 22"/>
                      <p:cNvPicPr/>
                      <p:nvPr/>
                    </p:nvPicPr>
                    <p:blipFill>
                      <a:blip r:embed="rId13"/>
                      <a:stretch>
                        <a:fillRect/>
                      </a:stretch>
                    </p:blipFill>
                    <p:spPr>
                      <a:xfrm>
                        <a:off x="7461322" y="1243784"/>
                        <a:ext cx="1104900" cy="342900"/>
                      </a:xfrm>
                      <a:prstGeom prst="rect">
                        <a:avLst/>
                      </a:prstGeom>
                    </p:spPr>
                  </p:pic>
                </p:oleObj>
              </mc:Fallback>
            </mc:AlternateContent>
          </a:graphicData>
        </a:graphic>
      </p:graphicFrame>
      <p:sp>
        <p:nvSpPr>
          <p:cNvPr id="57"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389695" y="1767143"/>
            <a:ext cx="1551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复合而成，</a:t>
            </a:r>
          </a:p>
        </p:txBody>
      </p:sp>
      <p:graphicFrame>
        <p:nvGraphicFramePr>
          <p:cNvPr id="58" name="对象 57"/>
          <p:cNvGraphicFramePr>
            <a:graphicFrameLocks noChangeAspect="1"/>
          </p:cNvGraphicFramePr>
          <p:nvPr>
            <p:extLst>
              <p:ext uri="{D42A27DB-BD31-4B8C-83A1-F6EECF244321}">
                <p14:modId xmlns:p14="http://schemas.microsoft.com/office/powerpoint/2010/main" val="3093715516"/>
              </p:ext>
            </p:extLst>
          </p:nvPr>
        </p:nvGraphicFramePr>
        <p:xfrm>
          <a:off x="1897063" y="1854200"/>
          <a:ext cx="1714500" cy="419100"/>
        </p:xfrm>
        <a:graphic>
          <a:graphicData uri="http://schemas.openxmlformats.org/presentationml/2006/ole">
            <mc:AlternateContent xmlns:mc="http://schemas.openxmlformats.org/markup-compatibility/2006">
              <mc:Choice xmlns:v="urn:schemas-microsoft-com:vml" Requires="v">
                <p:oleObj spid="_x0000_s160677" name="Equation" r:id="rId14" imgW="1714320" imgH="419040" progId="Equation.DSMT4">
                  <p:embed/>
                </p:oleObj>
              </mc:Choice>
              <mc:Fallback>
                <p:oleObj name="Equation" r:id="rId14" imgW="1714320" imgH="419040" progId="Equation.DSMT4">
                  <p:embed/>
                  <p:pic>
                    <p:nvPicPr>
                      <p:cNvPr id="10" name="对象 9"/>
                      <p:cNvPicPr/>
                      <p:nvPr/>
                    </p:nvPicPr>
                    <p:blipFill>
                      <a:blip r:embed="rId15"/>
                      <a:stretch>
                        <a:fillRect/>
                      </a:stretch>
                    </p:blipFill>
                    <p:spPr>
                      <a:xfrm>
                        <a:off x="1897063" y="1854200"/>
                        <a:ext cx="1714500" cy="419100"/>
                      </a:xfrm>
                      <a:prstGeom prst="rect">
                        <a:avLst/>
                      </a:prstGeom>
                    </p:spPr>
                  </p:pic>
                </p:oleObj>
              </mc:Fallback>
            </mc:AlternateContent>
          </a:graphicData>
        </a:graphic>
      </p:graphicFrame>
      <p:sp>
        <p:nvSpPr>
          <p:cNvPr id="59"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2790914" y="2397240"/>
            <a:ext cx="10225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solidFill>
                  <a:srgbClr val="FF0000"/>
                </a:solidFill>
                <a:latin typeface="+mn-ea"/>
                <a:ea typeface="+mn-ea"/>
              </a:rPr>
              <a:t>连续</a:t>
            </a:r>
            <a:r>
              <a:rPr kumimoji="1" lang="zh-CN" altLang="en-US" sz="2400" b="1" dirty="0">
                <a:latin typeface="+mn-ea"/>
                <a:ea typeface="+mn-ea"/>
              </a:rPr>
              <a:t>，</a:t>
            </a:r>
          </a:p>
        </p:txBody>
      </p:sp>
      <p:sp>
        <p:nvSpPr>
          <p:cNvPr id="60"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3577458" y="1782599"/>
            <a:ext cx="551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若</a:t>
            </a:r>
          </a:p>
        </p:txBody>
      </p:sp>
      <p:sp>
        <p:nvSpPr>
          <p:cNvPr id="61"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389695" y="2415550"/>
            <a:ext cx="11087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函数</a:t>
            </a:r>
          </a:p>
        </p:txBody>
      </p:sp>
      <p:graphicFrame>
        <p:nvGraphicFramePr>
          <p:cNvPr id="62" name="对象 61"/>
          <p:cNvGraphicFramePr>
            <a:graphicFrameLocks noChangeAspect="1"/>
          </p:cNvGraphicFramePr>
          <p:nvPr>
            <p:extLst>
              <p:ext uri="{D42A27DB-BD31-4B8C-83A1-F6EECF244321}">
                <p14:modId xmlns:p14="http://schemas.microsoft.com/office/powerpoint/2010/main" val="2221030408"/>
              </p:ext>
            </p:extLst>
          </p:nvPr>
        </p:nvGraphicFramePr>
        <p:xfrm>
          <a:off x="1084006" y="2492549"/>
          <a:ext cx="1104900" cy="342900"/>
        </p:xfrm>
        <a:graphic>
          <a:graphicData uri="http://schemas.openxmlformats.org/presentationml/2006/ole">
            <mc:AlternateContent xmlns:mc="http://schemas.openxmlformats.org/markup-compatibility/2006">
              <mc:Choice xmlns:v="urn:schemas-microsoft-com:vml" Requires="v">
                <p:oleObj spid="_x0000_s160678" name="Equation" r:id="rId16" imgW="1104840" imgH="342720" progId="Equation.DSMT4">
                  <p:embed/>
                </p:oleObj>
              </mc:Choice>
              <mc:Fallback>
                <p:oleObj name="Equation" r:id="rId16" imgW="1104840" imgH="342720" progId="Equation.DSMT4">
                  <p:embed/>
                  <p:pic>
                    <p:nvPicPr>
                      <p:cNvPr id="28" name="对象 27"/>
                      <p:cNvPicPr/>
                      <p:nvPr/>
                    </p:nvPicPr>
                    <p:blipFill>
                      <a:blip r:embed="rId17"/>
                      <a:stretch>
                        <a:fillRect/>
                      </a:stretch>
                    </p:blipFill>
                    <p:spPr>
                      <a:xfrm>
                        <a:off x="1084006" y="2492549"/>
                        <a:ext cx="1104900" cy="342900"/>
                      </a:xfrm>
                      <a:prstGeom prst="rect">
                        <a:avLst/>
                      </a:prstGeom>
                    </p:spPr>
                  </p:pic>
                </p:oleObj>
              </mc:Fallback>
            </mc:AlternateContent>
          </a:graphicData>
        </a:graphic>
      </p:graphicFrame>
      <p:sp>
        <p:nvSpPr>
          <p:cNvPr id="63"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2119025" y="2393598"/>
            <a:ext cx="551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a:t>
            </a:r>
          </a:p>
        </p:txBody>
      </p:sp>
      <p:graphicFrame>
        <p:nvGraphicFramePr>
          <p:cNvPr id="64" name="对象 63"/>
          <p:cNvGraphicFramePr>
            <a:graphicFrameLocks noChangeAspect="1"/>
          </p:cNvGraphicFramePr>
          <p:nvPr>
            <p:extLst>
              <p:ext uri="{D42A27DB-BD31-4B8C-83A1-F6EECF244321}">
                <p14:modId xmlns:p14="http://schemas.microsoft.com/office/powerpoint/2010/main" val="1766433439"/>
              </p:ext>
            </p:extLst>
          </p:nvPr>
        </p:nvGraphicFramePr>
        <p:xfrm>
          <a:off x="2550520" y="2419731"/>
          <a:ext cx="279400" cy="381000"/>
        </p:xfrm>
        <a:graphic>
          <a:graphicData uri="http://schemas.openxmlformats.org/presentationml/2006/ole">
            <mc:AlternateContent xmlns:mc="http://schemas.openxmlformats.org/markup-compatibility/2006">
              <mc:Choice xmlns:v="urn:schemas-microsoft-com:vml" Requires="v">
                <p:oleObj spid="_x0000_s160679" name="Equation" r:id="rId18" imgW="279360" imgH="380880" progId="Equation.DSMT4">
                  <p:embed/>
                </p:oleObj>
              </mc:Choice>
              <mc:Fallback>
                <p:oleObj name="Equation" r:id="rId18" imgW="279360" imgH="380880" progId="Equation.DSMT4">
                  <p:embed/>
                  <p:pic>
                    <p:nvPicPr>
                      <p:cNvPr id="12" name="对象 11"/>
                      <p:cNvPicPr/>
                      <p:nvPr/>
                    </p:nvPicPr>
                    <p:blipFill>
                      <a:blip r:embed="rId19"/>
                      <a:stretch>
                        <a:fillRect/>
                      </a:stretch>
                    </p:blipFill>
                    <p:spPr>
                      <a:xfrm>
                        <a:off x="2550520" y="2419731"/>
                        <a:ext cx="279400" cy="381000"/>
                      </a:xfrm>
                      <a:prstGeom prst="rect">
                        <a:avLst/>
                      </a:prstGeom>
                    </p:spPr>
                  </p:pic>
                </p:oleObj>
              </mc:Fallback>
            </mc:AlternateContent>
          </a:graphicData>
        </a:graphic>
      </p:graphicFrame>
      <p:graphicFrame>
        <p:nvGraphicFramePr>
          <p:cNvPr id="65" name="对象 64"/>
          <p:cNvGraphicFramePr>
            <a:graphicFrameLocks noChangeAspect="1"/>
          </p:cNvGraphicFramePr>
          <p:nvPr>
            <p:extLst>
              <p:ext uri="{D42A27DB-BD31-4B8C-83A1-F6EECF244321}">
                <p14:modId xmlns:p14="http://schemas.microsoft.com/office/powerpoint/2010/main" val="2248493482"/>
              </p:ext>
            </p:extLst>
          </p:nvPr>
        </p:nvGraphicFramePr>
        <p:xfrm>
          <a:off x="4063030" y="1876767"/>
          <a:ext cx="1066800" cy="342900"/>
        </p:xfrm>
        <a:graphic>
          <a:graphicData uri="http://schemas.openxmlformats.org/presentationml/2006/ole">
            <mc:AlternateContent xmlns:mc="http://schemas.openxmlformats.org/markup-compatibility/2006">
              <mc:Choice xmlns:v="urn:schemas-microsoft-com:vml" Requires="v">
                <p:oleObj spid="_x0000_s160680" name="Equation" r:id="rId20" imgW="1066680" imgH="342720" progId="Equation.DSMT4">
                  <p:embed/>
                </p:oleObj>
              </mc:Choice>
              <mc:Fallback>
                <p:oleObj name="Equation" r:id="rId20" imgW="1066680" imgH="342720" progId="Equation.DSMT4">
                  <p:embed/>
                  <p:pic>
                    <p:nvPicPr>
                      <p:cNvPr id="54" name="对象 53"/>
                      <p:cNvPicPr/>
                      <p:nvPr/>
                    </p:nvPicPr>
                    <p:blipFill>
                      <a:blip r:embed="rId11"/>
                      <a:stretch>
                        <a:fillRect/>
                      </a:stretch>
                    </p:blipFill>
                    <p:spPr>
                      <a:xfrm>
                        <a:off x="4063030" y="1876767"/>
                        <a:ext cx="1066800" cy="342900"/>
                      </a:xfrm>
                      <a:prstGeom prst="rect">
                        <a:avLst/>
                      </a:prstGeom>
                    </p:spPr>
                  </p:pic>
                </p:oleObj>
              </mc:Fallback>
            </mc:AlternateContent>
          </a:graphicData>
        </a:graphic>
      </p:graphicFrame>
      <p:sp>
        <p:nvSpPr>
          <p:cNvPr id="66"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5081997" y="1802600"/>
            <a:ext cx="551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a:t>
            </a:r>
          </a:p>
        </p:txBody>
      </p:sp>
      <p:graphicFrame>
        <p:nvGraphicFramePr>
          <p:cNvPr id="67" name="对象 66"/>
          <p:cNvGraphicFramePr>
            <a:graphicFrameLocks noChangeAspect="1"/>
          </p:cNvGraphicFramePr>
          <p:nvPr>
            <p:extLst>
              <p:ext uri="{D42A27DB-BD31-4B8C-83A1-F6EECF244321}">
                <p14:modId xmlns:p14="http://schemas.microsoft.com/office/powerpoint/2010/main" val="188373073"/>
              </p:ext>
            </p:extLst>
          </p:nvPr>
        </p:nvGraphicFramePr>
        <p:xfrm>
          <a:off x="5495780" y="1839473"/>
          <a:ext cx="279400" cy="381000"/>
        </p:xfrm>
        <a:graphic>
          <a:graphicData uri="http://schemas.openxmlformats.org/presentationml/2006/ole">
            <mc:AlternateContent xmlns:mc="http://schemas.openxmlformats.org/markup-compatibility/2006">
              <mc:Choice xmlns:v="urn:schemas-microsoft-com:vml" Requires="v">
                <p:oleObj spid="_x0000_s160681" name="Equation" r:id="rId21" imgW="279360" imgH="380880" progId="Equation.DSMT4">
                  <p:embed/>
                </p:oleObj>
              </mc:Choice>
              <mc:Fallback>
                <p:oleObj name="Equation" r:id="rId21" imgW="279360" imgH="380880" progId="Equation.DSMT4">
                  <p:embed/>
                  <p:pic>
                    <p:nvPicPr>
                      <p:cNvPr id="64" name="对象 63"/>
                      <p:cNvPicPr/>
                      <p:nvPr/>
                    </p:nvPicPr>
                    <p:blipFill>
                      <a:blip r:embed="rId22"/>
                      <a:stretch>
                        <a:fillRect/>
                      </a:stretch>
                    </p:blipFill>
                    <p:spPr>
                      <a:xfrm>
                        <a:off x="5495780" y="1839473"/>
                        <a:ext cx="279400" cy="381000"/>
                      </a:xfrm>
                      <a:prstGeom prst="rect">
                        <a:avLst/>
                      </a:prstGeom>
                    </p:spPr>
                  </p:pic>
                </p:oleObj>
              </mc:Fallback>
            </mc:AlternateContent>
          </a:graphicData>
        </a:graphic>
      </p:graphicFrame>
      <p:sp>
        <p:nvSpPr>
          <p:cNvPr id="68"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5722342" y="1792024"/>
            <a:ext cx="8952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solidFill>
                  <a:srgbClr val="FF0000"/>
                </a:solidFill>
                <a:latin typeface="+mn-ea"/>
                <a:ea typeface="+mn-ea"/>
              </a:rPr>
              <a:t>连续</a:t>
            </a:r>
            <a:r>
              <a:rPr kumimoji="1" lang="zh-CN" altLang="en-US" sz="2400" b="1" dirty="0">
                <a:latin typeface="+mn-ea"/>
                <a:ea typeface="+mn-ea"/>
              </a:rPr>
              <a:t>，</a:t>
            </a:r>
          </a:p>
        </p:txBody>
      </p:sp>
      <p:sp>
        <p:nvSpPr>
          <p:cNvPr id="33" name="Text Box 42">
            <a:extLst>
              <a:ext uri="{FF2B5EF4-FFF2-40B4-BE49-F238E27FC236}">
                <a16:creationId xmlns:a16="http://schemas.microsoft.com/office/drawing/2014/main" id="{C4CB5BB5-5BFA-44B4-9429-37F1CDA2120C}"/>
              </a:ext>
            </a:extLst>
          </p:cNvPr>
          <p:cNvSpPr txBox="1">
            <a:spLocks noChangeArrowheads="1"/>
          </p:cNvSpPr>
          <p:nvPr/>
        </p:nvSpPr>
        <p:spPr bwMode="auto">
          <a:xfrm>
            <a:off x="6542106" y="1799140"/>
            <a:ext cx="551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且</a:t>
            </a:r>
          </a:p>
        </p:txBody>
      </p:sp>
      <p:graphicFrame>
        <p:nvGraphicFramePr>
          <p:cNvPr id="34" name="对象 33">
            <a:extLst>
              <a:ext uri="{FF2B5EF4-FFF2-40B4-BE49-F238E27FC236}">
                <a16:creationId xmlns:a16="http://schemas.microsoft.com/office/drawing/2014/main" id="{2501299E-02A7-4A09-8A6C-52B2FDA0A2C2}"/>
              </a:ext>
            </a:extLst>
          </p:cNvPr>
          <p:cNvGraphicFramePr>
            <a:graphicFrameLocks noChangeAspect="1"/>
          </p:cNvGraphicFramePr>
          <p:nvPr>
            <p:extLst>
              <p:ext uri="{D42A27DB-BD31-4B8C-83A1-F6EECF244321}">
                <p14:modId xmlns:p14="http://schemas.microsoft.com/office/powerpoint/2010/main" val="152628368"/>
              </p:ext>
            </p:extLst>
          </p:nvPr>
        </p:nvGraphicFramePr>
        <p:xfrm>
          <a:off x="6975350" y="1838667"/>
          <a:ext cx="1358900" cy="381000"/>
        </p:xfrm>
        <a:graphic>
          <a:graphicData uri="http://schemas.openxmlformats.org/presentationml/2006/ole">
            <mc:AlternateContent xmlns:mc="http://schemas.openxmlformats.org/markup-compatibility/2006">
              <mc:Choice xmlns:v="urn:schemas-microsoft-com:vml" Requires="v">
                <p:oleObj spid="_x0000_s160682" name="Equation" r:id="rId23" imgW="1358640" imgH="380880" progId="Equation.DSMT4">
                  <p:embed/>
                </p:oleObj>
              </mc:Choice>
              <mc:Fallback>
                <p:oleObj name="Equation" r:id="rId23" imgW="1358640" imgH="380880" progId="Equation.DSMT4">
                  <p:embed/>
                  <p:pic>
                    <p:nvPicPr>
                      <p:cNvPr id="65" name="对象 64"/>
                      <p:cNvPicPr/>
                      <p:nvPr/>
                    </p:nvPicPr>
                    <p:blipFill>
                      <a:blip r:embed="rId24"/>
                      <a:stretch>
                        <a:fillRect/>
                      </a:stretch>
                    </p:blipFill>
                    <p:spPr>
                      <a:xfrm>
                        <a:off x="6975350" y="1838667"/>
                        <a:ext cx="1358900" cy="381000"/>
                      </a:xfrm>
                      <a:prstGeom prst="rect">
                        <a:avLst/>
                      </a:prstGeom>
                    </p:spPr>
                  </p:pic>
                </p:oleObj>
              </mc:Fallback>
            </mc:AlternateContent>
          </a:graphicData>
        </a:graphic>
      </p:graphicFrame>
      <p:sp>
        <p:nvSpPr>
          <p:cNvPr id="2" name="矩形 1">
            <a:extLst>
              <a:ext uri="{FF2B5EF4-FFF2-40B4-BE49-F238E27FC236}">
                <a16:creationId xmlns:a16="http://schemas.microsoft.com/office/drawing/2014/main" id="{81106677-47BC-4075-B27D-7ECFE07B44EC}"/>
              </a:ext>
            </a:extLst>
          </p:cNvPr>
          <p:cNvSpPr/>
          <p:nvPr/>
        </p:nvSpPr>
        <p:spPr>
          <a:xfrm>
            <a:off x="8263205" y="1786386"/>
            <a:ext cx="494046" cy="461665"/>
          </a:xfrm>
          <a:prstGeom prst="rect">
            <a:avLst/>
          </a:prstGeom>
        </p:spPr>
        <p:txBody>
          <a:bodyPr wrap="none">
            <a:spAutoFit/>
          </a:bodyPr>
          <a:lstStyle/>
          <a:p>
            <a:r>
              <a:rPr kumimoji="1" lang="zh-CN" altLang="en-US" sz="2400" b="1" dirty="0">
                <a:latin typeface="+mn-ea"/>
              </a:rPr>
              <a:t>而</a:t>
            </a:r>
            <a:endParaRPr lang="zh-CN" altLang="en-US" sz="2400" dirty="0"/>
          </a:p>
        </p:txBody>
      </p:sp>
      <p:sp>
        <p:nvSpPr>
          <p:cNvPr id="35" name="Text Box 2">
            <a:extLst>
              <a:ext uri="{FF2B5EF4-FFF2-40B4-BE49-F238E27FC236}">
                <a16:creationId xmlns:a16="http://schemas.microsoft.com/office/drawing/2014/main" id="{F5D7B176-B58F-4593-8217-E2C0680A3130}"/>
              </a:ext>
            </a:extLst>
          </p:cNvPr>
          <p:cNvSpPr txBox="1">
            <a:spLocks noChangeArrowheads="1"/>
          </p:cNvSpPr>
          <p:nvPr/>
        </p:nvSpPr>
        <p:spPr bwMode="auto">
          <a:xfrm>
            <a:off x="903784" y="3121601"/>
            <a:ext cx="4951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1050925" indent="-1050925">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r>
              <a:rPr lang="zh-CN" altLang="en-US" sz="2400" b="1" dirty="0">
                <a:solidFill>
                  <a:srgbClr val="0064FF"/>
                </a:solidFill>
                <a:latin typeface="+mn-ea"/>
                <a:ea typeface="+mn-ea"/>
              </a:rPr>
              <a:t>证</a:t>
            </a:r>
          </a:p>
        </p:txBody>
      </p:sp>
      <p:sp>
        <p:nvSpPr>
          <p:cNvPr id="36" name="Text Box 42">
            <a:extLst>
              <a:ext uri="{FF2B5EF4-FFF2-40B4-BE49-F238E27FC236}">
                <a16:creationId xmlns:a16="http://schemas.microsoft.com/office/drawing/2014/main" id="{10F3C26B-F68C-4C10-B04D-0F31A8C4F791}"/>
              </a:ext>
            </a:extLst>
          </p:cNvPr>
          <p:cNvSpPr txBox="1">
            <a:spLocks noChangeArrowheads="1"/>
          </p:cNvSpPr>
          <p:nvPr/>
        </p:nvSpPr>
        <p:spPr bwMode="auto">
          <a:xfrm>
            <a:off x="1496945" y="3131567"/>
            <a:ext cx="2629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只要在定理</a:t>
            </a:r>
            <a:r>
              <a:rPr kumimoji="1" lang="en-US" altLang="zh-CN" sz="2400" b="1" dirty="0">
                <a:latin typeface="+mn-ea"/>
                <a:ea typeface="+mn-ea"/>
              </a:rPr>
              <a:t>3</a:t>
            </a:r>
            <a:r>
              <a:rPr kumimoji="1" lang="zh-CN" altLang="en-US" sz="2400" b="1" dirty="0">
                <a:latin typeface="+mn-ea"/>
                <a:ea typeface="+mn-ea"/>
              </a:rPr>
              <a:t>中令</a:t>
            </a:r>
          </a:p>
        </p:txBody>
      </p:sp>
      <p:graphicFrame>
        <p:nvGraphicFramePr>
          <p:cNvPr id="37" name="对象 36">
            <a:extLst>
              <a:ext uri="{FF2B5EF4-FFF2-40B4-BE49-F238E27FC236}">
                <a16:creationId xmlns:a16="http://schemas.microsoft.com/office/drawing/2014/main" id="{DBB20BCF-52E8-44C3-9987-65F1E36C0534}"/>
              </a:ext>
            </a:extLst>
          </p:cNvPr>
          <p:cNvGraphicFramePr>
            <a:graphicFrameLocks noChangeAspect="1"/>
          </p:cNvGraphicFramePr>
          <p:nvPr>
            <p:extLst>
              <p:ext uri="{D42A27DB-BD31-4B8C-83A1-F6EECF244321}">
                <p14:modId xmlns:p14="http://schemas.microsoft.com/office/powerpoint/2010/main" val="587559698"/>
              </p:ext>
            </p:extLst>
          </p:nvPr>
        </p:nvGraphicFramePr>
        <p:xfrm>
          <a:off x="4027971" y="3181893"/>
          <a:ext cx="1358900" cy="381000"/>
        </p:xfrm>
        <a:graphic>
          <a:graphicData uri="http://schemas.openxmlformats.org/presentationml/2006/ole">
            <mc:AlternateContent xmlns:mc="http://schemas.openxmlformats.org/markup-compatibility/2006">
              <mc:Choice xmlns:v="urn:schemas-microsoft-com:vml" Requires="v">
                <p:oleObj spid="_x0000_s160683" name="Equation" r:id="rId25" imgW="1358640" imgH="380880" progId="Equation.DSMT4">
                  <p:embed/>
                </p:oleObj>
              </mc:Choice>
              <mc:Fallback>
                <p:oleObj name="Equation" r:id="rId25" imgW="1358640" imgH="380880" progId="Equation.DSMT4">
                  <p:embed/>
                  <p:pic>
                    <p:nvPicPr>
                      <p:cNvPr id="34" name="对象 33">
                        <a:extLst>
                          <a:ext uri="{FF2B5EF4-FFF2-40B4-BE49-F238E27FC236}">
                            <a16:creationId xmlns:a16="http://schemas.microsoft.com/office/drawing/2014/main" id="{2501299E-02A7-4A09-8A6C-52B2FDA0A2C2}"/>
                          </a:ext>
                        </a:extLst>
                      </p:cNvPr>
                      <p:cNvPicPr/>
                      <p:nvPr/>
                    </p:nvPicPr>
                    <p:blipFill>
                      <a:blip r:embed="rId26"/>
                      <a:stretch>
                        <a:fillRect/>
                      </a:stretch>
                    </p:blipFill>
                    <p:spPr>
                      <a:xfrm>
                        <a:off x="4027971" y="3181893"/>
                        <a:ext cx="1358900" cy="381000"/>
                      </a:xfrm>
                      <a:prstGeom prst="rect">
                        <a:avLst/>
                      </a:prstGeom>
                    </p:spPr>
                  </p:pic>
                </p:oleObj>
              </mc:Fallback>
            </mc:AlternateContent>
          </a:graphicData>
        </a:graphic>
      </p:graphicFrame>
      <p:sp>
        <p:nvSpPr>
          <p:cNvPr id="38" name="Text Box 42">
            <a:extLst>
              <a:ext uri="{FF2B5EF4-FFF2-40B4-BE49-F238E27FC236}">
                <a16:creationId xmlns:a16="http://schemas.microsoft.com/office/drawing/2014/main" id="{D9E2D6C3-F3B4-4939-A6B2-EAD9C97B7A1D}"/>
              </a:ext>
            </a:extLst>
          </p:cNvPr>
          <p:cNvSpPr txBox="1">
            <a:spLocks noChangeArrowheads="1"/>
          </p:cNvSpPr>
          <p:nvPr/>
        </p:nvSpPr>
        <p:spPr bwMode="auto">
          <a:xfrm>
            <a:off x="5370765" y="3154501"/>
            <a:ext cx="26291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这就表示</a:t>
            </a:r>
          </a:p>
        </p:txBody>
      </p:sp>
      <p:graphicFrame>
        <p:nvGraphicFramePr>
          <p:cNvPr id="39" name="对象 38">
            <a:extLst>
              <a:ext uri="{FF2B5EF4-FFF2-40B4-BE49-F238E27FC236}">
                <a16:creationId xmlns:a16="http://schemas.microsoft.com/office/drawing/2014/main" id="{63C9A3B3-D947-4BF1-A3EF-A2137A9D4856}"/>
              </a:ext>
            </a:extLst>
          </p:cNvPr>
          <p:cNvGraphicFramePr>
            <a:graphicFrameLocks noChangeAspect="1"/>
          </p:cNvGraphicFramePr>
          <p:nvPr>
            <p:extLst>
              <p:ext uri="{D42A27DB-BD31-4B8C-83A1-F6EECF244321}">
                <p14:modId xmlns:p14="http://schemas.microsoft.com/office/powerpoint/2010/main" val="405255167"/>
              </p:ext>
            </p:extLst>
          </p:nvPr>
        </p:nvGraphicFramePr>
        <p:xfrm>
          <a:off x="6754268" y="3219993"/>
          <a:ext cx="596900" cy="342900"/>
        </p:xfrm>
        <a:graphic>
          <a:graphicData uri="http://schemas.openxmlformats.org/presentationml/2006/ole">
            <mc:AlternateContent xmlns:mc="http://schemas.openxmlformats.org/markup-compatibility/2006">
              <mc:Choice xmlns:v="urn:schemas-microsoft-com:vml" Requires="v">
                <p:oleObj spid="_x0000_s160684" name="Equation" r:id="rId27" imgW="596880" imgH="342720" progId="Equation.DSMT4">
                  <p:embed/>
                </p:oleObj>
              </mc:Choice>
              <mc:Fallback>
                <p:oleObj name="Equation" r:id="rId27" imgW="596880" imgH="342720" progId="Equation.DSMT4">
                  <p:embed/>
                  <p:pic>
                    <p:nvPicPr>
                      <p:cNvPr id="54" name="对象 53"/>
                      <p:cNvPicPr/>
                      <p:nvPr/>
                    </p:nvPicPr>
                    <p:blipFill>
                      <a:blip r:embed="rId28"/>
                      <a:stretch>
                        <a:fillRect/>
                      </a:stretch>
                    </p:blipFill>
                    <p:spPr>
                      <a:xfrm>
                        <a:off x="6754268" y="3219993"/>
                        <a:ext cx="596900" cy="342900"/>
                      </a:xfrm>
                      <a:prstGeom prst="rect">
                        <a:avLst/>
                      </a:prstGeom>
                    </p:spPr>
                  </p:pic>
                </p:oleObj>
              </mc:Fallback>
            </mc:AlternateContent>
          </a:graphicData>
        </a:graphic>
      </p:graphicFrame>
      <p:sp>
        <p:nvSpPr>
          <p:cNvPr id="40" name="Text Box 42">
            <a:extLst>
              <a:ext uri="{FF2B5EF4-FFF2-40B4-BE49-F238E27FC236}">
                <a16:creationId xmlns:a16="http://schemas.microsoft.com/office/drawing/2014/main" id="{55B3F567-2226-4973-94D8-C07B656EAD74}"/>
              </a:ext>
            </a:extLst>
          </p:cNvPr>
          <p:cNvSpPr txBox="1">
            <a:spLocks noChangeArrowheads="1"/>
          </p:cNvSpPr>
          <p:nvPr/>
        </p:nvSpPr>
        <p:spPr bwMode="auto">
          <a:xfrm>
            <a:off x="7324851" y="3131567"/>
            <a:ext cx="551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在</a:t>
            </a:r>
          </a:p>
        </p:txBody>
      </p:sp>
      <p:graphicFrame>
        <p:nvGraphicFramePr>
          <p:cNvPr id="41" name="对象 40">
            <a:extLst>
              <a:ext uri="{FF2B5EF4-FFF2-40B4-BE49-F238E27FC236}">
                <a16:creationId xmlns:a16="http://schemas.microsoft.com/office/drawing/2014/main" id="{8BAC1C50-1D60-4AB6-B8D3-08F9447D6C3A}"/>
              </a:ext>
            </a:extLst>
          </p:cNvPr>
          <p:cNvGraphicFramePr>
            <a:graphicFrameLocks noChangeAspect="1"/>
          </p:cNvGraphicFramePr>
          <p:nvPr>
            <p:extLst>
              <p:ext uri="{D42A27DB-BD31-4B8C-83A1-F6EECF244321}">
                <p14:modId xmlns:p14="http://schemas.microsoft.com/office/powerpoint/2010/main" val="1889814322"/>
              </p:ext>
            </p:extLst>
          </p:nvPr>
        </p:nvGraphicFramePr>
        <p:xfrm>
          <a:off x="7798513" y="3171899"/>
          <a:ext cx="279400" cy="381000"/>
        </p:xfrm>
        <a:graphic>
          <a:graphicData uri="http://schemas.openxmlformats.org/presentationml/2006/ole">
            <mc:AlternateContent xmlns:mc="http://schemas.openxmlformats.org/markup-compatibility/2006">
              <mc:Choice xmlns:v="urn:schemas-microsoft-com:vml" Requires="v">
                <p:oleObj spid="_x0000_s160685" name="Equation" r:id="rId29" imgW="279360" imgH="380880" progId="Equation.DSMT4">
                  <p:embed/>
                </p:oleObj>
              </mc:Choice>
              <mc:Fallback>
                <p:oleObj name="Equation" r:id="rId29" imgW="279360" imgH="380880" progId="Equation.DSMT4">
                  <p:embed/>
                  <p:pic>
                    <p:nvPicPr>
                      <p:cNvPr id="67" name="对象 66"/>
                      <p:cNvPicPr/>
                      <p:nvPr/>
                    </p:nvPicPr>
                    <p:blipFill>
                      <a:blip r:embed="rId22"/>
                      <a:stretch>
                        <a:fillRect/>
                      </a:stretch>
                    </p:blipFill>
                    <p:spPr>
                      <a:xfrm>
                        <a:off x="7798513" y="3171899"/>
                        <a:ext cx="279400" cy="381000"/>
                      </a:xfrm>
                      <a:prstGeom prst="rect">
                        <a:avLst/>
                      </a:prstGeom>
                    </p:spPr>
                  </p:pic>
                </p:oleObj>
              </mc:Fallback>
            </mc:AlternateContent>
          </a:graphicData>
        </a:graphic>
      </p:graphicFrame>
      <p:sp>
        <p:nvSpPr>
          <p:cNvPr id="42" name="Text Box 42">
            <a:extLst>
              <a:ext uri="{FF2B5EF4-FFF2-40B4-BE49-F238E27FC236}">
                <a16:creationId xmlns:a16="http://schemas.microsoft.com/office/drawing/2014/main" id="{3115075D-BDE6-4C45-B273-51C0B246575C}"/>
              </a:ext>
            </a:extLst>
          </p:cNvPr>
          <p:cNvSpPr txBox="1">
            <a:spLocks noChangeArrowheads="1"/>
          </p:cNvSpPr>
          <p:nvPr/>
        </p:nvSpPr>
        <p:spPr bwMode="auto">
          <a:xfrm>
            <a:off x="8000929" y="3121601"/>
            <a:ext cx="10225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连续，</a:t>
            </a:r>
          </a:p>
        </p:txBody>
      </p:sp>
      <p:sp>
        <p:nvSpPr>
          <p:cNvPr id="43" name="Text Box 42">
            <a:extLst>
              <a:ext uri="{FF2B5EF4-FFF2-40B4-BE49-F238E27FC236}">
                <a16:creationId xmlns:a16="http://schemas.microsoft.com/office/drawing/2014/main" id="{05CC2074-F8D7-4A6A-BE03-6085159E4C47}"/>
              </a:ext>
            </a:extLst>
          </p:cNvPr>
          <p:cNvSpPr txBox="1">
            <a:spLocks noChangeArrowheads="1"/>
          </p:cNvSpPr>
          <p:nvPr/>
        </p:nvSpPr>
        <p:spPr bwMode="auto">
          <a:xfrm>
            <a:off x="244997" y="3705113"/>
            <a:ext cx="31792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于是由定理</a:t>
            </a:r>
            <a:r>
              <a:rPr kumimoji="1" lang="en-US" altLang="zh-CN" sz="2400" b="1" dirty="0">
                <a:latin typeface="+mn-ea"/>
                <a:ea typeface="+mn-ea"/>
              </a:rPr>
              <a:t>3</a:t>
            </a:r>
            <a:r>
              <a:rPr kumimoji="1" lang="zh-CN" altLang="en-US" sz="2400" b="1" dirty="0">
                <a:latin typeface="+mn-ea"/>
                <a:ea typeface="+mn-ea"/>
              </a:rPr>
              <a:t>的结论得</a:t>
            </a:r>
          </a:p>
        </p:txBody>
      </p:sp>
      <p:sp>
        <p:nvSpPr>
          <p:cNvPr id="45" name="Text Box 42">
            <a:extLst>
              <a:ext uri="{FF2B5EF4-FFF2-40B4-BE49-F238E27FC236}">
                <a16:creationId xmlns:a16="http://schemas.microsoft.com/office/drawing/2014/main" id="{CE92CE08-FB31-45F8-93CC-7E44EA43C7E0}"/>
              </a:ext>
            </a:extLst>
          </p:cNvPr>
          <p:cNvSpPr txBox="1">
            <a:spLocks noChangeArrowheads="1"/>
          </p:cNvSpPr>
          <p:nvPr/>
        </p:nvSpPr>
        <p:spPr bwMode="auto">
          <a:xfrm>
            <a:off x="785644" y="4408919"/>
            <a:ext cx="30370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这就证明了复合函数</a:t>
            </a:r>
          </a:p>
        </p:txBody>
      </p:sp>
      <p:graphicFrame>
        <p:nvGraphicFramePr>
          <p:cNvPr id="46" name="Object 24">
            <a:extLst>
              <a:ext uri="{FF2B5EF4-FFF2-40B4-BE49-F238E27FC236}">
                <a16:creationId xmlns:a16="http://schemas.microsoft.com/office/drawing/2014/main" id="{C83A107D-A377-4090-AD11-27E6F7274290}"/>
              </a:ext>
            </a:extLst>
          </p:cNvPr>
          <p:cNvGraphicFramePr>
            <a:graphicFrameLocks noChangeAspect="1"/>
          </p:cNvGraphicFramePr>
          <p:nvPr>
            <p:extLst>
              <p:ext uri="{D42A27DB-BD31-4B8C-83A1-F6EECF244321}">
                <p14:modId xmlns:p14="http://schemas.microsoft.com/office/powerpoint/2010/main" val="3411518725"/>
              </p:ext>
            </p:extLst>
          </p:nvPr>
        </p:nvGraphicFramePr>
        <p:xfrm>
          <a:off x="3712059" y="4492659"/>
          <a:ext cx="1528762" cy="357188"/>
        </p:xfrm>
        <a:graphic>
          <a:graphicData uri="http://schemas.openxmlformats.org/presentationml/2006/ole">
            <mc:AlternateContent xmlns:mc="http://schemas.openxmlformats.org/markup-compatibility/2006">
              <mc:Choice xmlns:v="urn:schemas-microsoft-com:vml" Requires="v">
                <p:oleObj spid="_x0000_s160686" name="Equation" r:id="rId30" imgW="1511280" imgH="342720" progId="Equation.DSMT4">
                  <p:embed/>
                </p:oleObj>
              </mc:Choice>
              <mc:Fallback>
                <p:oleObj name="Equation" r:id="rId30" imgW="1511280" imgH="342720" progId="Equation.DSMT4">
                  <p:embed/>
                  <p:pic>
                    <p:nvPicPr>
                      <p:cNvPr id="11" name="Object 24">
                        <a:extLst>
                          <a:ext uri="{FF2B5EF4-FFF2-40B4-BE49-F238E27FC236}">
                            <a16:creationId xmlns:a16="http://schemas.microsoft.com/office/drawing/2014/main" id="{2623356E-1703-42F8-95F0-BBD705C87669}"/>
                          </a:ext>
                        </a:extLst>
                      </p:cNvPr>
                      <p:cNvPicPr>
                        <a:picLocks noChangeAspect="1" noChangeArrowheads="1"/>
                      </p:cNvPicPr>
                      <p:nvPr/>
                    </p:nvPicPr>
                    <p:blipFill>
                      <a:blip r:embed="rId5">
                        <a:grayscl/>
                        <a:biLevel thresh="50000"/>
                      </a:blip>
                      <a:srcRect/>
                      <a:stretch>
                        <a:fillRect/>
                      </a:stretch>
                    </p:blipFill>
                    <p:spPr bwMode="auto">
                      <a:xfrm>
                        <a:off x="3712059" y="4492659"/>
                        <a:ext cx="1528762"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7" name="组合 46">
            <a:extLst>
              <a:ext uri="{FF2B5EF4-FFF2-40B4-BE49-F238E27FC236}">
                <a16:creationId xmlns:a16="http://schemas.microsoft.com/office/drawing/2014/main" id="{835AB421-3621-492E-8C36-CDAEAEE9D818}"/>
              </a:ext>
            </a:extLst>
          </p:cNvPr>
          <p:cNvGrpSpPr/>
          <p:nvPr/>
        </p:nvGrpSpPr>
        <p:grpSpPr>
          <a:xfrm>
            <a:off x="5239209" y="4300427"/>
            <a:ext cx="2427957" cy="559769"/>
            <a:chOff x="1346557" y="7744"/>
            <a:chExt cx="2427957" cy="559769"/>
          </a:xfrm>
        </p:grpSpPr>
        <p:sp>
          <p:nvSpPr>
            <p:cNvPr id="49" name="Text Box 12">
              <a:extLst>
                <a:ext uri="{FF2B5EF4-FFF2-40B4-BE49-F238E27FC236}">
                  <a16:creationId xmlns:a16="http://schemas.microsoft.com/office/drawing/2014/main" id="{9F476509-9924-4183-B1E3-7AE5823FD070}"/>
                </a:ext>
              </a:extLst>
            </p:cNvPr>
            <p:cNvSpPr txBox="1">
              <a:spLocks noChangeArrowheads="1"/>
            </p:cNvSpPr>
            <p:nvPr/>
          </p:nvSpPr>
          <p:spPr bwMode="auto">
            <a:xfrm>
              <a:off x="1346557" y="7744"/>
              <a:ext cx="2427957"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latin typeface="+mn-ea"/>
                  <a:ea typeface="+mn-ea"/>
                </a:rPr>
                <a:t>在点  连续</a:t>
              </a:r>
              <a:r>
                <a:rPr kumimoji="1" lang="en-US" altLang="zh-CN" sz="2400" b="1" dirty="0">
                  <a:latin typeface="+mn-ea"/>
                  <a:ea typeface="+mn-ea"/>
                </a:rPr>
                <a:t>.</a:t>
              </a:r>
              <a:endParaRPr kumimoji="1" lang="zh-CN" altLang="en-US" sz="2400" b="1" dirty="0">
                <a:latin typeface="+mn-ea"/>
                <a:ea typeface="+mn-ea"/>
              </a:endParaRPr>
            </a:p>
          </p:txBody>
        </p:sp>
        <p:graphicFrame>
          <p:nvGraphicFramePr>
            <p:cNvPr id="50" name="Object 13">
              <a:extLst>
                <a:ext uri="{FF2B5EF4-FFF2-40B4-BE49-F238E27FC236}">
                  <a16:creationId xmlns:a16="http://schemas.microsoft.com/office/drawing/2014/main" id="{D5D53EB1-5527-42D8-80A8-E0F3F0E1E5D0}"/>
                </a:ext>
              </a:extLst>
            </p:cNvPr>
            <p:cNvGraphicFramePr>
              <a:graphicFrameLocks noChangeAspect="1"/>
            </p:cNvGraphicFramePr>
            <p:nvPr>
              <p:extLst>
                <p:ext uri="{D42A27DB-BD31-4B8C-83A1-F6EECF244321}">
                  <p14:modId xmlns:p14="http://schemas.microsoft.com/office/powerpoint/2010/main" val="206337050"/>
                </p:ext>
              </p:extLst>
            </p:nvPr>
          </p:nvGraphicFramePr>
          <p:xfrm>
            <a:off x="2102988" y="140158"/>
            <a:ext cx="282575" cy="393700"/>
          </p:xfrm>
          <a:graphic>
            <a:graphicData uri="http://schemas.openxmlformats.org/presentationml/2006/ole">
              <mc:AlternateContent xmlns:mc="http://schemas.openxmlformats.org/markup-compatibility/2006">
                <mc:Choice xmlns:v="urn:schemas-microsoft-com:vml" Requires="v">
                  <p:oleObj spid="_x0000_s160687" name="Equation" r:id="rId31" imgW="279360" imgH="380880" progId="Equation.DSMT4">
                    <p:embed/>
                  </p:oleObj>
                </mc:Choice>
                <mc:Fallback>
                  <p:oleObj name="Equation" r:id="rId31" imgW="279360" imgH="380880" progId="Equation.DSMT4">
                    <p:embed/>
                    <p:pic>
                      <p:nvPicPr>
                        <p:cNvPr id="25" name="Object 13">
                          <a:extLst>
                            <a:ext uri="{FF2B5EF4-FFF2-40B4-BE49-F238E27FC236}">
                              <a16:creationId xmlns:a16="http://schemas.microsoft.com/office/drawing/2014/main" id="{6D287870-DC25-4902-8604-828D2DB035D4}"/>
                            </a:ext>
                          </a:extLst>
                        </p:cNvPr>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2102988" y="140158"/>
                          <a:ext cx="282575"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 name="对象 2">
            <a:extLst>
              <a:ext uri="{FF2B5EF4-FFF2-40B4-BE49-F238E27FC236}">
                <a16:creationId xmlns:a16="http://schemas.microsoft.com/office/drawing/2014/main" id="{A4358B49-301C-489F-A40E-79DDD21562AC}"/>
              </a:ext>
            </a:extLst>
          </p:cNvPr>
          <p:cNvGraphicFramePr>
            <a:graphicFrameLocks noChangeAspect="1"/>
          </p:cNvGraphicFramePr>
          <p:nvPr>
            <p:extLst>
              <p:ext uri="{D42A27DB-BD31-4B8C-83A1-F6EECF244321}">
                <p14:modId xmlns:p14="http://schemas.microsoft.com/office/powerpoint/2010/main" val="3332398235"/>
              </p:ext>
            </p:extLst>
          </p:nvPr>
        </p:nvGraphicFramePr>
        <p:xfrm>
          <a:off x="3359609" y="408877"/>
          <a:ext cx="2692400" cy="520700"/>
        </p:xfrm>
        <a:graphic>
          <a:graphicData uri="http://schemas.openxmlformats.org/presentationml/2006/ole">
            <mc:AlternateContent xmlns:mc="http://schemas.openxmlformats.org/markup-compatibility/2006">
              <mc:Choice xmlns:v="urn:schemas-microsoft-com:vml" Requires="v">
                <p:oleObj spid="_x0000_s160688" name="Equation" r:id="rId32" imgW="2692080" imgH="520560" progId="Equation.DSMT4">
                  <p:embed/>
                </p:oleObj>
              </mc:Choice>
              <mc:Fallback>
                <p:oleObj name="Equation" r:id="rId32" imgW="2692080" imgH="520560" progId="Equation.DSMT4">
                  <p:embed/>
                  <p:pic>
                    <p:nvPicPr>
                      <p:cNvPr id="0" name=""/>
                      <p:cNvPicPr/>
                      <p:nvPr/>
                    </p:nvPicPr>
                    <p:blipFill>
                      <a:blip r:embed="rId33"/>
                      <a:stretch>
                        <a:fillRect/>
                      </a:stretch>
                    </p:blipFill>
                    <p:spPr>
                      <a:xfrm>
                        <a:off x="3359609" y="408877"/>
                        <a:ext cx="2692400" cy="5207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8563A427-3BA0-4A42-B663-8D82B6AC6F73}"/>
              </a:ext>
            </a:extLst>
          </p:cNvPr>
          <p:cNvGraphicFramePr>
            <a:graphicFrameLocks noChangeAspect="1"/>
          </p:cNvGraphicFramePr>
          <p:nvPr>
            <p:extLst>
              <p:ext uri="{D42A27DB-BD31-4B8C-83A1-F6EECF244321}">
                <p14:modId xmlns:p14="http://schemas.microsoft.com/office/powerpoint/2010/main" val="462959338"/>
              </p:ext>
            </p:extLst>
          </p:nvPr>
        </p:nvGraphicFramePr>
        <p:xfrm>
          <a:off x="3506440" y="3773320"/>
          <a:ext cx="3911600" cy="520700"/>
        </p:xfrm>
        <a:graphic>
          <a:graphicData uri="http://schemas.openxmlformats.org/presentationml/2006/ole">
            <mc:AlternateContent xmlns:mc="http://schemas.openxmlformats.org/markup-compatibility/2006">
              <mc:Choice xmlns:v="urn:schemas-microsoft-com:vml" Requires="v">
                <p:oleObj spid="_x0000_s160689" name="Equation" r:id="rId34" imgW="3911400" imgH="520560" progId="Equation.DSMT4">
                  <p:embed/>
                </p:oleObj>
              </mc:Choice>
              <mc:Fallback>
                <p:oleObj name="Equation" r:id="rId34" imgW="3911400" imgH="520560" progId="Equation.DSMT4">
                  <p:embed/>
                  <p:pic>
                    <p:nvPicPr>
                      <p:cNvPr id="0" name=""/>
                      <p:cNvPicPr/>
                      <p:nvPr/>
                    </p:nvPicPr>
                    <p:blipFill>
                      <a:blip r:embed="rId35"/>
                      <a:stretch>
                        <a:fillRect/>
                      </a:stretch>
                    </p:blipFill>
                    <p:spPr>
                      <a:xfrm>
                        <a:off x="3506440" y="3773320"/>
                        <a:ext cx="3911600" cy="520700"/>
                      </a:xfrm>
                      <a:prstGeom prst="rect">
                        <a:avLst/>
                      </a:prstGeom>
                    </p:spPr>
                  </p:pic>
                </p:oleObj>
              </mc:Fallback>
            </mc:AlternateContent>
          </a:graphicData>
        </a:graphic>
      </p:graphicFrame>
    </p:spTree>
    <p:extLst>
      <p:ext uri="{BB962C8B-B14F-4D97-AF65-F5344CB8AC3E}">
        <p14:creationId xmlns:p14="http://schemas.microsoft.com/office/powerpoint/2010/main" val="975911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animEffect transition="in" filter="wipe(left)">
                                      <p:cBhvr>
                                        <p:cTn id="7" dur="3000"/>
                                        <p:tgtEl>
                                          <p:spTgt spid="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30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wipe(left)">
                                      <p:cBhvr>
                                        <p:cTn id="22" dur="30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left)">
                                      <p:cBhvr>
                                        <p:cTn id="32" dur="3000"/>
                                        <p:tgtEl>
                                          <p:spTgt spid="5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500"/>
                                        <p:tgtEl>
                                          <p:spTgt spid="5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wipe(left)">
                                      <p:cBhvr>
                                        <p:cTn id="42" dur="3000"/>
                                        <p:tgtEl>
                                          <p:spTgt spid="5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8"/>
                                        </p:tgtEl>
                                        <p:attrNameLst>
                                          <p:attrName>style.visibility</p:attrName>
                                        </p:attrNameLst>
                                      </p:cBhvr>
                                      <p:to>
                                        <p:strVal val="visible"/>
                                      </p:to>
                                    </p:set>
                                    <p:animEffect transition="in" filter="fade">
                                      <p:cBhvr>
                                        <p:cTn id="47" dur="500"/>
                                        <p:tgtEl>
                                          <p:spTgt spid="5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wipe(left)">
                                      <p:cBhvr>
                                        <p:cTn id="52" dur="3000"/>
                                        <p:tgtEl>
                                          <p:spTgt spid="6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fade">
                                      <p:cBhvr>
                                        <p:cTn id="57" dur="500"/>
                                        <p:tgtEl>
                                          <p:spTgt spid="6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wipe(left)">
                                      <p:cBhvr>
                                        <p:cTn id="62" dur="3000"/>
                                        <p:tgtEl>
                                          <p:spTgt spid="6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7"/>
                                        </p:tgtEl>
                                        <p:attrNameLst>
                                          <p:attrName>style.visibility</p:attrName>
                                        </p:attrNameLst>
                                      </p:cBhvr>
                                      <p:to>
                                        <p:strVal val="visible"/>
                                      </p:to>
                                    </p:set>
                                    <p:animEffect transition="in" filter="fade">
                                      <p:cBhvr>
                                        <p:cTn id="67" dur="500"/>
                                        <p:tgtEl>
                                          <p:spTgt spid="6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8"/>
                                        </p:tgtEl>
                                        <p:attrNameLst>
                                          <p:attrName>style.visibility</p:attrName>
                                        </p:attrNameLst>
                                      </p:cBhvr>
                                      <p:to>
                                        <p:strVal val="visible"/>
                                      </p:to>
                                    </p:set>
                                    <p:animEffect transition="in" filter="wipe(left)">
                                      <p:cBhvr>
                                        <p:cTn id="72" dur="3000"/>
                                        <p:tgtEl>
                                          <p:spTgt spid="6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wipe(left)">
                                      <p:cBhvr>
                                        <p:cTn id="77" dur="3000"/>
                                        <p:tgtEl>
                                          <p:spTgt spid="3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5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
                                        </p:tgtEl>
                                        <p:attrNameLst>
                                          <p:attrName>style.visibility</p:attrName>
                                        </p:attrNameLst>
                                      </p:cBhvr>
                                      <p:to>
                                        <p:strVal val="visible"/>
                                      </p:to>
                                    </p:set>
                                    <p:animEffect transition="in" filter="fade">
                                      <p:cBhvr>
                                        <p:cTn id="87" dur="500"/>
                                        <p:tgtEl>
                                          <p:spTgt spid="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61"/>
                                        </p:tgtEl>
                                        <p:attrNameLst>
                                          <p:attrName>style.visibility</p:attrName>
                                        </p:attrNameLst>
                                      </p:cBhvr>
                                      <p:to>
                                        <p:strVal val="visible"/>
                                      </p:to>
                                    </p:set>
                                    <p:animEffect transition="in" filter="wipe(left)">
                                      <p:cBhvr>
                                        <p:cTn id="92" dur="3000"/>
                                        <p:tgtEl>
                                          <p:spTgt spid="61"/>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62"/>
                                        </p:tgtEl>
                                        <p:attrNameLst>
                                          <p:attrName>style.visibility</p:attrName>
                                        </p:attrNameLst>
                                      </p:cBhvr>
                                      <p:to>
                                        <p:strVal val="visible"/>
                                      </p:to>
                                    </p:set>
                                    <p:animEffect transition="in" filter="fade">
                                      <p:cBhvr>
                                        <p:cTn id="97" dur="500"/>
                                        <p:tgtEl>
                                          <p:spTgt spid="6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wipe(left)">
                                      <p:cBhvr>
                                        <p:cTn id="102" dur="3000"/>
                                        <p:tgtEl>
                                          <p:spTgt spid="63"/>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64"/>
                                        </p:tgtEl>
                                        <p:attrNameLst>
                                          <p:attrName>style.visibility</p:attrName>
                                        </p:attrNameLst>
                                      </p:cBhvr>
                                      <p:to>
                                        <p:strVal val="visible"/>
                                      </p:to>
                                    </p:set>
                                    <p:animEffect transition="in" filter="fade">
                                      <p:cBhvr>
                                        <p:cTn id="107" dur="500"/>
                                        <p:tgtEl>
                                          <p:spTgt spid="6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59"/>
                                        </p:tgtEl>
                                        <p:attrNameLst>
                                          <p:attrName>style.visibility</p:attrName>
                                        </p:attrNameLst>
                                      </p:cBhvr>
                                      <p:to>
                                        <p:strVal val="visible"/>
                                      </p:to>
                                    </p:set>
                                    <p:animEffect transition="in" filter="wipe(left)">
                                      <p:cBhvr>
                                        <p:cTn id="112" dur="3000"/>
                                        <p:tgtEl>
                                          <p:spTgt spid="59"/>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0"/>
                                        </p:tgtEl>
                                        <p:attrNameLst>
                                          <p:attrName>style.visibility</p:attrName>
                                        </p:attrNameLst>
                                      </p:cBhvr>
                                      <p:to>
                                        <p:strVal val="visible"/>
                                      </p:to>
                                    </p:set>
                                    <p:animEffect transition="in" filter="wipe(left)">
                                      <p:cBhvr>
                                        <p:cTn id="117" dur="2000"/>
                                        <p:tgtEl>
                                          <p:spTgt spid="10"/>
                                        </p:tgtEl>
                                      </p:cBhvr>
                                    </p:animEffect>
                                  </p:childTnLst>
                                </p:cTn>
                              </p:par>
                            </p:childTnLst>
                          </p:cTn>
                        </p:par>
                        <p:par>
                          <p:cTn id="118" fill="hold">
                            <p:stCondLst>
                              <p:cond delay="2000"/>
                            </p:stCondLst>
                            <p:childTnLst>
                              <p:par>
                                <p:cTn id="119" presetID="22" presetClass="entr" presetSubtype="8" fill="hold" nodeType="afterEffect">
                                  <p:stCondLst>
                                    <p:cond delay="0"/>
                                  </p:stCondLst>
                                  <p:childTnLst>
                                    <p:set>
                                      <p:cBhvr>
                                        <p:cTn id="120" dur="1" fill="hold">
                                          <p:stCondLst>
                                            <p:cond delay="0"/>
                                          </p:stCondLst>
                                        </p:cTn>
                                        <p:tgtEl>
                                          <p:spTgt spid="11"/>
                                        </p:tgtEl>
                                        <p:attrNameLst>
                                          <p:attrName>style.visibility</p:attrName>
                                        </p:attrNameLst>
                                      </p:cBhvr>
                                      <p:to>
                                        <p:strVal val="visible"/>
                                      </p:to>
                                    </p:set>
                                    <p:animEffect transition="in" filter="wipe(left)">
                                      <p:cBhvr>
                                        <p:cTn id="121" dur="2000"/>
                                        <p:tgtEl>
                                          <p:spTgt spid="11"/>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22"/>
                                        </p:tgtEl>
                                        <p:attrNameLst>
                                          <p:attrName>style.visibility</p:attrName>
                                        </p:attrNameLst>
                                      </p:cBhvr>
                                      <p:to>
                                        <p:strVal val="visible"/>
                                      </p:to>
                                    </p:set>
                                    <p:animEffect transition="in" filter="wipe(left)">
                                      <p:cBhvr>
                                        <p:cTn id="126" dur="500"/>
                                        <p:tgtEl>
                                          <p:spTgt spid="22"/>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35">
                                            <p:txEl>
                                              <p:pRg st="0" end="0"/>
                                            </p:txEl>
                                          </p:spTgt>
                                        </p:tgtEl>
                                        <p:attrNameLst>
                                          <p:attrName>style.visibility</p:attrName>
                                        </p:attrNameLst>
                                      </p:cBhvr>
                                      <p:to>
                                        <p:strVal val="visible"/>
                                      </p:to>
                                    </p:set>
                                    <p:animEffect transition="in" filter="wipe(left)">
                                      <p:cBhvr>
                                        <p:cTn id="131" dur="3000"/>
                                        <p:tgtEl>
                                          <p:spTgt spid="35">
                                            <p:txEl>
                                              <p:pRg st="0" end="0"/>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36"/>
                                        </p:tgtEl>
                                        <p:attrNameLst>
                                          <p:attrName>style.visibility</p:attrName>
                                        </p:attrNameLst>
                                      </p:cBhvr>
                                      <p:to>
                                        <p:strVal val="visible"/>
                                      </p:to>
                                    </p:set>
                                    <p:animEffect transition="in" filter="wipe(left)">
                                      <p:cBhvr>
                                        <p:cTn id="136" dur="3000"/>
                                        <p:tgtEl>
                                          <p:spTgt spid="36"/>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37"/>
                                        </p:tgtEl>
                                        <p:attrNameLst>
                                          <p:attrName>style.visibility</p:attrName>
                                        </p:attrNameLst>
                                      </p:cBhvr>
                                      <p:to>
                                        <p:strVal val="visible"/>
                                      </p:to>
                                    </p:set>
                                    <p:animEffect transition="in" filter="fade">
                                      <p:cBhvr>
                                        <p:cTn id="141" dur="500"/>
                                        <p:tgtEl>
                                          <p:spTgt spid="37"/>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wipe(left)">
                                      <p:cBhvr>
                                        <p:cTn id="146" dur="3000"/>
                                        <p:tgtEl>
                                          <p:spTgt spid="38"/>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nodeType="clickEffect">
                                  <p:stCondLst>
                                    <p:cond delay="0"/>
                                  </p:stCondLst>
                                  <p:childTnLst>
                                    <p:set>
                                      <p:cBhvr>
                                        <p:cTn id="150" dur="1" fill="hold">
                                          <p:stCondLst>
                                            <p:cond delay="0"/>
                                          </p:stCondLst>
                                        </p:cTn>
                                        <p:tgtEl>
                                          <p:spTgt spid="39"/>
                                        </p:tgtEl>
                                        <p:attrNameLst>
                                          <p:attrName>style.visibility</p:attrName>
                                        </p:attrNameLst>
                                      </p:cBhvr>
                                      <p:to>
                                        <p:strVal val="visible"/>
                                      </p:to>
                                    </p:set>
                                    <p:animEffect transition="in" filter="fade">
                                      <p:cBhvr>
                                        <p:cTn id="151" dur="500"/>
                                        <p:tgtEl>
                                          <p:spTgt spid="39"/>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40"/>
                                        </p:tgtEl>
                                        <p:attrNameLst>
                                          <p:attrName>style.visibility</p:attrName>
                                        </p:attrNameLst>
                                      </p:cBhvr>
                                      <p:to>
                                        <p:strVal val="visible"/>
                                      </p:to>
                                    </p:set>
                                    <p:animEffect transition="in" filter="wipe(left)">
                                      <p:cBhvr>
                                        <p:cTn id="156" dur="3000"/>
                                        <p:tgtEl>
                                          <p:spTgt spid="40"/>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nodeType="clickEffect">
                                  <p:stCondLst>
                                    <p:cond delay="0"/>
                                  </p:stCondLst>
                                  <p:childTnLst>
                                    <p:set>
                                      <p:cBhvr>
                                        <p:cTn id="160" dur="1" fill="hold">
                                          <p:stCondLst>
                                            <p:cond delay="0"/>
                                          </p:stCondLst>
                                        </p:cTn>
                                        <p:tgtEl>
                                          <p:spTgt spid="41"/>
                                        </p:tgtEl>
                                        <p:attrNameLst>
                                          <p:attrName>style.visibility</p:attrName>
                                        </p:attrNameLst>
                                      </p:cBhvr>
                                      <p:to>
                                        <p:strVal val="visible"/>
                                      </p:to>
                                    </p:set>
                                    <p:animEffect transition="in" filter="fade">
                                      <p:cBhvr>
                                        <p:cTn id="161" dur="500"/>
                                        <p:tgtEl>
                                          <p:spTgt spid="41"/>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8" fill="hold" grpId="0" nodeType="click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wipe(left)">
                                      <p:cBhvr>
                                        <p:cTn id="166" dur="3000"/>
                                        <p:tgtEl>
                                          <p:spTgt spid="42"/>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grpId="0" nodeType="clickEffect">
                                  <p:stCondLst>
                                    <p:cond delay="0"/>
                                  </p:stCondLst>
                                  <p:childTnLst>
                                    <p:set>
                                      <p:cBhvr>
                                        <p:cTn id="170" dur="1" fill="hold">
                                          <p:stCondLst>
                                            <p:cond delay="0"/>
                                          </p:stCondLst>
                                        </p:cTn>
                                        <p:tgtEl>
                                          <p:spTgt spid="43"/>
                                        </p:tgtEl>
                                        <p:attrNameLst>
                                          <p:attrName>style.visibility</p:attrName>
                                        </p:attrNameLst>
                                      </p:cBhvr>
                                      <p:to>
                                        <p:strVal val="visible"/>
                                      </p:to>
                                    </p:set>
                                    <p:animEffect transition="in" filter="wipe(left)">
                                      <p:cBhvr>
                                        <p:cTn id="171" dur="3000"/>
                                        <p:tgtEl>
                                          <p:spTgt spid="43"/>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2" fill="hold" nodeType="clickEffect">
                                  <p:stCondLst>
                                    <p:cond delay="0"/>
                                  </p:stCondLst>
                                  <p:childTnLst>
                                    <p:set>
                                      <p:cBhvr>
                                        <p:cTn id="175" dur="1" fill="hold">
                                          <p:stCondLst>
                                            <p:cond delay="0"/>
                                          </p:stCondLst>
                                        </p:cTn>
                                        <p:tgtEl>
                                          <p:spTgt spid="4"/>
                                        </p:tgtEl>
                                        <p:attrNameLst>
                                          <p:attrName>style.visibility</p:attrName>
                                        </p:attrNameLst>
                                      </p:cBhvr>
                                      <p:to>
                                        <p:strVal val="visible"/>
                                      </p:to>
                                    </p:set>
                                    <p:animEffect transition="in" filter="wipe(right)">
                                      <p:cBhvr>
                                        <p:cTn id="176" dur="500"/>
                                        <p:tgtEl>
                                          <p:spTgt spid="4"/>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grpId="0" nodeType="clickEffect">
                                  <p:stCondLst>
                                    <p:cond delay="0"/>
                                  </p:stCondLst>
                                  <p:childTnLst>
                                    <p:set>
                                      <p:cBhvr>
                                        <p:cTn id="180" dur="1" fill="hold">
                                          <p:stCondLst>
                                            <p:cond delay="0"/>
                                          </p:stCondLst>
                                        </p:cTn>
                                        <p:tgtEl>
                                          <p:spTgt spid="45"/>
                                        </p:tgtEl>
                                        <p:attrNameLst>
                                          <p:attrName>style.visibility</p:attrName>
                                        </p:attrNameLst>
                                      </p:cBhvr>
                                      <p:to>
                                        <p:strVal val="visible"/>
                                      </p:to>
                                    </p:set>
                                    <p:animEffect transition="in" filter="wipe(left)">
                                      <p:cBhvr>
                                        <p:cTn id="181" dur="3000"/>
                                        <p:tgtEl>
                                          <p:spTgt spid="45"/>
                                        </p:tgtEl>
                                      </p:cBhvr>
                                    </p:animEffect>
                                  </p:childTnLst>
                                </p:cTn>
                              </p:par>
                            </p:childTnLst>
                          </p:cTn>
                        </p:par>
                        <p:par>
                          <p:cTn id="182" fill="hold">
                            <p:stCondLst>
                              <p:cond delay="3000"/>
                            </p:stCondLst>
                            <p:childTnLst>
                              <p:par>
                                <p:cTn id="183" presetID="22" presetClass="entr" presetSubtype="8" fill="hold" nodeType="afterEffect">
                                  <p:stCondLst>
                                    <p:cond delay="0"/>
                                  </p:stCondLst>
                                  <p:childTnLst>
                                    <p:set>
                                      <p:cBhvr>
                                        <p:cTn id="184" dur="1" fill="hold">
                                          <p:stCondLst>
                                            <p:cond delay="0"/>
                                          </p:stCondLst>
                                        </p:cTn>
                                        <p:tgtEl>
                                          <p:spTgt spid="46"/>
                                        </p:tgtEl>
                                        <p:attrNameLst>
                                          <p:attrName>style.visibility</p:attrName>
                                        </p:attrNameLst>
                                      </p:cBhvr>
                                      <p:to>
                                        <p:strVal val="visible"/>
                                      </p:to>
                                    </p:set>
                                    <p:animEffect transition="in" filter="wipe(left)">
                                      <p:cBhvr>
                                        <p:cTn id="185" dur="2000"/>
                                        <p:tgtEl>
                                          <p:spTgt spid="46"/>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ntr" presetSubtype="8" fill="hold" nodeType="clickEffect">
                                  <p:stCondLst>
                                    <p:cond delay="0"/>
                                  </p:stCondLst>
                                  <p:childTnLst>
                                    <p:set>
                                      <p:cBhvr>
                                        <p:cTn id="189" dur="1" fill="hold">
                                          <p:stCondLst>
                                            <p:cond delay="0"/>
                                          </p:stCondLst>
                                        </p:cTn>
                                        <p:tgtEl>
                                          <p:spTgt spid="47"/>
                                        </p:tgtEl>
                                        <p:attrNameLst>
                                          <p:attrName>style.visibility</p:attrName>
                                        </p:attrNameLst>
                                      </p:cBhvr>
                                      <p:to>
                                        <p:strVal val="visible"/>
                                      </p:to>
                                    </p:set>
                                    <p:animEffect transition="in" filter="wipe(left)">
                                      <p:cBhvr>
                                        <p:cTn id="19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51" grpId="0" autoUpdateAnimBg="0"/>
      <p:bldP spid="53" grpId="0" autoUpdateAnimBg="0"/>
      <p:bldP spid="55" grpId="0" autoUpdateAnimBg="0"/>
      <p:bldP spid="57" grpId="0" autoUpdateAnimBg="0"/>
      <p:bldP spid="59" grpId="0" autoUpdateAnimBg="0"/>
      <p:bldP spid="60" grpId="0" autoUpdateAnimBg="0"/>
      <p:bldP spid="61" grpId="0" autoUpdateAnimBg="0"/>
      <p:bldP spid="63" grpId="0" autoUpdateAnimBg="0"/>
      <p:bldP spid="66" grpId="0" autoUpdateAnimBg="0"/>
      <p:bldP spid="68" grpId="0" autoUpdateAnimBg="0"/>
      <p:bldP spid="33" grpId="0" autoUpdateAnimBg="0"/>
      <p:bldP spid="2" grpId="0"/>
      <p:bldP spid="36" grpId="0" autoUpdateAnimBg="0"/>
      <p:bldP spid="38" grpId="0" autoUpdateAnimBg="0"/>
      <p:bldP spid="40" grpId="0" autoUpdateAnimBg="0"/>
      <p:bldP spid="42" grpId="0" autoUpdateAnimBg="0"/>
      <p:bldP spid="43" grpId="0" autoUpdateAnimBg="0"/>
      <p:bldP spid="4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85C9EAB-42B9-4799-960B-2EC731522849}"/>
              </a:ext>
            </a:extLst>
          </p:cNvPr>
          <p:cNvSpPr txBox="1">
            <a:spLocks noChangeArrowheads="1"/>
          </p:cNvSpPr>
          <p:nvPr/>
        </p:nvSpPr>
        <p:spPr>
          <a:xfrm>
            <a:off x="612590" y="1803569"/>
            <a:ext cx="12954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0064FF"/>
                </a:solidFill>
                <a:latin typeface="+mn-ea"/>
                <a:ea typeface="+mn-ea"/>
                <a:cs typeface="+mn-cs"/>
              </a:rPr>
              <a:t>例如</a:t>
            </a:r>
            <a:endParaRPr lang="en-US" altLang="zh-CN" sz="2400" b="1" dirty="0">
              <a:solidFill>
                <a:srgbClr val="0064FF"/>
              </a:solidFill>
              <a:latin typeface="+mn-ea"/>
              <a:ea typeface="+mn-ea"/>
              <a:cs typeface="+mn-cs"/>
            </a:endParaRPr>
          </a:p>
        </p:txBody>
      </p:sp>
      <p:sp>
        <p:nvSpPr>
          <p:cNvPr id="4" name="Text Box 4">
            <a:extLst>
              <a:ext uri="{FF2B5EF4-FFF2-40B4-BE49-F238E27FC236}">
                <a16:creationId xmlns:a16="http://schemas.microsoft.com/office/drawing/2014/main" id="{F8F97D59-2BAC-4411-BA74-9D7E9A4A6841}"/>
              </a:ext>
            </a:extLst>
          </p:cNvPr>
          <p:cNvSpPr txBox="1">
            <a:spLocks noChangeArrowheads="1"/>
          </p:cNvSpPr>
          <p:nvPr/>
        </p:nvSpPr>
        <p:spPr bwMode="auto">
          <a:xfrm>
            <a:off x="2834327" y="1785805"/>
            <a:ext cx="22520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宋体" panose="02010600030101010101" pitchFamily="2" charset="-122"/>
              </a:rPr>
              <a:t>是由连续函数</a:t>
            </a:r>
          </a:p>
        </p:txBody>
      </p:sp>
      <p:sp>
        <p:nvSpPr>
          <p:cNvPr id="8" name="Text Box 8">
            <a:extLst>
              <a:ext uri="{FF2B5EF4-FFF2-40B4-BE49-F238E27FC236}">
                <a16:creationId xmlns:a16="http://schemas.microsoft.com/office/drawing/2014/main" id="{29807485-AE38-4F26-84B6-D65332BC7B82}"/>
              </a:ext>
            </a:extLst>
          </p:cNvPr>
          <p:cNvSpPr txBox="1">
            <a:spLocks noChangeArrowheads="1"/>
          </p:cNvSpPr>
          <p:nvPr/>
        </p:nvSpPr>
        <p:spPr bwMode="auto">
          <a:xfrm>
            <a:off x="1961682" y="4233374"/>
            <a:ext cx="1371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宋体" panose="02010600030101010101" pitchFamily="2" charset="-122"/>
              </a:rPr>
              <a:t>因此</a:t>
            </a:r>
          </a:p>
        </p:txBody>
      </p:sp>
      <p:sp>
        <p:nvSpPr>
          <p:cNvPr id="10" name="Text Box 10">
            <a:extLst>
              <a:ext uri="{FF2B5EF4-FFF2-40B4-BE49-F238E27FC236}">
                <a16:creationId xmlns:a16="http://schemas.microsoft.com/office/drawing/2014/main" id="{F95BF993-496D-4084-87C9-556B9D0E5C7D}"/>
              </a:ext>
            </a:extLst>
          </p:cNvPr>
          <p:cNvSpPr txBox="1">
            <a:spLocks noChangeArrowheads="1"/>
          </p:cNvSpPr>
          <p:nvPr/>
        </p:nvSpPr>
        <p:spPr bwMode="auto">
          <a:xfrm>
            <a:off x="3854728" y="4233374"/>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宋体" panose="02010600030101010101" pitchFamily="2" charset="-122"/>
              </a:rPr>
              <a:t>在</a:t>
            </a:r>
          </a:p>
        </p:txBody>
      </p:sp>
      <p:sp>
        <p:nvSpPr>
          <p:cNvPr id="12" name="Text Box 12">
            <a:extLst>
              <a:ext uri="{FF2B5EF4-FFF2-40B4-BE49-F238E27FC236}">
                <a16:creationId xmlns:a16="http://schemas.microsoft.com/office/drawing/2014/main" id="{6D824796-99BD-4FA0-AA42-270AF91DA3BA}"/>
              </a:ext>
            </a:extLst>
          </p:cNvPr>
          <p:cNvSpPr txBox="1">
            <a:spLocks noChangeArrowheads="1"/>
          </p:cNvSpPr>
          <p:nvPr/>
        </p:nvSpPr>
        <p:spPr bwMode="auto">
          <a:xfrm>
            <a:off x="6838684" y="4210771"/>
            <a:ext cx="1600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上连续</a:t>
            </a:r>
            <a:r>
              <a:rPr kumimoji="1" lang="en-US" altLang="zh-CN" sz="2400" b="1" dirty="0">
                <a:latin typeface="+mn-ea"/>
                <a:ea typeface="+mn-ea"/>
              </a:rPr>
              <a:t>.</a:t>
            </a:r>
          </a:p>
        </p:txBody>
      </p:sp>
      <p:sp>
        <p:nvSpPr>
          <p:cNvPr id="13" name="Text Box 13">
            <a:extLst>
              <a:ext uri="{FF2B5EF4-FFF2-40B4-BE49-F238E27FC236}">
                <a16:creationId xmlns:a16="http://schemas.microsoft.com/office/drawing/2014/main" id="{A94C7462-6FBF-4CE2-B68A-34FD83F87467}"/>
              </a:ext>
            </a:extLst>
          </p:cNvPr>
          <p:cNvSpPr txBox="1">
            <a:spLocks noChangeArrowheads="1"/>
          </p:cNvSpPr>
          <p:nvPr/>
        </p:nvSpPr>
        <p:spPr bwMode="auto">
          <a:xfrm>
            <a:off x="251520" y="4222721"/>
            <a:ext cx="20687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复合而成 </a:t>
            </a:r>
            <a:r>
              <a:rPr kumimoji="1" lang="en-US" altLang="zh-CN" sz="2400" b="1" dirty="0">
                <a:latin typeface="+mn-ea"/>
                <a:ea typeface="+mn-ea"/>
              </a:rPr>
              <a:t>,</a:t>
            </a:r>
          </a:p>
        </p:txBody>
      </p:sp>
      <p:grpSp>
        <p:nvGrpSpPr>
          <p:cNvPr id="14" name="Group 14">
            <a:extLst>
              <a:ext uri="{FF2B5EF4-FFF2-40B4-BE49-F238E27FC236}">
                <a16:creationId xmlns:a16="http://schemas.microsoft.com/office/drawing/2014/main" id="{8011167A-17FD-4C24-B763-5CA1253A9366}"/>
              </a:ext>
            </a:extLst>
          </p:cNvPr>
          <p:cNvGrpSpPr>
            <a:grpSpLocks/>
          </p:cNvGrpSpPr>
          <p:nvPr/>
        </p:nvGrpSpPr>
        <p:grpSpPr bwMode="auto">
          <a:xfrm>
            <a:off x="4325545" y="2280170"/>
            <a:ext cx="4048125" cy="1162050"/>
            <a:chOff x="1674" y="1773"/>
            <a:chExt cx="2550" cy="732"/>
          </a:xfrm>
        </p:grpSpPr>
        <p:sp>
          <p:nvSpPr>
            <p:cNvPr id="15" name="Freeform 15">
              <a:extLst>
                <a:ext uri="{FF2B5EF4-FFF2-40B4-BE49-F238E27FC236}">
                  <a16:creationId xmlns:a16="http://schemas.microsoft.com/office/drawing/2014/main" id="{990882F0-DE90-46C1-9127-F873EAF69A50}"/>
                </a:ext>
              </a:extLst>
            </p:cNvPr>
            <p:cNvSpPr>
              <a:spLocks/>
            </p:cNvSpPr>
            <p:nvPr/>
          </p:nvSpPr>
          <p:spPr bwMode="auto">
            <a:xfrm>
              <a:off x="1674" y="2211"/>
              <a:ext cx="648" cy="72"/>
            </a:xfrm>
            <a:custGeom>
              <a:avLst/>
              <a:gdLst>
                <a:gd name="T0" fmla="*/ 12 w 648"/>
                <a:gd name="T1" fmla="*/ 0 h 72"/>
                <a:gd name="T2" fmla="*/ 24 w 648"/>
                <a:gd name="T3" fmla="*/ 0 h 72"/>
                <a:gd name="T4" fmla="*/ 36 w 648"/>
                <a:gd name="T5" fmla="*/ 6 h 72"/>
                <a:gd name="T6" fmla="*/ 48 w 648"/>
                <a:gd name="T7" fmla="*/ 6 h 72"/>
                <a:gd name="T8" fmla="*/ 60 w 648"/>
                <a:gd name="T9" fmla="*/ 6 h 72"/>
                <a:gd name="T10" fmla="*/ 72 w 648"/>
                <a:gd name="T11" fmla="*/ 6 h 72"/>
                <a:gd name="T12" fmla="*/ 84 w 648"/>
                <a:gd name="T13" fmla="*/ 6 h 72"/>
                <a:gd name="T14" fmla="*/ 102 w 648"/>
                <a:gd name="T15" fmla="*/ 6 h 72"/>
                <a:gd name="T16" fmla="*/ 114 w 648"/>
                <a:gd name="T17" fmla="*/ 6 h 72"/>
                <a:gd name="T18" fmla="*/ 126 w 648"/>
                <a:gd name="T19" fmla="*/ 6 h 72"/>
                <a:gd name="T20" fmla="*/ 138 w 648"/>
                <a:gd name="T21" fmla="*/ 12 h 72"/>
                <a:gd name="T22" fmla="*/ 150 w 648"/>
                <a:gd name="T23" fmla="*/ 12 h 72"/>
                <a:gd name="T24" fmla="*/ 162 w 648"/>
                <a:gd name="T25" fmla="*/ 12 h 72"/>
                <a:gd name="T26" fmla="*/ 174 w 648"/>
                <a:gd name="T27" fmla="*/ 12 h 72"/>
                <a:gd name="T28" fmla="*/ 186 w 648"/>
                <a:gd name="T29" fmla="*/ 12 h 72"/>
                <a:gd name="T30" fmla="*/ 204 w 648"/>
                <a:gd name="T31" fmla="*/ 12 h 72"/>
                <a:gd name="T32" fmla="*/ 216 w 648"/>
                <a:gd name="T33" fmla="*/ 18 h 72"/>
                <a:gd name="T34" fmla="*/ 228 w 648"/>
                <a:gd name="T35" fmla="*/ 18 h 72"/>
                <a:gd name="T36" fmla="*/ 240 w 648"/>
                <a:gd name="T37" fmla="*/ 18 h 72"/>
                <a:gd name="T38" fmla="*/ 252 w 648"/>
                <a:gd name="T39" fmla="*/ 18 h 72"/>
                <a:gd name="T40" fmla="*/ 264 w 648"/>
                <a:gd name="T41" fmla="*/ 18 h 72"/>
                <a:gd name="T42" fmla="*/ 276 w 648"/>
                <a:gd name="T43" fmla="*/ 24 h 72"/>
                <a:gd name="T44" fmla="*/ 288 w 648"/>
                <a:gd name="T45" fmla="*/ 24 h 72"/>
                <a:gd name="T46" fmla="*/ 306 w 648"/>
                <a:gd name="T47" fmla="*/ 24 h 72"/>
                <a:gd name="T48" fmla="*/ 318 w 648"/>
                <a:gd name="T49" fmla="*/ 24 h 72"/>
                <a:gd name="T50" fmla="*/ 330 w 648"/>
                <a:gd name="T51" fmla="*/ 24 h 72"/>
                <a:gd name="T52" fmla="*/ 342 w 648"/>
                <a:gd name="T53" fmla="*/ 30 h 72"/>
                <a:gd name="T54" fmla="*/ 354 w 648"/>
                <a:gd name="T55" fmla="*/ 30 h 72"/>
                <a:gd name="T56" fmla="*/ 366 w 648"/>
                <a:gd name="T57" fmla="*/ 30 h 72"/>
                <a:gd name="T58" fmla="*/ 378 w 648"/>
                <a:gd name="T59" fmla="*/ 30 h 72"/>
                <a:gd name="T60" fmla="*/ 390 w 648"/>
                <a:gd name="T61" fmla="*/ 30 h 72"/>
                <a:gd name="T62" fmla="*/ 408 w 648"/>
                <a:gd name="T63" fmla="*/ 36 h 72"/>
                <a:gd name="T64" fmla="*/ 420 w 648"/>
                <a:gd name="T65" fmla="*/ 36 h 72"/>
                <a:gd name="T66" fmla="*/ 432 w 648"/>
                <a:gd name="T67" fmla="*/ 36 h 72"/>
                <a:gd name="T68" fmla="*/ 444 w 648"/>
                <a:gd name="T69" fmla="*/ 42 h 72"/>
                <a:gd name="T70" fmla="*/ 456 w 648"/>
                <a:gd name="T71" fmla="*/ 42 h 72"/>
                <a:gd name="T72" fmla="*/ 468 w 648"/>
                <a:gd name="T73" fmla="*/ 42 h 72"/>
                <a:gd name="T74" fmla="*/ 480 w 648"/>
                <a:gd name="T75" fmla="*/ 42 h 72"/>
                <a:gd name="T76" fmla="*/ 492 w 648"/>
                <a:gd name="T77" fmla="*/ 48 h 72"/>
                <a:gd name="T78" fmla="*/ 510 w 648"/>
                <a:gd name="T79" fmla="*/ 48 h 72"/>
                <a:gd name="T80" fmla="*/ 522 w 648"/>
                <a:gd name="T81" fmla="*/ 48 h 72"/>
                <a:gd name="T82" fmla="*/ 534 w 648"/>
                <a:gd name="T83" fmla="*/ 54 h 72"/>
                <a:gd name="T84" fmla="*/ 546 w 648"/>
                <a:gd name="T85" fmla="*/ 54 h 72"/>
                <a:gd name="T86" fmla="*/ 558 w 648"/>
                <a:gd name="T87" fmla="*/ 54 h 72"/>
                <a:gd name="T88" fmla="*/ 570 w 648"/>
                <a:gd name="T89" fmla="*/ 60 h 72"/>
                <a:gd name="T90" fmla="*/ 582 w 648"/>
                <a:gd name="T91" fmla="*/ 60 h 72"/>
                <a:gd name="T92" fmla="*/ 594 w 648"/>
                <a:gd name="T93" fmla="*/ 66 h 72"/>
                <a:gd name="T94" fmla="*/ 612 w 648"/>
                <a:gd name="T95" fmla="*/ 66 h 72"/>
                <a:gd name="T96" fmla="*/ 624 w 648"/>
                <a:gd name="T97" fmla="*/ 66 h 72"/>
                <a:gd name="T98" fmla="*/ 636 w 648"/>
                <a:gd name="T99" fmla="*/ 72 h 72"/>
                <a:gd name="T100" fmla="*/ 648 w 648"/>
                <a:gd name="T101" fmla="*/ 72 h 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48"/>
                <a:gd name="T154" fmla="*/ 0 h 72"/>
                <a:gd name="T155" fmla="*/ 648 w 648"/>
                <a:gd name="T156" fmla="*/ 72 h 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48" h="72">
                  <a:moveTo>
                    <a:pt x="0" y="0"/>
                  </a:moveTo>
                  <a:lnTo>
                    <a:pt x="0" y="0"/>
                  </a:lnTo>
                  <a:lnTo>
                    <a:pt x="6" y="0"/>
                  </a:lnTo>
                  <a:lnTo>
                    <a:pt x="12" y="0"/>
                  </a:lnTo>
                  <a:lnTo>
                    <a:pt x="18" y="0"/>
                  </a:lnTo>
                  <a:lnTo>
                    <a:pt x="24" y="0"/>
                  </a:lnTo>
                  <a:lnTo>
                    <a:pt x="30" y="0"/>
                  </a:lnTo>
                  <a:lnTo>
                    <a:pt x="36" y="6"/>
                  </a:lnTo>
                  <a:lnTo>
                    <a:pt x="42" y="6"/>
                  </a:lnTo>
                  <a:lnTo>
                    <a:pt x="48" y="6"/>
                  </a:lnTo>
                  <a:lnTo>
                    <a:pt x="54" y="6"/>
                  </a:lnTo>
                  <a:lnTo>
                    <a:pt x="60" y="6"/>
                  </a:lnTo>
                  <a:lnTo>
                    <a:pt x="66" y="6"/>
                  </a:lnTo>
                  <a:lnTo>
                    <a:pt x="72" y="6"/>
                  </a:lnTo>
                  <a:lnTo>
                    <a:pt x="78" y="6"/>
                  </a:lnTo>
                  <a:lnTo>
                    <a:pt x="84" y="6"/>
                  </a:lnTo>
                  <a:lnTo>
                    <a:pt x="90" y="6"/>
                  </a:lnTo>
                  <a:lnTo>
                    <a:pt x="96" y="6"/>
                  </a:lnTo>
                  <a:lnTo>
                    <a:pt x="102" y="6"/>
                  </a:lnTo>
                  <a:lnTo>
                    <a:pt x="108" y="6"/>
                  </a:lnTo>
                  <a:lnTo>
                    <a:pt x="114" y="6"/>
                  </a:lnTo>
                  <a:lnTo>
                    <a:pt x="120" y="6"/>
                  </a:lnTo>
                  <a:lnTo>
                    <a:pt x="126" y="6"/>
                  </a:lnTo>
                  <a:lnTo>
                    <a:pt x="126" y="12"/>
                  </a:lnTo>
                  <a:lnTo>
                    <a:pt x="132" y="12"/>
                  </a:lnTo>
                  <a:lnTo>
                    <a:pt x="138" y="12"/>
                  </a:lnTo>
                  <a:lnTo>
                    <a:pt x="144" y="12"/>
                  </a:lnTo>
                  <a:lnTo>
                    <a:pt x="150" y="12"/>
                  </a:lnTo>
                  <a:lnTo>
                    <a:pt x="156" y="12"/>
                  </a:lnTo>
                  <a:lnTo>
                    <a:pt x="162" y="12"/>
                  </a:lnTo>
                  <a:lnTo>
                    <a:pt x="168" y="12"/>
                  </a:lnTo>
                  <a:lnTo>
                    <a:pt x="174" y="12"/>
                  </a:lnTo>
                  <a:lnTo>
                    <a:pt x="180" y="12"/>
                  </a:lnTo>
                  <a:lnTo>
                    <a:pt x="186" y="12"/>
                  </a:lnTo>
                  <a:lnTo>
                    <a:pt x="192" y="12"/>
                  </a:lnTo>
                  <a:lnTo>
                    <a:pt x="198" y="12"/>
                  </a:lnTo>
                  <a:lnTo>
                    <a:pt x="204" y="12"/>
                  </a:lnTo>
                  <a:lnTo>
                    <a:pt x="210" y="18"/>
                  </a:lnTo>
                  <a:lnTo>
                    <a:pt x="216" y="18"/>
                  </a:lnTo>
                  <a:lnTo>
                    <a:pt x="222" y="18"/>
                  </a:lnTo>
                  <a:lnTo>
                    <a:pt x="228" y="18"/>
                  </a:lnTo>
                  <a:lnTo>
                    <a:pt x="234" y="18"/>
                  </a:lnTo>
                  <a:lnTo>
                    <a:pt x="240" y="18"/>
                  </a:lnTo>
                  <a:lnTo>
                    <a:pt x="246" y="18"/>
                  </a:lnTo>
                  <a:lnTo>
                    <a:pt x="252" y="18"/>
                  </a:lnTo>
                  <a:lnTo>
                    <a:pt x="258" y="18"/>
                  </a:lnTo>
                  <a:lnTo>
                    <a:pt x="264" y="18"/>
                  </a:lnTo>
                  <a:lnTo>
                    <a:pt x="270" y="18"/>
                  </a:lnTo>
                  <a:lnTo>
                    <a:pt x="276" y="18"/>
                  </a:lnTo>
                  <a:lnTo>
                    <a:pt x="276" y="24"/>
                  </a:lnTo>
                  <a:lnTo>
                    <a:pt x="282" y="24"/>
                  </a:lnTo>
                  <a:lnTo>
                    <a:pt x="288" y="24"/>
                  </a:lnTo>
                  <a:lnTo>
                    <a:pt x="294" y="24"/>
                  </a:lnTo>
                  <a:lnTo>
                    <a:pt x="300" y="24"/>
                  </a:lnTo>
                  <a:lnTo>
                    <a:pt x="306" y="24"/>
                  </a:lnTo>
                  <a:lnTo>
                    <a:pt x="312" y="24"/>
                  </a:lnTo>
                  <a:lnTo>
                    <a:pt x="318" y="24"/>
                  </a:lnTo>
                  <a:lnTo>
                    <a:pt x="324" y="24"/>
                  </a:lnTo>
                  <a:lnTo>
                    <a:pt x="330" y="24"/>
                  </a:lnTo>
                  <a:lnTo>
                    <a:pt x="336" y="24"/>
                  </a:lnTo>
                  <a:lnTo>
                    <a:pt x="342" y="30"/>
                  </a:lnTo>
                  <a:lnTo>
                    <a:pt x="348" y="30"/>
                  </a:lnTo>
                  <a:lnTo>
                    <a:pt x="354" y="30"/>
                  </a:lnTo>
                  <a:lnTo>
                    <a:pt x="360" y="30"/>
                  </a:lnTo>
                  <a:lnTo>
                    <a:pt x="366" y="30"/>
                  </a:lnTo>
                  <a:lnTo>
                    <a:pt x="372" y="30"/>
                  </a:lnTo>
                  <a:lnTo>
                    <a:pt x="378" y="30"/>
                  </a:lnTo>
                  <a:lnTo>
                    <a:pt x="384" y="30"/>
                  </a:lnTo>
                  <a:lnTo>
                    <a:pt x="390" y="30"/>
                  </a:lnTo>
                  <a:lnTo>
                    <a:pt x="396" y="36"/>
                  </a:lnTo>
                  <a:lnTo>
                    <a:pt x="402" y="36"/>
                  </a:lnTo>
                  <a:lnTo>
                    <a:pt x="408" y="36"/>
                  </a:lnTo>
                  <a:lnTo>
                    <a:pt x="414" y="36"/>
                  </a:lnTo>
                  <a:lnTo>
                    <a:pt x="420" y="36"/>
                  </a:lnTo>
                  <a:lnTo>
                    <a:pt x="426" y="36"/>
                  </a:lnTo>
                  <a:lnTo>
                    <a:pt x="432" y="36"/>
                  </a:lnTo>
                  <a:lnTo>
                    <a:pt x="438" y="36"/>
                  </a:lnTo>
                  <a:lnTo>
                    <a:pt x="444" y="36"/>
                  </a:lnTo>
                  <a:lnTo>
                    <a:pt x="444" y="42"/>
                  </a:lnTo>
                  <a:lnTo>
                    <a:pt x="450" y="42"/>
                  </a:lnTo>
                  <a:lnTo>
                    <a:pt x="456" y="42"/>
                  </a:lnTo>
                  <a:lnTo>
                    <a:pt x="462" y="42"/>
                  </a:lnTo>
                  <a:lnTo>
                    <a:pt x="468" y="42"/>
                  </a:lnTo>
                  <a:lnTo>
                    <a:pt x="474" y="42"/>
                  </a:lnTo>
                  <a:lnTo>
                    <a:pt x="480" y="42"/>
                  </a:lnTo>
                  <a:lnTo>
                    <a:pt x="486" y="42"/>
                  </a:lnTo>
                  <a:lnTo>
                    <a:pt x="486" y="48"/>
                  </a:lnTo>
                  <a:lnTo>
                    <a:pt x="492" y="48"/>
                  </a:lnTo>
                  <a:lnTo>
                    <a:pt x="498" y="48"/>
                  </a:lnTo>
                  <a:lnTo>
                    <a:pt x="504" y="48"/>
                  </a:lnTo>
                  <a:lnTo>
                    <a:pt x="510" y="48"/>
                  </a:lnTo>
                  <a:lnTo>
                    <a:pt x="516" y="48"/>
                  </a:lnTo>
                  <a:lnTo>
                    <a:pt x="522" y="48"/>
                  </a:lnTo>
                  <a:lnTo>
                    <a:pt x="528" y="48"/>
                  </a:lnTo>
                  <a:lnTo>
                    <a:pt x="528" y="54"/>
                  </a:lnTo>
                  <a:lnTo>
                    <a:pt x="534" y="54"/>
                  </a:lnTo>
                  <a:lnTo>
                    <a:pt x="540" y="54"/>
                  </a:lnTo>
                  <a:lnTo>
                    <a:pt x="546" y="54"/>
                  </a:lnTo>
                  <a:lnTo>
                    <a:pt x="552" y="54"/>
                  </a:lnTo>
                  <a:lnTo>
                    <a:pt x="558" y="54"/>
                  </a:lnTo>
                  <a:lnTo>
                    <a:pt x="564" y="54"/>
                  </a:lnTo>
                  <a:lnTo>
                    <a:pt x="564" y="60"/>
                  </a:lnTo>
                  <a:lnTo>
                    <a:pt x="570" y="60"/>
                  </a:lnTo>
                  <a:lnTo>
                    <a:pt x="576" y="60"/>
                  </a:lnTo>
                  <a:lnTo>
                    <a:pt x="582" y="60"/>
                  </a:lnTo>
                  <a:lnTo>
                    <a:pt x="588" y="60"/>
                  </a:lnTo>
                  <a:lnTo>
                    <a:pt x="594" y="60"/>
                  </a:lnTo>
                  <a:lnTo>
                    <a:pt x="594" y="66"/>
                  </a:lnTo>
                  <a:lnTo>
                    <a:pt x="600" y="66"/>
                  </a:lnTo>
                  <a:lnTo>
                    <a:pt x="606" y="66"/>
                  </a:lnTo>
                  <a:lnTo>
                    <a:pt x="612" y="66"/>
                  </a:lnTo>
                  <a:lnTo>
                    <a:pt x="618" y="66"/>
                  </a:lnTo>
                  <a:lnTo>
                    <a:pt x="624" y="66"/>
                  </a:lnTo>
                  <a:lnTo>
                    <a:pt x="630" y="72"/>
                  </a:lnTo>
                  <a:lnTo>
                    <a:pt x="636" y="72"/>
                  </a:lnTo>
                  <a:lnTo>
                    <a:pt x="642" y="72"/>
                  </a:lnTo>
                  <a:lnTo>
                    <a:pt x="648" y="72"/>
                  </a:lnTo>
                </a:path>
              </a:pathLst>
            </a:custGeom>
            <a:noFill/>
            <a:ln w="19050">
              <a:solidFill>
                <a:srgbClr val="0064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16" name="Freeform 16">
              <a:extLst>
                <a:ext uri="{FF2B5EF4-FFF2-40B4-BE49-F238E27FC236}">
                  <a16:creationId xmlns:a16="http://schemas.microsoft.com/office/drawing/2014/main" id="{65C38FFA-EC68-4AE9-95B9-D846DF634163}"/>
                </a:ext>
              </a:extLst>
            </p:cNvPr>
            <p:cNvSpPr>
              <a:spLocks/>
            </p:cNvSpPr>
            <p:nvPr/>
          </p:nvSpPr>
          <p:spPr bwMode="auto">
            <a:xfrm>
              <a:off x="2322" y="1773"/>
              <a:ext cx="624" cy="732"/>
            </a:xfrm>
            <a:custGeom>
              <a:avLst/>
              <a:gdLst>
                <a:gd name="T0" fmla="*/ 12 w 624"/>
                <a:gd name="T1" fmla="*/ 516 h 732"/>
                <a:gd name="T2" fmla="*/ 18 w 624"/>
                <a:gd name="T3" fmla="*/ 516 h 732"/>
                <a:gd name="T4" fmla="*/ 30 w 624"/>
                <a:gd name="T5" fmla="*/ 516 h 732"/>
                <a:gd name="T6" fmla="*/ 42 w 624"/>
                <a:gd name="T7" fmla="*/ 522 h 732"/>
                <a:gd name="T8" fmla="*/ 48 w 624"/>
                <a:gd name="T9" fmla="*/ 522 h 732"/>
                <a:gd name="T10" fmla="*/ 60 w 624"/>
                <a:gd name="T11" fmla="*/ 528 h 732"/>
                <a:gd name="T12" fmla="*/ 72 w 624"/>
                <a:gd name="T13" fmla="*/ 528 h 732"/>
                <a:gd name="T14" fmla="*/ 84 w 624"/>
                <a:gd name="T15" fmla="*/ 534 h 732"/>
                <a:gd name="T16" fmla="*/ 90 w 624"/>
                <a:gd name="T17" fmla="*/ 534 h 732"/>
                <a:gd name="T18" fmla="*/ 102 w 624"/>
                <a:gd name="T19" fmla="*/ 540 h 732"/>
                <a:gd name="T20" fmla="*/ 114 w 624"/>
                <a:gd name="T21" fmla="*/ 540 h 732"/>
                <a:gd name="T22" fmla="*/ 120 w 624"/>
                <a:gd name="T23" fmla="*/ 546 h 732"/>
                <a:gd name="T24" fmla="*/ 132 w 624"/>
                <a:gd name="T25" fmla="*/ 546 h 732"/>
                <a:gd name="T26" fmla="*/ 144 w 624"/>
                <a:gd name="T27" fmla="*/ 552 h 732"/>
                <a:gd name="T28" fmla="*/ 150 w 624"/>
                <a:gd name="T29" fmla="*/ 552 h 732"/>
                <a:gd name="T30" fmla="*/ 162 w 624"/>
                <a:gd name="T31" fmla="*/ 558 h 732"/>
                <a:gd name="T32" fmla="*/ 174 w 624"/>
                <a:gd name="T33" fmla="*/ 564 h 732"/>
                <a:gd name="T34" fmla="*/ 186 w 624"/>
                <a:gd name="T35" fmla="*/ 564 h 732"/>
                <a:gd name="T36" fmla="*/ 192 w 624"/>
                <a:gd name="T37" fmla="*/ 570 h 732"/>
                <a:gd name="T38" fmla="*/ 204 w 624"/>
                <a:gd name="T39" fmla="*/ 576 h 732"/>
                <a:gd name="T40" fmla="*/ 216 w 624"/>
                <a:gd name="T41" fmla="*/ 582 h 732"/>
                <a:gd name="T42" fmla="*/ 222 w 624"/>
                <a:gd name="T43" fmla="*/ 582 h 732"/>
                <a:gd name="T44" fmla="*/ 234 w 624"/>
                <a:gd name="T45" fmla="*/ 588 h 732"/>
                <a:gd name="T46" fmla="*/ 246 w 624"/>
                <a:gd name="T47" fmla="*/ 594 h 732"/>
                <a:gd name="T48" fmla="*/ 252 w 624"/>
                <a:gd name="T49" fmla="*/ 600 h 732"/>
                <a:gd name="T50" fmla="*/ 264 w 624"/>
                <a:gd name="T51" fmla="*/ 606 h 732"/>
                <a:gd name="T52" fmla="*/ 276 w 624"/>
                <a:gd name="T53" fmla="*/ 612 h 732"/>
                <a:gd name="T54" fmla="*/ 288 w 624"/>
                <a:gd name="T55" fmla="*/ 618 h 732"/>
                <a:gd name="T56" fmla="*/ 294 w 624"/>
                <a:gd name="T57" fmla="*/ 624 h 732"/>
                <a:gd name="T58" fmla="*/ 306 w 624"/>
                <a:gd name="T59" fmla="*/ 630 h 732"/>
                <a:gd name="T60" fmla="*/ 318 w 624"/>
                <a:gd name="T61" fmla="*/ 636 h 732"/>
                <a:gd name="T62" fmla="*/ 324 w 624"/>
                <a:gd name="T63" fmla="*/ 642 h 732"/>
                <a:gd name="T64" fmla="*/ 336 w 624"/>
                <a:gd name="T65" fmla="*/ 648 h 732"/>
                <a:gd name="T66" fmla="*/ 348 w 624"/>
                <a:gd name="T67" fmla="*/ 654 h 732"/>
                <a:gd name="T68" fmla="*/ 354 w 624"/>
                <a:gd name="T69" fmla="*/ 666 h 732"/>
                <a:gd name="T70" fmla="*/ 366 w 624"/>
                <a:gd name="T71" fmla="*/ 672 h 732"/>
                <a:gd name="T72" fmla="*/ 378 w 624"/>
                <a:gd name="T73" fmla="*/ 678 h 732"/>
                <a:gd name="T74" fmla="*/ 390 w 624"/>
                <a:gd name="T75" fmla="*/ 690 h 732"/>
                <a:gd name="T76" fmla="*/ 396 w 624"/>
                <a:gd name="T77" fmla="*/ 696 h 732"/>
                <a:gd name="T78" fmla="*/ 408 w 624"/>
                <a:gd name="T79" fmla="*/ 702 h 732"/>
                <a:gd name="T80" fmla="*/ 420 w 624"/>
                <a:gd name="T81" fmla="*/ 714 h 732"/>
                <a:gd name="T82" fmla="*/ 426 w 624"/>
                <a:gd name="T83" fmla="*/ 720 h 732"/>
                <a:gd name="T84" fmla="*/ 438 w 624"/>
                <a:gd name="T85" fmla="*/ 726 h 732"/>
                <a:gd name="T86" fmla="*/ 450 w 624"/>
                <a:gd name="T87" fmla="*/ 732 h 732"/>
                <a:gd name="T88" fmla="*/ 456 w 624"/>
                <a:gd name="T89" fmla="*/ 732 h 732"/>
                <a:gd name="T90" fmla="*/ 468 w 624"/>
                <a:gd name="T91" fmla="*/ 732 h 732"/>
                <a:gd name="T92" fmla="*/ 480 w 624"/>
                <a:gd name="T93" fmla="*/ 732 h 732"/>
                <a:gd name="T94" fmla="*/ 492 w 624"/>
                <a:gd name="T95" fmla="*/ 720 h 732"/>
                <a:gd name="T96" fmla="*/ 498 w 624"/>
                <a:gd name="T97" fmla="*/ 702 h 732"/>
                <a:gd name="T98" fmla="*/ 510 w 624"/>
                <a:gd name="T99" fmla="*/ 672 h 732"/>
                <a:gd name="T100" fmla="*/ 522 w 624"/>
                <a:gd name="T101" fmla="*/ 618 h 732"/>
                <a:gd name="T102" fmla="*/ 528 w 624"/>
                <a:gd name="T103" fmla="*/ 546 h 732"/>
                <a:gd name="T104" fmla="*/ 540 w 624"/>
                <a:gd name="T105" fmla="*/ 438 h 732"/>
                <a:gd name="T106" fmla="*/ 552 w 624"/>
                <a:gd name="T107" fmla="*/ 294 h 732"/>
                <a:gd name="T108" fmla="*/ 558 w 624"/>
                <a:gd name="T109" fmla="*/ 126 h 732"/>
                <a:gd name="T110" fmla="*/ 570 w 624"/>
                <a:gd name="T111" fmla="*/ 6 h 732"/>
                <a:gd name="T112" fmla="*/ 582 w 624"/>
                <a:gd name="T113" fmla="*/ 120 h 732"/>
                <a:gd name="T114" fmla="*/ 594 w 624"/>
                <a:gd name="T115" fmla="*/ 642 h 732"/>
                <a:gd name="T116" fmla="*/ 600 w 624"/>
                <a:gd name="T117" fmla="*/ 168 h 732"/>
                <a:gd name="T118" fmla="*/ 612 w 624"/>
                <a:gd name="T119" fmla="*/ 66 h 732"/>
                <a:gd name="T120" fmla="*/ 624 w 624"/>
                <a:gd name="T121" fmla="*/ 270 h 7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24"/>
                <a:gd name="T184" fmla="*/ 0 h 732"/>
                <a:gd name="T185" fmla="*/ 624 w 624"/>
                <a:gd name="T186" fmla="*/ 732 h 73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24" h="732">
                  <a:moveTo>
                    <a:pt x="0" y="510"/>
                  </a:moveTo>
                  <a:lnTo>
                    <a:pt x="6" y="510"/>
                  </a:lnTo>
                  <a:lnTo>
                    <a:pt x="6" y="516"/>
                  </a:lnTo>
                  <a:lnTo>
                    <a:pt x="12" y="516"/>
                  </a:lnTo>
                  <a:lnTo>
                    <a:pt x="18" y="516"/>
                  </a:lnTo>
                  <a:lnTo>
                    <a:pt x="24" y="516"/>
                  </a:lnTo>
                  <a:lnTo>
                    <a:pt x="30" y="516"/>
                  </a:lnTo>
                  <a:lnTo>
                    <a:pt x="30" y="522"/>
                  </a:lnTo>
                  <a:lnTo>
                    <a:pt x="36" y="522"/>
                  </a:lnTo>
                  <a:lnTo>
                    <a:pt x="42" y="522"/>
                  </a:lnTo>
                  <a:lnTo>
                    <a:pt x="48" y="522"/>
                  </a:lnTo>
                  <a:lnTo>
                    <a:pt x="54" y="522"/>
                  </a:lnTo>
                  <a:lnTo>
                    <a:pt x="60" y="528"/>
                  </a:lnTo>
                  <a:lnTo>
                    <a:pt x="66" y="528"/>
                  </a:lnTo>
                  <a:lnTo>
                    <a:pt x="72" y="528"/>
                  </a:lnTo>
                  <a:lnTo>
                    <a:pt x="78" y="528"/>
                  </a:lnTo>
                  <a:lnTo>
                    <a:pt x="78" y="534"/>
                  </a:lnTo>
                  <a:lnTo>
                    <a:pt x="84" y="534"/>
                  </a:lnTo>
                  <a:lnTo>
                    <a:pt x="90" y="534"/>
                  </a:lnTo>
                  <a:lnTo>
                    <a:pt x="96" y="534"/>
                  </a:lnTo>
                  <a:lnTo>
                    <a:pt x="102" y="534"/>
                  </a:lnTo>
                  <a:lnTo>
                    <a:pt x="102" y="540"/>
                  </a:lnTo>
                  <a:lnTo>
                    <a:pt x="108" y="540"/>
                  </a:lnTo>
                  <a:lnTo>
                    <a:pt x="114" y="540"/>
                  </a:lnTo>
                  <a:lnTo>
                    <a:pt x="120" y="540"/>
                  </a:lnTo>
                  <a:lnTo>
                    <a:pt x="120" y="546"/>
                  </a:lnTo>
                  <a:lnTo>
                    <a:pt x="126" y="546"/>
                  </a:lnTo>
                  <a:lnTo>
                    <a:pt x="132" y="546"/>
                  </a:lnTo>
                  <a:lnTo>
                    <a:pt x="138" y="552"/>
                  </a:lnTo>
                  <a:lnTo>
                    <a:pt x="144" y="552"/>
                  </a:lnTo>
                  <a:lnTo>
                    <a:pt x="150" y="552"/>
                  </a:lnTo>
                  <a:lnTo>
                    <a:pt x="156" y="558"/>
                  </a:lnTo>
                  <a:lnTo>
                    <a:pt x="162" y="558"/>
                  </a:lnTo>
                  <a:lnTo>
                    <a:pt x="168" y="558"/>
                  </a:lnTo>
                  <a:lnTo>
                    <a:pt x="168" y="564"/>
                  </a:lnTo>
                  <a:lnTo>
                    <a:pt x="174" y="564"/>
                  </a:lnTo>
                  <a:lnTo>
                    <a:pt x="180" y="564"/>
                  </a:lnTo>
                  <a:lnTo>
                    <a:pt x="186" y="564"/>
                  </a:lnTo>
                  <a:lnTo>
                    <a:pt x="186" y="570"/>
                  </a:lnTo>
                  <a:lnTo>
                    <a:pt x="192" y="570"/>
                  </a:lnTo>
                  <a:lnTo>
                    <a:pt x="198" y="570"/>
                  </a:lnTo>
                  <a:lnTo>
                    <a:pt x="204" y="576"/>
                  </a:lnTo>
                  <a:lnTo>
                    <a:pt x="210" y="576"/>
                  </a:lnTo>
                  <a:lnTo>
                    <a:pt x="216" y="582"/>
                  </a:lnTo>
                  <a:lnTo>
                    <a:pt x="222" y="582"/>
                  </a:lnTo>
                  <a:lnTo>
                    <a:pt x="228" y="582"/>
                  </a:lnTo>
                  <a:lnTo>
                    <a:pt x="228" y="588"/>
                  </a:lnTo>
                  <a:lnTo>
                    <a:pt x="234" y="588"/>
                  </a:lnTo>
                  <a:lnTo>
                    <a:pt x="240" y="594"/>
                  </a:lnTo>
                  <a:lnTo>
                    <a:pt x="246" y="594"/>
                  </a:lnTo>
                  <a:lnTo>
                    <a:pt x="252" y="594"/>
                  </a:lnTo>
                  <a:lnTo>
                    <a:pt x="252" y="600"/>
                  </a:lnTo>
                  <a:lnTo>
                    <a:pt x="258" y="600"/>
                  </a:lnTo>
                  <a:lnTo>
                    <a:pt x="264" y="600"/>
                  </a:lnTo>
                  <a:lnTo>
                    <a:pt x="264" y="606"/>
                  </a:lnTo>
                  <a:lnTo>
                    <a:pt x="270" y="606"/>
                  </a:lnTo>
                  <a:lnTo>
                    <a:pt x="276" y="612"/>
                  </a:lnTo>
                  <a:lnTo>
                    <a:pt x="282" y="612"/>
                  </a:lnTo>
                  <a:lnTo>
                    <a:pt x="288" y="618"/>
                  </a:lnTo>
                  <a:lnTo>
                    <a:pt x="294" y="618"/>
                  </a:lnTo>
                  <a:lnTo>
                    <a:pt x="294" y="624"/>
                  </a:lnTo>
                  <a:lnTo>
                    <a:pt x="300" y="624"/>
                  </a:lnTo>
                  <a:lnTo>
                    <a:pt x="306" y="624"/>
                  </a:lnTo>
                  <a:lnTo>
                    <a:pt x="306" y="630"/>
                  </a:lnTo>
                  <a:lnTo>
                    <a:pt x="312" y="630"/>
                  </a:lnTo>
                  <a:lnTo>
                    <a:pt x="312" y="636"/>
                  </a:lnTo>
                  <a:lnTo>
                    <a:pt x="318" y="636"/>
                  </a:lnTo>
                  <a:lnTo>
                    <a:pt x="324" y="636"/>
                  </a:lnTo>
                  <a:lnTo>
                    <a:pt x="324" y="642"/>
                  </a:lnTo>
                  <a:lnTo>
                    <a:pt x="330" y="642"/>
                  </a:lnTo>
                  <a:lnTo>
                    <a:pt x="330" y="648"/>
                  </a:lnTo>
                  <a:lnTo>
                    <a:pt x="336" y="648"/>
                  </a:lnTo>
                  <a:lnTo>
                    <a:pt x="342" y="654"/>
                  </a:lnTo>
                  <a:lnTo>
                    <a:pt x="348" y="654"/>
                  </a:lnTo>
                  <a:lnTo>
                    <a:pt x="348" y="660"/>
                  </a:lnTo>
                  <a:lnTo>
                    <a:pt x="354" y="660"/>
                  </a:lnTo>
                  <a:lnTo>
                    <a:pt x="354" y="666"/>
                  </a:lnTo>
                  <a:lnTo>
                    <a:pt x="360" y="666"/>
                  </a:lnTo>
                  <a:lnTo>
                    <a:pt x="366" y="672"/>
                  </a:lnTo>
                  <a:lnTo>
                    <a:pt x="372" y="672"/>
                  </a:lnTo>
                  <a:lnTo>
                    <a:pt x="372" y="678"/>
                  </a:lnTo>
                  <a:lnTo>
                    <a:pt x="378" y="678"/>
                  </a:lnTo>
                  <a:lnTo>
                    <a:pt x="378" y="684"/>
                  </a:lnTo>
                  <a:lnTo>
                    <a:pt x="384" y="684"/>
                  </a:lnTo>
                  <a:lnTo>
                    <a:pt x="390" y="690"/>
                  </a:lnTo>
                  <a:lnTo>
                    <a:pt x="396" y="696"/>
                  </a:lnTo>
                  <a:lnTo>
                    <a:pt x="402" y="696"/>
                  </a:lnTo>
                  <a:lnTo>
                    <a:pt x="402" y="702"/>
                  </a:lnTo>
                  <a:lnTo>
                    <a:pt x="408" y="702"/>
                  </a:lnTo>
                  <a:lnTo>
                    <a:pt x="408" y="708"/>
                  </a:lnTo>
                  <a:lnTo>
                    <a:pt x="414" y="708"/>
                  </a:lnTo>
                  <a:lnTo>
                    <a:pt x="420" y="714"/>
                  </a:lnTo>
                  <a:lnTo>
                    <a:pt x="426" y="714"/>
                  </a:lnTo>
                  <a:lnTo>
                    <a:pt x="426" y="720"/>
                  </a:lnTo>
                  <a:lnTo>
                    <a:pt x="432" y="720"/>
                  </a:lnTo>
                  <a:lnTo>
                    <a:pt x="438" y="726"/>
                  </a:lnTo>
                  <a:lnTo>
                    <a:pt x="444" y="726"/>
                  </a:lnTo>
                  <a:lnTo>
                    <a:pt x="444" y="732"/>
                  </a:lnTo>
                  <a:lnTo>
                    <a:pt x="450" y="732"/>
                  </a:lnTo>
                  <a:lnTo>
                    <a:pt x="456" y="732"/>
                  </a:lnTo>
                  <a:lnTo>
                    <a:pt x="462" y="732"/>
                  </a:lnTo>
                  <a:lnTo>
                    <a:pt x="468" y="732"/>
                  </a:lnTo>
                  <a:lnTo>
                    <a:pt x="474" y="732"/>
                  </a:lnTo>
                  <a:lnTo>
                    <a:pt x="480" y="732"/>
                  </a:lnTo>
                  <a:lnTo>
                    <a:pt x="480" y="726"/>
                  </a:lnTo>
                  <a:lnTo>
                    <a:pt x="486" y="726"/>
                  </a:lnTo>
                  <a:lnTo>
                    <a:pt x="486" y="720"/>
                  </a:lnTo>
                  <a:lnTo>
                    <a:pt x="492" y="720"/>
                  </a:lnTo>
                  <a:lnTo>
                    <a:pt x="492" y="714"/>
                  </a:lnTo>
                  <a:lnTo>
                    <a:pt x="498" y="708"/>
                  </a:lnTo>
                  <a:lnTo>
                    <a:pt x="498" y="702"/>
                  </a:lnTo>
                  <a:lnTo>
                    <a:pt x="504" y="696"/>
                  </a:lnTo>
                  <a:lnTo>
                    <a:pt x="504" y="684"/>
                  </a:lnTo>
                  <a:lnTo>
                    <a:pt x="510" y="678"/>
                  </a:lnTo>
                  <a:lnTo>
                    <a:pt x="510" y="672"/>
                  </a:lnTo>
                  <a:lnTo>
                    <a:pt x="510" y="660"/>
                  </a:lnTo>
                  <a:lnTo>
                    <a:pt x="516" y="648"/>
                  </a:lnTo>
                  <a:lnTo>
                    <a:pt x="516" y="636"/>
                  </a:lnTo>
                  <a:lnTo>
                    <a:pt x="522" y="618"/>
                  </a:lnTo>
                  <a:lnTo>
                    <a:pt x="522" y="606"/>
                  </a:lnTo>
                  <a:lnTo>
                    <a:pt x="528" y="588"/>
                  </a:lnTo>
                  <a:lnTo>
                    <a:pt x="528" y="564"/>
                  </a:lnTo>
                  <a:lnTo>
                    <a:pt x="528" y="546"/>
                  </a:lnTo>
                  <a:lnTo>
                    <a:pt x="534" y="522"/>
                  </a:lnTo>
                  <a:lnTo>
                    <a:pt x="534" y="498"/>
                  </a:lnTo>
                  <a:lnTo>
                    <a:pt x="540" y="468"/>
                  </a:lnTo>
                  <a:lnTo>
                    <a:pt x="540" y="438"/>
                  </a:lnTo>
                  <a:lnTo>
                    <a:pt x="540" y="408"/>
                  </a:lnTo>
                  <a:lnTo>
                    <a:pt x="546" y="372"/>
                  </a:lnTo>
                  <a:lnTo>
                    <a:pt x="546" y="336"/>
                  </a:lnTo>
                  <a:lnTo>
                    <a:pt x="552" y="294"/>
                  </a:lnTo>
                  <a:lnTo>
                    <a:pt x="552" y="252"/>
                  </a:lnTo>
                  <a:lnTo>
                    <a:pt x="558" y="210"/>
                  </a:lnTo>
                  <a:lnTo>
                    <a:pt x="558" y="168"/>
                  </a:lnTo>
                  <a:lnTo>
                    <a:pt x="558" y="126"/>
                  </a:lnTo>
                  <a:lnTo>
                    <a:pt x="564" y="90"/>
                  </a:lnTo>
                  <a:lnTo>
                    <a:pt x="564" y="54"/>
                  </a:lnTo>
                  <a:lnTo>
                    <a:pt x="570" y="24"/>
                  </a:lnTo>
                  <a:lnTo>
                    <a:pt x="570" y="6"/>
                  </a:lnTo>
                  <a:lnTo>
                    <a:pt x="576" y="0"/>
                  </a:lnTo>
                  <a:lnTo>
                    <a:pt x="576" y="12"/>
                  </a:lnTo>
                  <a:lnTo>
                    <a:pt x="576" y="54"/>
                  </a:lnTo>
                  <a:lnTo>
                    <a:pt x="582" y="120"/>
                  </a:lnTo>
                  <a:lnTo>
                    <a:pt x="582" y="222"/>
                  </a:lnTo>
                  <a:lnTo>
                    <a:pt x="588" y="354"/>
                  </a:lnTo>
                  <a:lnTo>
                    <a:pt x="588" y="504"/>
                  </a:lnTo>
                  <a:lnTo>
                    <a:pt x="594" y="642"/>
                  </a:lnTo>
                  <a:lnTo>
                    <a:pt x="594" y="732"/>
                  </a:lnTo>
                  <a:lnTo>
                    <a:pt x="594" y="690"/>
                  </a:lnTo>
                  <a:lnTo>
                    <a:pt x="600" y="486"/>
                  </a:lnTo>
                  <a:lnTo>
                    <a:pt x="600" y="168"/>
                  </a:lnTo>
                  <a:lnTo>
                    <a:pt x="606" y="0"/>
                  </a:lnTo>
                  <a:lnTo>
                    <a:pt x="606" y="342"/>
                  </a:lnTo>
                  <a:lnTo>
                    <a:pt x="612" y="732"/>
                  </a:lnTo>
                  <a:lnTo>
                    <a:pt x="612" y="66"/>
                  </a:lnTo>
                  <a:lnTo>
                    <a:pt x="612" y="702"/>
                  </a:lnTo>
                  <a:lnTo>
                    <a:pt x="618" y="318"/>
                  </a:lnTo>
                  <a:lnTo>
                    <a:pt x="618" y="714"/>
                  </a:lnTo>
                  <a:lnTo>
                    <a:pt x="624" y="270"/>
                  </a:lnTo>
                  <a:lnTo>
                    <a:pt x="624" y="180"/>
                  </a:lnTo>
                </a:path>
              </a:pathLst>
            </a:custGeom>
            <a:noFill/>
            <a:ln w="19050">
              <a:solidFill>
                <a:srgbClr val="0064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17" name="Freeform 17">
              <a:extLst>
                <a:ext uri="{FF2B5EF4-FFF2-40B4-BE49-F238E27FC236}">
                  <a16:creationId xmlns:a16="http://schemas.microsoft.com/office/drawing/2014/main" id="{10819284-64E5-4468-B6F4-1A0308FF2D80}"/>
                </a:ext>
              </a:extLst>
            </p:cNvPr>
            <p:cNvSpPr>
              <a:spLocks/>
            </p:cNvSpPr>
            <p:nvPr/>
          </p:nvSpPr>
          <p:spPr bwMode="auto">
            <a:xfrm>
              <a:off x="2952" y="1773"/>
              <a:ext cx="648" cy="732"/>
            </a:xfrm>
            <a:custGeom>
              <a:avLst/>
              <a:gdLst>
                <a:gd name="T0" fmla="*/ 12 w 648"/>
                <a:gd name="T1" fmla="*/ 30 h 732"/>
                <a:gd name="T2" fmla="*/ 24 w 648"/>
                <a:gd name="T3" fmla="*/ 564 h 732"/>
                <a:gd name="T4" fmla="*/ 36 w 648"/>
                <a:gd name="T5" fmla="*/ 228 h 732"/>
                <a:gd name="T6" fmla="*/ 48 w 648"/>
                <a:gd name="T7" fmla="*/ 720 h 732"/>
                <a:gd name="T8" fmla="*/ 60 w 648"/>
                <a:gd name="T9" fmla="*/ 642 h 732"/>
                <a:gd name="T10" fmla="*/ 72 w 648"/>
                <a:gd name="T11" fmla="*/ 438 h 732"/>
                <a:gd name="T12" fmla="*/ 84 w 648"/>
                <a:gd name="T13" fmla="*/ 264 h 732"/>
                <a:gd name="T14" fmla="*/ 102 w 648"/>
                <a:gd name="T15" fmla="*/ 144 h 732"/>
                <a:gd name="T16" fmla="*/ 114 w 648"/>
                <a:gd name="T17" fmla="*/ 72 h 732"/>
                <a:gd name="T18" fmla="*/ 126 w 648"/>
                <a:gd name="T19" fmla="*/ 30 h 732"/>
                <a:gd name="T20" fmla="*/ 138 w 648"/>
                <a:gd name="T21" fmla="*/ 12 h 732"/>
                <a:gd name="T22" fmla="*/ 150 w 648"/>
                <a:gd name="T23" fmla="*/ 0 h 732"/>
                <a:gd name="T24" fmla="*/ 162 w 648"/>
                <a:gd name="T25" fmla="*/ 0 h 732"/>
                <a:gd name="T26" fmla="*/ 174 w 648"/>
                <a:gd name="T27" fmla="*/ 0 h 732"/>
                <a:gd name="T28" fmla="*/ 186 w 648"/>
                <a:gd name="T29" fmla="*/ 6 h 732"/>
                <a:gd name="T30" fmla="*/ 204 w 648"/>
                <a:gd name="T31" fmla="*/ 18 h 732"/>
                <a:gd name="T32" fmla="*/ 216 w 648"/>
                <a:gd name="T33" fmla="*/ 24 h 732"/>
                <a:gd name="T34" fmla="*/ 228 w 648"/>
                <a:gd name="T35" fmla="*/ 36 h 732"/>
                <a:gd name="T36" fmla="*/ 240 w 648"/>
                <a:gd name="T37" fmla="*/ 48 h 732"/>
                <a:gd name="T38" fmla="*/ 252 w 648"/>
                <a:gd name="T39" fmla="*/ 54 h 732"/>
                <a:gd name="T40" fmla="*/ 264 w 648"/>
                <a:gd name="T41" fmla="*/ 66 h 732"/>
                <a:gd name="T42" fmla="*/ 276 w 648"/>
                <a:gd name="T43" fmla="*/ 78 h 732"/>
                <a:gd name="T44" fmla="*/ 288 w 648"/>
                <a:gd name="T45" fmla="*/ 84 h 732"/>
                <a:gd name="T46" fmla="*/ 306 w 648"/>
                <a:gd name="T47" fmla="*/ 96 h 732"/>
                <a:gd name="T48" fmla="*/ 318 w 648"/>
                <a:gd name="T49" fmla="*/ 102 h 732"/>
                <a:gd name="T50" fmla="*/ 330 w 648"/>
                <a:gd name="T51" fmla="*/ 108 h 732"/>
                <a:gd name="T52" fmla="*/ 342 w 648"/>
                <a:gd name="T53" fmla="*/ 120 h 732"/>
                <a:gd name="T54" fmla="*/ 354 w 648"/>
                <a:gd name="T55" fmla="*/ 126 h 732"/>
                <a:gd name="T56" fmla="*/ 366 w 648"/>
                <a:gd name="T57" fmla="*/ 132 h 732"/>
                <a:gd name="T58" fmla="*/ 378 w 648"/>
                <a:gd name="T59" fmla="*/ 138 h 732"/>
                <a:gd name="T60" fmla="*/ 390 w 648"/>
                <a:gd name="T61" fmla="*/ 144 h 732"/>
                <a:gd name="T62" fmla="*/ 408 w 648"/>
                <a:gd name="T63" fmla="*/ 150 h 732"/>
                <a:gd name="T64" fmla="*/ 420 w 648"/>
                <a:gd name="T65" fmla="*/ 156 h 732"/>
                <a:gd name="T66" fmla="*/ 432 w 648"/>
                <a:gd name="T67" fmla="*/ 162 h 732"/>
                <a:gd name="T68" fmla="*/ 444 w 648"/>
                <a:gd name="T69" fmla="*/ 168 h 732"/>
                <a:gd name="T70" fmla="*/ 456 w 648"/>
                <a:gd name="T71" fmla="*/ 174 h 732"/>
                <a:gd name="T72" fmla="*/ 468 w 648"/>
                <a:gd name="T73" fmla="*/ 174 h 732"/>
                <a:gd name="T74" fmla="*/ 480 w 648"/>
                <a:gd name="T75" fmla="*/ 180 h 732"/>
                <a:gd name="T76" fmla="*/ 492 w 648"/>
                <a:gd name="T77" fmla="*/ 186 h 732"/>
                <a:gd name="T78" fmla="*/ 510 w 648"/>
                <a:gd name="T79" fmla="*/ 192 h 732"/>
                <a:gd name="T80" fmla="*/ 522 w 648"/>
                <a:gd name="T81" fmla="*/ 192 h 732"/>
                <a:gd name="T82" fmla="*/ 534 w 648"/>
                <a:gd name="T83" fmla="*/ 198 h 732"/>
                <a:gd name="T84" fmla="*/ 546 w 648"/>
                <a:gd name="T85" fmla="*/ 198 h 732"/>
                <a:gd name="T86" fmla="*/ 558 w 648"/>
                <a:gd name="T87" fmla="*/ 204 h 732"/>
                <a:gd name="T88" fmla="*/ 570 w 648"/>
                <a:gd name="T89" fmla="*/ 210 h 732"/>
                <a:gd name="T90" fmla="*/ 582 w 648"/>
                <a:gd name="T91" fmla="*/ 210 h 732"/>
                <a:gd name="T92" fmla="*/ 594 w 648"/>
                <a:gd name="T93" fmla="*/ 216 h 732"/>
                <a:gd name="T94" fmla="*/ 612 w 648"/>
                <a:gd name="T95" fmla="*/ 216 h 732"/>
                <a:gd name="T96" fmla="*/ 624 w 648"/>
                <a:gd name="T97" fmla="*/ 222 h 732"/>
                <a:gd name="T98" fmla="*/ 636 w 648"/>
                <a:gd name="T99" fmla="*/ 222 h 732"/>
                <a:gd name="T100" fmla="*/ 648 w 648"/>
                <a:gd name="T101" fmla="*/ 228 h 73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48"/>
                <a:gd name="T154" fmla="*/ 0 h 732"/>
                <a:gd name="T155" fmla="*/ 648 w 648"/>
                <a:gd name="T156" fmla="*/ 732 h 73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48" h="732">
                  <a:moveTo>
                    <a:pt x="0" y="552"/>
                  </a:moveTo>
                  <a:lnTo>
                    <a:pt x="0" y="462"/>
                  </a:lnTo>
                  <a:lnTo>
                    <a:pt x="6" y="18"/>
                  </a:lnTo>
                  <a:lnTo>
                    <a:pt x="6" y="414"/>
                  </a:lnTo>
                  <a:lnTo>
                    <a:pt x="12" y="30"/>
                  </a:lnTo>
                  <a:lnTo>
                    <a:pt x="12" y="666"/>
                  </a:lnTo>
                  <a:lnTo>
                    <a:pt x="12" y="0"/>
                  </a:lnTo>
                  <a:lnTo>
                    <a:pt x="18" y="390"/>
                  </a:lnTo>
                  <a:lnTo>
                    <a:pt x="18" y="732"/>
                  </a:lnTo>
                  <a:lnTo>
                    <a:pt x="24" y="564"/>
                  </a:lnTo>
                  <a:lnTo>
                    <a:pt x="24" y="246"/>
                  </a:lnTo>
                  <a:lnTo>
                    <a:pt x="30" y="42"/>
                  </a:lnTo>
                  <a:lnTo>
                    <a:pt x="30" y="0"/>
                  </a:lnTo>
                  <a:lnTo>
                    <a:pt x="30" y="90"/>
                  </a:lnTo>
                  <a:lnTo>
                    <a:pt x="36" y="228"/>
                  </a:lnTo>
                  <a:lnTo>
                    <a:pt x="36" y="378"/>
                  </a:lnTo>
                  <a:lnTo>
                    <a:pt x="42" y="510"/>
                  </a:lnTo>
                  <a:lnTo>
                    <a:pt x="42" y="612"/>
                  </a:lnTo>
                  <a:lnTo>
                    <a:pt x="48" y="678"/>
                  </a:lnTo>
                  <a:lnTo>
                    <a:pt x="48" y="720"/>
                  </a:lnTo>
                  <a:lnTo>
                    <a:pt x="48" y="732"/>
                  </a:lnTo>
                  <a:lnTo>
                    <a:pt x="54" y="726"/>
                  </a:lnTo>
                  <a:lnTo>
                    <a:pt x="54" y="708"/>
                  </a:lnTo>
                  <a:lnTo>
                    <a:pt x="60" y="678"/>
                  </a:lnTo>
                  <a:lnTo>
                    <a:pt x="60" y="642"/>
                  </a:lnTo>
                  <a:lnTo>
                    <a:pt x="66" y="606"/>
                  </a:lnTo>
                  <a:lnTo>
                    <a:pt x="66" y="564"/>
                  </a:lnTo>
                  <a:lnTo>
                    <a:pt x="66" y="522"/>
                  </a:lnTo>
                  <a:lnTo>
                    <a:pt x="72" y="480"/>
                  </a:lnTo>
                  <a:lnTo>
                    <a:pt x="72" y="438"/>
                  </a:lnTo>
                  <a:lnTo>
                    <a:pt x="78" y="396"/>
                  </a:lnTo>
                  <a:lnTo>
                    <a:pt x="78" y="360"/>
                  </a:lnTo>
                  <a:lnTo>
                    <a:pt x="84" y="324"/>
                  </a:lnTo>
                  <a:lnTo>
                    <a:pt x="84" y="294"/>
                  </a:lnTo>
                  <a:lnTo>
                    <a:pt x="84" y="264"/>
                  </a:lnTo>
                  <a:lnTo>
                    <a:pt x="90" y="234"/>
                  </a:lnTo>
                  <a:lnTo>
                    <a:pt x="90" y="210"/>
                  </a:lnTo>
                  <a:lnTo>
                    <a:pt x="96" y="186"/>
                  </a:lnTo>
                  <a:lnTo>
                    <a:pt x="96" y="168"/>
                  </a:lnTo>
                  <a:lnTo>
                    <a:pt x="102" y="144"/>
                  </a:lnTo>
                  <a:lnTo>
                    <a:pt x="102" y="126"/>
                  </a:lnTo>
                  <a:lnTo>
                    <a:pt x="102" y="114"/>
                  </a:lnTo>
                  <a:lnTo>
                    <a:pt x="108" y="96"/>
                  </a:lnTo>
                  <a:lnTo>
                    <a:pt x="108" y="84"/>
                  </a:lnTo>
                  <a:lnTo>
                    <a:pt x="114" y="72"/>
                  </a:lnTo>
                  <a:lnTo>
                    <a:pt x="114" y="60"/>
                  </a:lnTo>
                  <a:lnTo>
                    <a:pt x="114" y="54"/>
                  </a:lnTo>
                  <a:lnTo>
                    <a:pt x="120" y="48"/>
                  </a:lnTo>
                  <a:lnTo>
                    <a:pt x="120" y="36"/>
                  </a:lnTo>
                  <a:lnTo>
                    <a:pt x="126" y="30"/>
                  </a:lnTo>
                  <a:lnTo>
                    <a:pt x="126" y="24"/>
                  </a:lnTo>
                  <a:lnTo>
                    <a:pt x="132" y="18"/>
                  </a:lnTo>
                  <a:lnTo>
                    <a:pt x="132" y="12"/>
                  </a:lnTo>
                  <a:lnTo>
                    <a:pt x="138" y="12"/>
                  </a:lnTo>
                  <a:lnTo>
                    <a:pt x="138" y="6"/>
                  </a:lnTo>
                  <a:lnTo>
                    <a:pt x="144" y="6"/>
                  </a:lnTo>
                  <a:lnTo>
                    <a:pt x="144" y="0"/>
                  </a:lnTo>
                  <a:lnTo>
                    <a:pt x="150" y="0"/>
                  </a:lnTo>
                  <a:lnTo>
                    <a:pt x="156" y="0"/>
                  </a:lnTo>
                  <a:lnTo>
                    <a:pt x="162" y="0"/>
                  </a:lnTo>
                  <a:lnTo>
                    <a:pt x="168" y="0"/>
                  </a:lnTo>
                  <a:lnTo>
                    <a:pt x="174" y="0"/>
                  </a:lnTo>
                  <a:lnTo>
                    <a:pt x="180" y="0"/>
                  </a:lnTo>
                  <a:lnTo>
                    <a:pt x="180" y="6"/>
                  </a:lnTo>
                  <a:lnTo>
                    <a:pt x="186" y="6"/>
                  </a:lnTo>
                  <a:lnTo>
                    <a:pt x="192" y="12"/>
                  </a:lnTo>
                  <a:lnTo>
                    <a:pt x="198" y="12"/>
                  </a:lnTo>
                  <a:lnTo>
                    <a:pt x="204" y="18"/>
                  </a:lnTo>
                  <a:lnTo>
                    <a:pt x="210" y="24"/>
                  </a:lnTo>
                  <a:lnTo>
                    <a:pt x="216" y="24"/>
                  </a:lnTo>
                  <a:lnTo>
                    <a:pt x="216" y="30"/>
                  </a:lnTo>
                  <a:lnTo>
                    <a:pt x="222" y="30"/>
                  </a:lnTo>
                  <a:lnTo>
                    <a:pt x="222" y="36"/>
                  </a:lnTo>
                  <a:lnTo>
                    <a:pt x="228" y="36"/>
                  </a:lnTo>
                  <a:lnTo>
                    <a:pt x="234" y="42"/>
                  </a:lnTo>
                  <a:lnTo>
                    <a:pt x="240" y="48"/>
                  </a:lnTo>
                  <a:lnTo>
                    <a:pt x="246" y="48"/>
                  </a:lnTo>
                  <a:lnTo>
                    <a:pt x="246" y="54"/>
                  </a:lnTo>
                  <a:lnTo>
                    <a:pt x="252" y="54"/>
                  </a:lnTo>
                  <a:lnTo>
                    <a:pt x="252" y="60"/>
                  </a:lnTo>
                  <a:lnTo>
                    <a:pt x="258" y="60"/>
                  </a:lnTo>
                  <a:lnTo>
                    <a:pt x="264" y="66"/>
                  </a:lnTo>
                  <a:lnTo>
                    <a:pt x="270" y="66"/>
                  </a:lnTo>
                  <a:lnTo>
                    <a:pt x="270" y="72"/>
                  </a:lnTo>
                  <a:lnTo>
                    <a:pt x="276" y="72"/>
                  </a:lnTo>
                  <a:lnTo>
                    <a:pt x="276" y="78"/>
                  </a:lnTo>
                  <a:lnTo>
                    <a:pt x="282" y="78"/>
                  </a:lnTo>
                  <a:lnTo>
                    <a:pt x="288" y="84"/>
                  </a:lnTo>
                  <a:lnTo>
                    <a:pt x="294" y="84"/>
                  </a:lnTo>
                  <a:lnTo>
                    <a:pt x="294" y="90"/>
                  </a:lnTo>
                  <a:lnTo>
                    <a:pt x="300" y="90"/>
                  </a:lnTo>
                  <a:lnTo>
                    <a:pt x="306" y="96"/>
                  </a:lnTo>
                  <a:lnTo>
                    <a:pt x="312" y="96"/>
                  </a:lnTo>
                  <a:lnTo>
                    <a:pt x="312" y="102"/>
                  </a:lnTo>
                  <a:lnTo>
                    <a:pt x="318" y="102"/>
                  </a:lnTo>
                  <a:lnTo>
                    <a:pt x="318" y="108"/>
                  </a:lnTo>
                  <a:lnTo>
                    <a:pt x="324" y="108"/>
                  </a:lnTo>
                  <a:lnTo>
                    <a:pt x="330" y="108"/>
                  </a:lnTo>
                  <a:lnTo>
                    <a:pt x="330" y="114"/>
                  </a:lnTo>
                  <a:lnTo>
                    <a:pt x="336" y="114"/>
                  </a:lnTo>
                  <a:lnTo>
                    <a:pt x="342" y="120"/>
                  </a:lnTo>
                  <a:lnTo>
                    <a:pt x="348" y="120"/>
                  </a:lnTo>
                  <a:lnTo>
                    <a:pt x="354" y="126"/>
                  </a:lnTo>
                  <a:lnTo>
                    <a:pt x="360" y="126"/>
                  </a:lnTo>
                  <a:lnTo>
                    <a:pt x="360" y="132"/>
                  </a:lnTo>
                  <a:lnTo>
                    <a:pt x="366" y="132"/>
                  </a:lnTo>
                  <a:lnTo>
                    <a:pt x="372" y="132"/>
                  </a:lnTo>
                  <a:lnTo>
                    <a:pt x="372" y="138"/>
                  </a:lnTo>
                  <a:lnTo>
                    <a:pt x="378" y="138"/>
                  </a:lnTo>
                  <a:lnTo>
                    <a:pt x="384" y="138"/>
                  </a:lnTo>
                  <a:lnTo>
                    <a:pt x="390" y="144"/>
                  </a:lnTo>
                  <a:lnTo>
                    <a:pt x="396" y="144"/>
                  </a:lnTo>
                  <a:lnTo>
                    <a:pt x="396" y="150"/>
                  </a:lnTo>
                  <a:lnTo>
                    <a:pt x="402" y="150"/>
                  </a:lnTo>
                  <a:lnTo>
                    <a:pt x="408" y="150"/>
                  </a:lnTo>
                  <a:lnTo>
                    <a:pt x="414" y="156"/>
                  </a:lnTo>
                  <a:lnTo>
                    <a:pt x="420" y="156"/>
                  </a:lnTo>
                  <a:lnTo>
                    <a:pt x="426" y="162"/>
                  </a:lnTo>
                  <a:lnTo>
                    <a:pt x="432" y="162"/>
                  </a:lnTo>
                  <a:lnTo>
                    <a:pt x="438" y="162"/>
                  </a:lnTo>
                  <a:lnTo>
                    <a:pt x="438" y="168"/>
                  </a:lnTo>
                  <a:lnTo>
                    <a:pt x="444" y="168"/>
                  </a:lnTo>
                  <a:lnTo>
                    <a:pt x="450" y="168"/>
                  </a:lnTo>
                  <a:lnTo>
                    <a:pt x="456" y="168"/>
                  </a:lnTo>
                  <a:lnTo>
                    <a:pt x="456" y="174"/>
                  </a:lnTo>
                  <a:lnTo>
                    <a:pt x="462" y="174"/>
                  </a:lnTo>
                  <a:lnTo>
                    <a:pt x="468" y="174"/>
                  </a:lnTo>
                  <a:lnTo>
                    <a:pt x="474" y="180"/>
                  </a:lnTo>
                  <a:lnTo>
                    <a:pt x="480" y="180"/>
                  </a:lnTo>
                  <a:lnTo>
                    <a:pt x="486" y="180"/>
                  </a:lnTo>
                  <a:lnTo>
                    <a:pt x="492" y="186"/>
                  </a:lnTo>
                  <a:lnTo>
                    <a:pt x="498" y="186"/>
                  </a:lnTo>
                  <a:lnTo>
                    <a:pt x="504" y="186"/>
                  </a:lnTo>
                  <a:lnTo>
                    <a:pt x="510" y="192"/>
                  </a:lnTo>
                  <a:lnTo>
                    <a:pt x="516" y="192"/>
                  </a:lnTo>
                  <a:lnTo>
                    <a:pt x="522" y="192"/>
                  </a:lnTo>
                  <a:lnTo>
                    <a:pt x="522" y="198"/>
                  </a:lnTo>
                  <a:lnTo>
                    <a:pt x="528" y="198"/>
                  </a:lnTo>
                  <a:lnTo>
                    <a:pt x="534" y="198"/>
                  </a:lnTo>
                  <a:lnTo>
                    <a:pt x="540" y="198"/>
                  </a:lnTo>
                  <a:lnTo>
                    <a:pt x="546" y="198"/>
                  </a:lnTo>
                  <a:lnTo>
                    <a:pt x="546" y="204"/>
                  </a:lnTo>
                  <a:lnTo>
                    <a:pt x="552" y="204"/>
                  </a:lnTo>
                  <a:lnTo>
                    <a:pt x="558" y="204"/>
                  </a:lnTo>
                  <a:lnTo>
                    <a:pt x="564" y="204"/>
                  </a:lnTo>
                  <a:lnTo>
                    <a:pt x="570" y="210"/>
                  </a:lnTo>
                  <a:lnTo>
                    <a:pt x="576" y="210"/>
                  </a:lnTo>
                  <a:lnTo>
                    <a:pt x="582" y="210"/>
                  </a:lnTo>
                  <a:lnTo>
                    <a:pt x="588" y="210"/>
                  </a:lnTo>
                  <a:lnTo>
                    <a:pt x="594" y="210"/>
                  </a:lnTo>
                  <a:lnTo>
                    <a:pt x="594" y="216"/>
                  </a:lnTo>
                  <a:lnTo>
                    <a:pt x="600" y="216"/>
                  </a:lnTo>
                  <a:lnTo>
                    <a:pt x="606" y="216"/>
                  </a:lnTo>
                  <a:lnTo>
                    <a:pt x="612" y="216"/>
                  </a:lnTo>
                  <a:lnTo>
                    <a:pt x="618" y="216"/>
                  </a:lnTo>
                  <a:lnTo>
                    <a:pt x="618" y="222"/>
                  </a:lnTo>
                  <a:lnTo>
                    <a:pt x="624" y="222"/>
                  </a:lnTo>
                  <a:lnTo>
                    <a:pt x="630" y="222"/>
                  </a:lnTo>
                  <a:lnTo>
                    <a:pt x="636" y="222"/>
                  </a:lnTo>
                  <a:lnTo>
                    <a:pt x="642" y="222"/>
                  </a:lnTo>
                  <a:lnTo>
                    <a:pt x="648" y="228"/>
                  </a:lnTo>
                </a:path>
              </a:pathLst>
            </a:custGeom>
            <a:noFill/>
            <a:ln w="19050">
              <a:solidFill>
                <a:srgbClr val="0064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18" name="Freeform 18">
              <a:extLst>
                <a:ext uri="{FF2B5EF4-FFF2-40B4-BE49-F238E27FC236}">
                  <a16:creationId xmlns:a16="http://schemas.microsoft.com/office/drawing/2014/main" id="{9810BE2B-A40F-4E01-B3FD-E5E8C0BDFBC0}"/>
                </a:ext>
              </a:extLst>
            </p:cNvPr>
            <p:cNvSpPr>
              <a:spLocks/>
            </p:cNvSpPr>
            <p:nvPr/>
          </p:nvSpPr>
          <p:spPr bwMode="auto">
            <a:xfrm>
              <a:off x="3600" y="2001"/>
              <a:ext cx="624" cy="66"/>
            </a:xfrm>
            <a:custGeom>
              <a:avLst/>
              <a:gdLst>
                <a:gd name="T0" fmla="*/ 12 w 624"/>
                <a:gd name="T1" fmla="*/ 0 h 66"/>
                <a:gd name="T2" fmla="*/ 18 w 624"/>
                <a:gd name="T3" fmla="*/ 0 h 66"/>
                <a:gd name="T4" fmla="*/ 30 w 624"/>
                <a:gd name="T5" fmla="*/ 6 h 66"/>
                <a:gd name="T6" fmla="*/ 42 w 624"/>
                <a:gd name="T7" fmla="*/ 6 h 66"/>
                <a:gd name="T8" fmla="*/ 48 w 624"/>
                <a:gd name="T9" fmla="*/ 6 h 66"/>
                <a:gd name="T10" fmla="*/ 60 w 624"/>
                <a:gd name="T11" fmla="*/ 6 h 66"/>
                <a:gd name="T12" fmla="*/ 72 w 624"/>
                <a:gd name="T13" fmla="*/ 12 h 66"/>
                <a:gd name="T14" fmla="*/ 78 w 624"/>
                <a:gd name="T15" fmla="*/ 12 h 66"/>
                <a:gd name="T16" fmla="*/ 90 w 624"/>
                <a:gd name="T17" fmla="*/ 12 h 66"/>
                <a:gd name="T18" fmla="*/ 102 w 624"/>
                <a:gd name="T19" fmla="*/ 18 h 66"/>
                <a:gd name="T20" fmla="*/ 114 w 624"/>
                <a:gd name="T21" fmla="*/ 18 h 66"/>
                <a:gd name="T22" fmla="*/ 120 w 624"/>
                <a:gd name="T23" fmla="*/ 18 h 66"/>
                <a:gd name="T24" fmla="*/ 132 w 624"/>
                <a:gd name="T25" fmla="*/ 18 h 66"/>
                <a:gd name="T26" fmla="*/ 144 w 624"/>
                <a:gd name="T27" fmla="*/ 24 h 66"/>
                <a:gd name="T28" fmla="*/ 150 w 624"/>
                <a:gd name="T29" fmla="*/ 24 h 66"/>
                <a:gd name="T30" fmla="*/ 162 w 624"/>
                <a:gd name="T31" fmla="*/ 24 h 66"/>
                <a:gd name="T32" fmla="*/ 174 w 624"/>
                <a:gd name="T33" fmla="*/ 24 h 66"/>
                <a:gd name="T34" fmla="*/ 180 w 624"/>
                <a:gd name="T35" fmla="*/ 30 h 66"/>
                <a:gd name="T36" fmla="*/ 192 w 624"/>
                <a:gd name="T37" fmla="*/ 30 h 66"/>
                <a:gd name="T38" fmla="*/ 204 w 624"/>
                <a:gd name="T39" fmla="*/ 30 h 66"/>
                <a:gd name="T40" fmla="*/ 216 w 624"/>
                <a:gd name="T41" fmla="*/ 30 h 66"/>
                <a:gd name="T42" fmla="*/ 222 w 624"/>
                <a:gd name="T43" fmla="*/ 30 h 66"/>
                <a:gd name="T44" fmla="*/ 234 w 624"/>
                <a:gd name="T45" fmla="*/ 36 h 66"/>
                <a:gd name="T46" fmla="*/ 246 w 624"/>
                <a:gd name="T47" fmla="*/ 36 h 66"/>
                <a:gd name="T48" fmla="*/ 252 w 624"/>
                <a:gd name="T49" fmla="*/ 36 h 66"/>
                <a:gd name="T50" fmla="*/ 264 w 624"/>
                <a:gd name="T51" fmla="*/ 36 h 66"/>
                <a:gd name="T52" fmla="*/ 276 w 624"/>
                <a:gd name="T53" fmla="*/ 36 h 66"/>
                <a:gd name="T54" fmla="*/ 282 w 624"/>
                <a:gd name="T55" fmla="*/ 36 h 66"/>
                <a:gd name="T56" fmla="*/ 294 w 624"/>
                <a:gd name="T57" fmla="*/ 42 h 66"/>
                <a:gd name="T58" fmla="*/ 306 w 624"/>
                <a:gd name="T59" fmla="*/ 42 h 66"/>
                <a:gd name="T60" fmla="*/ 318 w 624"/>
                <a:gd name="T61" fmla="*/ 42 h 66"/>
                <a:gd name="T62" fmla="*/ 324 w 624"/>
                <a:gd name="T63" fmla="*/ 42 h 66"/>
                <a:gd name="T64" fmla="*/ 336 w 624"/>
                <a:gd name="T65" fmla="*/ 42 h 66"/>
                <a:gd name="T66" fmla="*/ 348 w 624"/>
                <a:gd name="T67" fmla="*/ 42 h 66"/>
                <a:gd name="T68" fmla="*/ 354 w 624"/>
                <a:gd name="T69" fmla="*/ 48 h 66"/>
                <a:gd name="T70" fmla="*/ 366 w 624"/>
                <a:gd name="T71" fmla="*/ 48 h 66"/>
                <a:gd name="T72" fmla="*/ 378 w 624"/>
                <a:gd name="T73" fmla="*/ 48 h 66"/>
                <a:gd name="T74" fmla="*/ 384 w 624"/>
                <a:gd name="T75" fmla="*/ 48 h 66"/>
                <a:gd name="T76" fmla="*/ 396 w 624"/>
                <a:gd name="T77" fmla="*/ 48 h 66"/>
                <a:gd name="T78" fmla="*/ 408 w 624"/>
                <a:gd name="T79" fmla="*/ 48 h 66"/>
                <a:gd name="T80" fmla="*/ 420 w 624"/>
                <a:gd name="T81" fmla="*/ 54 h 66"/>
                <a:gd name="T82" fmla="*/ 426 w 624"/>
                <a:gd name="T83" fmla="*/ 54 h 66"/>
                <a:gd name="T84" fmla="*/ 438 w 624"/>
                <a:gd name="T85" fmla="*/ 54 h 66"/>
                <a:gd name="T86" fmla="*/ 450 w 624"/>
                <a:gd name="T87" fmla="*/ 54 h 66"/>
                <a:gd name="T88" fmla="*/ 456 w 624"/>
                <a:gd name="T89" fmla="*/ 54 h 66"/>
                <a:gd name="T90" fmla="*/ 468 w 624"/>
                <a:gd name="T91" fmla="*/ 54 h 66"/>
                <a:gd name="T92" fmla="*/ 480 w 624"/>
                <a:gd name="T93" fmla="*/ 54 h 66"/>
                <a:gd name="T94" fmla="*/ 486 w 624"/>
                <a:gd name="T95" fmla="*/ 54 h 66"/>
                <a:gd name="T96" fmla="*/ 498 w 624"/>
                <a:gd name="T97" fmla="*/ 60 h 66"/>
                <a:gd name="T98" fmla="*/ 510 w 624"/>
                <a:gd name="T99" fmla="*/ 60 h 66"/>
                <a:gd name="T100" fmla="*/ 522 w 624"/>
                <a:gd name="T101" fmla="*/ 60 h 66"/>
                <a:gd name="T102" fmla="*/ 528 w 624"/>
                <a:gd name="T103" fmla="*/ 60 h 66"/>
                <a:gd name="T104" fmla="*/ 540 w 624"/>
                <a:gd name="T105" fmla="*/ 60 h 66"/>
                <a:gd name="T106" fmla="*/ 552 w 624"/>
                <a:gd name="T107" fmla="*/ 60 h 66"/>
                <a:gd name="T108" fmla="*/ 558 w 624"/>
                <a:gd name="T109" fmla="*/ 60 h 66"/>
                <a:gd name="T110" fmla="*/ 570 w 624"/>
                <a:gd name="T111" fmla="*/ 60 h 66"/>
                <a:gd name="T112" fmla="*/ 582 w 624"/>
                <a:gd name="T113" fmla="*/ 60 h 66"/>
                <a:gd name="T114" fmla="*/ 588 w 624"/>
                <a:gd name="T115" fmla="*/ 60 h 66"/>
                <a:gd name="T116" fmla="*/ 600 w 624"/>
                <a:gd name="T117" fmla="*/ 66 h 66"/>
                <a:gd name="T118" fmla="*/ 612 w 624"/>
                <a:gd name="T119" fmla="*/ 66 h 66"/>
                <a:gd name="T120" fmla="*/ 624 w 624"/>
                <a:gd name="T121" fmla="*/ 66 h 6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24"/>
                <a:gd name="T184" fmla="*/ 0 h 66"/>
                <a:gd name="T185" fmla="*/ 624 w 624"/>
                <a:gd name="T186" fmla="*/ 66 h 6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24" h="66">
                  <a:moveTo>
                    <a:pt x="0" y="0"/>
                  </a:moveTo>
                  <a:lnTo>
                    <a:pt x="6" y="0"/>
                  </a:lnTo>
                  <a:lnTo>
                    <a:pt x="12" y="0"/>
                  </a:lnTo>
                  <a:lnTo>
                    <a:pt x="18" y="0"/>
                  </a:lnTo>
                  <a:lnTo>
                    <a:pt x="24" y="0"/>
                  </a:lnTo>
                  <a:lnTo>
                    <a:pt x="30" y="0"/>
                  </a:lnTo>
                  <a:lnTo>
                    <a:pt x="30" y="6"/>
                  </a:lnTo>
                  <a:lnTo>
                    <a:pt x="36" y="6"/>
                  </a:lnTo>
                  <a:lnTo>
                    <a:pt x="42" y="6"/>
                  </a:lnTo>
                  <a:lnTo>
                    <a:pt x="48" y="6"/>
                  </a:lnTo>
                  <a:lnTo>
                    <a:pt x="54" y="6"/>
                  </a:lnTo>
                  <a:lnTo>
                    <a:pt x="60" y="6"/>
                  </a:lnTo>
                  <a:lnTo>
                    <a:pt x="66" y="12"/>
                  </a:lnTo>
                  <a:lnTo>
                    <a:pt x="72" y="12"/>
                  </a:lnTo>
                  <a:lnTo>
                    <a:pt x="78" y="12"/>
                  </a:lnTo>
                  <a:lnTo>
                    <a:pt x="84" y="12"/>
                  </a:lnTo>
                  <a:lnTo>
                    <a:pt x="90" y="12"/>
                  </a:lnTo>
                  <a:lnTo>
                    <a:pt x="96" y="12"/>
                  </a:lnTo>
                  <a:lnTo>
                    <a:pt x="96" y="18"/>
                  </a:lnTo>
                  <a:lnTo>
                    <a:pt x="102" y="18"/>
                  </a:lnTo>
                  <a:lnTo>
                    <a:pt x="108" y="18"/>
                  </a:lnTo>
                  <a:lnTo>
                    <a:pt x="114" y="18"/>
                  </a:lnTo>
                  <a:lnTo>
                    <a:pt x="120" y="18"/>
                  </a:lnTo>
                  <a:lnTo>
                    <a:pt x="126" y="18"/>
                  </a:lnTo>
                  <a:lnTo>
                    <a:pt x="132" y="18"/>
                  </a:lnTo>
                  <a:lnTo>
                    <a:pt x="138" y="18"/>
                  </a:lnTo>
                  <a:lnTo>
                    <a:pt x="138" y="24"/>
                  </a:lnTo>
                  <a:lnTo>
                    <a:pt x="144" y="24"/>
                  </a:lnTo>
                  <a:lnTo>
                    <a:pt x="150" y="24"/>
                  </a:lnTo>
                  <a:lnTo>
                    <a:pt x="156" y="24"/>
                  </a:lnTo>
                  <a:lnTo>
                    <a:pt x="162" y="24"/>
                  </a:lnTo>
                  <a:lnTo>
                    <a:pt x="168" y="24"/>
                  </a:lnTo>
                  <a:lnTo>
                    <a:pt x="174" y="24"/>
                  </a:lnTo>
                  <a:lnTo>
                    <a:pt x="180" y="24"/>
                  </a:lnTo>
                  <a:lnTo>
                    <a:pt x="180" y="30"/>
                  </a:lnTo>
                  <a:lnTo>
                    <a:pt x="186" y="30"/>
                  </a:lnTo>
                  <a:lnTo>
                    <a:pt x="192" y="30"/>
                  </a:lnTo>
                  <a:lnTo>
                    <a:pt x="198" y="30"/>
                  </a:lnTo>
                  <a:lnTo>
                    <a:pt x="204" y="30"/>
                  </a:lnTo>
                  <a:lnTo>
                    <a:pt x="210" y="30"/>
                  </a:lnTo>
                  <a:lnTo>
                    <a:pt x="216" y="30"/>
                  </a:lnTo>
                  <a:lnTo>
                    <a:pt x="222" y="30"/>
                  </a:lnTo>
                  <a:lnTo>
                    <a:pt x="228" y="30"/>
                  </a:lnTo>
                  <a:lnTo>
                    <a:pt x="234" y="36"/>
                  </a:lnTo>
                  <a:lnTo>
                    <a:pt x="240" y="36"/>
                  </a:lnTo>
                  <a:lnTo>
                    <a:pt x="246" y="36"/>
                  </a:lnTo>
                  <a:lnTo>
                    <a:pt x="252" y="36"/>
                  </a:lnTo>
                  <a:lnTo>
                    <a:pt x="258" y="36"/>
                  </a:lnTo>
                  <a:lnTo>
                    <a:pt x="264" y="36"/>
                  </a:lnTo>
                  <a:lnTo>
                    <a:pt x="270" y="36"/>
                  </a:lnTo>
                  <a:lnTo>
                    <a:pt x="276" y="36"/>
                  </a:lnTo>
                  <a:lnTo>
                    <a:pt x="282" y="36"/>
                  </a:lnTo>
                  <a:lnTo>
                    <a:pt x="288" y="42"/>
                  </a:lnTo>
                  <a:lnTo>
                    <a:pt x="294" y="42"/>
                  </a:lnTo>
                  <a:lnTo>
                    <a:pt x="300" y="42"/>
                  </a:lnTo>
                  <a:lnTo>
                    <a:pt x="306" y="42"/>
                  </a:lnTo>
                  <a:lnTo>
                    <a:pt x="312" y="42"/>
                  </a:lnTo>
                  <a:lnTo>
                    <a:pt x="318" y="42"/>
                  </a:lnTo>
                  <a:lnTo>
                    <a:pt x="324" y="42"/>
                  </a:lnTo>
                  <a:lnTo>
                    <a:pt x="330" y="42"/>
                  </a:lnTo>
                  <a:lnTo>
                    <a:pt x="336" y="42"/>
                  </a:lnTo>
                  <a:lnTo>
                    <a:pt x="342" y="42"/>
                  </a:lnTo>
                  <a:lnTo>
                    <a:pt x="348" y="42"/>
                  </a:lnTo>
                  <a:lnTo>
                    <a:pt x="348" y="48"/>
                  </a:lnTo>
                  <a:lnTo>
                    <a:pt x="354" y="48"/>
                  </a:lnTo>
                  <a:lnTo>
                    <a:pt x="360" y="48"/>
                  </a:lnTo>
                  <a:lnTo>
                    <a:pt x="366" y="48"/>
                  </a:lnTo>
                  <a:lnTo>
                    <a:pt x="372" y="48"/>
                  </a:lnTo>
                  <a:lnTo>
                    <a:pt x="378" y="48"/>
                  </a:lnTo>
                  <a:lnTo>
                    <a:pt x="384" y="48"/>
                  </a:lnTo>
                  <a:lnTo>
                    <a:pt x="390" y="48"/>
                  </a:lnTo>
                  <a:lnTo>
                    <a:pt x="396" y="48"/>
                  </a:lnTo>
                  <a:lnTo>
                    <a:pt x="402" y="48"/>
                  </a:lnTo>
                  <a:lnTo>
                    <a:pt x="408" y="48"/>
                  </a:lnTo>
                  <a:lnTo>
                    <a:pt x="414" y="48"/>
                  </a:lnTo>
                  <a:lnTo>
                    <a:pt x="420" y="54"/>
                  </a:lnTo>
                  <a:lnTo>
                    <a:pt x="426" y="54"/>
                  </a:lnTo>
                  <a:lnTo>
                    <a:pt x="432" y="54"/>
                  </a:lnTo>
                  <a:lnTo>
                    <a:pt x="438" y="54"/>
                  </a:lnTo>
                  <a:lnTo>
                    <a:pt x="444" y="54"/>
                  </a:lnTo>
                  <a:lnTo>
                    <a:pt x="450" y="54"/>
                  </a:lnTo>
                  <a:lnTo>
                    <a:pt x="456" y="54"/>
                  </a:lnTo>
                  <a:lnTo>
                    <a:pt x="462" y="54"/>
                  </a:lnTo>
                  <a:lnTo>
                    <a:pt x="468" y="54"/>
                  </a:lnTo>
                  <a:lnTo>
                    <a:pt x="474" y="54"/>
                  </a:lnTo>
                  <a:lnTo>
                    <a:pt x="480" y="54"/>
                  </a:lnTo>
                  <a:lnTo>
                    <a:pt x="486" y="54"/>
                  </a:lnTo>
                  <a:lnTo>
                    <a:pt x="492" y="54"/>
                  </a:lnTo>
                  <a:lnTo>
                    <a:pt x="498" y="54"/>
                  </a:lnTo>
                  <a:lnTo>
                    <a:pt x="498" y="60"/>
                  </a:lnTo>
                  <a:lnTo>
                    <a:pt x="504" y="60"/>
                  </a:lnTo>
                  <a:lnTo>
                    <a:pt x="510" y="60"/>
                  </a:lnTo>
                  <a:lnTo>
                    <a:pt x="516" y="60"/>
                  </a:lnTo>
                  <a:lnTo>
                    <a:pt x="522" y="60"/>
                  </a:lnTo>
                  <a:lnTo>
                    <a:pt x="528" y="60"/>
                  </a:lnTo>
                  <a:lnTo>
                    <a:pt x="534" y="60"/>
                  </a:lnTo>
                  <a:lnTo>
                    <a:pt x="540" y="60"/>
                  </a:lnTo>
                  <a:lnTo>
                    <a:pt x="546" y="60"/>
                  </a:lnTo>
                  <a:lnTo>
                    <a:pt x="552" y="60"/>
                  </a:lnTo>
                  <a:lnTo>
                    <a:pt x="558" y="60"/>
                  </a:lnTo>
                  <a:lnTo>
                    <a:pt x="564" y="60"/>
                  </a:lnTo>
                  <a:lnTo>
                    <a:pt x="570" y="60"/>
                  </a:lnTo>
                  <a:lnTo>
                    <a:pt x="576" y="60"/>
                  </a:lnTo>
                  <a:lnTo>
                    <a:pt x="582" y="60"/>
                  </a:lnTo>
                  <a:lnTo>
                    <a:pt x="588" y="60"/>
                  </a:lnTo>
                  <a:lnTo>
                    <a:pt x="594" y="66"/>
                  </a:lnTo>
                  <a:lnTo>
                    <a:pt x="600" y="66"/>
                  </a:lnTo>
                  <a:lnTo>
                    <a:pt x="606" y="66"/>
                  </a:lnTo>
                  <a:lnTo>
                    <a:pt x="612" y="66"/>
                  </a:lnTo>
                  <a:lnTo>
                    <a:pt x="618" y="66"/>
                  </a:lnTo>
                  <a:lnTo>
                    <a:pt x="624" y="66"/>
                  </a:lnTo>
                </a:path>
              </a:pathLst>
            </a:custGeom>
            <a:noFill/>
            <a:ln w="19050">
              <a:solidFill>
                <a:srgbClr val="0064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grpSp>
      <p:grpSp>
        <p:nvGrpSpPr>
          <p:cNvPr id="19" name="Group 19">
            <a:extLst>
              <a:ext uri="{FF2B5EF4-FFF2-40B4-BE49-F238E27FC236}">
                <a16:creationId xmlns:a16="http://schemas.microsoft.com/office/drawing/2014/main" id="{A64AF843-5545-496D-A827-73CB2BBDF307}"/>
              </a:ext>
            </a:extLst>
          </p:cNvPr>
          <p:cNvGrpSpPr>
            <a:grpSpLocks/>
          </p:cNvGrpSpPr>
          <p:nvPr/>
        </p:nvGrpSpPr>
        <p:grpSpPr bwMode="auto">
          <a:xfrm>
            <a:off x="4325545" y="1908695"/>
            <a:ext cx="4318000" cy="1752600"/>
            <a:chOff x="1056" y="2592"/>
            <a:chExt cx="2720" cy="1104"/>
          </a:xfrm>
        </p:grpSpPr>
        <p:sp>
          <p:nvSpPr>
            <p:cNvPr id="20" name="Line 20">
              <a:extLst>
                <a:ext uri="{FF2B5EF4-FFF2-40B4-BE49-F238E27FC236}">
                  <a16:creationId xmlns:a16="http://schemas.microsoft.com/office/drawing/2014/main" id="{FC3A513B-5D96-4CD2-AA49-6435C9605F9F}"/>
                </a:ext>
              </a:extLst>
            </p:cNvPr>
            <p:cNvSpPr>
              <a:spLocks noChangeShapeType="1"/>
            </p:cNvSpPr>
            <p:nvPr/>
          </p:nvSpPr>
          <p:spPr bwMode="auto">
            <a:xfrm>
              <a:off x="1056" y="3192"/>
              <a:ext cx="2720" cy="1"/>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21" name="Line 21">
              <a:extLst>
                <a:ext uri="{FF2B5EF4-FFF2-40B4-BE49-F238E27FC236}">
                  <a16:creationId xmlns:a16="http://schemas.microsoft.com/office/drawing/2014/main" id="{1C955CD8-698B-4D66-A693-8B25214BFD67}"/>
                </a:ext>
              </a:extLst>
            </p:cNvPr>
            <p:cNvSpPr>
              <a:spLocks noChangeShapeType="1"/>
            </p:cNvSpPr>
            <p:nvPr/>
          </p:nvSpPr>
          <p:spPr bwMode="auto">
            <a:xfrm flipV="1">
              <a:off x="2334" y="2592"/>
              <a:ext cx="1" cy="110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graphicFrame>
          <p:nvGraphicFramePr>
            <p:cNvPr id="22" name="Object 22">
              <a:extLst>
                <a:ext uri="{FF2B5EF4-FFF2-40B4-BE49-F238E27FC236}">
                  <a16:creationId xmlns:a16="http://schemas.microsoft.com/office/drawing/2014/main" id="{ECADECE2-8C5B-4B6F-9C7C-2DFDDBB7815F}"/>
                </a:ext>
              </a:extLst>
            </p:cNvPr>
            <p:cNvGraphicFramePr>
              <a:graphicFrameLocks noChangeAspect="1"/>
            </p:cNvGraphicFramePr>
            <p:nvPr/>
          </p:nvGraphicFramePr>
          <p:xfrm>
            <a:off x="3600" y="3216"/>
            <a:ext cx="144" cy="152"/>
          </p:xfrm>
          <a:graphic>
            <a:graphicData uri="http://schemas.openxmlformats.org/presentationml/2006/ole">
              <mc:AlternateContent xmlns:mc="http://schemas.openxmlformats.org/markup-compatibility/2006">
                <mc:Choice xmlns:v="urn:schemas-microsoft-com:vml" Requires="v">
                  <p:oleObj spid="_x0000_s186384" name="Equation" r:id="rId4" imgW="330120" imgH="369000" progId="Equation.3">
                    <p:embed/>
                  </p:oleObj>
                </mc:Choice>
                <mc:Fallback>
                  <p:oleObj name="Equation" r:id="rId4" imgW="330120" imgH="369000" progId="Equation.3">
                    <p:embed/>
                    <p:pic>
                      <p:nvPicPr>
                        <p:cNvPr id="0" name="Picture 14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0" y="3216"/>
                          <a:ext cx="144"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3">
              <a:extLst>
                <a:ext uri="{FF2B5EF4-FFF2-40B4-BE49-F238E27FC236}">
                  <a16:creationId xmlns:a16="http://schemas.microsoft.com/office/drawing/2014/main" id="{DDB750B7-ACD9-4CA5-8422-54140E967D93}"/>
                </a:ext>
              </a:extLst>
            </p:cNvPr>
            <p:cNvGraphicFramePr>
              <a:graphicFrameLocks noChangeAspect="1"/>
            </p:cNvGraphicFramePr>
            <p:nvPr/>
          </p:nvGraphicFramePr>
          <p:xfrm>
            <a:off x="2104" y="2592"/>
            <a:ext cx="152" cy="200"/>
          </p:xfrm>
          <a:graphic>
            <a:graphicData uri="http://schemas.openxmlformats.org/presentationml/2006/ole">
              <mc:AlternateContent xmlns:mc="http://schemas.openxmlformats.org/markup-compatibility/2006">
                <mc:Choice xmlns:v="urn:schemas-microsoft-com:vml" Requires="v">
                  <p:oleObj spid="_x0000_s186385" name="Equation" r:id="rId6" imgW="367920" imgH="496080" progId="Equation.3">
                    <p:embed/>
                  </p:oleObj>
                </mc:Choice>
                <mc:Fallback>
                  <p:oleObj name="Equation" r:id="rId6" imgW="367920" imgH="496080" progId="Equation.3">
                    <p:embed/>
                    <p:pic>
                      <p:nvPicPr>
                        <p:cNvPr id="0" name="Picture 147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04" y="2592"/>
                          <a:ext cx="152" cy="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4">
              <a:extLst>
                <a:ext uri="{FF2B5EF4-FFF2-40B4-BE49-F238E27FC236}">
                  <a16:creationId xmlns:a16="http://schemas.microsoft.com/office/drawing/2014/main" id="{DCD04473-8AE8-471E-A1B8-45CBF51A6E04}"/>
                </a:ext>
              </a:extLst>
            </p:cNvPr>
            <p:cNvGraphicFramePr>
              <a:graphicFrameLocks noChangeAspect="1"/>
            </p:cNvGraphicFramePr>
            <p:nvPr/>
          </p:nvGraphicFramePr>
          <p:xfrm>
            <a:off x="2208" y="3216"/>
            <a:ext cx="136" cy="152"/>
          </p:xfrm>
          <a:graphic>
            <a:graphicData uri="http://schemas.openxmlformats.org/presentationml/2006/ole">
              <mc:AlternateContent xmlns:mc="http://schemas.openxmlformats.org/markup-compatibility/2006">
                <mc:Choice xmlns:v="urn:schemas-microsoft-com:vml" Requires="v">
                  <p:oleObj spid="_x0000_s186386" name="Equation" r:id="rId8" imgW="317160" imgH="369000" progId="Equation.3">
                    <p:embed/>
                  </p:oleObj>
                </mc:Choice>
                <mc:Fallback>
                  <p:oleObj name="Equation" r:id="rId8" imgW="317160" imgH="369000" progId="Equation.3">
                    <p:embed/>
                    <p:pic>
                      <p:nvPicPr>
                        <p:cNvPr id="0" name="Picture 147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8" y="3216"/>
                          <a:ext cx="136" cy="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5" name="Object 25">
            <a:extLst>
              <a:ext uri="{FF2B5EF4-FFF2-40B4-BE49-F238E27FC236}">
                <a16:creationId xmlns:a16="http://schemas.microsoft.com/office/drawing/2014/main" id="{7B590D68-4746-4BC3-A30C-FB08AC13AB96}"/>
              </a:ext>
            </a:extLst>
          </p:cNvPr>
          <p:cNvGraphicFramePr>
            <a:graphicFrameLocks noChangeAspect="1"/>
          </p:cNvGraphicFramePr>
          <p:nvPr>
            <p:extLst>
              <p:ext uri="{D42A27DB-BD31-4B8C-83A1-F6EECF244321}">
                <p14:modId xmlns:p14="http://schemas.microsoft.com/office/powerpoint/2010/main" val="189856887"/>
              </p:ext>
            </p:extLst>
          </p:nvPr>
        </p:nvGraphicFramePr>
        <p:xfrm>
          <a:off x="6973495" y="1907108"/>
          <a:ext cx="1173162" cy="763587"/>
        </p:xfrm>
        <a:graphic>
          <a:graphicData uri="http://schemas.openxmlformats.org/presentationml/2006/ole">
            <mc:AlternateContent xmlns:mc="http://schemas.openxmlformats.org/markup-compatibility/2006">
              <mc:Choice xmlns:v="urn:schemas-microsoft-com:vml" Requires="v">
                <p:oleObj spid="_x0000_s186387" name="Equation" r:id="rId10" imgW="2144520" imgH="1386360" progId="Equation.3">
                  <p:embed/>
                </p:oleObj>
              </mc:Choice>
              <mc:Fallback>
                <p:oleObj name="Equation" r:id="rId10" imgW="2144520" imgH="1386360" progId="Equation.3">
                  <p:embed/>
                  <p:pic>
                    <p:nvPicPr>
                      <p:cNvPr id="0" name="Picture 147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73495" y="1907108"/>
                        <a:ext cx="1173162"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1298986101"/>
              </p:ext>
            </p:extLst>
          </p:nvPr>
        </p:nvGraphicFramePr>
        <p:xfrm>
          <a:off x="1685925" y="1647163"/>
          <a:ext cx="1144588" cy="763587"/>
        </p:xfrm>
        <a:graphic>
          <a:graphicData uri="http://schemas.openxmlformats.org/presentationml/2006/ole">
            <mc:AlternateContent xmlns:mc="http://schemas.openxmlformats.org/markup-compatibility/2006">
              <mc:Choice xmlns:v="urn:schemas-microsoft-com:vml" Requires="v">
                <p:oleObj spid="_x0000_s186388" name="Equation" r:id="rId12" imgW="1130040" imgH="736560" progId="Equation.DSMT4">
                  <p:embed/>
                </p:oleObj>
              </mc:Choice>
              <mc:Fallback>
                <p:oleObj name="Equation" r:id="rId12" imgW="1130040" imgH="736560" progId="Equation.DSMT4">
                  <p:embed/>
                  <p:pic>
                    <p:nvPicPr>
                      <p:cNvPr id="0" name="Picture 1476"/>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1685925" y="1647163"/>
                        <a:ext cx="1144588"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3885592788"/>
              </p:ext>
            </p:extLst>
          </p:nvPr>
        </p:nvGraphicFramePr>
        <p:xfrm>
          <a:off x="370657" y="3575852"/>
          <a:ext cx="2768600" cy="355600"/>
        </p:xfrm>
        <a:graphic>
          <a:graphicData uri="http://schemas.openxmlformats.org/presentationml/2006/ole">
            <mc:AlternateContent xmlns:mc="http://schemas.openxmlformats.org/markup-compatibility/2006">
              <mc:Choice xmlns:v="urn:schemas-microsoft-com:vml" Requires="v">
                <p:oleObj spid="_x0000_s186389" name="Equation" r:id="rId14" imgW="2730240" imgH="342720" progId="Equation.DSMT4">
                  <p:embed/>
                </p:oleObj>
              </mc:Choice>
              <mc:Fallback>
                <p:oleObj name="Equation" r:id="rId14" imgW="2730240" imgH="342720" progId="Equation.DSMT4">
                  <p:embed/>
                  <p:pic>
                    <p:nvPicPr>
                      <p:cNvPr id="0" name="Picture 1477"/>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370657" y="3575852"/>
                        <a:ext cx="27686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2543449100"/>
              </p:ext>
            </p:extLst>
          </p:nvPr>
        </p:nvGraphicFramePr>
        <p:xfrm>
          <a:off x="387864" y="2476834"/>
          <a:ext cx="823912" cy="763588"/>
        </p:xfrm>
        <a:graphic>
          <a:graphicData uri="http://schemas.openxmlformats.org/presentationml/2006/ole">
            <mc:AlternateContent xmlns:mc="http://schemas.openxmlformats.org/markup-compatibility/2006">
              <mc:Choice xmlns:v="urn:schemas-microsoft-com:vml" Requires="v">
                <p:oleObj spid="_x0000_s186390" name="Equation" r:id="rId16" imgW="812520" imgH="736560" progId="Equation.DSMT4">
                  <p:embed/>
                </p:oleObj>
              </mc:Choice>
              <mc:Fallback>
                <p:oleObj name="Equation" r:id="rId16" imgW="812520" imgH="736560" progId="Equation.DSMT4">
                  <p:embed/>
                  <p:pic>
                    <p:nvPicPr>
                      <p:cNvPr id="0" name="Picture 1478"/>
                      <p:cNvPicPr>
                        <a:picLocks noChangeAspect="1" noChangeArrowheads="1"/>
                      </p:cNvPicPr>
                      <p:nvPr/>
                    </p:nvPicPr>
                    <p:blipFill>
                      <a:blip r:embed="rId17">
                        <a:grayscl/>
                        <a:biLevel thresh="50000"/>
                      </a:blip>
                      <a:srcRect/>
                      <a:stretch>
                        <a:fillRect/>
                      </a:stretch>
                    </p:blipFill>
                    <p:spPr bwMode="auto">
                      <a:xfrm>
                        <a:off x="387864" y="2476834"/>
                        <a:ext cx="823912" cy="763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841494704"/>
              </p:ext>
            </p:extLst>
          </p:nvPr>
        </p:nvGraphicFramePr>
        <p:xfrm>
          <a:off x="1429247" y="2727181"/>
          <a:ext cx="2563813" cy="355600"/>
        </p:xfrm>
        <a:graphic>
          <a:graphicData uri="http://schemas.openxmlformats.org/presentationml/2006/ole">
            <mc:AlternateContent xmlns:mc="http://schemas.openxmlformats.org/markup-compatibility/2006">
              <mc:Choice xmlns:v="urn:schemas-microsoft-com:vml" Requires="v">
                <p:oleObj spid="_x0000_s186391" name="Equation" r:id="rId18" imgW="2527200" imgH="342720" progId="Equation.DSMT4">
                  <p:embed/>
                </p:oleObj>
              </mc:Choice>
              <mc:Fallback>
                <p:oleObj name="Equation" r:id="rId18" imgW="2527200" imgH="342720" progId="Equation.DSMT4">
                  <p:embed/>
                  <p:pic>
                    <p:nvPicPr>
                      <p:cNvPr id="0" name="Picture 1479"/>
                      <p:cNvPicPr>
                        <a:picLocks noChangeAspect="1" noChangeArrowheads="1"/>
                      </p:cNvPicPr>
                      <p:nvPr/>
                    </p:nvPicPr>
                    <p:blipFill>
                      <a:blip r:embed="rId19">
                        <a:grayscl/>
                        <a:biLevel thresh="50000"/>
                      </a:blip>
                      <a:srcRect/>
                      <a:stretch>
                        <a:fillRect/>
                      </a:stretch>
                    </p:blipFill>
                    <p:spPr bwMode="auto">
                      <a:xfrm>
                        <a:off x="1429247" y="2727181"/>
                        <a:ext cx="2563813"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3225701796"/>
              </p:ext>
            </p:extLst>
          </p:nvPr>
        </p:nvGraphicFramePr>
        <p:xfrm>
          <a:off x="2721735" y="4087858"/>
          <a:ext cx="1144588" cy="763587"/>
        </p:xfrm>
        <a:graphic>
          <a:graphicData uri="http://schemas.openxmlformats.org/presentationml/2006/ole">
            <mc:AlternateContent xmlns:mc="http://schemas.openxmlformats.org/markup-compatibility/2006">
              <mc:Choice xmlns:v="urn:schemas-microsoft-com:vml" Requires="v">
                <p:oleObj spid="_x0000_s186392" name="Equation" r:id="rId20" imgW="1130040" imgH="736560" progId="Equation.DSMT4">
                  <p:embed/>
                </p:oleObj>
              </mc:Choice>
              <mc:Fallback>
                <p:oleObj name="Equation" r:id="rId20" imgW="1130040" imgH="736560" progId="Equation.DSMT4">
                  <p:embed/>
                  <p:pic>
                    <p:nvPicPr>
                      <p:cNvPr id="0" name="Picture 1480"/>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2721735" y="4087858"/>
                        <a:ext cx="1144588"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2736604425"/>
              </p:ext>
            </p:extLst>
          </p:nvPr>
        </p:nvGraphicFramePr>
        <p:xfrm>
          <a:off x="4325545" y="4324249"/>
          <a:ext cx="2563813" cy="355600"/>
        </p:xfrm>
        <a:graphic>
          <a:graphicData uri="http://schemas.openxmlformats.org/presentationml/2006/ole">
            <mc:AlternateContent xmlns:mc="http://schemas.openxmlformats.org/markup-compatibility/2006">
              <mc:Choice xmlns:v="urn:schemas-microsoft-com:vml" Requires="v">
                <p:oleObj spid="_x0000_s186393" name="Equation" r:id="rId22" imgW="2527200" imgH="342720" progId="Equation.DSMT4">
                  <p:embed/>
                </p:oleObj>
              </mc:Choice>
              <mc:Fallback>
                <p:oleObj name="Equation" r:id="rId22" imgW="2527200" imgH="342720" progId="Equation.DSMT4">
                  <p:embed/>
                  <p:pic>
                    <p:nvPicPr>
                      <p:cNvPr id="29" name="Object 13">
                        <a:extLst>
                          <a:ext uri="{FF2B5EF4-FFF2-40B4-BE49-F238E27FC236}">
                            <a16:creationId xmlns:a16="http://schemas.microsoft.com/office/drawing/2014/main" id="{6D287870-DC25-4902-8604-828D2DB035D4}"/>
                          </a:ext>
                        </a:extLst>
                      </p:cNvPr>
                      <p:cNvPicPr>
                        <a:picLocks noChangeAspect="1" noChangeArrowheads="1"/>
                      </p:cNvPicPr>
                      <p:nvPr/>
                    </p:nvPicPr>
                    <p:blipFill>
                      <a:blip r:embed="rId23">
                        <a:grayscl/>
                        <a:biLevel thresh="50000"/>
                      </a:blip>
                      <a:srcRect/>
                      <a:stretch>
                        <a:fillRect/>
                      </a:stretch>
                    </p:blipFill>
                    <p:spPr bwMode="auto">
                      <a:xfrm>
                        <a:off x="4325545" y="4324249"/>
                        <a:ext cx="2563813"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Rectangle 2">
            <a:extLst>
              <a:ext uri="{FF2B5EF4-FFF2-40B4-BE49-F238E27FC236}">
                <a16:creationId xmlns:a16="http://schemas.microsoft.com/office/drawing/2014/main" id="{5CCFD4FA-E09A-4BB0-A84E-F0AA6C75D18A}"/>
              </a:ext>
            </a:extLst>
          </p:cNvPr>
          <p:cNvSpPr txBox="1">
            <a:spLocks noChangeArrowheads="1"/>
          </p:cNvSpPr>
          <p:nvPr/>
        </p:nvSpPr>
        <p:spPr>
          <a:xfrm>
            <a:off x="827584" y="919138"/>
            <a:ext cx="8207052"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64FF"/>
                </a:solidFill>
                <a:latin typeface="+mn-ea"/>
                <a:ea typeface="+mn-ea"/>
                <a:cs typeface="+mn-cs"/>
              </a:rPr>
              <a:t>推广</a:t>
            </a:r>
            <a:r>
              <a:rPr lang="en-US" altLang="zh-CN" sz="2400" b="1" dirty="0">
                <a:solidFill>
                  <a:srgbClr val="0064FF"/>
                </a:solidFill>
                <a:latin typeface="+mn-ea"/>
                <a:ea typeface="+mn-ea"/>
                <a:cs typeface="+mn-cs"/>
              </a:rPr>
              <a:t> </a:t>
            </a:r>
            <a:r>
              <a:rPr lang="zh-CN" altLang="en-US" sz="2400" b="1" dirty="0">
                <a:latin typeface="+mn-ea"/>
                <a:ea typeface="+mn-ea"/>
              </a:rPr>
              <a:t>由有限个连续函数经有限次复合而成的函数是连续的</a:t>
            </a:r>
            <a:r>
              <a:rPr lang="en-US" altLang="zh-CN" sz="2400" b="1" dirty="0">
                <a:latin typeface="+mn-ea"/>
                <a:ea typeface="+mn-ea"/>
              </a:rPr>
              <a:t>.</a:t>
            </a:r>
          </a:p>
        </p:txBody>
      </p:sp>
      <p:sp>
        <p:nvSpPr>
          <p:cNvPr id="33" name="矩形 32">
            <a:extLst>
              <a:ext uri="{FF2B5EF4-FFF2-40B4-BE49-F238E27FC236}">
                <a16:creationId xmlns:a16="http://schemas.microsoft.com/office/drawing/2014/main" id="{76B2D513-3834-4BC0-8F77-8B6F21F27A36}"/>
              </a:ext>
            </a:extLst>
          </p:cNvPr>
          <p:cNvSpPr/>
          <p:nvPr/>
        </p:nvSpPr>
        <p:spPr>
          <a:xfrm>
            <a:off x="827584" y="267494"/>
            <a:ext cx="6373861" cy="461665"/>
          </a:xfrm>
          <a:prstGeom prst="rect">
            <a:avLst/>
          </a:prstGeom>
        </p:spPr>
        <p:txBody>
          <a:bodyPr wrap="none">
            <a:spAutoFit/>
          </a:bodyPr>
          <a:lstStyle/>
          <a:p>
            <a:r>
              <a:rPr lang="zh-CN" altLang="en-US" sz="2400" b="1" dirty="0">
                <a:solidFill>
                  <a:srgbClr val="0064FF"/>
                </a:solidFill>
                <a:latin typeface="+mn-ea"/>
              </a:rPr>
              <a:t>简单的说</a:t>
            </a:r>
            <a:r>
              <a:rPr lang="zh-CN" altLang="en-US" sz="2400" b="1" dirty="0">
                <a:latin typeface="+mn-ea"/>
              </a:rPr>
              <a:t> 两个连续函数的复合函数是连续的</a:t>
            </a:r>
            <a:r>
              <a:rPr lang="en-US" altLang="zh-CN" sz="2400" b="1" dirty="0">
                <a:latin typeface="+mn-ea"/>
              </a:rPr>
              <a:t>.</a:t>
            </a:r>
          </a:p>
        </p:txBody>
      </p:sp>
    </p:spTree>
    <p:extLst>
      <p:ext uri="{BB962C8B-B14F-4D97-AF65-F5344CB8AC3E}">
        <p14:creationId xmlns:p14="http://schemas.microsoft.com/office/powerpoint/2010/main" val="249547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left)">
                                      <p:cBhvr>
                                        <p:cTn id="31" dur="500"/>
                                        <p:tgtEl>
                                          <p:spTgt spid="28"/>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left)">
                                      <p:cBhvr>
                                        <p:cTn id="35" dur="5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left)">
                                      <p:cBhvr>
                                        <p:cTn id="40" dur="500"/>
                                        <p:tgtEl>
                                          <p:spTgt spid="27"/>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left)">
                                      <p:cBhvr>
                                        <p:cTn id="49" dur="500"/>
                                        <p:tgtEl>
                                          <p:spTgt spid="8"/>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wipe(left)">
                                      <p:cBhvr>
                                        <p:cTn id="53" dur="500"/>
                                        <p:tgtEl>
                                          <p:spTgt spid="3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left)">
                                      <p:cBhvr>
                                        <p:cTn id="63" dur="500"/>
                                        <p:tgtEl>
                                          <p:spTgt spid="19"/>
                                        </p:tgtEl>
                                      </p:cBhvr>
                                    </p:animEffec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wipe(left)">
                                      <p:cBhvr>
                                        <p:cTn id="67" dur="500"/>
                                        <p:tgtEl>
                                          <p:spTgt spid="3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500"/>
                                        <p:tgtEl>
                                          <p:spTgt spid="14"/>
                                        </p:tgtEl>
                                      </p:cBhvr>
                                    </p:animEffect>
                                  </p:childTnLst>
                                </p:cTn>
                              </p:par>
                            </p:childTnLst>
                          </p:cTn>
                        </p:par>
                        <p:par>
                          <p:cTn id="73" fill="hold">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wipe(left)">
                                      <p:cBhvr>
                                        <p:cTn id="76" dur="500"/>
                                        <p:tgtEl>
                                          <p:spTgt spid="12"/>
                                        </p:tgtEl>
                                      </p:cBhvr>
                                    </p:animEffect>
                                  </p:childTnLst>
                                </p:cTn>
                              </p:par>
                            </p:childTnLst>
                          </p:cTn>
                        </p:par>
                        <p:par>
                          <p:cTn id="77" fill="hold">
                            <p:stCondLst>
                              <p:cond delay="1000"/>
                            </p:stCondLst>
                            <p:childTnLst>
                              <p:par>
                                <p:cTn id="78" presetID="22" presetClass="entr" presetSubtype="8" fill="hold" nodeType="after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wipe(left)">
                                      <p:cBhvr>
                                        <p:cTn id="8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utoUpdateAnimBg="0"/>
      <p:bldP spid="8" grpId="0" autoUpdateAnimBg="0"/>
      <p:bldP spid="10" grpId="0" autoUpdateAnimBg="0"/>
      <p:bldP spid="12" grpId="0" autoUpdateAnimBg="0"/>
      <p:bldP spid="13" grpId="0" autoUpdateAnimBg="0"/>
      <p:bldP spid="31" grpId="0"/>
      <p:bldP spid="3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567864" y="483518"/>
            <a:ext cx="8008271" cy="609600"/>
            <a:chOff x="833669" y="976699"/>
            <a:chExt cx="8008271" cy="609600"/>
          </a:xfrm>
        </p:grpSpPr>
        <p:sp>
          <p:nvSpPr>
            <p:cNvPr id="2" name="Rectangle 2">
              <a:extLst>
                <a:ext uri="{FF2B5EF4-FFF2-40B4-BE49-F238E27FC236}">
                  <a16:creationId xmlns:a16="http://schemas.microsoft.com/office/drawing/2014/main" id="{E85C9EAB-42B9-4799-960B-2EC731522849}"/>
                </a:ext>
              </a:extLst>
            </p:cNvPr>
            <p:cNvSpPr txBox="1">
              <a:spLocks noChangeArrowheads="1"/>
            </p:cNvSpPr>
            <p:nvPr/>
          </p:nvSpPr>
          <p:spPr>
            <a:xfrm>
              <a:off x="833669" y="976699"/>
              <a:ext cx="12954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0064FF"/>
                  </a:solidFill>
                  <a:latin typeface="+mn-ea"/>
                  <a:ea typeface="+mn-ea"/>
                  <a:cs typeface="+mn-cs"/>
                </a:rPr>
                <a:t>例</a:t>
              </a:r>
              <a:r>
                <a:rPr lang="en-US" altLang="zh-CN" sz="2400" b="1" dirty="0">
                  <a:solidFill>
                    <a:srgbClr val="0064FF"/>
                  </a:solidFill>
                  <a:latin typeface="+mn-ea"/>
                  <a:ea typeface="+mn-ea"/>
                  <a:cs typeface="+mn-cs"/>
                </a:rPr>
                <a:t>5</a:t>
              </a:r>
            </a:p>
          </p:txBody>
        </p:sp>
        <p:sp>
          <p:nvSpPr>
            <p:cNvPr id="4" name="Text Box 4">
              <a:extLst>
                <a:ext uri="{FF2B5EF4-FFF2-40B4-BE49-F238E27FC236}">
                  <a16:creationId xmlns:a16="http://schemas.microsoft.com/office/drawing/2014/main" id="{F8F97D59-2BAC-4411-BA74-9D7E9A4A6841}"/>
                </a:ext>
              </a:extLst>
            </p:cNvPr>
            <p:cNvSpPr txBox="1">
              <a:spLocks noChangeArrowheads="1"/>
            </p:cNvSpPr>
            <p:nvPr/>
          </p:nvSpPr>
          <p:spPr bwMode="auto">
            <a:xfrm>
              <a:off x="1785156" y="978917"/>
              <a:ext cx="70567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讨论</a:t>
              </a:r>
              <a:r>
                <a:rPr kumimoji="1" lang="zh-CN" altLang="en-US" sz="2400" b="1" dirty="0">
                  <a:solidFill>
                    <a:srgbClr val="FF0000"/>
                  </a:solidFill>
                  <a:latin typeface="+mn-ea"/>
                  <a:ea typeface="+mn-ea"/>
                </a:rPr>
                <a:t>幂函数</a:t>
              </a:r>
              <a:r>
                <a:rPr kumimoji="1" lang="zh-CN" altLang="en-US" sz="2400" b="1" dirty="0">
                  <a:latin typeface="+mn-ea"/>
                  <a:ea typeface="+mn-ea"/>
                </a:rPr>
                <a:t>      在       内的连续性</a:t>
              </a:r>
              <a:r>
                <a:rPr kumimoji="1" lang="en-US" altLang="zh-CN" sz="2400" b="1" dirty="0">
                  <a:latin typeface="+mn-ea"/>
                  <a:ea typeface="+mn-ea"/>
                </a:rPr>
                <a:t>.</a:t>
              </a:r>
              <a:endParaRPr kumimoji="1" lang="zh-CN" altLang="en-US" sz="2400" b="1" dirty="0">
                <a:latin typeface="+mn-ea"/>
                <a:ea typeface="+mn-ea"/>
              </a:endParaRPr>
            </a:p>
          </p:txBody>
        </p:sp>
        <p:graphicFrame>
          <p:nvGraphicFramePr>
            <p:cNvPr id="5"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2125012439"/>
                </p:ext>
              </p:extLst>
            </p:nvPr>
          </p:nvGraphicFramePr>
          <p:xfrm>
            <a:off x="3491619" y="1004220"/>
            <a:ext cx="849313" cy="420688"/>
          </p:xfrm>
          <a:graphic>
            <a:graphicData uri="http://schemas.openxmlformats.org/presentationml/2006/ole">
              <mc:AlternateContent xmlns:mc="http://schemas.openxmlformats.org/markup-compatibility/2006">
                <mc:Choice xmlns:v="urn:schemas-microsoft-com:vml" Requires="v">
                  <p:oleObj spid="_x0000_s152308" name="Equation" r:id="rId4" imgW="838080" imgH="406080" progId="Equation.DSMT4">
                    <p:embed/>
                  </p:oleObj>
                </mc:Choice>
                <mc:Fallback>
                  <p:oleObj name="Equation" r:id="rId4" imgW="838080" imgH="406080" progId="Equation.DSMT4">
                    <p:embed/>
                    <p:pic>
                      <p:nvPicPr>
                        <p:cNvPr id="0" name="Picture 1188"/>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3491619" y="1004220"/>
                          <a:ext cx="849313"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3672140391"/>
                </p:ext>
              </p:extLst>
            </p:nvPr>
          </p:nvGraphicFramePr>
          <p:xfrm>
            <a:off x="4773488" y="1068981"/>
            <a:ext cx="914400" cy="355600"/>
          </p:xfrm>
          <a:graphic>
            <a:graphicData uri="http://schemas.openxmlformats.org/presentationml/2006/ole">
              <mc:AlternateContent xmlns:mc="http://schemas.openxmlformats.org/markup-compatibility/2006">
                <mc:Choice xmlns:v="urn:schemas-microsoft-com:vml" Requires="v">
                  <p:oleObj spid="_x0000_s152309" name="Equation" r:id="rId6" imgW="901440" imgH="342720" progId="Equation.DSMT4">
                    <p:embed/>
                  </p:oleObj>
                </mc:Choice>
                <mc:Fallback>
                  <p:oleObj name="Equation" r:id="rId6" imgW="901440" imgH="342720" progId="Equation.DSMT4">
                    <p:embed/>
                    <p:pic>
                      <p:nvPicPr>
                        <p:cNvPr id="0" name="Picture 1189"/>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4773488" y="1068981"/>
                          <a:ext cx="9144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 name="组合 7"/>
          <p:cNvGrpSpPr/>
          <p:nvPr/>
        </p:nvGrpSpPr>
        <p:grpSpPr>
          <a:xfrm>
            <a:off x="520337" y="1195629"/>
            <a:ext cx="8159021" cy="609600"/>
            <a:chOff x="381000" y="985118"/>
            <a:chExt cx="8159021" cy="609600"/>
          </a:xfrm>
        </p:grpSpPr>
        <p:sp>
          <p:nvSpPr>
            <p:cNvPr id="9" name="Rectangle 2">
              <a:extLst>
                <a:ext uri="{FF2B5EF4-FFF2-40B4-BE49-F238E27FC236}">
                  <a16:creationId xmlns:a16="http://schemas.microsoft.com/office/drawing/2014/main" id="{E85C9EAB-42B9-4799-960B-2EC731522849}"/>
                </a:ext>
              </a:extLst>
            </p:cNvPr>
            <p:cNvSpPr txBox="1">
              <a:spLocks noChangeArrowheads="1"/>
            </p:cNvSpPr>
            <p:nvPr/>
          </p:nvSpPr>
          <p:spPr>
            <a:xfrm>
              <a:off x="381000" y="985118"/>
              <a:ext cx="12954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b="1" dirty="0">
                  <a:solidFill>
                    <a:srgbClr val="0064FF"/>
                  </a:solidFill>
                  <a:latin typeface="+mn-ea"/>
                  <a:ea typeface="+mn-ea"/>
                  <a:cs typeface="+mn-cs"/>
                </a:rPr>
                <a:t>解</a:t>
              </a:r>
              <a:endParaRPr lang="en-US" altLang="zh-CN" sz="2400" b="1" dirty="0">
                <a:solidFill>
                  <a:srgbClr val="0064FF"/>
                </a:solidFill>
                <a:latin typeface="+mn-ea"/>
                <a:ea typeface="+mn-ea"/>
                <a:cs typeface="+mn-cs"/>
              </a:endParaRPr>
            </a:p>
          </p:txBody>
        </p:sp>
        <p:sp>
          <p:nvSpPr>
            <p:cNvPr id="10" name="Text Box 4">
              <a:extLst>
                <a:ext uri="{FF2B5EF4-FFF2-40B4-BE49-F238E27FC236}">
                  <a16:creationId xmlns:a16="http://schemas.microsoft.com/office/drawing/2014/main" id="{F8F97D59-2BAC-4411-BA74-9D7E9A4A6841}"/>
                </a:ext>
              </a:extLst>
            </p:cNvPr>
            <p:cNvSpPr txBox="1">
              <a:spLocks noChangeArrowheads="1"/>
            </p:cNvSpPr>
            <p:nvPr/>
          </p:nvSpPr>
          <p:spPr bwMode="auto">
            <a:xfrm>
              <a:off x="1483237" y="1007702"/>
              <a:ext cx="70567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宋体" panose="02010600030101010101" pitchFamily="2" charset="-122"/>
                </a:rPr>
                <a:t>因为幂函数</a:t>
              </a:r>
            </a:p>
          </p:txBody>
        </p:sp>
        <p:graphicFrame>
          <p:nvGraphicFramePr>
            <p:cNvPr id="11"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4070210137"/>
                </p:ext>
              </p:extLst>
            </p:nvPr>
          </p:nvGraphicFramePr>
          <p:xfrm>
            <a:off x="3146623" y="999406"/>
            <a:ext cx="849313" cy="420688"/>
          </p:xfrm>
          <a:graphic>
            <a:graphicData uri="http://schemas.openxmlformats.org/presentationml/2006/ole">
              <mc:AlternateContent xmlns:mc="http://schemas.openxmlformats.org/markup-compatibility/2006">
                <mc:Choice xmlns:v="urn:schemas-microsoft-com:vml" Requires="v">
                  <p:oleObj spid="_x0000_s152310" name="Equation" r:id="rId8" imgW="838080" imgH="406080" progId="Equation.DSMT4">
                    <p:embed/>
                  </p:oleObj>
                </mc:Choice>
                <mc:Fallback>
                  <p:oleObj name="Equation" r:id="rId8" imgW="838080" imgH="406080" progId="Equation.DSMT4">
                    <p:embed/>
                    <p:pic>
                      <p:nvPicPr>
                        <p:cNvPr id="0" name="Picture 1190"/>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3146623" y="999406"/>
                          <a:ext cx="849313"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3"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1465074493"/>
              </p:ext>
            </p:extLst>
          </p:nvPr>
        </p:nvGraphicFramePr>
        <p:xfrm>
          <a:off x="1676755" y="1930324"/>
          <a:ext cx="1068387" cy="422275"/>
        </p:xfrm>
        <a:graphic>
          <a:graphicData uri="http://schemas.openxmlformats.org/presentationml/2006/ole">
            <mc:AlternateContent xmlns:mc="http://schemas.openxmlformats.org/markup-compatibility/2006">
              <mc:Choice xmlns:v="urn:schemas-microsoft-com:vml" Requires="v">
                <p:oleObj spid="_x0000_s152311" name="Equation" r:id="rId10" imgW="1054080" imgH="406080" progId="Equation.DSMT4">
                  <p:embed/>
                </p:oleObj>
              </mc:Choice>
              <mc:Fallback>
                <p:oleObj name="Equation" r:id="rId10" imgW="1054080" imgH="406080" progId="Equation.DSMT4">
                  <p:embed/>
                  <p:pic>
                    <p:nvPicPr>
                      <p:cNvPr id="0" name="Picture 1192"/>
                      <p:cNvPicPr>
                        <a:picLocks noChangeAspect="1" noChangeArrowheads="1"/>
                      </p:cNvPicPr>
                      <p:nvPr/>
                    </p:nvPicPr>
                    <p:blipFill>
                      <a:blip r:embed="rId11">
                        <a:grayscl/>
                        <a:biLevel thresh="50000"/>
                      </a:blip>
                      <a:srcRect/>
                      <a:stretch>
                        <a:fillRect/>
                      </a:stretch>
                    </p:blipFill>
                    <p:spPr bwMode="auto">
                      <a:xfrm>
                        <a:off x="1676755" y="1930324"/>
                        <a:ext cx="1068387"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组合 2"/>
          <p:cNvGrpSpPr/>
          <p:nvPr/>
        </p:nvGrpSpPr>
        <p:grpSpPr>
          <a:xfrm>
            <a:off x="2717737" y="1928013"/>
            <a:ext cx="6375842" cy="461665"/>
            <a:chOff x="2372622" y="2142327"/>
            <a:chExt cx="6375842" cy="461665"/>
          </a:xfrm>
        </p:grpSpPr>
        <p:sp>
          <p:nvSpPr>
            <p:cNvPr id="14" name="Text Box 4">
              <a:extLst>
                <a:ext uri="{FF2B5EF4-FFF2-40B4-BE49-F238E27FC236}">
                  <a16:creationId xmlns:a16="http://schemas.microsoft.com/office/drawing/2014/main" id="{F8F97D59-2BAC-4411-BA74-9D7E9A4A6841}"/>
                </a:ext>
              </a:extLst>
            </p:cNvPr>
            <p:cNvSpPr txBox="1">
              <a:spLocks noChangeArrowheads="1"/>
            </p:cNvSpPr>
            <p:nvPr/>
          </p:nvSpPr>
          <p:spPr bwMode="auto">
            <a:xfrm>
              <a:off x="2372622" y="2142327"/>
              <a:ext cx="63758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宋体" panose="02010600030101010101" pitchFamily="2" charset="-122"/>
                </a:rPr>
                <a:t>是由               复合而成的复合函数，</a:t>
              </a:r>
            </a:p>
          </p:txBody>
        </p:sp>
        <p:graphicFrame>
          <p:nvGraphicFramePr>
            <p:cNvPr id="15"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3330938933"/>
                </p:ext>
              </p:extLst>
            </p:nvPr>
          </p:nvGraphicFramePr>
          <p:xfrm>
            <a:off x="3218576" y="2151733"/>
            <a:ext cx="2032000" cy="420688"/>
          </p:xfrm>
          <a:graphic>
            <a:graphicData uri="http://schemas.openxmlformats.org/presentationml/2006/ole">
              <mc:AlternateContent xmlns:mc="http://schemas.openxmlformats.org/markup-compatibility/2006">
                <mc:Choice xmlns:v="urn:schemas-microsoft-com:vml" Requires="v">
                  <p:oleObj spid="_x0000_s152312" name="Equation" r:id="rId12" imgW="2006280" imgH="406080" progId="Equation.DSMT4">
                    <p:embed/>
                  </p:oleObj>
                </mc:Choice>
                <mc:Fallback>
                  <p:oleObj name="Equation" r:id="rId12" imgW="2006280" imgH="406080" progId="Equation.DSMT4">
                    <p:embed/>
                    <p:pic>
                      <p:nvPicPr>
                        <p:cNvPr id="0" name="Picture 1193"/>
                        <p:cNvPicPr>
                          <a:picLocks noChangeAspect="1" noChangeArrowheads="1"/>
                        </p:cNvPicPr>
                        <p:nvPr/>
                      </p:nvPicPr>
                      <p:blipFill>
                        <a:blip r:embed="rId13">
                          <a:grayscl/>
                          <a:biLevel thresh="50000"/>
                        </a:blip>
                        <a:srcRect/>
                        <a:stretch>
                          <a:fillRect/>
                        </a:stretch>
                      </p:blipFill>
                      <p:spPr bwMode="auto">
                        <a:xfrm>
                          <a:off x="3218576" y="2151733"/>
                          <a:ext cx="2032000"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Text Box 4">
            <a:extLst>
              <a:ext uri="{FF2B5EF4-FFF2-40B4-BE49-F238E27FC236}">
                <a16:creationId xmlns:a16="http://schemas.microsoft.com/office/drawing/2014/main" id="{F8F97D59-2BAC-4411-BA74-9D7E9A4A6841}"/>
              </a:ext>
            </a:extLst>
          </p:cNvPr>
          <p:cNvSpPr txBox="1">
            <a:spLocks noChangeArrowheads="1"/>
          </p:cNvSpPr>
          <p:nvPr/>
        </p:nvSpPr>
        <p:spPr bwMode="auto">
          <a:xfrm>
            <a:off x="375770" y="2644386"/>
            <a:ext cx="60684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由定理</a:t>
            </a:r>
            <a:r>
              <a:rPr kumimoji="1" lang="en-US" altLang="zh-CN" sz="2400" b="1" dirty="0">
                <a:latin typeface="+mn-ea"/>
                <a:ea typeface="+mn-ea"/>
              </a:rPr>
              <a:t>4</a:t>
            </a:r>
            <a:r>
              <a:rPr kumimoji="1" lang="zh-CN" altLang="en-US" sz="2400" b="1" dirty="0">
                <a:latin typeface="+mn-ea"/>
                <a:ea typeface="+mn-ea"/>
              </a:rPr>
              <a:t>知，</a:t>
            </a:r>
          </a:p>
        </p:txBody>
      </p:sp>
      <p:grpSp>
        <p:nvGrpSpPr>
          <p:cNvPr id="17" name="组合 16"/>
          <p:cNvGrpSpPr/>
          <p:nvPr/>
        </p:nvGrpSpPr>
        <p:grpSpPr>
          <a:xfrm>
            <a:off x="1987403" y="2657583"/>
            <a:ext cx="4536504" cy="461665"/>
            <a:chOff x="1475656" y="981984"/>
            <a:chExt cx="4536504" cy="461665"/>
          </a:xfrm>
        </p:grpSpPr>
        <p:sp>
          <p:nvSpPr>
            <p:cNvPr id="19" name="Text Box 4">
              <a:extLst>
                <a:ext uri="{FF2B5EF4-FFF2-40B4-BE49-F238E27FC236}">
                  <a16:creationId xmlns:a16="http://schemas.microsoft.com/office/drawing/2014/main" id="{F8F97D59-2BAC-4411-BA74-9D7E9A4A6841}"/>
                </a:ext>
              </a:extLst>
            </p:cNvPr>
            <p:cNvSpPr txBox="1">
              <a:spLocks noChangeArrowheads="1"/>
            </p:cNvSpPr>
            <p:nvPr/>
          </p:nvSpPr>
          <p:spPr bwMode="auto">
            <a:xfrm>
              <a:off x="1475656" y="981984"/>
              <a:ext cx="45365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latin typeface="+mn-ea"/>
                  <a:ea typeface="+mn-ea"/>
                </a:rPr>
                <a:t>幂函数      在       内连续</a:t>
              </a:r>
              <a:r>
                <a:rPr kumimoji="1" lang="en-US" altLang="zh-CN" sz="2400" b="1" dirty="0">
                  <a:latin typeface="+mn-ea"/>
                  <a:ea typeface="+mn-ea"/>
                </a:rPr>
                <a:t>.</a:t>
              </a:r>
              <a:endParaRPr kumimoji="1" lang="zh-CN" altLang="en-US" sz="2400" b="1" dirty="0">
                <a:latin typeface="+mn-ea"/>
                <a:ea typeface="+mn-ea"/>
              </a:endParaRPr>
            </a:p>
          </p:txBody>
        </p:sp>
        <p:graphicFrame>
          <p:nvGraphicFramePr>
            <p:cNvPr id="20"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1358612380"/>
                </p:ext>
              </p:extLst>
            </p:nvPr>
          </p:nvGraphicFramePr>
          <p:xfrm>
            <a:off x="2555776" y="999406"/>
            <a:ext cx="849313" cy="420688"/>
          </p:xfrm>
          <a:graphic>
            <a:graphicData uri="http://schemas.openxmlformats.org/presentationml/2006/ole">
              <mc:AlternateContent xmlns:mc="http://schemas.openxmlformats.org/markup-compatibility/2006">
                <mc:Choice xmlns:v="urn:schemas-microsoft-com:vml" Requires="v">
                  <p:oleObj spid="_x0000_s152313" name="Equation" r:id="rId14" imgW="838080" imgH="406080" progId="Equation.DSMT4">
                    <p:embed/>
                  </p:oleObj>
                </mc:Choice>
                <mc:Fallback>
                  <p:oleObj name="Equation" r:id="rId14" imgW="838080" imgH="406080" progId="Equation.DSMT4">
                    <p:embed/>
                    <p:pic>
                      <p:nvPicPr>
                        <p:cNvPr id="0" name="Picture 1194"/>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2555776" y="999406"/>
                          <a:ext cx="849313"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1933833191"/>
                </p:ext>
              </p:extLst>
            </p:nvPr>
          </p:nvGraphicFramePr>
          <p:xfrm>
            <a:off x="3827481" y="1074852"/>
            <a:ext cx="914400" cy="355600"/>
          </p:xfrm>
          <a:graphic>
            <a:graphicData uri="http://schemas.openxmlformats.org/presentationml/2006/ole">
              <mc:AlternateContent xmlns:mc="http://schemas.openxmlformats.org/markup-compatibility/2006">
                <mc:Choice xmlns:v="urn:schemas-microsoft-com:vml" Requires="v">
                  <p:oleObj spid="_x0000_s152314" name="Equation" r:id="rId16" imgW="901440" imgH="342720" progId="Equation.DSMT4">
                    <p:embed/>
                  </p:oleObj>
                </mc:Choice>
                <mc:Fallback>
                  <p:oleObj name="Equation" r:id="rId16" imgW="901440" imgH="342720" progId="Equation.DSMT4">
                    <p:embed/>
                    <p:pic>
                      <p:nvPicPr>
                        <p:cNvPr id="0" name="Picture 1195"/>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3827481" y="1074852"/>
                          <a:ext cx="9144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 name="组合 17"/>
          <p:cNvGrpSpPr/>
          <p:nvPr/>
        </p:nvGrpSpPr>
        <p:grpSpPr>
          <a:xfrm>
            <a:off x="930260" y="3528431"/>
            <a:ext cx="8631353" cy="461665"/>
            <a:chOff x="512646" y="3532409"/>
            <a:chExt cx="8631353" cy="461665"/>
          </a:xfrm>
        </p:grpSpPr>
        <p:sp>
          <p:nvSpPr>
            <p:cNvPr id="22" name="Text Box 4">
              <a:extLst>
                <a:ext uri="{FF2B5EF4-FFF2-40B4-BE49-F238E27FC236}">
                  <a16:creationId xmlns:a16="http://schemas.microsoft.com/office/drawing/2014/main" id="{F8F97D59-2BAC-4411-BA74-9D7E9A4A6841}"/>
                </a:ext>
              </a:extLst>
            </p:cNvPr>
            <p:cNvSpPr txBox="1">
              <a:spLocks noChangeArrowheads="1"/>
            </p:cNvSpPr>
            <p:nvPr/>
          </p:nvSpPr>
          <p:spPr bwMode="auto">
            <a:xfrm>
              <a:off x="512646" y="3532409"/>
              <a:ext cx="86313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solidFill>
                    <a:srgbClr val="0064FF"/>
                  </a:solidFill>
                  <a:latin typeface="+mn-ea"/>
                  <a:ea typeface="+mn-ea"/>
                </a:rPr>
                <a:t>注</a:t>
              </a:r>
              <a:r>
                <a:rPr kumimoji="1" lang="zh-CN" altLang="en-US" sz="2400" b="1" dirty="0">
                  <a:latin typeface="+mn-ea"/>
                  <a:ea typeface="+mn-ea"/>
                </a:rPr>
                <a:t>  当      在      内有定义时，同样可证它是连续的</a:t>
              </a:r>
              <a:r>
                <a:rPr kumimoji="1" lang="en-US" altLang="zh-CN" sz="2400" b="1" dirty="0">
                  <a:latin typeface="+mn-ea"/>
                  <a:ea typeface="+mn-ea"/>
                </a:rPr>
                <a:t>.</a:t>
              </a:r>
              <a:endParaRPr kumimoji="1" lang="zh-CN" altLang="en-US" sz="2400" b="1" dirty="0">
                <a:latin typeface="+mn-ea"/>
                <a:ea typeface="+mn-ea"/>
              </a:endParaRPr>
            </a:p>
          </p:txBody>
        </p:sp>
        <p:graphicFrame>
          <p:nvGraphicFramePr>
            <p:cNvPr id="23"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2958537671"/>
                </p:ext>
              </p:extLst>
            </p:nvPr>
          </p:nvGraphicFramePr>
          <p:xfrm>
            <a:off x="1555055" y="3555083"/>
            <a:ext cx="849313" cy="420688"/>
          </p:xfrm>
          <a:graphic>
            <a:graphicData uri="http://schemas.openxmlformats.org/presentationml/2006/ole">
              <mc:AlternateContent xmlns:mc="http://schemas.openxmlformats.org/markup-compatibility/2006">
                <mc:Choice xmlns:v="urn:schemas-microsoft-com:vml" Requires="v">
                  <p:oleObj spid="_x0000_s152315" name="Equation" r:id="rId18" imgW="838080" imgH="406080" progId="Equation.DSMT4">
                    <p:embed/>
                  </p:oleObj>
                </mc:Choice>
                <mc:Fallback>
                  <p:oleObj name="Equation" r:id="rId18" imgW="838080" imgH="406080" progId="Equation.DSMT4">
                    <p:embed/>
                    <p:pic>
                      <p:nvPicPr>
                        <p:cNvPr id="0" name="Picture 1196"/>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1555055" y="3555083"/>
                          <a:ext cx="849313"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3">
              <a:extLst>
                <a:ext uri="{FF2B5EF4-FFF2-40B4-BE49-F238E27FC236}">
                  <a16:creationId xmlns:a16="http://schemas.microsoft.com/office/drawing/2014/main" id="{6D287870-DC25-4902-8604-828D2DB035D4}"/>
                </a:ext>
              </a:extLst>
            </p:cNvPr>
            <p:cNvGraphicFramePr>
              <a:graphicFrameLocks noChangeAspect="1"/>
            </p:cNvGraphicFramePr>
            <p:nvPr>
              <p:extLst>
                <p:ext uri="{D42A27DB-BD31-4B8C-83A1-F6EECF244321}">
                  <p14:modId xmlns:p14="http://schemas.microsoft.com/office/powerpoint/2010/main" val="1116780370"/>
                </p:ext>
              </p:extLst>
            </p:nvPr>
          </p:nvGraphicFramePr>
          <p:xfrm>
            <a:off x="2821069" y="3620171"/>
            <a:ext cx="914400" cy="355600"/>
          </p:xfrm>
          <a:graphic>
            <a:graphicData uri="http://schemas.openxmlformats.org/presentationml/2006/ole">
              <mc:AlternateContent xmlns:mc="http://schemas.openxmlformats.org/markup-compatibility/2006">
                <mc:Choice xmlns:v="urn:schemas-microsoft-com:vml" Requires="v">
                  <p:oleObj spid="_x0000_s152316" name="Equation" r:id="rId20" imgW="901440" imgH="342720" progId="Equation.DSMT4">
                    <p:embed/>
                  </p:oleObj>
                </mc:Choice>
                <mc:Fallback>
                  <p:oleObj name="Equation" r:id="rId20" imgW="901440" imgH="342720" progId="Equation.DSMT4">
                    <p:embed/>
                    <p:pic>
                      <p:nvPicPr>
                        <p:cNvPr id="0" name="Picture 1197"/>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2821069" y="3620171"/>
                          <a:ext cx="9144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5" name="Text Box 4">
            <a:extLst>
              <a:ext uri="{FF2B5EF4-FFF2-40B4-BE49-F238E27FC236}">
                <a16:creationId xmlns:a16="http://schemas.microsoft.com/office/drawing/2014/main" id="{F8F97D59-2BAC-4411-BA74-9D7E9A4A6841}"/>
              </a:ext>
            </a:extLst>
          </p:cNvPr>
          <p:cNvSpPr txBox="1">
            <a:spLocks noChangeArrowheads="1"/>
          </p:cNvSpPr>
          <p:nvPr/>
        </p:nvSpPr>
        <p:spPr bwMode="auto">
          <a:xfrm>
            <a:off x="2304925" y="4146544"/>
            <a:ext cx="4568200" cy="461665"/>
          </a:xfrm>
          <a:prstGeom prst="rect">
            <a:avLst/>
          </a:prstGeom>
          <a:solidFill>
            <a:srgbClr val="FFFF00"/>
          </a:solidFill>
          <a:ln w="19050">
            <a:solidFill>
              <a:schemeClr val="bg1"/>
            </a:solidFill>
          </a:ln>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solidFill>
                  <a:srgbClr val="0064FF"/>
                </a:solidFill>
                <a:latin typeface="+mn-ea"/>
                <a:ea typeface="+mn-ea"/>
              </a:rPr>
              <a:t>结论</a:t>
            </a:r>
            <a:r>
              <a:rPr kumimoji="1" lang="zh-CN" altLang="en-US" sz="2400" b="1" dirty="0">
                <a:latin typeface="+mn-ea"/>
                <a:ea typeface="+mn-ea"/>
              </a:rPr>
              <a:t> 幂函数在其定义域内连续</a:t>
            </a:r>
            <a:r>
              <a:rPr kumimoji="1" lang="en-US" altLang="zh-CN" sz="2400" b="1" dirty="0">
                <a:latin typeface="+mn-ea"/>
                <a:ea typeface="+mn-ea"/>
              </a:rPr>
              <a:t>.</a:t>
            </a:r>
            <a:endParaRPr kumimoji="1" lang="zh-CN" altLang="en-US" sz="2400" b="1" dirty="0">
              <a:latin typeface="+mn-ea"/>
              <a:ea typeface="+mn-ea"/>
            </a:endParaRPr>
          </a:p>
        </p:txBody>
      </p:sp>
      <p:graphicFrame>
        <p:nvGraphicFramePr>
          <p:cNvPr id="26" name="对象 25">
            <a:extLst>
              <a:ext uri="{FF2B5EF4-FFF2-40B4-BE49-F238E27FC236}">
                <a16:creationId xmlns:a16="http://schemas.microsoft.com/office/drawing/2014/main" id="{B5CCF231-E29B-4CCC-8B25-A1FFA2BECDC2}"/>
              </a:ext>
            </a:extLst>
          </p:cNvPr>
          <p:cNvGraphicFramePr>
            <a:graphicFrameLocks noChangeAspect="1"/>
          </p:cNvGraphicFramePr>
          <p:nvPr>
            <p:extLst>
              <p:ext uri="{D42A27DB-BD31-4B8C-83A1-F6EECF244321}">
                <p14:modId xmlns:p14="http://schemas.microsoft.com/office/powerpoint/2010/main" val="2661774784"/>
              </p:ext>
            </p:extLst>
          </p:nvPr>
        </p:nvGraphicFramePr>
        <p:xfrm>
          <a:off x="4062536" y="1232393"/>
          <a:ext cx="901700" cy="393700"/>
        </p:xfrm>
        <a:graphic>
          <a:graphicData uri="http://schemas.openxmlformats.org/presentationml/2006/ole">
            <mc:AlternateContent xmlns:mc="http://schemas.openxmlformats.org/markup-compatibility/2006">
              <mc:Choice xmlns:v="urn:schemas-microsoft-com:vml" Requires="v">
                <p:oleObj spid="_x0000_s152317" name="Equation" r:id="rId22" imgW="901440" imgH="393480" progId="Equation.DSMT4">
                  <p:embed/>
                </p:oleObj>
              </mc:Choice>
              <mc:Fallback>
                <p:oleObj name="Equation" r:id="rId22" imgW="901440" imgH="393480" progId="Equation.DSMT4">
                  <p:embed/>
                  <p:pic>
                    <p:nvPicPr>
                      <p:cNvPr id="0" name=""/>
                      <p:cNvPicPr/>
                      <p:nvPr/>
                    </p:nvPicPr>
                    <p:blipFill>
                      <a:blip r:embed="rId23"/>
                      <a:stretch>
                        <a:fillRect/>
                      </a:stretch>
                    </p:blipFill>
                    <p:spPr>
                      <a:xfrm>
                        <a:off x="4062536" y="1232393"/>
                        <a:ext cx="901700" cy="393700"/>
                      </a:xfrm>
                      <a:prstGeom prst="rect">
                        <a:avLst/>
                      </a:prstGeom>
                    </p:spPr>
                  </p:pic>
                </p:oleObj>
              </mc:Fallback>
            </mc:AlternateContent>
          </a:graphicData>
        </a:graphic>
      </p:graphicFrame>
    </p:spTree>
    <p:extLst>
      <p:ext uri="{BB962C8B-B14F-4D97-AF65-F5344CB8AC3E}">
        <p14:creationId xmlns:p14="http://schemas.microsoft.com/office/powerpoint/2010/main" val="328582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50">
            <a:extLst>
              <a:ext uri="{FF2B5EF4-FFF2-40B4-BE49-F238E27FC236}">
                <a16:creationId xmlns:a16="http://schemas.microsoft.com/office/drawing/2014/main" id="{888F095A-7C86-4B87-AACA-761E038EECE6}"/>
              </a:ext>
            </a:extLst>
          </p:cNvPr>
          <p:cNvSpPr>
            <a:spLocks noChangeArrowheads="1"/>
          </p:cNvSpPr>
          <p:nvPr/>
        </p:nvSpPr>
        <p:spPr bwMode="auto">
          <a:xfrm>
            <a:off x="979892" y="431738"/>
            <a:ext cx="72009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微软雅黑" panose="020B0503020204020204" charset="-122"/>
                <a:ea typeface="微软雅黑" panose="020B0503020204020204" charset="-122"/>
              </a:rPr>
              <a:t>四、初等函数的连续性</a:t>
            </a:r>
          </a:p>
        </p:txBody>
      </p:sp>
      <p:sp>
        <p:nvSpPr>
          <p:cNvPr id="5" name="Text Box 9">
            <a:extLst>
              <a:ext uri="{FF2B5EF4-FFF2-40B4-BE49-F238E27FC236}">
                <a16:creationId xmlns:a16="http://schemas.microsoft.com/office/drawing/2014/main" id="{2C74D387-5EBD-401E-93B7-F1458C18733C}"/>
              </a:ext>
            </a:extLst>
          </p:cNvPr>
          <p:cNvSpPr txBox="1">
            <a:spLocks noChangeArrowheads="1"/>
          </p:cNvSpPr>
          <p:nvPr/>
        </p:nvSpPr>
        <p:spPr bwMode="auto">
          <a:xfrm>
            <a:off x="251520" y="954958"/>
            <a:ext cx="8712916" cy="559769"/>
          </a:xfrm>
          <a:prstGeom prst="rect">
            <a:avLst/>
          </a:prstGeom>
          <a:solidFill>
            <a:schemeClr val="bg1"/>
          </a:solidFill>
          <a:ln>
            <a:noFill/>
          </a:ln>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solidFill>
                  <a:srgbClr val="0064FF"/>
                </a:solidFill>
                <a:latin typeface="+mn-ea"/>
                <a:ea typeface="+mn-ea"/>
              </a:rPr>
              <a:t>    基本初等函数</a:t>
            </a:r>
            <a:r>
              <a:rPr kumimoji="1" lang="zh-CN" altLang="en-US" sz="2400" b="1" dirty="0">
                <a:latin typeface="+mn-ea"/>
                <a:ea typeface="+mn-ea"/>
              </a:rPr>
              <a:t> 幂函数，指数函数，对数函数，三角函数，</a:t>
            </a:r>
          </a:p>
        </p:txBody>
      </p:sp>
      <p:sp>
        <p:nvSpPr>
          <p:cNvPr id="8" name="Text Box 9">
            <a:extLst>
              <a:ext uri="{FF2B5EF4-FFF2-40B4-BE49-F238E27FC236}">
                <a16:creationId xmlns:a16="http://schemas.microsoft.com/office/drawing/2014/main" id="{2C74D387-5EBD-401E-93B7-F1458C18733C}"/>
              </a:ext>
            </a:extLst>
          </p:cNvPr>
          <p:cNvSpPr txBox="1">
            <a:spLocks noChangeArrowheads="1"/>
          </p:cNvSpPr>
          <p:nvPr/>
        </p:nvSpPr>
        <p:spPr bwMode="auto">
          <a:xfrm>
            <a:off x="755576" y="4431877"/>
            <a:ext cx="6546034" cy="559769"/>
          </a:xfrm>
          <a:prstGeom prst="rect">
            <a:avLst/>
          </a:prstGeom>
          <a:solidFill>
            <a:schemeClr val="bg1"/>
          </a:solidFill>
          <a:ln>
            <a:noFill/>
          </a:ln>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solidFill>
                  <a:srgbClr val="0064FF"/>
                </a:solidFill>
                <a:latin typeface="+mn-ea"/>
                <a:ea typeface="+mn-ea"/>
              </a:rPr>
              <a:t>定义区间 </a:t>
            </a:r>
            <a:r>
              <a:rPr kumimoji="1" lang="zh-CN" altLang="en-US" sz="2400" b="1" dirty="0">
                <a:latin typeface="+mn-ea"/>
                <a:ea typeface="+mn-ea"/>
              </a:rPr>
              <a:t>包含在定义域内的区间</a:t>
            </a:r>
            <a:r>
              <a:rPr kumimoji="1" lang="en-US" altLang="zh-CN" sz="2400" b="1" dirty="0">
                <a:latin typeface="+mn-ea"/>
                <a:ea typeface="+mn-ea"/>
              </a:rPr>
              <a:t>.</a:t>
            </a:r>
            <a:endParaRPr kumimoji="1" lang="zh-CN" altLang="en-US" sz="2400" b="1" dirty="0">
              <a:latin typeface="+mn-ea"/>
              <a:ea typeface="+mn-ea"/>
            </a:endParaRPr>
          </a:p>
        </p:txBody>
      </p:sp>
      <p:sp>
        <p:nvSpPr>
          <p:cNvPr id="9" name="Text Box 9">
            <a:extLst>
              <a:ext uri="{FF2B5EF4-FFF2-40B4-BE49-F238E27FC236}">
                <a16:creationId xmlns:a16="http://schemas.microsoft.com/office/drawing/2014/main" id="{2C74D387-5EBD-401E-93B7-F1458C18733C}"/>
              </a:ext>
            </a:extLst>
          </p:cNvPr>
          <p:cNvSpPr txBox="1">
            <a:spLocks noChangeArrowheads="1"/>
          </p:cNvSpPr>
          <p:nvPr/>
        </p:nvSpPr>
        <p:spPr bwMode="auto">
          <a:xfrm>
            <a:off x="270248" y="2155287"/>
            <a:ext cx="8420797" cy="1754326"/>
          </a:xfrm>
          <a:prstGeom prst="rect">
            <a:avLst/>
          </a:prstGeom>
          <a:solidFill>
            <a:schemeClr val="bg1"/>
          </a:solidFill>
          <a:ln>
            <a:noFill/>
          </a:ln>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solidFill>
                  <a:srgbClr val="0064FF"/>
                </a:solidFill>
                <a:latin typeface="+mn-ea"/>
                <a:ea typeface="+mn-ea"/>
              </a:rPr>
              <a:t>    初等函数 </a:t>
            </a:r>
            <a:r>
              <a:rPr kumimoji="1" lang="zh-CN" altLang="en-US" sz="2400" b="1" dirty="0">
                <a:latin typeface="+mn-ea"/>
                <a:ea typeface="+mn-ea"/>
              </a:rPr>
              <a:t>由常数和基本初等函数经过有限次的四则运算和有限次的函数复合步骤所构成并可用一个式子表示的函数，称为初等函数</a:t>
            </a:r>
            <a:r>
              <a:rPr kumimoji="1" lang="en-US" altLang="zh-CN" sz="2400" b="1" dirty="0">
                <a:latin typeface="+mn-ea"/>
                <a:ea typeface="+mn-ea"/>
              </a:rPr>
              <a:t>.</a:t>
            </a:r>
            <a:endParaRPr kumimoji="1" lang="zh-CN" altLang="en-US" sz="2400" b="1" dirty="0">
              <a:latin typeface="+mn-ea"/>
              <a:ea typeface="+mn-ea"/>
            </a:endParaRPr>
          </a:p>
        </p:txBody>
      </p:sp>
      <p:sp>
        <p:nvSpPr>
          <p:cNvPr id="12" name="Text Box 9">
            <a:extLst>
              <a:ext uri="{FF2B5EF4-FFF2-40B4-BE49-F238E27FC236}">
                <a16:creationId xmlns:a16="http://schemas.microsoft.com/office/drawing/2014/main" id="{2C74D387-5EBD-401E-93B7-F1458C18733C}"/>
              </a:ext>
            </a:extLst>
          </p:cNvPr>
          <p:cNvSpPr txBox="1">
            <a:spLocks noChangeArrowheads="1"/>
          </p:cNvSpPr>
          <p:nvPr/>
        </p:nvSpPr>
        <p:spPr bwMode="auto">
          <a:xfrm>
            <a:off x="2051720" y="1582515"/>
            <a:ext cx="6408712" cy="461665"/>
          </a:xfrm>
          <a:prstGeom prst="rect">
            <a:avLst/>
          </a:prstGeom>
          <a:solidFill>
            <a:srgbClr val="FFFF00"/>
          </a:solidFill>
          <a:ln w="19050">
            <a:solidFill>
              <a:schemeClr val="bg1"/>
            </a:solidFill>
          </a:ln>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solidFill>
                  <a:srgbClr val="0064FF"/>
                </a:solidFill>
                <a:latin typeface="+mn-ea"/>
                <a:ea typeface="+mn-ea"/>
              </a:rPr>
              <a:t>结论</a:t>
            </a:r>
            <a:r>
              <a:rPr kumimoji="1" lang="zh-CN" altLang="en-US" sz="2400" b="1" dirty="0">
                <a:latin typeface="+mn-ea"/>
                <a:ea typeface="+mn-ea"/>
              </a:rPr>
              <a:t> 基本初等函数在其</a:t>
            </a:r>
            <a:r>
              <a:rPr kumimoji="1" lang="zh-CN" altLang="en-US" sz="2400" b="1" dirty="0">
                <a:solidFill>
                  <a:srgbClr val="0064FF"/>
                </a:solidFill>
                <a:latin typeface="+mn-ea"/>
                <a:ea typeface="+mn-ea"/>
              </a:rPr>
              <a:t>定义域</a:t>
            </a:r>
            <a:r>
              <a:rPr kumimoji="1" lang="zh-CN" altLang="en-US" sz="2400" b="1" dirty="0">
                <a:latin typeface="+mn-ea"/>
                <a:ea typeface="+mn-ea"/>
              </a:rPr>
              <a:t>内都是连续的</a:t>
            </a:r>
            <a:r>
              <a:rPr kumimoji="1" lang="en-US" altLang="zh-CN" sz="2400" b="1" dirty="0">
                <a:latin typeface="+mn-ea"/>
                <a:ea typeface="+mn-ea"/>
              </a:rPr>
              <a:t>.</a:t>
            </a:r>
            <a:endParaRPr kumimoji="1" lang="zh-CN" altLang="en-US" sz="2400" b="1" dirty="0">
              <a:latin typeface="+mn-ea"/>
              <a:ea typeface="+mn-ea"/>
            </a:endParaRPr>
          </a:p>
        </p:txBody>
      </p:sp>
      <p:sp>
        <p:nvSpPr>
          <p:cNvPr id="13" name="Text Box 9">
            <a:extLst>
              <a:ext uri="{FF2B5EF4-FFF2-40B4-BE49-F238E27FC236}">
                <a16:creationId xmlns:a16="http://schemas.microsoft.com/office/drawing/2014/main" id="{2C74D387-5EBD-401E-93B7-F1458C18733C}"/>
              </a:ext>
            </a:extLst>
          </p:cNvPr>
          <p:cNvSpPr txBox="1">
            <a:spLocks noChangeArrowheads="1"/>
          </p:cNvSpPr>
          <p:nvPr/>
        </p:nvSpPr>
        <p:spPr bwMode="auto">
          <a:xfrm>
            <a:off x="899592" y="3936635"/>
            <a:ext cx="6705136" cy="461665"/>
          </a:xfrm>
          <a:prstGeom prst="rect">
            <a:avLst/>
          </a:prstGeom>
          <a:solidFill>
            <a:srgbClr val="FFFF00"/>
          </a:solidFill>
          <a:ln w="19050">
            <a:solidFill>
              <a:schemeClr val="bg1"/>
            </a:solidFill>
          </a:ln>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spcBef>
                <a:spcPct val="50000"/>
              </a:spcBef>
            </a:pPr>
            <a:r>
              <a:rPr kumimoji="1" lang="zh-CN" altLang="en-US" sz="2400" b="1" dirty="0">
                <a:solidFill>
                  <a:srgbClr val="0064FF"/>
                </a:solidFill>
                <a:latin typeface="+mn-ea"/>
                <a:ea typeface="+mn-ea"/>
              </a:rPr>
              <a:t>结论</a:t>
            </a:r>
            <a:r>
              <a:rPr kumimoji="1" lang="zh-CN" altLang="en-US" sz="2400" b="1" dirty="0">
                <a:latin typeface="+mn-ea"/>
                <a:ea typeface="+mn-ea"/>
              </a:rPr>
              <a:t>  一切初等函数在其</a:t>
            </a:r>
            <a:r>
              <a:rPr kumimoji="1" lang="zh-CN" altLang="en-US" sz="2400" b="1" dirty="0">
                <a:solidFill>
                  <a:srgbClr val="0064FF"/>
                </a:solidFill>
                <a:latin typeface="+mn-ea"/>
                <a:ea typeface="+mn-ea"/>
              </a:rPr>
              <a:t>定义区间</a:t>
            </a:r>
            <a:r>
              <a:rPr kumimoji="1" lang="zh-CN" altLang="en-US" sz="2400" b="1" dirty="0">
                <a:latin typeface="+mn-ea"/>
                <a:ea typeface="+mn-ea"/>
              </a:rPr>
              <a:t>内都是连续的</a:t>
            </a:r>
            <a:r>
              <a:rPr kumimoji="1" lang="en-US" altLang="zh-CN" sz="2400" b="1" dirty="0">
                <a:latin typeface="+mn-ea"/>
                <a:ea typeface="+mn-ea"/>
              </a:rPr>
              <a:t>.</a:t>
            </a:r>
            <a:endParaRPr kumimoji="1" lang="zh-CN" altLang="en-US" sz="2400" b="1" dirty="0">
              <a:latin typeface="+mn-ea"/>
              <a:ea typeface="+mn-ea"/>
            </a:endParaRPr>
          </a:p>
        </p:txBody>
      </p:sp>
      <p:sp>
        <p:nvSpPr>
          <p:cNvPr id="3" name="矩形 2">
            <a:extLst>
              <a:ext uri="{FF2B5EF4-FFF2-40B4-BE49-F238E27FC236}">
                <a16:creationId xmlns:a16="http://schemas.microsoft.com/office/drawing/2014/main" id="{98B4AA22-36EF-436F-9565-506256AB6446}"/>
              </a:ext>
            </a:extLst>
          </p:cNvPr>
          <p:cNvSpPr/>
          <p:nvPr/>
        </p:nvSpPr>
        <p:spPr>
          <a:xfrm>
            <a:off x="251520" y="1610623"/>
            <a:ext cx="1887055" cy="461665"/>
          </a:xfrm>
          <a:prstGeom prst="rect">
            <a:avLst/>
          </a:prstGeom>
        </p:spPr>
        <p:txBody>
          <a:bodyPr wrap="none">
            <a:spAutoFit/>
          </a:bodyPr>
          <a:lstStyle/>
          <a:p>
            <a:r>
              <a:rPr kumimoji="1" lang="zh-CN" altLang="en-US" sz="2400" b="1" dirty="0">
                <a:latin typeface="+mn-ea"/>
              </a:rPr>
              <a:t>反三角函数</a:t>
            </a:r>
            <a:r>
              <a:rPr kumimoji="1" lang="en-US" altLang="zh-CN" sz="2400" b="1" dirty="0">
                <a:latin typeface="+mn-ea"/>
              </a:rPr>
              <a:t>.</a:t>
            </a:r>
            <a:endParaRPr lang="zh-CN" altLang="en-US" sz="2400" dirty="0"/>
          </a:p>
        </p:txBody>
      </p:sp>
    </p:spTree>
    <p:extLst>
      <p:ext uri="{BB962C8B-B14F-4D97-AF65-F5344CB8AC3E}">
        <p14:creationId xmlns:p14="http://schemas.microsoft.com/office/powerpoint/2010/main" val="318268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8" grpId="0" animBg="1" autoUpdateAnimBg="0"/>
      <p:bldP spid="9" grpId="0" animBg="1" autoUpdateAnimBg="0"/>
      <p:bldP spid="12" grpId="0" animBg="1" autoUpdateAnimBg="0"/>
      <p:bldP spid="13" grpId="0" animBg="1" autoUpdateAnimBg="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323528" y="484321"/>
            <a:ext cx="8640960"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solidFill>
                  <a:srgbClr val="0064FF"/>
                </a:solidFill>
                <a:latin typeface="+mn-ea"/>
                <a:ea typeface="+mn-ea"/>
              </a:rPr>
              <a:t>    注 </a:t>
            </a:r>
            <a:r>
              <a:rPr kumimoji="1" lang="zh-CN" altLang="en-US" sz="2400" b="1" dirty="0">
                <a:latin typeface="+mn-ea"/>
                <a:ea typeface="+mn-ea"/>
              </a:rPr>
              <a:t>初等函数仅在其</a:t>
            </a:r>
            <a:r>
              <a:rPr kumimoji="1" lang="zh-CN" altLang="en-US" sz="2400" b="1" dirty="0">
                <a:solidFill>
                  <a:srgbClr val="FF0000"/>
                </a:solidFill>
                <a:latin typeface="+mn-ea"/>
                <a:ea typeface="+mn-ea"/>
              </a:rPr>
              <a:t>定义区间</a:t>
            </a:r>
            <a:r>
              <a:rPr kumimoji="1" lang="zh-CN" altLang="en-US" sz="2400" b="1" dirty="0">
                <a:latin typeface="+mn-ea"/>
                <a:ea typeface="+mn-ea"/>
              </a:rPr>
              <a:t>内连续，在其定义域内不一定连续</a:t>
            </a:r>
            <a:r>
              <a:rPr kumimoji="1" lang="en-US" altLang="zh-CN" sz="2400" b="1" dirty="0">
                <a:latin typeface="+mn-ea"/>
                <a:ea typeface="+mn-ea"/>
              </a:rPr>
              <a:t>.</a:t>
            </a:r>
            <a:endParaRPr kumimoji="1" lang="zh-CN" altLang="en-US" sz="2400" b="1" dirty="0">
              <a:latin typeface="+mn-ea"/>
              <a:ea typeface="+mn-ea"/>
            </a:endParaRPr>
          </a:p>
        </p:txBody>
      </p:sp>
      <p:grpSp>
        <p:nvGrpSpPr>
          <p:cNvPr id="10" name="组合 9"/>
          <p:cNvGrpSpPr/>
          <p:nvPr/>
        </p:nvGrpSpPr>
        <p:grpSpPr>
          <a:xfrm>
            <a:off x="863588" y="1696956"/>
            <a:ext cx="3604363" cy="646331"/>
            <a:chOff x="683568" y="1818024"/>
            <a:chExt cx="3604363" cy="646331"/>
          </a:xfrm>
        </p:grpSpPr>
        <p:sp>
          <p:nvSpPr>
            <p:cNvPr id="5"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683568" y="1818024"/>
              <a:ext cx="35283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solidFill>
                    <a:srgbClr val="0064FF"/>
                  </a:solidFill>
                  <a:latin typeface="+mn-ea"/>
                  <a:ea typeface="+mn-ea"/>
                </a:rPr>
                <a:t>例如</a:t>
              </a:r>
              <a:r>
                <a:rPr kumimoji="1" lang="en-US" altLang="zh-CN" sz="2400" b="1" dirty="0">
                  <a:latin typeface="+mn-ea"/>
                  <a:ea typeface="+mn-ea"/>
                </a:rPr>
                <a:t> 1)</a:t>
              </a:r>
              <a:r>
                <a:rPr kumimoji="1" lang="zh-CN" altLang="en-US" sz="2400" b="1" dirty="0">
                  <a:latin typeface="+mn-ea"/>
                  <a:ea typeface="+mn-ea"/>
                </a:rPr>
                <a:t>函数</a:t>
              </a:r>
            </a:p>
          </p:txBody>
        </p:sp>
        <p:graphicFrame>
          <p:nvGraphicFramePr>
            <p:cNvPr id="6"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963709285"/>
                </p:ext>
              </p:extLst>
            </p:nvPr>
          </p:nvGraphicFramePr>
          <p:xfrm>
            <a:off x="2573431" y="1925289"/>
            <a:ext cx="1714500" cy="431800"/>
          </p:xfrm>
          <a:graphic>
            <a:graphicData uri="http://schemas.openxmlformats.org/presentationml/2006/ole">
              <mc:AlternateContent xmlns:mc="http://schemas.openxmlformats.org/markup-compatibility/2006">
                <mc:Choice xmlns:v="urn:schemas-microsoft-com:vml" Requires="v">
                  <p:oleObj spid="_x0000_s127843" name="Equation" r:id="rId4" imgW="1714320" imgH="431640" progId="Equation.DSMT4">
                    <p:embed/>
                  </p:oleObj>
                </mc:Choice>
                <mc:Fallback>
                  <p:oleObj name="Equation" r:id="rId4" imgW="1714320" imgH="431640" progId="Equation.DSMT4">
                    <p:embed/>
                    <p:pic>
                      <p:nvPicPr>
                        <p:cNvPr id="0" name="Picture 59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3431" y="1925289"/>
                          <a:ext cx="17145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 name="组合 10"/>
          <p:cNvGrpSpPr/>
          <p:nvPr/>
        </p:nvGrpSpPr>
        <p:grpSpPr>
          <a:xfrm>
            <a:off x="4703320" y="1676252"/>
            <a:ext cx="3280218" cy="559769"/>
            <a:chOff x="4716016" y="1754039"/>
            <a:chExt cx="3280218" cy="559769"/>
          </a:xfrm>
        </p:grpSpPr>
        <p:sp>
          <p:nvSpPr>
            <p:cNvPr id="7"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4716016" y="1754039"/>
              <a:ext cx="1224136"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latin typeface="+mn-ea"/>
                  <a:ea typeface="+mn-ea"/>
                </a:rPr>
                <a:t>定义域</a:t>
              </a:r>
              <a:endParaRPr kumimoji="1" lang="zh-CN" altLang="en-US" sz="2400" b="1" dirty="0">
                <a:latin typeface="+mn-ea"/>
                <a:ea typeface="+mn-ea"/>
              </a:endParaRPr>
            </a:p>
          </p:txBody>
        </p:sp>
        <p:graphicFrame>
          <p:nvGraphicFramePr>
            <p:cNvPr id="8"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00090967"/>
                </p:ext>
              </p:extLst>
            </p:nvPr>
          </p:nvGraphicFramePr>
          <p:xfrm>
            <a:off x="5837234" y="1962150"/>
            <a:ext cx="2159000" cy="330200"/>
          </p:xfrm>
          <a:graphic>
            <a:graphicData uri="http://schemas.openxmlformats.org/presentationml/2006/ole">
              <mc:AlternateContent xmlns:mc="http://schemas.openxmlformats.org/markup-compatibility/2006">
                <mc:Choice xmlns:v="urn:schemas-microsoft-com:vml" Requires="v">
                  <p:oleObj spid="_x0000_s127844" name="Equation" r:id="rId6" imgW="2158920" imgH="330120" progId="Equation.DSMT4">
                    <p:embed/>
                  </p:oleObj>
                </mc:Choice>
                <mc:Fallback>
                  <p:oleObj name="Equation" r:id="rId6" imgW="2158920" imgH="330120" progId="Equation.DSMT4">
                    <p:embed/>
                    <p:pic>
                      <p:nvPicPr>
                        <p:cNvPr id="0" name="Picture 592"/>
                        <p:cNvPicPr>
                          <a:picLocks noChangeAspect="1" noChangeArrowheads="1"/>
                        </p:cNvPicPr>
                        <p:nvPr/>
                      </p:nvPicPr>
                      <p:blipFill>
                        <a:blip r:embed="rId7"/>
                        <a:srcRect/>
                        <a:stretch>
                          <a:fillRect/>
                        </a:stretch>
                      </p:blipFill>
                      <p:spPr bwMode="auto">
                        <a:xfrm>
                          <a:off x="5837234" y="1962150"/>
                          <a:ext cx="21590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9"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305672" y="2444258"/>
            <a:ext cx="6570583"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latin typeface="+mn-ea"/>
                <a:ea typeface="+mn-ea"/>
              </a:rPr>
              <a:t>函数在定义域内的每个点处都不连续</a:t>
            </a:r>
            <a:r>
              <a:rPr kumimoji="1" lang="en-US" altLang="zh-CN" sz="2400" b="1" dirty="0">
                <a:latin typeface="+mn-ea"/>
                <a:ea typeface="+mn-ea"/>
              </a:rPr>
              <a:t>.</a:t>
            </a:r>
            <a:endParaRPr kumimoji="1" lang="zh-CN" altLang="en-US" sz="2400" b="1" dirty="0">
              <a:latin typeface="+mn-ea"/>
              <a:ea typeface="+mn-ea"/>
            </a:endParaRPr>
          </a:p>
        </p:txBody>
      </p:sp>
      <p:grpSp>
        <p:nvGrpSpPr>
          <p:cNvPr id="12" name="组合 11"/>
          <p:cNvGrpSpPr/>
          <p:nvPr/>
        </p:nvGrpSpPr>
        <p:grpSpPr>
          <a:xfrm>
            <a:off x="1619672" y="3275535"/>
            <a:ext cx="3528392" cy="646331"/>
            <a:chOff x="1079612" y="2016448"/>
            <a:chExt cx="3528392" cy="646331"/>
          </a:xfrm>
        </p:grpSpPr>
        <p:sp>
          <p:nvSpPr>
            <p:cNvPr id="13"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1079612" y="2016448"/>
              <a:ext cx="35283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en-US" altLang="zh-CN" sz="2400" b="1" dirty="0">
                  <a:latin typeface="+mn-ea"/>
                  <a:ea typeface="+mn-ea"/>
                </a:rPr>
                <a:t>2)</a:t>
              </a:r>
              <a:r>
                <a:rPr kumimoji="1" lang="zh-CN" altLang="en-US" sz="2400" b="1" dirty="0">
                  <a:latin typeface="+mn-ea"/>
                  <a:ea typeface="+mn-ea"/>
                </a:rPr>
                <a:t>函数</a:t>
              </a:r>
            </a:p>
          </p:txBody>
        </p:sp>
        <p:graphicFrame>
          <p:nvGraphicFramePr>
            <p:cNvPr id="14"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690319846"/>
                </p:ext>
              </p:extLst>
            </p:nvPr>
          </p:nvGraphicFramePr>
          <p:xfrm>
            <a:off x="2167411" y="2072156"/>
            <a:ext cx="1892300" cy="495300"/>
          </p:xfrm>
          <a:graphic>
            <a:graphicData uri="http://schemas.openxmlformats.org/presentationml/2006/ole">
              <mc:AlternateContent xmlns:mc="http://schemas.openxmlformats.org/markup-compatibility/2006">
                <mc:Choice xmlns:v="urn:schemas-microsoft-com:vml" Requires="v">
                  <p:oleObj spid="_x0000_s127845" name="Equation" r:id="rId8" imgW="1892160" imgH="495000" progId="Equation.DSMT4">
                    <p:embed/>
                  </p:oleObj>
                </mc:Choice>
                <mc:Fallback>
                  <p:oleObj name="Equation" r:id="rId8" imgW="1892160" imgH="495000" progId="Equation.DSMT4">
                    <p:embed/>
                    <p:pic>
                      <p:nvPicPr>
                        <p:cNvPr id="0" name="Picture 59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7411" y="2072156"/>
                          <a:ext cx="189230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5" name="组合 14"/>
          <p:cNvGrpSpPr/>
          <p:nvPr/>
        </p:nvGrpSpPr>
        <p:grpSpPr>
          <a:xfrm>
            <a:off x="4788024" y="3252241"/>
            <a:ext cx="2807320" cy="559769"/>
            <a:chOff x="4716016" y="1754039"/>
            <a:chExt cx="2807320" cy="559769"/>
          </a:xfrm>
        </p:grpSpPr>
        <p:sp>
          <p:nvSpPr>
            <p:cNvPr id="16"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4716016" y="1754039"/>
              <a:ext cx="1224136"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latin typeface="+mn-ea"/>
                  <a:ea typeface="+mn-ea"/>
                </a:rPr>
                <a:t>定义域</a:t>
              </a:r>
              <a:endParaRPr kumimoji="1" lang="zh-CN" altLang="en-US" sz="2400" b="1" dirty="0">
                <a:latin typeface="+mn-ea"/>
                <a:ea typeface="+mn-ea"/>
              </a:endParaRPr>
            </a:p>
          </p:txBody>
        </p:sp>
        <p:graphicFrame>
          <p:nvGraphicFramePr>
            <p:cNvPr id="17"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00464527"/>
                </p:ext>
              </p:extLst>
            </p:nvPr>
          </p:nvGraphicFramePr>
          <p:xfrm>
            <a:off x="5796136" y="1953768"/>
            <a:ext cx="1727200" cy="330200"/>
          </p:xfrm>
          <a:graphic>
            <a:graphicData uri="http://schemas.openxmlformats.org/presentationml/2006/ole">
              <mc:AlternateContent xmlns:mc="http://schemas.openxmlformats.org/markup-compatibility/2006">
                <mc:Choice xmlns:v="urn:schemas-microsoft-com:vml" Requires="v">
                  <p:oleObj spid="_x0000_s127846" name="Equation" r:id="rId10" imgW="1726920" imgH="330120" progId="Equation.DSMT4">
                    <p:embed/>
                  </p:oleObj>
                </mc:Choice>
                <mc:Fallback>
                  <p:oleObj name="Equation" r:id="rId10" imgW="1726920" imgH="330120" progId="Equation.DSMT4">
                    <p:embed/>
                    <p:pic>
                      <p:nvPicPr>
                        <p:cNvPr id="0" name="Picture 59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96136" y="1953768"/>
                          <a:ext cx="17272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8"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3207811" y="4042891"/>
            <a:ext cx="25202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latin typeface="+mn-ea"/>
                <a:ea typeface="+mn-ea"/>
              </a:rPr>
              <a:t>而在</a:t>
            </a:r>
            <a:r>
              <a:rPr kumimoji="1" lang="en-US" altLang="zh-CN" sz="2400" b="1" dirty="0">
                <a:latin typeface="+mn-ea"/>
                <a:ea typeface="+mn-ea"/>
              </a:rPr>
              <a:t>0</a:t>
            </a:r>
            <a:r>
              <a:rPr kumimoji="1" lang="zh-CN" altLang="en-US" sz="2400" b="1" dirty="0">
                <a:latin typeface="+mn-ea"/>
                <a:ea typeface="+mn-ea"/>
              </a:rPr>
              <a:t>点不连续</a:t>
            </a:r>
            <a:r>
              <a:rPr kumimoji="1" lang="en-US" altLang="zh-CN" sz="2400" b="1" dirty="0">
                <a:latin typeface="+mn-ea"/>
                <a:ea typeface="+mn-ea"/>
              </a:rPr>
              <a:t>.</a:t>
            </a:r>
            <a:endParaRPr kumimoji="1" lang="zh-CN" altLang="en-US" sz="2400" b="1" dirty="0">
              <a:latin typeface="+mn-ea"/>
              <a:ea typeface="+mn-ea"/>
            </a:endParaRPr>
          </a:p>
        </p:txBody>
      </p:sp>
      <p:grpSp>
        <p:nvGrpSpPr>
          <p:cNvPr id="21" name="组合 20"/>
          <p:cNvGrpSpPr/>
          <p:nvPr/>
        </p:nvGrpSpPr>
        <p:grpSpPr>
          <a:xfrm>
            <a:off x="305673" y="4058112"/>
            <a:ext cx="3168352" cy="646331"/>
            <a:chOff x="1547664" y="3899260"/>
            <a:chExt cx="3168352" cy="646331"/>
          </a:xfrm>
        </p:grpSpPr>
        <p:sp>
          <p:nvSpPr>
            <p:cNvPr id="19"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1547664" y="3899260"/>
              <a:ext cx="31683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latin typeface="+mn-ea"/>
                  <a:ea typeface="+mn-ea"/>
                </a:rPr>
                <a:t>函数在      内连续，</a:t>
              </a:r>
            </a:p>
          </p:txBody>
        </p:sp>
        <p:graphicFrame>
          <p:nvGraphicFramePr>
            <p:cNvPr id="20"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4488168"/>
                </p:ext>
              </p:extLst>
            </p:nvPr>
          </p:nvGraphicFramePr>
          <p:xfrm>
            <a:off x="2627784" y="4087400"/>
            <a:ext cx="825500" cy="342900"/>
          </p:xfrm>
          <a:graphic>
            <a:graphicData uri="http://schemas.openxmlformats.org/presentationml/2006/ole">
              <mc:AlternateContent xmlns:mc="http://schemas.openxmlformats.org/markup-compatibility/2006">
                <mc:Choice xmlns:v="urn:schemas-microsoft-com:vml" Requires="v">
                  <p:oleObj spid="_x0000_s127847" name="Equation" r:id="rId12" imgW="825480" imgH="342720" progId="Equation.DSMT4">
                    <p:embed/>
                  </p:oleObj>
                </mc:Choice>
                <mc:Fallback>
                  <p:oleObj name="Equation" r:id="rId12" imgW="825480" imgH="342720" progId="Equation.DSMT4">
                    <p:embed/>
                    <p:pic>
                      <p:nvPicPr>
                        <p:cNvPr id="0" name="Picture 59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27784" y="4087400"/>
                          <a:ext cx="8255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46703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left)">
                                      <p:cBhvr>
                                        <p:cTn id="3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539552" y="267494"/>
            <a:ext cx="82809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solidFill>
                  <a:srgbClr val="0064FF"/>
                </a:solidFill>
                <a:latin typeface="+mn-ea"/>
                <a:ea typeface="+mn-ea"/>
              </a:rPr>
              <a:t>初等函数的连续性</a:t>
            </a:r>
            <a:r>
              <a:rPr lang="zh-CN" altLang="en-US" sz="2400" b="1" dirty="0">
                <a:latin typeface="+mn-ea"/>
                <a:ea typeface="+mn-ea"/>
              </a:rPr>
              <a:t>提供了一个求函数极限的方法，即</a:t>
            </a:r>
            <a:r>
              <a:rPr lang="zh-CN" altLang="en-US" sz="2400" b="1" dirty="0">
                <a:solidFill>
                  <a:srgbClr val="0064FF"/>
                </a:solidFill>
                <a:latin typeface="+mn-ea"/>
                <a:ea typeface="+mn-ea"/>
              </a:rPr>
              <a:t>代入法</a:t>
            </a:r>
            <a:r>
              <a:rPr lang="en-US" altLang="zh-CN" sz="2400" b="1" dirty="0">
                <a:latin typeface="+mn-ea"/>
                <a:ea typeface="+mn-ea"/>
              </a:rPr>
              <a:t>.</a:t>
            </a:r>
            <a:endParaRPr kumimoji="1" lang="zh-CN" altLang="en-US" sz="2400" b="1" dirty="0">
              <a:latin typeface="+mn-ea"/>
              <a:ea typeface="+mn-ea"/>
            </a:endParaRPr>
          </a:p>
        </p:txBody>
      </p:sp>
      <p:graphicFrame>
        <p:nvGraphicFramePr>
          <p:cNvPr id="6"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2366080273"/>
              </p:ext>
            </p:extLst>
          </p:nvPr>
        </p:nvGraphicFramePr>
        <p:xfrm>
          <a:off x="3492500" y="1540726"/>
          <a:ext cx="2159000" cy="520700"/>
        </p:xfrm>
        <a:graphic>
          <a:graphicData uri="http://schemas.openxmlformats.org/presentationml/2006/ole">
            <mc:AlternateContent xmlns:mc="http://schemas.openxmlformats.org/markup-compatibility/2006">
              <mc:Choice xmlns:v="urn:schemas-microsoft-com:vml" Requires="v">
                <p:oleObj spid="_x0000_s161106" name="Equation" r:id="rId4" imgW="2158920" imgH="520560" progId="Equation.DSMT4">
                  <p:embed/>
                </p:oleObj>
              </mc:Choice>
              <mc:Fallback>
                <p:oleObj name="Equation" r:id="rId4" imgW="2158920" imgH="520560" progId="Equation.DSMT4">
                  <p:embed/>
                  <p:pic>
                    <p:nvPicPr>
                      <p:cNvPr id="0" name="Picture 1052"/>
                      <p:cNvPicPr>
                        <a:picLocks noChangeAspect="1" noChangeArrowheads="1"/>
                      </p:cNvPicPr>
                      <p:nvPr/>
                    </p:nvPicPr>
                    <p:blipFill>
                      <a:blip r:embed="rId5"/>
                      <a:srcRect/>
                      <a:stretch>
                        <a:fillRect/>
                      </a:stretch>
                    </p:blipFill>
                    <p:spPr bwMode="auto">
                      <a:xfrm>
                        <a:off x="3492500" y="1540726"/>
                        <a:ext cx="21590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 name="组合 7"/>
          <p:cNvGrpSpPr/>
          <p:nvPr/>
        </p:nvGrpSpPr>
        <p:grpSpPr>
          <a:xfrm>
            <a:off x="539552" y="837612"/>
            <a:ext cx="8064896" cy="559769"/>
            <a:chOff x="683568" y="1233058"/>
            <a:chExt cx="8064896" cy="559769"/>
          </a:xfrm>
        </p:grpSpPr>
        <p:graphicFrame>
          <p:nvGraphicFramePr>
            <p:cNvPr id="4"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296506995"/>
                </p:ext>
              </p:extLst>
            </p:nvPr>
          </p:nvGraphicFramePr>
          <p:xfrm>
            <a:off x="2289708" y="1415926"/>
            <a:ext cx="622300" cy="342900"/>
          </p:xfrm>
          <a:graphic>
            <a:graphicData uri="http://schemas.openxmlformats.org/presentationml/2006/ole">
              <mc:AlternateContent xmlns:mc="http://schemas.openxmlformats.org/markup-compatibility/2006">
                <mc:Choice xmlns:v="urn:schemas-microsoft-com:vml" Requires="v">
                  <p:oleObj spid="_x0000_s161107" name="Equation" r:id="rId6" imgW="622080" imgH="342720" progId="Equation.DSMT4">
                    <p:embed/>
                  </p:oleObj>
                </mc:Choice>
                <mc:Fallback>
                  <p:oleObj name="Equation" r:id="rId6" imgW="622080" imgH="342720" progId="Equation.DSMT4">
                    <p:embed/>
                    <p:pic>
                      <p:nvPicPr>
                        <p:cNvPr id="0" name="Picture 10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9708" y="1415926"/>
                          <a:ext cx="6223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2756028431"/>
                </p:ext>
              </p:extLst>
            </p:nvPr>
          </p:nvGraphicFramePr>
          <p:xfrm>
            <a:off x="4238748" y="1365723"/>
            <a:ext cx="279400" cy="381000"/>
          </p:xfrm>
          <a:graphic>
            <a:graphicData uri="http://schemas.openxmlformats.org/presentationml/2006/ole">
              <mc:AlternateContent xmlns:mc="http://schemas.openxmlformats.org/markup-compatibility/2006">
                <mc:Choice xmlns:v="urn:schemas-microsoft-com:vml" Requires="v">
                  <p:oleObj spid="_x0000_s161108" name="Equation" r:id="rId8" imgW="279360" imgH="380880" progId="Equation.DSMT4">
                    <p:embed/>
                  </p:oleObj>
                </mc:Choice>
                <mc:Fallback>
                  <p:oleObj name="Equation" r:id="rId8" imgW="279360" imgH="380880" progId="Equation.DSMT4">
                    <p:embed/>
                    <p:pic>
                      <p:nvPicPr>
                        <p:cNvPr id="0" name="Picture 105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38748" y="1365723"/>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683568" y="1233058"/>
              <a:ext cx="8064896"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latin typeface="+mn-ea"/>
                  <a:ea typeface="+mn-ea"/>
                </a:rPr>
                <a:t>对初等函数    来说，若   是其</a:t>
              </a:r>
              <a:r>
                <a:rPr lang="zh-CN" altLang="en-US" sz="2400" b="1" dirty="0">
                  <a:solidFill>
                    <a:srgbClr val="FF0000"/>
                  </a:solidFill>
                  <a:latin typeface="+mn-ea"/>
                  <a:ea typeface="+mn-ea"/>
                </a:rPr>
                <a:t>定义区间</a:t>
              </a:r>
              <a:r>
                <a:rPr lang="zh-CN" altLang="en-US" sz="2400" b="1" dirty="0">
                  <a:latin typeface="+mn-ea"/>
                  <a:ea typeface="+mn-ea"/>
                </a:rPr>
                <a:t>内一点，则</a:t>
              </a:r>
              <a:endParaRPr kumimoji="1" lang="zh-CN" altLang="en-US" sz="2400" b="1" dirty="0">
                <a:latin typeface="+mn-ea"/>
                <a:ea typeface="+mn-ea"/>
              </a:endParaRPr>
            </a:p>
          </p:txBody>
        </p:sp>
      </p:grpSp>
      <p:sp>
        <p:nvSpPr>
          <p:cNvPr id="9" name="Rectangle 4">
            <a:extLst>
              <a:ext uri="{FF2B5EF4-FFF2-40B4-BE49-F238E27FC236}">
                <a16:creationId xmlns:a16="http://schemas.microsoft.com/office/drawing/2014/main" id="{EF7D4F2F-AFE3-443C-AFBC-7EAF2238415B}"/>
              </a:ext>
            </a:extLst>
          </p:cNvPr>
          <p:cNvSpPr txBox="1">
            <a:spLocks noChangeArrowheads="1"/>
          </p:cNvSpPr>
          <p:nvPr/>
        </p:nvSpPr>
        <p:spPr>
          <a:xfrm>
            <a:off x="611560" y="2110390"/>
            <a:ext cx="2160588" cy="609600"/>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64FF"/>
                </a:solidFill>
                <a:latin typeface="+mn-ea"/>
                <a:ea typeface="+mn-ea"/>
                <a:cs typeface="+mn-cs"/>
              </a:rPr>
              <a:t>例</a:t>
            </a:r>
            <a:r>
              <a:rPr lang="en-US" altLang="zh-CN" sz="2400" b="1" dirty="0">
                <a:solidFill>
                  <a:srgbClr val="0064FF"/>
                </a:solidFill>
                <a:latin typeface="+mn-ea"/>
                <a:ea typeface="+mn-ea"/>
                <a:cs typeface="+mn-cs"/>
              </a:rPr>
              <a:t>6 </a:t>
            </a:r>
            <a:r>
              <a:rPr lang="en-US" altLang="zh-CN" sz="2400" b="1" dirty="0">
                <a:solidFill>
                  <a:srgbClr val="0000FF"/>
                </a:solidFill>
                <a:latin typeface="+mn-ea"/>
                <a:ea typeface="+mn-ea"/>
              </a:rPr>
              <a:t> </a:t>
            </a:r>
            <a:r>
              <a:rPr lang="zh-CN" altLang="en-US" sz="2400" b="1" dirty="0">
                <a:latin typeface="+mn-ea"/>
                <a:ea typeface="+mn-ea"/>
              </a:rPr>
              <a:t>求</a:t>
            </a:r>
          </a:p>
        </p:txBody>
      </p:sp>
      <p:graphicFrame>
        <p:nvGraphicFramePr>
          <p:cNvPr id="10"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1832978922"/>
              </p:ext>
            </p:extLst>
          </p:nvPr>
        </p:nvGraphicFramePr>
        <p:xfrm>
          <a:off x="1790700" y="1989988"/>
          <a:ext cx="1752600" cy="850900"/>
        </p:xfrm>
        <a:graphic>
          <a:graphicData uri="http://schemas.openxmlformats.org/presentationml/2006/ole">
            <mc:AlternateContent xmlns:mc="http://schemas.openxmlformats.org/markup-compatibility/2006">
              <mc:Choice xmlns:v="urn:schemas-microsoft-com:vml" Requires="v">
                <p:oleObj spid="_x0000_s161109" name="Equation" r:id="rId10" imgW="1752480" imgH="850680" progId="Equation.DSMT4">
                  <p:embed/>
                </p:oleObj>
              </mc:Choice>
              <mc:Fallback>
                <p:oleObj name="Equation" r:id="rId10" imgW="1752480" imgH="850680" progId="Equation.DSMT4">
                  <p:embed/>
                  <p:pic>
                    <p:nvPicPr>
                      <p:cNvPr id="0" name="Picture 1055"/>
                      <p:cNvPicPr>
                        <a:picLocks noChangeAspect="1" noChangeArrowheads="1"/>
                      </p:cNvPicPr>
                      <p:nvPr/>
                    </p:nvPicPr>
                    <p:blipFill>
                      <a:blip r:embed="rId11">
                        <a:grayscl/>
                        <a:biLevel thresh="50000"/>
                      </a:blip>
                      <a:srcRect/>
                      <a:stretch>
                        <a:fillRect/>
                      </a:stretch>
                    </p:blipFill>
                    <p:spPr bwMode="auto">
                      <a:xfrm>
                        <a:off x="1790700" y="1989988"/>
                        <a:ext cx="1752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 name="组合 16"/>
          <p:cNvGrpSpPr/>
          <p:nvPr/>
        </p:nvGrpSpPr>
        <p:grpSpPr>
          <a:xfrm>
            <a:off x="1243583" y="2935344"/>
            <a:ext cx="6574446" cy="850900"/>
            <a:chOff x="19447" y="3276110"/>
            <a:chExt cx="6574446" cy="850900"/>
          </a:xfrm>
        </p:grpSpPr>
        <p:graphicFrame>
          <p:nvGraphicFramePr>
            <p:cNvPr id="11"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166469444"/>
                </p:ext>
              </p:extLst>
            </p:nvPr>
          </p:nvGraphicFramePr>
          <p:xfrm>
            <a:off x="1322276" y="3276110"/>
            <a:ext cx="2133600" cy="850900"/>
          </p:xfrm>
          <a:graphic>
            <a:graphicData uri="http://schemas.openxmlformats.org/presentationml/2006/ole">
              <mc:AlternateContent xmlns:mc="http://schemas.openxmlformats.org/markup-compatibility/2006">
                <mc:Choice xmlns:v="urn:schemas-microsoft-com:vml" Requires="v">
                  <p:oleObj spid="_x0000_s161110" name="Equation" r:id="rId12" imgW="2133360" imgH="850680" progId="Equation.DSMT4">
                    <p:embed/>
                  </p:oleObj>
                </mc:Choice>
                <mc:Fallback>
                  <p:oleObj name="Equation" r:id="rId12" imgW="2133360" imgH="850680" progId="Equation.DSMT4">
                    <p:embed/>
                    <p:pic>
                      <p:nvPicPr>
                        <p:cNvPr id="0" name="Picture 1056"/>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1322276" y="3276110"/>
                          <a:ext cx="21336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组合 11"/>
            <p:cNvGrpSpPr/>
            <p:nvPr/>
          </p:nvGrpSpPr>
          <p:grpSpPr>
            <a:xfrm>
              <a:off x="19447" y="3302056"/>
              <a:ext cx="6574446" cy="559769"/>
              <a:chOff x="11063" y="138970"/>
              <a:chExt cx="6574446" cy="559769"/>
            </a:xfrm>
          </p:grpSpPr>
          <p:graphicFrame>
            <p:nvGraphicFramePr>
              <p:cNvPr id="13"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2051021153"/>
                  </p:ext>
                </p:extLst>
              </p:nvPr>
            </p:nvGraphicFramePr>
            <p:xfrm>
              <a:off x="5391709" y="339788"/>
              <a:ext cx="1193800" cy="342900"/>
            </p:xfrm>
            <a:graphic>
              <a:graphicData uri="http://schemas.openxmlformats.org/presentationml/2006/ole">
                <mc:AlternateContent xmlns:mc="http://schemas.openxmlformats.org/markup-compatibility/2006">
                  <mc:Choice xmlns:v="urn:schemas-microsoft-com:vml" Requires="v">
                    <p:oleObj spid="_x0000_s161111" name="Equation" r:id="rId14" imgW="1193760" imgH="342720" progId="Equation.DSMT4">
                      <p:embed/>
                    </p:oleObj>
                  </mc:Choice>
                  <mc:Fallback>
                    <p:oleObj name="Equation" r:id="rId14" imgW="1193760" imgH="342720" progId="Equation.DSMT4">
                      <p:embed/>
                      <p:pic>
                        <p:nvPicPr>
                          <p:cNvPr id="0" name="Picture 1057"/>
                          <p:cNvPicPr>
                            <a:picLocks noChangeAspect="1" noChangeArrowheads="1"/>
                          </p:cNvPicPr>
                          <p:nvPr/>
                        </p:nvPicPr>
                        <p:blipFill>
                          <a:blip r:embed="rId15"/>
                          <a:srcRect/>
                          <a:stretch>
                            <a:fillRect/>
                          </a:stretch>
                        </p:blipFill>
                        <p:spPr bwMode="auto">
                          <a:xfrm>
                            <a:off x="5391709" y="339788"/>
                            <a:ext cx="11938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11063" y="138970"/>
                <a:ext cx="5488657"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latin typeface="+mn-ea"/>
                    <a:ea typeface="+mn-ea"/>
                  </a:rPr>
                  <a:t>初等函数              的定义区间是</a:t>
                </a:r>
                <a:endParaRPr kumimoji="1" lang="zh-CN" altLang="en-US" sz="2400" b="1" dirty="0">
                  <a:latin typeface="+mn-ea"/>
                  <a:ea typeface="+mn-ea"/>
                </a:endParaRPr>
              </a:p>
            </p:txBody>
          </p:sp>
        </p:grpSp>
      </p:grpSp>
      <p:sp>
        <p:nvSpPr>
          <p:cNvPr id="18" name="Rectangle 4">
            <a:extLst>
              <a:ext uri="{FF2B5EF4-FFF2-40B4-BE49-F238E27FC236}">
                <a16:creationId xmlns:a16="http://schemas.microsoft.com/office/drawing/2014/main" id="{EF7D4F2F-AFE3-443C-AFBC-7EAF2238415B}"/>
              </a:ext>
            </a:extLst>
          </p:cNvPr>
          <p:cNvSpPr txBox="1">
            <a:spLocks noChangeArrowheads="1"/>
          </p:cNvSpPr>
          <p:nvPr/>
        </p:nvSpPr>
        <p:spPr>
          <a:xfrm>
            <a:off x="619141" y="3050871"/>
            <a:ext cx="2160588" cy="609600"/>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64FF"/>
                </a:solidFill>
                <a:latin typeface="+mn-ea"/>
                <a:ea typeface="+mn-ea"/>
                <a:cs typeface="+mn-cs"/>
              </a:rPr>
              <a:t>解</a:t>
            </a:r>
            <a:endParaRPr lang="zh-CN" altLang="en-US" sz="2400" b="1" dirty="0">
              <a:latin typeface="楷体_GB2312" pitchFamily="49" charset="-122"/>
              <a:ea typeface="楷体_GB2312" pitchFamily="49" charset="-122"/>
            </a:endParaRPr>
          </a:p>
        </p:txBody>
      </p:sp>
      <p:graphicFrame>
        <p:nvGraphicFramePr>
          <p:cNvPr id="19"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151197878"/>
              </p:ext>
            </p:extLst>
          </p:nvPr>
        </p:nvGraphicFramePr>
        <p:xfrm>
          <a:off x="1403648" y="3789940"/>
          <a:ext cx="1689100" cy="850900"/>
        </p:xfrm>
        <a:graphic>
          <a:graphicData uri="http://schemas.openxmlformats.org/presentationml/2006/ole">
            <mc:AlternateContent xmlns:mc="http://schemas.openxmlformats.org/markup-compatibility/2006">
              <mc:Choice xmlns:v="urn:schemas-microsoft-com:vml" Requires="v">
                <p:oleObj spid="_x0000_s161112" name="Equation" r:id="rId16" imgW="1688760" imgH="850680" progId="Equation.DSMT4">
                  <p:embed/>
                </p:oleObj>
              </mc:Choice>
              <mc:Fallback>
                <p:oleObj name="Equation" r:id="rId16" imgW="1688760" imgH="850680" progId="Equation.DSMT4">
                  <p:embed/>
                  <p:pic>
                    <p:nvPicPr>
                      <p:cNvPr id="0" name="Picture 1058"/>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1403648" y="3789940"/>
                        <a:ext cx="16891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1703929857"/>
              </p:ext>
            </p:extLst>
          </p:nvPr>
        </p:nvGraphicFramePr>
        <p:xfrm>
          <a:off x="3203848" y="3786244"/>
          <a:ext cx="1803400" cy="939800"/>
        </p:xfrm>
        <a:graphic>
          <a:graphicData uri="http://schemas.openxmlformats.org/presentationml/2006/ole">
            <mc:AlternateContent xmlns:mc="http://schemas.openxmlformats.org/markup-compatibility/2006">
              <mc:Choice xmlns:v="urn:schemas-microsoft-com:vml" Requires="v">
                <p:oleObj spid="_x0000_s161113" name="Equation" r:id="rId18" imgW="1803240" imgH="939600" progId="Equation.DSMT4">
                  <p:embed/>
                </p:oleObj>
              </mc:Choice>
              <mc:Fallback>
                <p:oleObj name="Equation" r:id="rId18" imgW="1803240" imgH="939600" progId="Equation.DSMT4">
                  <p:embed/>
                  <p:pic>
                    <p:nvPicPr>
                      <p:cNvPr id="0" name="Picture 1059"/>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3203848" y="3786244"/>
                        <a:ext cx="1803400"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613436936"/>
              </p:ext>
            </p:extLst>
          </p:nvPr>
        </p:nvGraphicFramePr>
        <p:xfrm>
          <a:off x="5170488" y="3879113"/>
          <a:ext cx="812800" cy="774700"/>
        </p:xfrm>
        <a:graphic>
          <a:graphicData uri="http://schemas.openxmlformats.org/presentationml/2006/ole">
            <mc:AlternateContent xmlns:mc="http://schemas.openxmlformats.org/markup-compatibility/2006">
              <mc:Choice xmlns:v="urn:schemas-microsoft-com:vml" Requires="v">
                <p:oleObj spid="_x0000_s161114" name="Equation" r:id="rId20" imgW="812520" imgH="774360" progId="Equation.DSMT4">
                  <p:embed/>
                </p:oleObj>
              </mc:Choice>
              <mc:Fallback>
                <p:oleObj name="Equation" r:id="rId20" imgW="812520" imgH="774360" progId="Equation.DSMT4">
                  <p:embed/>
                  <p:pic>
                    <p:nvPicPr>
                      <p:cNvPr id="0" name="Picture 1060"/>
                      <p:cNvPicPr>
                        <a:picLocks noChangeAspect="1" noChangeArrowheads="1"/>
                      </p:cNvPicPr>
                      <p:nvPr/>
                    </p:nvPicPr>
                    <p:blipFill>
                      <a:blip r:embed="rId21">
                        <a:grayscl/>
                        <a:biLevel thresh="50000"/>
                      </a:blip>
                      <a:srcRect/>
                      <a:stretch>
                        <a:fillRect/>
                      </a:stretch>
                    </p:blipFill>
                    <p:spPr bwMode="auto">
                      <a:xfrm>
                        <a:off x="5170488" y="3879113"/>
                        <a:ext cx="81280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5061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1"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1"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left)">
                                      <p:cBhvr>
                                        <p:cTn id="5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p:bldP spid="9" grpId="1"/>
      <p:bldP spid="18"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4647570" y="3645115"/>
            <a:ext cx="2729181" cy="619745"/>
          </a:xfrm>
          <a:prstGeom prst="rect">
            <a:avLst/>
          </a:prstGeom>
          <a:solidFill>
            <a:srgbClr val="FFFF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72287" y="2792124"/>
            <a:ext cx="5040560" cy="704788"/>
          </a:xfrm>
          <a:prstGeom prst="rect">
            <a:avLst/>
          </a:prstGeom>
          <a:solidFill>
            <a:srgbClr val="FFFF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4">
            <a:extLst>
              <a:ext uri="{FF2B5EF4-FFF2-40B4-BE49-F238E27FC236}">
                <a16:creationId xmlns:a16="http://schemas.microsoft.com/office/drawing/2014/main" id="{EF7D4F2F-AFE3-443C-AFBC-7EAF2238415B}"/>
              </a:ext>
            </a:extLst>
          </p:cNvPr>
          <p:cNvSpPr txBox="1">
            <a:spLocks noChangeArrowheads="1"/>
          </p:cNvSpPr>
          <p:nvPr/>
        </p:nvSpPr>
        <p:spPr>
          <a:xfrm>
            <a:off x="810385" y="428221"/>
            <a:ext cx="2160588" cy="609600"/>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400" b="1" dirty="0">
                <a:solidFill>
                  <a:srgbClr val="0064FF"/>
                </a:solidFill>
                <a:latin typeface="+mn-ea"/>
                <a:ea typeface="+mn-ea"/>
                <a:cs typeface="+mn-cs"/>
              </a:rPr>
              <a:t>例</a:t>
            </a:r>
            <a:r>
              <a:rPr lang="en-US" altLang="zh-CN" sz="2400" b="1" dirty="0">
                <a:solidFill>
                  <a:srgbClr val="0064FF"/>
                </a:solidFill>
                <a:latin typeface="+mn-ea"/>
                <a:ea typeface="+mn-ea"/>
                <a:cs typeface="+mn-cs"/>
              </a:rPr>
              <a:t>7</a:t>
            </a:r>
            <a:r>
              <a:rPr lang="en-US" altLang="zh-CN" sz="2800" b="1" dirty="0">
                <a:solidFill>
                  <a:srgbClr val="0000FF"/>
                </a:solidFill>
                <a:latin typeface="+mn-ea"/>
                <a:ea typeface="+mn-ea"/>
              </a:rPr>
              <a:t> </a:t>
            </a:r>
            <a:r>
              <a:rPr lang="zh-CN" altLang="en-US" sz="2400" b="1" dirty="0">
                <a:latin typeface="+mn-ea"/>
                <a:ea typeface="+mn-ea"/>
              </a:rPr>
              <a:t>求</a:t>
            </a:r>
          </a:p>
        </p:txBody>
      </p:sp>
      <p:sp>
        <p:nvSpPr>
          <p:cNvPr id="4" name="Text Box 6">
            <a:extLst>
              <a:ext uri="{FF2B5EF4-FFF2-40B4-BE49-F238E27FC236}">
                <a16:creationId xmlns:a16="http://schemas.microsoft.com/office/drawing/2014/main" id="{3BF748E2-8DCB-4A16-8D7C-DEA819D0454D}"/>
              </a:ext>
            </a:extLst>
          </p:cNvPr>
          <p:cNvSpPr txBox="1">
            <a:spLocks noChangeArrowheads="1"/>
          </p:cNvSpPr>
          <p:nvPr/>
        </p:nvSpPr>
        <p:spPr bwMode="auto">
          <a:xfrm>
            <a:off x="848175" y="1405482"/>
            <a:ext cx="990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en-US" altLang="zh-CN" sz="2400" b="1" dirty="0">
              <a:solidFill>
                <a:srgbClr val="0064FF"/>
              </a:solidFill>
              <a:latin typeface="+mn-ea"/>
              <a:ea typeface="+mn-ea"/>
            </a:endParaRPr>
          </a:p>
        </p:txBody>
      </p:sp>
      <p:sp>
        <p:nvSpPr>
          <p:cNvPr id="10" name="Text Box 20">
            <a:extLst>
              <a:ext uri="{FF2B5EF4-FFF2-40B4-BE49-F238E27FC236}">
                <a16:creationId xmlns:a16="http://schemas.microsoft.com/office/drawing/2014/main" id="{1D62E318-9F07-45C9-9540-F6A04EB3636E}"/>
              </a:ext>
            </a:extLst>
          </p:cNvPr>
          <p:cNvSpPr txBox="1">
            <a:spLocks noChangeArrowheads="1"/>
          </p:cNvSpPr>
          <p:nvPr/>
        </p:nvSpPr>
        <p:spPr bwMode="auto">
          <a:xfrm>
            <a:off x="831146" y="3760407"/>
            <a:ext cx="25209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400" b="1" dirty="0">
                <a:solidFill>
                  <a:srgbClr val="0064FF"/>
                </a:solidFill>
                <a:latin typeface="+mn-ea"/>
                <a:ea typeface="+mn-ea"/>
              </a:rPr>
              <a:t>注</a:t>
            </a:r>
            <a:r>
              <a:rPr kumimoji="1" lang="en-US" altLang="zh-CN" sz="2400" b="1" dirty="0">
                <a:latin typeface="+mn-ea"/>
                <a:ea typeface="+mn-ea"/>
              </a:rPr>
              <a:t>   </a:t>
            </a:r>
            <a:r>
              <a:rPr kumimoji="1" lang="zh-CN" altLang="en-US" sz="2400" b="1" dirty="0">
                <a:latin typeface="+mn-ea"/>
                <a:ea typeface="+mn-ea"/>
              </a:rPr>
              <a:t>特别地</a:t>
            </a:r>
            <a:r>
              <a:rPr kumimoji="1" lang="en-US" altLang="zh-CN" sz="2400" b="1" dirty="0">
                <a:latin typeface="+mn-ea"/>
                <a:ea typeface="+mn-ea"/>
              </a:rPr>
              <a:t>,</a:t>
            </a:r>
          </a:p>
        </p:txBody>
      </p:sp>
      <p:sp>
        <p:nvSpPr>
          <p:cNvPr id="12" name="Text Box 22">
            <a:extLst>
              <a:ext uri="{FF2B5EF4-FFF2-40B4-BE49-F238E27FC236}">
                <a16:creationId xmlns:a16="http://schemas.microsoft.com/office/drawing/2014/main" id="{FC882DE3-29EA-45F4-918E-BA1561E4A8E0}"/>
              </a:ext>
            </a:extLst>
          </p:cNvPr>
          <p:cNvSpPr txBox="1">
            <a:spLocks noChangeArrowheads="1"/>
          </p:cNvSpPr>
          <p:nvPr/>
        </p:nvSpPr>
        <p:spPr bwMode="auto">
          <a:xfrm>
            <a:off x="3697520" y="3731187"/>
            <a:ext cx="152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400" b="1" dirty="0">
                <a:latin typeface="+mn-ea"/>
                <a:ea typeface="+mn-ea"/>
              </a:rPr>
              <a:t>时</a:t>
            </a:r>
            <a:r>
              <a:rPr kumimoji="1" lang="en-US" altLang="zh-CN" sz="2400" b="1" dirty="0">
                <a:latin typeface="+mn-ea"/>
                <a:ea typeface="+mn-ea"/>
              </a:rPr>
              <a:t>,</a:t>
            </a:r>
            <a:r>
              <a:rPr kumimoji="1" lang="zh-CN" altLang="en-US" sz="2400" b="1" dirty="0">
                <a:latin typeface="+mn-ea"/>
                <a:ea typeface="+mn-ea"/>
              </a:rPr>
              <a:t>有</a:t>
            </a:r>
          </a:p>
        </p:txBody>
      </p:sp>
      <p:graphicFrame>
        <p:nvGraphicFramePr>
          <p:cNvPr id="15"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242231531"/>
              </p:ext>
            </p:extLst>
          </p:nvPr>
        </p:nvGraphicFramePr>
        <p:xfrm>
          <a:off x="1890679" y="368115"/>
          <a:ext cx="1790700" cy="736600"/>
        </p:xfrm>
        <a:graphic>
          <a:graphicData uri="http://schemas.openxmlformats.org/presentationml/2006/ole">
            <mc:AlternateContent xmlns:mc="http://schemas.openxmlformats.org/markup-compatibility/2006">
              <mc:Choice xmlns:v="urn:schemas-microsoft-com:vml" Requires="v">
                <p:oleObj spid="_x0000_s154348" name="Equation" r:id="rId4" imgW="1790640" imgH="736560" progId="Equation.DSMT4">
                  <p:embed/>
                </p:oleObj>
              </mc:Choice>
              <mc:Fallback>
                <p:oleObj name="Equation" r:id="rId4" imgW="1790640" imgH="736560" progId="Equation.DSMT4">
                  <p:embed/>
                  <p:pic>
                    <p:nvPicPr>
                      <p:cNvPr id="0" name="Picture 1324"/>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1890679" y="368115"/>
                        <a:ext cx="17907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773554162"/>
              </p:ext>
            </p:extLst>
          </p:nvPr>
        </p:nvGraphicFramePr>
        <p:xfrm>
          <a:off x="1673675" y="1303503"/>
          <a:ext cx="1790700" cy="736600"/>
        </p:xfrm>
        <a:graphic>
          <a:graphicData uri="http://schemas.openxmlformats.org/presentationml/2006/ole">
            <mc:AlternateContent xmlns:mc="http://schemas.openxmlformats.org/markup-compatibility/2006">
              <mc:Choice xmlns:v="urn:schemas-microsoft-com:vml" Requires="v">
                <p:oleObj spid="_x0000_s154349" name="Equation" r:id="rId6" imgW="1790640" imgH="736560" progId="Equation.DSMT4">
                  <p:embed/>
                </p:oleObj>
              </mc:Choice>
              <mc:Fallback>
                <p:oleObj name="Equation" r:id="rId6" imgW="1790640" imgH="736560" progId="Equation.DSMT4">
                  <p:embed/>
                  <p:pic>
                    <p:nvPicPr>
                      <p:cNvPr id="0" name="Picture 1325"/>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1673675" y="1303503"/>
                        <a:ext cx="17907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464428808"/>
              </p:ext>
            </p:extLst>
          </p:nvPr>
        </p:nvGraphicFramePr>
        <p:xfrm>
          <a:off x="3464375" y="1231495"/>
          <a:ext cx="2120900" cy="723900"/>
        </p:xfrm>
        <a:graphic>
          <a:graphicData uri="http://schemas.openxmlformats.org/presentationml/2006/ole">
            <mc:AlternateContent xmlns:mc="http://schemas.openxmlformats.org/markup-compatibility/2006">
              <mc:Choice xmlns:v="urn:schemas-microsoft-com:vml" Requires="v">
                <p:oleObj spid="_x0000_s154350" name="Equation" r:id="rId8" imgW="2120760" imgH="723600" progId="Equation.DSMT4">
                  <p:embed/>
                </p:oleObj>
              </mc:Choice>
              <mc:Fallback>
                <p:oleObj name="Equation" r:id="rId8" imgW="2120760" imgH="723600" progId="Equation.DSMT4">
                  <p:embed/>
                  <p:pic>
                    <p:nvPicPr>
                      <p:cNvPr id="0" name="Picture 1326"/>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3464375" y="1231495"/>
                        <a:ext cx="2120900"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1176660450"/>
              </p:ext>
            </p:extLst>
          </p:nvPr>
        </p:nvGraphicFramePr>
        <p:xfrm>
          <a:off x="5623554" y="1213020"/>
          <a:ext cx="2413000" cy="914400"/>
        </p:xfrm>
        <a:graphic>
          <a:graphicData uri="http://schemas.openxmlformats.org/presentationml/2006/ole">
            <mc:AlternateContent xmlns:mc="http://schemas.openxmlformats.org/markup-compatibility/2006">
              <mc:Choice xmlns:v="urn:schemas-microsoft-com:vml" Requires="v">
                <p:oleObj spid="_x0000_s154351" name="Equation" r:id="rId10" imgW="2412720" imgH="914400" progId="Equation.DSMT4">
                  <p:embed/>
                </p:oleObj>
              </mc:Choice>
              <mc:Fallback>
                <p:oleObj name="Equation" r:id="rId10" imgW="2412720" imgH="914400" progId="Equation.DSMT4">
                  <p:embed/>
                  <p:pic>
                    <p:nvPicPr>
                      <p:cNvPr id="0" name="Picture 1327"/>
                      <p:cNvPicPr>
                        <a:picLocks noChangeAspect="1" noChangeArrowheads="1"/>
                      </p:cNvPicPr>
                      <p:nvPr/>
                    </p:nvPicPr>
                    <p:blipFill>
                      <a:blip r:embed="rId11">
                        <a:grayscl/>
                        <a:biLevel thresh="50000"/>
                      </a:blip>
                      <a:srcRect/>
                      <a:stretch>
                        <a:fillRect/>
                      </a:stretch>
                    </p:blipFill>
                    <p:spPr bwMode="auto">
                      <a:xfrm>
                        <a:off x="5623554" y="1213020"/>
                        <a:ext cx="24130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56454697"/>
              </p:ext>
            </p:extLst>
          </p:nvPr>
        </p:nvGraphicFramePr>
        <p:xfrm>
          <a:off x="3464375" y="2134514"/>
          <a:ext cx="977900" cy="381000"/>
        </p:xfrm>
        <a:graphic>
          <a:graphicData uri="http://schemas.openxmlformats.org/presentationml/2006/ole">
            <mc:AlternateContent xmlns:mc="http://schemas.openxmlformats.org/markup-compatibility/2006">
              <mc:Choice xmlns:v="urn:schemas-microsoft-com:vml" Requires="v">
                <p:oleObj spid="_x0000_s154352" name="Equation" r:id="rId12" imgW="977760" imgH="380880" progId="Equation.DSMT4">
                  <p:embed/>
                </p:oleObj>
              </mc:Choice>
              <mc:Fallback>
                <p:oleObj name="Equation" r:id="rId12" imgW="977760" imgH="380880" progId="Equation.DSMT4">
                  <p:embed/>
                  <p:pic>
                    <p:nvPicPr>
                      <p:cNvPr id="0" name="Picture 1328"/>
                      <p:cNvPicPr>
                        <a:picLocks noChangeAspect="1" noChangeArrowheads="1"/>
                      </p:cNvPicPr>
                      <p:nvPr/>
                    </p:nvPicPr>
                    <p:blipFill>
                      <a:blip r:embed="rId13">
                        <a:grayscl/>
                        <a:biLevel thresh="50000"/>
                      </a:blip>
                      <a:srcRect/>
                      <a:stretch>
                        <a:fillRect/>
                      </a:stretch>
                    </p:blipFill>
                    <p:spPr bwMode="auto">
                      <a:xfrm>
                        <a:off x="3464375" y="2134514"/>
                        <a:ext cx="9779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4019971264"/>
              </p:ext>
            </p:extLst>
          </p:nvPr>
        </p:nvGraphicFramePr>
        <p:xfrm>
          <a:off x="3006208" y="3911939"/>
          <a:ext cx="635000" cy="215900"/>
        </p:xfrm>
        <a:graphic>
          <a:graphicData uri="http://schemas.openxmlformats.org/presentationml/2006/ole">
            <mc:AlternateContent xmlns:mc="http://schemas.openxmlformats.org/markup-compatibility/2006">
              <mc:Choice xmlns:v="urn:schemas-microsoft-com:vml" Requires="v">
                <p:oleObj spid="_x0000_s154353" name="Equation" r:id="rId14" imgW="634680" imgH="215640" progId="Equation.DSMT4">
                  <p:embed/>
                </p:oleObj>
              </mc:Choice>
              <mc:Fallback>
                <p:oleObj name="Equation" r:id="rId14" imgW="634680" imgH="215640" progId="Equation.DSMT4">
                  <p:embed/>
                  <p:pic>
                    <p:nvPicPr>
                      <p:cNvPr id="0" name="Picture 1330"/>
                      <p:cNvPicPr>
                        <a:picLocks noChangeAspect="1" noChangeArrowheads="1"/>
                      </p:cNvPicPr>
                      <p:nvPr/>
                    </p:nvPicPr>
                    <p:blipFill>
                      <a:blip r:embed="rId15">
                        <a:grayscl/>
                        <a:biLevel thresh="50000"/>
                      </a:blip>
                      <a:srcRect/>
                      <a:stretch>
                        <a:fillRect/>
                      </a:stretch>
                    </p:blipFill>
                    <p:spPr bwMode="auto">
                      <a:xfrm>
                        <a:off x="3006208" y="3911939"/>
                        <a:ext cx="6350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476604080"/>
              </p:ext>
            </p:extLst>
          </p:nvPr>
        </p:nvGraphicFramePr>
        <p:xfrm>
          <a:off x="4719578" y="3832812"/>
          <a:ext cx="2527300" cy="342900"/>
        </p:xfrm>
        <a:graphic>
          <a:graphicData uri="http://schemas.openxmlformats.org/presentationml/2006/ole">
            <mc:AlternateContent xmlns:mc="http://schemas.openxmlformats.org/markup-compatibility/2006">
              <mc:Choice xmlns:v="urn:schemas-microsoft-com:vml" Requires="v">
                <p:oleObj spid="_x0000_s154354" name="Equation" r:id="rId16" imgW="2527200" imgH="342720" progId="Equation.DSMT4">
                  <p:embed/>
                </p:oleObj>
              </mc:Choice>
              <mc:Fallback>
                <p:oleObj name="Equation" r:id="rId16" imgW="2527200" imgH="342720" progId="Equation.DSMT4">
                  <p:embed/>
                  <p:pic>
                    <p:nvPicPr>
                      <p:cNvPr id="0" name="Picture 1331"/>
                      <p:cNvPicPr>
                        <a:picLocks noChangeAspect="1" noChangeArrowheads="1"/>
                      </p:cNvPicPr>
                      <p:nvPr/>
                    </p:nvPicPr>
                    <p:blipFill>
                      <a:blip r:embed="rId17">
                        <a:grayscl/>
                        <a:biLevel thresh="50000"/>
                      </a:blip>
                      <a:srcRect/>
                      <a:stretch>
                        <a:fillRect/>
                      </a:stretch>
                    </p:blipFill>
                    <p:spPr bwMode="auto">
                      <a:xfrm>
                        <a:off x="4719578" y="3832812"/>
                        <a:ext cx="25273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271126879"/>
              </p:ext>
            </p:extLst>
          </p:nvPr>
        </p:nvGraphicFramePr>
        <p:xfrm>
          <a:off x="4420670" y="1987889"/>
          <a:ext cx="838200" cy="736600"/>
        </p:xfrm>
        <a:graphic>
          <a:graphicData uri="http://schemas.openxmlformats.org/presentationml/2006/ole">
            <mc:AlternateContent xmlns:mc="http://schemas.openxmlformats.org/markup-compatibility/2006">
              <mc:Choice xmlns:v="urn:schemas-microsoft-com:vml" Requires="v">
                <p:oleObj spid="_x0000_s154355" name="Equation" r:id="rId18" imgW="838080" imgH="736560" progId="Equation.DSMT4">
                  <p:embed/>
                </p:oleObj>
              </mc:Choice>
              <mc:Fallback>
                <p:oleObj name="Equation" r:id="rId18" imgW="838080" imgH="736560" progId="Equation.DSMT4">
                  <p:embed/>
                  <p:pic>
                    <p:nvPicPr>
                      <p:cNvPr id="0" name="Picture 1332"/>
                      <p:cNvPicPr>
                        <a:picLocks noChangeAspect="1" noChangeArrowheads="1"/>
                      </p:cNvPicPr>
                      <p:nvPr/>
                    </p:nvPicPr>
                    <p:blipFill>
                      <a:blip r:embed="rId19">
                        <a:grayscl/>
                        <a:biLevel thresh="50000"/>
                      </a:blip>
                      <a:srcRect/>
                      <a:stretch>
                        <a:fillRect/>
                      </a:stretch>
                    </p:blipFill>
                    <p:spPr bwMode="auto">
                      <a:xfrm>
                        <a:off x="4420670" y="1987889"/>
                        <a:ext cx="8382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6012160" y="339502"/>
            <a:ext cx="1790700" cy="59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solidFill>
                  <a:srgbClr val="FF0000"/>
                </a:solidFill>
                <a:latin typeface="华文楷体" panose="02010600040101010101" pitchFamily="2" charset="-122"/>
                <a:ea typeface="华文楷体" panose="02010600040101010101" pitchFamily="2" charset="-122"/>
              </a:rPr>
              <a:t>恒等变形</a:t>
            </a:r>
            <a:endParaRPr kumimoji="1" lang="zh-CN" altLang="en-US" sz="2400" b="1" dirty="0">
              <a:solidFill>
                <a:srgbClr val="FF0000"/>
              </a:solidFill>
              <a:latin typeface="华文楷体" panose="02010600040101010101" pitchFamily="2" charset="-122"/>
              <a:ea typeface="华文楷体" panose="02010600040101010101" pitchFamily="2" charset="-122"/>
            </a:endParaRPr>
          </a:p>
        </p:txBody>
      </p:sp>
      <p:graphicFrame>
        <p:nvGraphicFramePr>
          <p:cNvPr id="26" name="Object 2">
            <a:extLst>
              <a:ext uri="{FF2B5EF4-FFF2-40B4-BE49-F238E27FC236}">
                <a16:creationId xmlns:a16="http://schemas.microsoft.com/office/drawing/2014/main" id="{9AB155C5-0D82-42AF-8DC2-369CF9F3F656}"/>
              </a:ext>
            </a:extLst>
          </p:cNvPr>
          <p:cNvGraphicFramePr>
            <a:graphicFrameLocks noChangeAspect="1"/>
          </p:cNvGraphicFramePr>
          <p:nvPr>
            <p:extLst>
              <p:ext uri="{D42A27DB-BD31-4B8C-83A1-F6EECF244321}">
                <p14:modId xmlns:p14="http://schemas.microsoft.com/office/powerpoint/2010/main" val="3080684768"/>
              </p:ext>
            </p:extLst>
          </p:nvPr>
        </p:nvGraphicFramePr>
        <p:xfrm>
          <a:off x="3839645" y="555964"/>
          <a:ext cx="1587500" cy="342900"/>
        </p:xfrm>
        <a:graphic>
          <a:graphicData uri="http://schemas.openxmlformats.org/presentationml/2006/ole">
            <mc:AlternateContent xmlns:mc="http://schemas.openxmlformats.org/markup-compatibility/2006">
              <mc:Choice xmlns:v="urn:schemas-microsoft-com:vml" Requires="v">
                <p:oleObj spid="_x0000_s154356" name="Equation" r:id="rId20" imgW="1587240" imgH="342720" progId="Equation.DSMT4">
                  <p:embed/>
                </p:oleObj>
              </mc:Choice>
              <mc:Fallback>
                <p:oleObj name="Equation" r:id="rId20" imgW="1587240" imgH="342720" progId="Equation.DSMT4">
                  <p:embed/>
                  <p:pic>
                    <p:nvPicPr>
                      <p:cNvPr id="32" name="Object 2">
                        <a:extLst>
                          <a:ext uri="{FF2B5EF4-FFF2-40B4-BE49-F238E27FC236}">
                            <a16:creationId xmlns:a16="http://schemas.microsoft.com/office/drawing/2014/main" id="{514C9EA2-5373-42ED-A914-7460D1DC3593}"/>
                          </a:ext>
                        </a:extLst>
                      </p:cNvPr>
                      <p:cNvPicPr>
                        <a:picLocks noChangeAspect="1" noChangeArrowheads="1"/>
                      </p:cNvPicPr>
                      <p:nvPr/>
                    </p:nvPicPr>
                    <p:blipFill>
                      <a:blip r:embed="rId21">
                        <a:grayscl/>
                        <a:biLevel thresh="50000"/>
                      </a:blip>
                      <a:srcRect/>
                      <a:stretch>
                        <a:fillRect/>
                      </a:stretch>
                    </p:blipFill>
                    <p:spPr bwMode="auto">
                      <a:xfrm>
                        <a:off x="3839645" y="555964"/>
                        <a:ext cx="15875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C03FDFB2-2452-48D8-A9E3-5FF9055C5A3E}"/>
              </a:ext>
            </a:extLst>
          </p:cNvPr>
          <p:cNvGraphicFramePr>
            <a:graphicFrameLocks noChangeAspect="1"/>
          </p:cNvGraphicFramePr>
          <p:nvPr>
            <p:extLst>
              <p:ext uri="{D42A27DB-BD31-4B8C-83A1-F6EECF244321}">
                <p14:modId xmlns:p14="http://schemas.microsoft.com/office/powerpoint/2010/main" val="4230535765"/>
              </p:ext>
            </p:extLst>
          </p:nvPr>
        </p:nvGraphicFramePr>
        <p:xfrm>
          <a:off x="2970973" y="2714353"/>
          <a:ext cx="4445000" cy="736600"/>
        </p:xfrm>
        <a:graphic>
          <a:graphicData uri="http://schemas.openxmlformats.org/presentationml/2006/ole">
            <mc:AlternateContent xmlns:mc="http://schemas.openxmlformats.org/markup-compatibility/2006">
              <mc:Choice xmlns:v="urn:schemas-microsoft-com:vml" Requires="v">
                <p:oleObj spid="_x0000_s154357" name="Equation" r:id="rId22" imgW="4444920" imgH="736560" progId="Equation.DSMT4">
                  <p:embed/>
                </p:oleObj>
              </mc:Choice>
              <mc:Fallback>
                <p:oleObj name="Equation" r:id="rId22" imgW="4444920" imgH="736560" progId="Equation.DSMT4">
                  <p:embed/>
                  <p:pic>
                    <p:nvPicPr>
                      <p:cNvPr id="0" name=""/>
                      <p:cNvPicPr/>
                      <p:nvPr/>
                    </p:nvPicPr>
                    <p:blipFill>
                      <a:blip r:embed="rId23"/>
                      <a:stretch>
                        <a:fillRect/>
                      </a:stretch>
                    </p:blipFill>
                    <p:spPr>
                      <a:xfrm>
                        <a:off x="2970973" y="2714353"/>
                        <a:ext cx="4445000" cy="736600"/>
                      </a:xfrm>
                      <a:prstGeom prst="rect">
                        <a:avLst/>
                      </a:prstGeom>
                    </p:spPr>
                  </p:pic>
                </p:oleObj>
              </mc:Fallback>
            </mc:AlternateContent>
          </a:graphicData>
        </a:graphic>
      </p:graphicFrame>
    </p:spTree>
    <p:extLst>
      <p:ext uri="{BB962C8B-B14F-4D97-AF65-F5344CB8AC3E}">
        <p14:creationId xmlns:p14="http://schemas.microsoft.com/office/powerpoint/2010/main" val="146175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ipe(left)">
                                      <p:cBhvr>
                                        <p:cTn id="66" dur="5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21" presetClass="entr" presetSubtype="1"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wheel(1)">
                                      <p:cBhvr>
                                        <p:cTn id="71"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 grpId="0" animBg="1"/>
      <p:bldP spid="4" grpId="0" autoUpdateAnimBg="0"/>
      <p:bldP spid="10" grpId="0" autoUpdateAnimBg="0"/>
      <p:bldP spid="12" grpId="0" autoUpdateAnimBg="0"/>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4694976" y="3709346"/>
            <a:ext cx="2729181" cy="619745"/>
          </a:xfrm>
          <a:prstGeom prst="rect">
            <a:avLst/>
          </a:prstGeom>
          <a:solidFill>
            <a:srgbClr val="FFFF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050872" y="2976039"/>
            <a:ext cx="2952328" cy="648072"/>
          </a:xfrm>
          <a:prstGeom prst="rect">
            <a:avLst/>
          </a:prstGeom>
          <a:solidFill>
            <a:srgbClr val="FFFF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 Box 11">
            <a:extLst>
              <a:ext uri="{FF2B5EF4-FFF2-40B4-BE49-F238E27FC236}">
                <a16:creationId xmlns:a16="http://schemas.microsoft.com/office/drawing/2014/main" id="{F3D1BDBC-050A-4BF1-BD24-06EB60B72B50}"/>
              </a:ext>
            </a:extLst>
          </p:cNvPr>
          <p:cNvSpPr txBox="1">
            <a:spLocks noChangeArrowheads="1"/>
          </p:cNvSpPr>
          <p:nvPr/>
        </p:nvSpPr>
        <p:spPr bwMode="auto">
          <a:xfrm>
            <a:off x="836548" y="471520"/>
            <a:ext cx="1828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例</a:t>
            </a:r>
            <a:r>
              <a:rPr lang="en-US" altLang="zh-CN" sz="2400" b="1" dirty="0">
                <a:solidFill>
                  <a:srgbClr val="0064FF"/>
                </a:solidFill>
                <a:latin typeface="+mn-ea"/>
                <a:ea typeface="+mn-ea"/>
              </a:rPr>
              <a:t>8  </a:t>
            </a:r>
            <a:r>
              <a:rPr lang="zh-CN" altLang="en-US" sz="2400" b="1" dirty="0">
                <a:latin typeface="+mn-ea"/>
                <a:ea typeface="+mn-ea"/>
              </a:rPr>
              <a:t>求</a:t>
            </a:r>
          </a:p>
        </p:txBody>
      </p:sp>
      <p:sp>
        <p:nvSpPr>
          <p:cNvPr id="4" name="Text Box 13">
            <a:extLst>
              <a:ext uri="{FF2B5EF4-FFF2-40B4-BE49-F238E27FC236}">
                <a16:creationId xmlns:a16="http://schemas.microsoft.com/office/drawing/2014/main" id="{8354CF75-CF79-4A68-A0CD-1F3E1E940375}"/>
              </a:ext>
            </a:extLst>
          </p:cNvPr>
          <p:cNvSpPr txBox="1">
            <a:spLocks noChangeArrowheads="1"/>
          </p:cNvSpPr>
          <p:nvPr/>
        </p:nvSpPr>
        <p:spPr bwMode="auto">
          <a:xfrm>
            <a:off x="849061" y="1394941"/>
            <a:ext cx="152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kumimoji="1" lang="zh-CN" altLang="en-US" sz="2400" b="1" dirty="0">
              <a:latin typeface="Times New Roman" pitchFamily="18" charset="0"/>
              <a:ea typeface="楷体_GB2312" pitchFamily="49" charset="-122"/>
            </a:endParaRPr>
          </a:p>
        </p:txBody>
      </p:sp>
      <p:sp>
        <p:nvSpPr>
          <p:cNvPr id="6" name="Text Box 15">
            <a:extLst>
              <a:ext uri="{FF2B5EF4-FFF2-40B4-BE49-F238E27FC236}">
                <a16:creationId xmlns:a16="http://schemas.microsoft.com/office/drawing/2014/main" id="{F44908CE-82CE-4850-A9AF-2D6473F11145}"/>
              </a:ext>
            </a:extLst>
          </p:cNvPr>
          <p:cNvSpPr txBox="1">
            <a:spLocks noChangeArrowheads="1"/>
          </p:cNvSpPr>
          <p:nvPr/>
        </p:nvSpPr>
        <p:spPr bwMode="auto">
          <a:xfrm>
            <a:off x="3196702" y="1362502"/>
            <a:ext cx="76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400" b="1" dirty="0">
                <a:latin typeface="宋体" panose="02010600030101010101" pitchFamily="2" charset="-122"/>
              </a:rPr>
              <a:t>则</a:t>
            </a:r>
          </a:p>
        </p:txBody>
      </p:sp>
      <p:graphicFrame>
        <p:nvGraphicFramePr>
          <p:cNvPr id="17"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976808472"/>
              </p:ext>
            </p:extLst>
          </p:nvPr>
        </p:nvGraphicFramePr>
        <p:xfrm>
          <a:off x="2098328" y="307528"/>
          <a:ext cx="1181100" cy="774700"/>
        </p:xfrm>
        <a:graphic>
          <a:graphicData uri="http://schemas.openxmlformats.org/presentationml/2006/ole">
            <mc:AlternateContent xmlns:mc="http://schemas.openxmlformats.org/markup-compatibility/2006">
              <mc:Choice xmlns:v="urn:schemas-microsoft-com:vml" Requires="v">
                <p:oleObj spid="_x0000_s162191" name="Equation" r:id="rId4" imgW="1180800" imgH="774360" progId="Equation.DSMT4">
                  <p:embed/>
                </p:oleObj>
              </mc:Choice>
              <mc:Fallback>
                <p:oleObj name="Equation" r:id="rId4" imgW="1180800" imgH="774360" progId="Equation.DSMT4">
                  <p:embed/>
                  <p:pic>
                    <p:nvPicPr>
                      <p:cNvPr id="0" name="Picture 1569"/>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2098328" y="307528"/>
                        <a:ext cx="118110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690417131"/>
              </p:ext>
            </p:extLst>
          </p:nvPr>
        </p:nvGraphicFramePr>
        <p:xfrm>
          <a:off x="1879997" y="1396901"/>
          <a:ext cx="1168400" cy="393700"/>
        </p:xfrm>
        <a:graphic>
          <a:graphicData uri="http://schemas.openxmlformats.org/presentationml/2006/ole">
            <mc:AlternateContent xmlns:mc="http://schemas.openxmlformats.org/markup-compatibility/2006">
              <mc:Choice xmlns:v="urn:schemas-microsoft-com:vml" Requires="v">
                <p:oleObj spid="_x0000_s162192" name="Equation" r:id="rId6" imgW="1168200" imgH="393480" progId="Equation.DSMT4">
                  <p:embed/>
                </p:oleObj>
              </mc:Choice>
              <mc:Fallback>
                <p:oleObj name="Equation" r:id="rId6" imgW="1168200" imgH="393480" progId="Equation.DSMT4">
                  <p:embed/>
                  <p:pic>
                    <p:nvPicPr>
                      <p:cNvPr id="0" name="Picture 1570"/>
                      <p:cNvPicPr>
                        <a:picLocks noChangeAspect="1" noChangeArrowheads="1"/>
                      </p:cNvPicPr>
                      <p:nvPr/>
                    </p:nvPicPr>
                    <p:blipFill>
                      <a:blip r:embed="rId7">
                        <a:grayscl/>
                        <a:biLevel thresh="50000"/>
                      </a:blip>
                      <a:srcRect/>
                      <a:stretch>
                        <a:fillRect/>
                      </a:stretch>
                    </p:blipFill>
                    <p:spPr bwMode="auto">
                      <a:xfrm>
                        <a:off x="1879997" y="1396901"/>
                        <a:ext cx="11684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648802088"/>
              </p:ext>
            </p:extLst>
          </p:nvPr>
        </p:nvGraphicFramePr>
        <p:xfrm>
          <a:off x="3662760" y="1428651"/>
          <a:ext cx="1752600" cy="381000"/>
        </p:xfrm>
        <a:graphic>
          <a:graphicData uri="http://schemas.openxmlformats.org/presentationml/2006/ole">
            <mc:AlternateContent xmlns:mc="http://schemas.openxmlformats.org/markup-compatibility/2006">
              <mc:Choice xmlns:v="urn:schemas-microsoft-com:vml" Requires="v">
                <p:oleObj spid="_x0000_s162193" name="Equation" r:id="rId8" imgW="1752480" imgH="380880" progId="Equation.DSMT4">
                  <p:embed/>
                </p:oleObj>
              </mc:Choice>
              <mc:Fallback>
                <p:oleObj name="Equation" r:id="rId8" imgW="1752480" imgH="380880" progId="Equation.DSMT4">
                  <p:embed/>
                  <p:pic>
                    <p:nvPicPr>
                      <p:cNvPr id="0" name="Picture 1571"/>
                      <p:cNvPicPr>
                        <a:picLocks noChangeAspect="1" noChangeArrowheads="1"/>
                      </p:cNvPicPr>
                      <p:nvPr/>
                    </p:nvPicPr>
                    <p:blipFill>
                      <a:blip r:embed="rId9">
                        <a:grayscl/>
                        <a:biLevel thresh="50000"/>
                      </a:blip>
                      <a:srcRect/>
                      <a:stretch>
                        <a:fillRect/>
                      </a:stretch>
                    </p:blipFill>
                    <p:spPr bwMode="auto">
                      <a:xfrm>
                        <a:off x="3662760" y="1428651"/>
                        <a:ext cx="17526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 Box 15">
            <a:extLst>
              <a:ext uri="{FF2B5EF4-FFF2-40B4-BE49-F238E27FC236}">
                <a16:creationId xmlns:a16="http://schemas.microsoft.com/office/drawing/2014/main" id="{F44908CE-82CE-4850-A9AF-2D6473F11145}"/>
              </a:ext>
            </a:extLst>
          </p:cNvPr>
          <p:cNvSpPr txBox="1">
            <a:spLocks noChangeArrowheads="1"/>
          </p:cNvSpPr>
          <p:nvPr/>
        </p:nvSpPr>
        <p:spPr bwMode="auto">
          <a:xfrm>
            <a:off x="1448192" y="2126276"/>
            <a:ext cx="12551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400" b="1" dirty="0">
                <a:latin typeface="宋体" panose="02010600030101010101" pitchFamily="2" charset="-122"/>
              </a:rPr>
              <a:t>原式</a:t>
            </a:r>
          </a:p>
        </p:txBody>
      </p:sp>
      <p:graphicFrame>
        <p:nvGraphicFramePr>
          <p:cNvPr id="21"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853571681"/>
              </p:ext>
            </p:extLst>
          </p:nvPr>
        </p:nvGraphicFramePr>
        <p:xfrm>
          <a:off x="2165251" y="1987772"/>
          <a:ext cx="1968500" cy="812800"/>
        </p:xfrm>
        <a:graphic>
          <a:graphicData uri="http://schemas.openxmlformats.org/presentationml/2006/ole">
            <mc:AlternateContent xmlns:mc="http://schemas.openxmlformats.org/markup-compatibility/2006">
              <mc:Choice xmlns:v="urn:schemas-microsoft-com:vml" Requires="v">
                <p:oleObj spid="_x0000_s162194" name="Equation" r:id="rId10" imgW="1968480" imgH="812520" progId="Equation.DSMT4">
                  <p:embed/>
                </p:oleObj>
              </mc:Choice>
              <mc:Fallback>
                <p:oleObj name="Equation" r:id="rId10" imgW="1968480" imgH="812520" progId="Equation.DSMT4">
                  <p:embed/>
                  <p:pic>
                    <p:nvPicPr>
                      <p:cNvPr id="0" name="Picture 1572"/>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2165251" y="1987772"/>
                        <a:ext cx="1968500" cy="81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 name="组合 14"/>
          <p:cNvGrpSpPr/>
          <p:nvPr/>
        </p:nvGrpSpPr>
        <p:grpSpPr>
          <a:xfrm>
            <a:off x="6025232" y="1355881"/>
            <a:ext cx="2552700" cy="736600"/>
            <a:chOff x="4446642" y="880713"/>
            <a:chExt cx="2552700" cy="736600"/>
          </a:xfrm>
          <a:solidFill>
            <a:srgbClr val="FFFF00"/>
          </a:solidFill>
        </p:grpSpPr>
        <p:graphicFrame>
          <p:nvGraphicFramePr>
            <p:cNvPr id="22"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284728235"/>
                </p:ext>
              </p:extLst>
            </p:nvPr>
          </p:nvGraphicFramePr>
          <p:xfrm>
            <a:off x="4446642" y="880713"/>
            <a:ext cx="1790700" cy="736600"/>
          </p:xfrm>
          <a:graphic>
            <a:graphicData uri="http://schemas.openxmlformats.org/presentationml/2006/ole">
              <mc:AlternateContent xmlns:mc="http://schemas.openxmlformats.org/markup-compatibility/2006">
                <mc:Choice xmlns:v="urn:schemas-microsoft-com:vml" Requires="v">
                  <p:oleObj spid="_x0000_s162195" name="Equation" r:id="rId12" imgW="1790640" imgH="736560" progId="Equation.DSMT4">
                    <p:embed/>
                  </p:oleObj>
                </mc:Choice>
                <mc:Fallback>
                  <p:oleObj name="Equation" r:id="rId12" imgW="1790640" imgH="736560" progId="Equation.DSMT4">
                    <p:embed/>
                    <p:pic>
                      <p:nvPicPr>
                        <p:cNvPr id="0" name="Picture 1573"/>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4446642" y="880713"/>
                          <a:ext cx="1790700" cy="736600"/>
                        </a:xfrm>
                        <a:prstGeom prst="rect">
                          <a:avLst/>
                        </a:prstGeom>
                        <a:solidFill>
                          <a:srgbClr val="FFFF00"/>
                        </a:solidFill>
                        <a:extLst/>
                      </p:spPr>
                    </p:pic>
                  </p:oleObj>
                </mc:Fallback>
              </mc:AlternateContent>
            </a:graphicData>
          </a:graphic>
        </p:graphicFrame>
        <p:graphicFrame>
          <p:nvGraphicFramePr>
            <p:cNvPr id="23"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860970471"/>
                </p:ext>
              </p:extLst>
            </p:nvPr>
          </p:nvGraphicFramePr>
          <p:xfrm>
            <a:off x="6237342" y="880713"/>
            <a:ext cx="762000" cy="736600"/>
          </p:xfrm>
          <a:graphic>
            <a:graphicData uri="http://schemas.openxmlformats.org/presentationml/2006/ole">
              <mc:AlternateContent xmlns:mc="http://schemas.openxmlformats.org/markup-compatibility/2006">
                <mc:Choice xmlns:v="urn:schemas-microsoft-com:vml" Requires="v">
                  <p:oleObj spid="_x0000_s162196" name="Equation" r:id="rId14" imgW="761760" imgH="736560" progId="Equation.DSMT4">
                    <p:embed/>
                  </p:oleObj>
                </mc:Choice>
                <mc:Fallback>
                  <p:oleObj name="Equation" r:id="rId14" imgW="761760" imgH="736560" progId="Equation.DSMT4">
                    <p:embed/>
                    <p:pic>
                      <p:nvPicPr>
                        <p:cNvPr id="0" name="Picture 1574"/>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6237342" y="880713"/>
                          <a:ext cx="762000" cy="736600"/>
                        </a:xfrm>
                        <a:prstGeom prst="rect">
                          <a:avLst/>
                        </a:prstGeom>
                        <a:solidFill>
                          <a:srgbClr val="FFFF00"/>
                        </a:solidFill>
                        <a:extLst/>
                      </p:spPr>
                    </p:pic>
                  </p:oleObj>
                </mc:Fallback>
              </mc:AlternateContent>
            </a:graphicData>
          </a:graphic>
        </p:graphicFrame>
      </p:grpSp>
      <p:graphicFrame>
        <p:nvGraphicFramePr>
          <p:cNvPr id="24"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829458827"/>
              </p:ext>
            </p:extLst>
          </p:nvPr>
        </p:nvGraphicFramePr>
        <p:xfrm>
          <a:off x="4194572" y="2201763"/>
          <a:ext cx="762000" cy="279400"/>
        </p:xfrm>
        <a:graphic>
          <a:graphicData uri="http://schemas.openxmlformats.org/presentationml/2006/ole">
            <mc:AlternateContent xmlns:mc="http://schemas.openxmlformats.org/markup-compatibility/2006">
              <mc:Choice xmlns:v="urn:schemas-microsoft-com:vml" Requires="v">
                <p:oleObj spid="_x0000_s162197" name="Equation" r:id="rId16" imgW="761760" imgH="279360" progId="Equation.DSMT4">
                  <p:embed/>
                </p:oleObj>
              </mc:Choice>
              <mc:Fallback>
                <p:oleObj name="Equation" r:id="rId16" imgW="761760" imgH="279360" progId="Equation.DSMT4">
                  <p:embed/>
                  <p:pic>
                    <p:nvPicPr>
                      <p:cNvPr id="0" name="Picture 1575"/>
                      <p:cNvPicPr>
                        <a:picLocks noChangeAspect="1" noChangeArrowheads="1"/>
                      </p:cNvPicPr>
                      <p:nvPr/>
                    </p:nvPicPr>
                    <p:blipFill>
                      <a:blip r:embed="rId17">
                        <a:grayscl/>
                        <a:biLevel thresh="50000"/>
                      </a:blip>
                      <a:srcRect/>
                      <a:stretch>
                        <a:fillRect/>
                      </a:stretch>
                    </p:blipFill>
                    <p:spPr bwMode="auto">
                      <a:xfrm>
                        <a:off x="4194572" y="2201763"/>
                        <a:ext cx="7620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4292557285"/>
              </p:ext>
            </p:extLst>
          </p:nvPr>
        </p:nvGraphicFramePr>
        <p:xfrm>
          <a:off x="3123458" y="3106949"/>
          <a:ext cx="2692400" cy="406400"/>
        </p:xfrm>
        <a:graphic>
          <a:graphicData uri="http://schemas.openxmlformats.org/presentationml/2006/ole">
            <mc:AlternateContent xmlns:mc="http://schemas.openxmlformats.org/markup-compatibility/2006">
              <mc:Choice xmlns:v="urn:schemas-microsoft-com:vml" Requires="v">
                <p:oleObj spid="_x0000_s162198" name="Equation" r:id="rId18" imgW="2692080" imgH="406080" progId="Equation.DSMT4">
                  <p:embed/>
                </p:oleObj>
              </mc:Choice>
              <mc:Fallback>
                <p:oleObj name="Equation" r:id="rId18" imgW="2692080" imgH="406080" progId="Equation.DSMT4">
                  <p:embed/>
                  <p:pic>
                    <p:nvPicPr>
                      <p:cNvPr id="0" name="Picture 1576"/>
                      <p:cNvPicPr>
                        <a:picLocks noChangeAspect="1" noChangeArrowheads="1"/>
                      </p:cNvPicPr>
                      <p:nvPr/>
                    </p:nvPicPr>
                    <p:blipFill>
                      <a:blip r:embed="rId19">
                        <a:grayscl/>
                        <a:biLevel thresh="50000"/>
                      </a:blip>
                      <a:srcRect/>
                      <a:stretch>
                        <a:fillRect/>
                      </a:stretch>
                    </p:blipFill>
                    <p:spPr bwMode="auto">
                      <a:xfrm>
                        <a:off x="3123458" y="3106949"/>
                        <a:ext cx="2692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Text Box 20">
            <a:extLst>
              <a:ext uri="{FF2B5EF4-FFF2-40B4-BE49-F238E27FC236}">
                <a16:creationId xmlns:a16="http://schemas.microsoft.com/office/drawing/2014/main" id="{1D62E318-9F07-45C9-9540-F6A04EB3636E}"/>
              </a:ext>
            </a:extLst>
          </p:cNvPr>
          <p:cNvSpPr txBox="1">
            <a:spLocks noChangeArrowheads="1"/>
          </p:cNvSpPr>
          <p:nvPr/>
        </p:nvSpPr>
        <p:spPr bwMode="auto">
          <a:xfrm>
            <a:off x="878552" y="3867426"/>
            <a:ext cx="25209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400" b="1" dirty="0">
                <a:solidFill>
                  <a:srgbClr val="0064FF"/>
                </a:solidFill>
                <a:latin typeface="+mn-ea"/>
                <a:ea typeface="+mn-ea"/>
              </a:rPr>
              <a:t>注</a:t>
            </a:r>
            <a:r>
              <a:rPr kumimoji="1" lang="en-US" altLang="zh-CN" sz="2400" b="1" dirty="0">
                <a:latin typeface="+mn-ea"/>
                <a:ea typeface="+mn-ea"/>
              </a:rPr>
              <a:t>   </a:t>
            </a:r>
            <a:r>
              <a:rPr kumimoji="1" lang="zh-CN" altLang="en-US" sz="2400" b="1" dirty="0">
                <a:latin typeface="+mn-ea"/>
                <a:ea typeface="+mn-ea"/>
              </a:rPr>
              <a:t>特别地</a:t>
            </a:r>
            <a:r>
              <a:rPr kumimoji="1" lang="en-US" altLang="zh-CN" sz="2400" b="1" dirty="0">
                <a:latin typeface="+mn-ea"/>
                <a:ea typeface="+mn-ea"/>
              </a:rPr>
              <a:t>,</a:t>
            </a:r>
          </a:p>
        </p:txBody>
      </p:sp>
      <p:sp>
        <p:nvSpPr>
          <p:cNvPr id="27" name="Text Box 22">
            <a:extLst>
              <a:ext uri="{FF2B5EF4-FFF2-40B4-BE49-F238E27FC236}">
                <a16:creationId xmlns:a16="http://schemas.microsoft.com/office/drawing/2014/main" id="{FC882DE3-29EA-45F4-918E-BA1561E4A8E0}"/>
              </a:ext>
            </a:extLst>
          </p:cNvPr>
          <p:cNvSpPr txBox="1">
            <a:spLocks noChangeArrowheads="1"/>
          </p:cNvSpPr>
          <p:nvPr/>
        </p:nvSpPr>
        <p:spPr bwMode="auto">
          <a:xfrm>
            <a:off x="3744926" y="3838206"/>
            <a:ext cx="152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400" b="1" dirty="0">
                <a:latin typeface="+mn-ea"/>
                <a:ea typeface="+mn-ea"/>
              </a:rPr>
              <a:t>时</a:t>
            </a:r>
            <a:r>
              <a:rPr kumimoji="1" lang="en-US" altLang="zh-CN" sz="2400" b="1" dirty="0">
                <a:latin typeface="+mn-ea"/>
                <a:ea typeface="+mn-ea"/>
              </a:rPr>
              <a:t>,</a:t>
            </a:r>
            <a:r>
              <a:rPr kumimoji="1" lang="zh-CN" altLang="en-US" sz="2400" b="1" dirty="0">
                <a:latin typeface="+mn-ea"/>
                <a:ea typeface="+mn-ea"/>
              </a:rPr>
              <a:t>有</a:t>
            </a:r>
          </a:p>
        </p:txBody>
      </p:sp>
      <p:graphicFrame>
        <p:nvGraphicFramePr>
          <p:cNvPr id="28"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1633486400"/>
              </p:ext>
            </p:extLst>
          </p:nvPr>
        </p:nvGraphicFramePr>
        <p:xfrm>
          <a:off x="3053160" y="4019451"/>
          <a:ext cx="635000" cy="215900"/>
        </p:xfrm>
        <a:graphic>
          <a:graphicData uri="http://schemas.openxmlformats.org/presentationml/2006/ole">
            <mc:AlternateContent xmlns:mc="http://schemas.openxmlformats.org/markup-compatibility/2006">
              <mc:Choice xmlns:v="urn:schemas-microsoft-com:vml" Requires="v">
                <p:oleObj spid="_x0000_s162199" name="Equation" r:id="rId20" imgW="634680" imgH="215640" progId="Equation.DSMT4">
                  <p:embed/>
                </p:oleObj>
              </mc:Choice>
              <mc:Fallback>
                <p:oleObj name="Equation" r:id="rId20" imgW="634680" imgH="215640" progId="Equation.DSMT4">
                  <p:embed/>
                  <p:pic>
                    <p:nvPicPr>
                      <p:cNvPr id="0" name="Picture 1577"/>
                      <p:cNvPicPr>
                        <a:picLocks noChangeAspect="1" noChangeArrowheads="1"/>
                      </p:cNvPicPr>
                      <p:nvPr/>
                    </p:nvPicPr>
                    <p:blipFill>
                      <a:blip r:embed="rId21">
                        <a:grayscl/>
                        <a:biLevel thresh="50000"/>
                      </a:blip>
                      <a:srcRect/>
                      <a:stretch>
                        <a:fillRect/>
                      </a:stretch>
                    </p:blipFill>
                    <p:spPr bwMode="auto">
                      <a:xfrm>
                        <a:off x="3053160" y="4019451"/>
                        <a:ext cx="6350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721055736"/>
              </p:ext>
            </p:extLst>
          </p:nvPr>
        </p:nvGraphicFramePr>
        <p:xfrm>
          <a:off x="4885135" y="3860701"/>
          <a:ext cx="2235200" cy="406400"/>
        </p:xfrm>
        <a:graphic>
          <a:graphicData uri="http://schemas.openxmlformats.org/presentationml/2006/ole">
            <mc:AlternateContent xmlns:mc="http://schemas.openxmlformats.org/markup-compatibility/2006">
              <mc:Choice xmlns:v="urn:schemas-microsoft-com:vml" Requires="v">
                <p:oleObj spid="_x0000_s162200" name="Equation" r:id="rId22" imgW="2234880" imgH="406080" progId="Equation.DSMT4">
                  <p:embed/>
                </p:oleObj>
              </mc:Choice>
              <mc:Fallback>
                <p:oleObj name="Equation" r:id="rId22" imgW="2234880" imgH="406080" progId="Equation.DSMT4">
                  <p:embed/>
                  <p:pic>
                    <p:nvPicPr>
                      <p:cNvPr id="0" name="Picture 1578"/>
                      <p:cNvPicPr>
                        <a:picLocks noChangeAspect="1" noChangeArrowheads="1"/>
                      </p:cNvPicPr>
                      <p:nvPr/>
                    </p:nvPicPr>
                    <p:blipFill>
                      <a:blip r:embed="rId23">
                        <a:grayscl/>
                        <a:biLevel thresh="50000"/>
                      </a:blip>
                      <a:srcRect/>
                      <a:stretch>
                        <a:fillRect/>
                      </a:stretch>
                    </p:blipFill>
                    <p:spPr bwMode="auto">
                      <a:xfrm>
                        <a:off x="4885135" y="3860701"/>
                        <a:ext cx="22352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5540898" y="344949"/>
            <a:ext cx="3109004" cy="59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solidFill>
                  <a:srgbClr val="FF0000"/>
                </a:solidFill>
                <a:latin typeface="华文楷体" panose="02010600040101010101" pitchFamily="2" charset="-122"/>
                <a:ea typeface="华文楷体" panose="02010600040101010101" pitchFamily="2" charset="-122"/>
              </a:rPr>
              <a:t>变量代换</a:t>
            </a:r>
          </a:p>
        </p:txBody>
      </p:sp>
      <p:graphicFrame>
        <p:nvGraphicFramePr>
          <p:cNvPr id="32"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4012446615"/>
              </p:ext>
            </p:extLst>
          </p:nvPr>
        </p:nvGraphicFramePr>
        <p:xfrm>
          <a:off x="3419872" y="555526"/>
          <a:ext cx="1587500" cy="342900"/>
        </p:xfrm>
        <a:graphic>
          <a:graphicData uri="http://schemas.openxmlformats.org/presentationml/2006/ole">
            <mc:AlternateContent xmlns:mc="http://schemas.openxmlformats.org/markup-compatibility/2006">
              <mc:Choice xmlns:v="urn:schemas-microsoft-com:vml" Requires="v">
                <p:oleObj spid="_x0000_s162201" name="Equation" r:id="rId24" imgW="1587240" imgH="342720" progId="Equation.DSMT4">
                  <p:embed/>
                </p:oleObj>
              </mc:Choice>
              <mc:Fallback>
                <p:oleObj name="Equation" r:id="rId24" imgW="1587240" imgH="342720" progId="Equation.DSMT4">
                  <p:embed/>
                  <p:pic>
                    <p:nvPicPr>
                      <p:cNvPr id="0" name="Picture 1579"/>
                      <p:cNvPicPr>
                        <a:picLocks noChangeAspect="1" noChangeArrowheads="1"/>
                      </p:cNvPicPr>
                      <p:nvPr/>
                    </p:nvPicPr>
                    <p:blipFill>
                      <a:blip r:embed="rId25">
                        <a:grayscl/>
                        <a:biLevel thresh="50000"/>
                      </a:blip>
                      <a:srcRect/>
                      <a:stretch>
                        <a:fillRect/>
                      </a:stretch>
                    </p:blipFill>
                    <p:spPr bwMode="auto">
                      <a:xfrm>
                        <a:off x="3419872" y="555526"/>
                        <a:ext cx="1587500" cy="342900"/>
                      </a:xfrm>
                      <a:prstGeom prst="rect">
                        <a:avLst/>
                      </a:prstGeom>
                      <a:solidFill>
                        <a:srgbClr val="FFFF00"/>
                      </a:solidFill>
                      <a:extLst/>
                    </p:spPr>
                  </p:pic>
                </p:oleObj>
              </mc:Fallback>
            </mc:AlternateContent>
          </a:graphicData>
        </a:graphic>
      </p:graphicFrame>
      <p:sp>
        <p:nvSpPr>
          <p:cNvPr id="33" name="Text Box 13">
            <a:extLst>
              <a:ext uri="{FF2B5EF4-FFF2-40B4-BE49-F238E27FC236}">
                <a16:creationId xmlns:a16="http://schemas.microsoft.com/office/drawing/2014/main" id="{8354CF75-CF79-4A68-A0CD-1F3E1E940375}"/>
              </a:ext>
            </a:extLst>
          </p:cNvPr>
          <p:cNvSpPr txBox="1">
            <a:spLocks noChangeArrowheads="1"/>
          </p:cNvSpPr>
          <p:nvPr/>
        </p:nvSpPr>
        <p:spPr bwMode="auto">
          <a:xfrm>
            <a:off x="1444301" y="1384659"/>
            <a:ext cx="5740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400" b="1" dirty="0">
                <a:latin typeface="宋体" panose="02010600030101010101" pitchFamily="2" charset="-122"/>
              </a:rPr>
              <a:t>令</a:t>
            </a:r>
          </a:p>
        </p:txBody>
      </p:sp>
    </p:spTree>
    <p:extLst>
      <p:ext uri="{BB962C8B-B14F-4D97-AF65-F5344CB8AC3E}">
        <p14:creationId xmlns:p14="http://schemas.microsoft.com/office/powerpoint/2010/main" val="25191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left)">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left)">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500"/>
                                        <p:tgtEl>
                                          <p:spTgt spid="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left)">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left)">
                                      <p:cBhvr>
                                        <p:cTn id="72" dur="500"/>
                                        <p:tgtEl>
                                          <p:spTgt spid="28"/>
                                        </p:tgtEl>
                                      </p:cBhvr>
                                    </p:animEffect>
                                  </p:childTnLst>
                                </p:cTn>
                              </p:par>
                            </p:childTnLst>
                          </p:cTn>
                        </p:par>
                        <p:par>
                          <p:cTn id="73" fill="hold">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wipe(left)">
                                      <p:cBhvr>
                                        <p:cTn id="76" dur="500"/>
                                        <p:tgtEl>
                                          <p:spTgt spid="2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wipe(left)">
                                      <p:cBhvr>
                                        <p:cTn id="81" dur="500"/>
                                        <p:tgtEl>
                                          <p:spTgt spid="29"/>
                                        </p:tgtEl>
                                      </p:cBhvr>
                                    </p:animEffect>
                                  </p:childTnLst>
                                </p:cTn>
                              </p:par>
                            </p:childTnLst>
                          </p:cTn>
                        </p:par>
                      </p:childTnLst>
                    </p:cTn>
                  </p:par>
                  <p:par>
                    <p:cTn id="82" fill="hold">
                      <p:stCondLst>
                        <p:cond delay="indefinite"/>
                      </p:stCondLst>
                      <p:childTnLst>
                        <p:par>
                          <p:cTn id="83" fill="hold">
                            <p:stCondLst>
                              <p:cond delay="0"/>
                            </p:stCondLst>
                            <p:childTnLst>
                              <p:par>
                                <p:cTn id="84" presetID="21" presetClass="entr" presetSubtype="1" fill="hold" grpId="0" nodeType="click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wheel(1)">
                                      <p:cBhvr>
                                        <p:cTn id="86"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 grpId="0" animBg="1"/>
      <p:bldP spid="4" grpId="0" autoUpdateAnimBg="0"/>
      <p:bldP spid="6" grpId="0" autoUpdateAnimBg="0"/>
      <p:bldP spid="20" grpId="0" autoUpdateAnimBg="0"/>
      <p:bldP spid="26" grpId="0" autoUpdateAnimBg="0"/>
      <p:bldP spid="27" grpId="0" autoUpdateAnimBg="0"/>
      <p:bldP spid="31" grpId="0"/>
      <p:bldP spid="3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911935" y="4080068"/>
            <a:ext cx="3161229" cy="619745"/>
          </a:xfrm>
          <a:prstGeom prst="rect">
            <a:avLst/>
          </a:prstGeom>
          <a:solidFill>
            <a:srgbClr val="FFFF00"/>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 Box 11">
            <a:extLst>
              <a:ext uri="{FF2B5EF4-FFF2-40B4-BE49-F238E27FC236}">
                <a16:creationId xmlns:a16="http://schemas.microsoft.com/office/drawing/2014/main" id="{F3D1BDBC-050A-4BF1-BD24-06EB60B72B50}"/>
              </a:ext>
            </a:extLst>
          </p:cNvPr>
          <p:cNvSpPr txBox="1">
            <a:spLocks noChangeArrowheads="1"/>
          </p:cNvSpPr>
          <p:nvPr/>
        </p:nvSpPr>
        <p:spPr bwMode="auto">
          <a:xfrm>
            <a:off x="823088" y="783212"/>
            <a:ext cx="1828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例</a:t>
            </a:r>
            <a:r>
              <a:rPr lang="en-US" altLang="zh-CN" sz="2400" b="1" dirty="0">
                <a:solidFill>
                  <a:srgbClr val="0064FF"/>
                </a:solidFill>
                <a:latin typeface="+mn-ea"/>
                <a:ea typeface="+mn-ea"/>
              </a:rPr>
              <a:t>9 </a:t>
            </a:r>
            <a:r>
              <a:rPr lang="zh-CN" altLang="en-US" sz="2400" b="1" dirty="0">
                <a:latin typeface="+mn-ea"/>
                <a:ea typeface="+mn-ea"/>
              </a:rPr>
              <a:t>求</a:t>
            </a:r>
          </a:p>
        </p:txBody>
      </p:sp>
      <p:sp>
        <p:nvSpPr>
          <p:cNvPr id="4" name="Text Box 13">
            <a:extLst>
              <a:ext uri="{FF2B5EF4-FFF2-40B4-BE49-F238E27FC236}">
                <a16:creationId xmlns:a16="http://schemas.microsoft.com/office/drawing/2014/main" id="{8354CF75-CF79-4A68-A0CD-1F3E1E940375}"/>
              </a:ext>
            </a:extLst>
          </p:cNvPr>
          <p:cNvSpPr txBox="1">
            <a:spLocks noChangeArrowheads="1"/>
          </p:cNvSpPr>
          <p:nvPr/>
        </p:nvSpPr>
        <p:spPr bwMode="auto">
          <a:xfrm>
            <a:off x="857686" y="1689011"/>
            <a:ext cx="6798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kumimoji="1" lang="zh-CN" altLang="en-US" sz="2400" b="1" dirty="0">
              <a:latin typeface="Times New Roman" pitchFamily="18" charset="0"/>
              <a:ea typeface="楷体_GB2312" pitchFamily="49" charset="-122"/>
            </a:endParaRPr>
          </a:p>
        </p:txBody>
      </p:sp>
      <p:graphicFrame>
        <p:nvGraphicFramePr>
          <p:cNvPr id="17"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553406635"/>
              </p:ext>
            </p:extLst>
          </p:nvPr>
        </p:nvGraphicFramePr>
        <p:xfrm>
          <a:off x="2123320" y="617598"/>
          <a:ext cx="1790700" cy="774700"/>
        </p:xfrm>
        <a:graphic>
          <a:graphicData uri="http://schemas.openxmlformats.org/presentationml/2006/ole">
            <mc:AlternateContent xmlns:mc="http://schemas.openxmlformats.org/markup-compatibility/2006">
              <mc:Choice xmlns:v="urn:schemas-microsoft-com:vml" Requires="v">
                <p:oleObj spid="_x0000_s156225" name="Equation" r:id="rId4" imgW="1790640" imgH="774360" progId="Equation.DSMT4">
                  <p:embed/>
                </p:oleObj>
              </mc:Choice>
              <mc:Fallback>
                <p:oleObj name="Equation" r:id="rId4" imgW="1790640" imgH="774360" progId="Equation.DSMT4">
                  <p:embed/>
                  <p:pic>
                    <p:nvPicPr>
                      <p:cNvPr id="0" name="Picture 1152"/>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2123320" y="617598"/>
                        <a:ext cx="179070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Text Box 20">
            <a:extLst>
              <a:ext uri="{FF2B5EF4-FFF2-40B4-BE49-F238E27FC236}">
                <a16:creationId xmlns:a16="http://schemas.microsoft.com/office/drawing/2014/main" id="{1D62E318-9F07-45C9-9540-F6A04EB3636E}"/>
              </a:ext>
            </a:extLst>
          </p:cNvPr>
          <p:cNvSpPr txBox="1">
            <a:spLocks noChangeArrowheads="1"/>
          </p:cNvSpPr>
          <p:nvPr/>
        </p:nvSpPr>
        <p:spPr bwMode="auto">
          <a:xfrm>
            <a:off x="942687" y="4148339"/>
            <a:ext cx="25209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zh-CN" altLang="en-US" sz="2400" b="1" dirty="0">
                <a:solidFill>
                  <a:srgbClr val="0064FF"/>
                </a:solidFill>
                <a:latin typeface="宋体" panose="02010600030101010101" pitchFamily="2" charset="-122"/>
              </a:rPr>
              <a:t>注</a:t>
            </a:r>
            <a:r>
              <a:rPr kumimoji="1" lang="en-US" altLang="zh-CN" sz="2400" b="1" dirty="0">
                <a:latin typeface="宋体" panose="02010600030101010101" pitchFamily="2" charset="-122"/>
              </a:rPr>
              <a:t> </a:t>
            </a:r>
          </a:p>
        </p:txBody>
      </p:sp>
      <p:graphicFrame>
        <p:nvGraphicFramePr>
          <p:cNvPr id="29"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1443323876"/>
              </p:ext>
            </p:extLst>
          </p:nvPr>
        </p:nvGraphicFramePr>
        <p:xfrm>
          <a:off x="4055705" y="4267104"/>
          <a:ext cx="977900" cy="342900"/>
        </p:xfrm>
        <a:graphic>
          <a:graphicData uri="http://schemas.openxmlformats.org/presentationml/2006/ole">
            <mc:AlternateContent xmlns:mc="http://schemas.openxmlformats.org/markup-compatibility/2006">
              <mc:Choice xmlns:v="urn:schemas-microsoft-com:vml" Requires="v">
                <p:oleObj spid="_x0000_s156226" name="Equation" r:id="rId6" imgW="977760" imgH="342720" progId="Equation.DSMT4">
                  <p:embed/>
                </p:oleObj>
              </mc:Choice>
              <mc:Fallback>
                <p:oleObj name="Equation" r:id="rId6" imgW="977760" imgH="342720" progId="Equation.DSMT4">
                  <p:embed/>
                  <p:pic>
                    <p:nvPicPr>
                      <p:cNvPr id="0" name="Picture 1153"/>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4055705" y="4267104"/>
                        <a:ext cx="9779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4014061356"/>
              </p:ext>
            </p:extLst>
          </p:nvPr>
        </p:nvGraphicFramePr>
        <p:xfrm>
          <a:off x="3967163" y="833438"/>
          <a:ext cx="1028700" cy="342900"/>
        </p:xfrm>
        <a:graphic>
          <a:graphicData uri="http://schemas.openxmlformats.org/presentationml/2006/ole">
            <mc:AlternateContent xmlns:mc="http://schemas.openxmlformats.org/markup-compatibility/2006">
              <mc:Choice xmlns:v="urn:schemas-microsoft-com:vml" Requires="v">
                <p:oleObj spid="_x0000_s156227" name="Equation" r:id="rId8" imgW="1028520" imgH="342720" progId="Equation.DSMT4">
                  <p:embed/>
                </p:oleObj>
              </mc:Choice>
              <mc:Fallback>
                <p:oleObj name="Equation" r:id="rId8" imgW="1028520" imgH="342720" progId="Equation.DSMT4">
                  <p:embed/>
                  <p:pic>
                    <p:nvPicPr>
                      <p:cNvPr id="0" name="Picture 1154"/>
                      <p:cNvPicPr>
                        <a:picLocks noChangeAspect="1" noChangeArrowheads="1"/>
                      </p:cNvPicPr>
                      <p:nvPr/>
                    </p:nvPicPr>
                    <p:blipFill>
                      <a:blip r:embed="rId9">
                        <a:grayscl/>
                        <a:biLevel thresh="50000"/>
                      </a:blip>
                      <a:srcRect/>
                      <a:stretch>
                        <a:fillRect/>
                      </a:stretch>
                    </p:blipFill>
                    <p:spPr bwMode="auto">
                      <a:xfrm>
                        <a:off x="3967163" y="833438"/>
                        <a:ext cx="10287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111977577"/>
              </p:ext>
            </p:extLst>
          </p:nvPr>
        </p:nvGraphicFramePr>
        <p:xfrm>
          <a:off x="1581512" y="2665762"/>
          <a:ext cx="1790700" cy="774700"/>
        </p:xfrm>
        <a:graphic>
          <a:graphicData uri="http://schemas.openxmlformats.org/presentationml/2006/ole">
            <mc:AlternateContent xmlns:mc="http://schemas.openxmlformats.org/markup-compatibility/2006">
              <mc:Choice xmlns:v="urn:schemas-microsoft-com:vml" Requires="v">
                <p:oleObj spid="_x0000_s156228" name="Equation" r:id="rId10" imgW="1790640" imgH="774360" progId="Equation.DSMT4">
                  <p:embed/>
                </p:oleObj>
              </mc:Choice>
              <mc:Fallback>
                <p:oleObj name="Equation" r:id="rId10" imgW="1790640" imgH="774360" progId="Equation.DSMT4">
                  <p:embed/>
                  <p:pic>
                    <p:nvPicPr>
                      <p:cNvPr id="0" name="Picture 1155"/>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1581512" y="2665762"/>
                        <a:ext cx="179070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345795737"/>
              </p:ext>
            </p:extLst>
          </p:nvPr>
        </p:nvGraphicFramePr>
        <p:xfrm>
          <a:off x="3428768" y="2703862"/>
          <a:ext cx="1130300" cy="736600"/>
        </p:xfrm>
        <a:graphic>
          <a:graphicData uri="http://schemas.openxmlformats.org/presentationml/2006/ole">
            <mc:AlternateContent xmlns:mc="http://schemas.openxmlformats.org/markup-compatibility/2006">
              <mc:Choice xmlns:v="urn:schemas-microsoft-com:vml" Requires="v">
                <p:oleObj spid="_x0000_s156229" name="Equation" r:id="rId12" imgW="1130040" imgH="736560" progId="Equation.DSMT4">
                  <p:embed/>
                </p:oleObj>
              </mc:Choice>
              <mc:Fallback>
                <p:oleObj name="Equation" r:id="rId12" imgW="1130040" imgH="736560" progId="Equation.DSMT4">
                  <p:embed/>
                  <p:pic>
                    <p:nvPicPr>
                      <p:cNvPr id="0" name="Picture 1158"/>
                      <p:cNvPicPr>
                        <a:picLocks noChangeAspect="1" noChangeArrowheads="1"/>
                      </p:cNvPicPr>
                      <p:nvPr/>
                    </p:nvPicPr>
                    <p:blipFill>
                      <a:blip r:embed="rId13">
                        <a:grayscl/>
                        <a:biLevel thresh="50000"/>
                      </a:blip>
                      <a:srcRect/>
                      <a:stretch>
                        <a:fillRect/>
                      </a:stretch>
                    </p:blipFill>
                    <p:spPr bwMode="auto">
                      <a:xfrm>
                        <a:off x="3428768" y="2703862"/>
                        <a:ext cx="1130300"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4161466072"/>
              </p:ext>
            </p:extLst>
          </p:nvPr>
        </p:nvGraphicFramePr>
        <p:xfrm>
          <a:off x="4572000" y="2963863"/>
          <a:ext cx="533400" cy="215900"/>
        </p:xfrm>
        <a:graphic>
          <a:graphicData uri="http://schemas.openxmlformats.org/presentationml/2006/ole">
            <mc:AlternateContent xmlns:mc="http://schemas.openxmlformats.org/markup-compatibility/2006">
              <mc:Choice xmlns:v="urn:schemas-microsoft-com:vml" Requires="v">
                <p:oleObj spid="_x0000_s156230" name="Equation" r:id="rId14" imgW="533160" imgH="215640" progId="Equation.DSMT4">
                  <p:embed/>
                </p:oleObj>
              </mc:Choice>
              <mc:Fallback>
                <p:oleObj name="Equation" r:id="rId14" imgW="533160" imgH="215640" progId="Equation.DSMT4">
                  <p:embed/>
                  <p:pic>
                    <p:nvPicPr>
                      <p:cNvPr id="0" name="Picture 1160"/>
                      <p:cNvPicPr>
                        <a:picLocks noChangeAspect="1" noChangeArrowheads="1"/>
                      </p:cNvPicPr>
                      <p:nvPr/>
                    </p:nvPicPr>
                    <p:blipFill>
                      <a:blip r:embed="rId15">
                        <a:grayscl/>
                        <a:biLevel thresh="50000"/>
                      </a:blip>
                      <a:srcRect/>
                      <a:stretch>
                        <a:fillRect/>
                      </a:stretch>
                    </p:blipFill>
                    <p:spPr bwMode="auto">
                      <a:xfrm>
                        <a:off x="4572000" y="2963863"/>
                        <a:ext cx="533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266419606"/>
              </p:ext>
            </p:extLst>
          </p:nvPr>
        </p:nvGraphicFramePr>
        <p:xfrm>
          <a:off x="2007557" y="4179268"/>
          <a:ext cx="1955800" cy="406400"/>
        </p:xfrm>
        <a:graphic>
          <a:graphicData uri="http://schemas.openxmlformats.org/presentationml/2006/ole">
            <mc:AlternateContent xmlns:mc="http://schemas.openxmlformats.org/markup-compatibility/2006">
              <mc:Choice xmlns:v="urn:schemas-microsoft-com:vml" Requires="v">
                <p:oleObj spid="_x0000_s156231" name="Equation" r:id="rId16" imgW="1955520" imgH="406080" progId="Equation.DSMT4">
                  <p:embed/>
                </p:oleObj>
              </mc:Choice>
              <mc:Fallback>
                <p:oleObj name="Equation" r:id="rId16" imgW="1955520" imgH="406080" progId="Equation.DSMT4">
                  <p:embed/>
                  <p:pic>
                    <p:nvPicPr>
                      <p:cNvPr id="0" name="Picture 1161"/>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2007557" y="4179268"/>
                        <a:ext cx="1955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组合 2">
            <a:extLst>
              <a:ext uri="{FF2B5EF4-FFF2-40B4-BE49-F238E27FC236}">
                <a16:creationId xmlns:a16="http://schemas.microsoft.com/office/drawing/2014/main" id="{A4E3C18B-064E-4A2B-BDC3-E308840F74B2}"/>
              </a:ext>
            </a:extLst>
          </p:cNvPr>
          <p:cNvGrpSpPr/>
          <p:nvPr/>
        </p:nvGrpSpPr>
        <p:grpSpPr>
          <a:xfrm>
            <a:off x="1443498" y="1689011"/>
            <a:ext cx="1871714" cy="471555"/>
            <a:chOff x="1453654" y="1525314"/>
            <a:chExt cx="1871714" cy="471555"/>
          </a:xfrm>
        </p:grpSpPr>
        <p:graphicFrame>
          <p:nvGraphicFramePr>
            <p:cNvPr id="34"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498952561"/>
                </p:ext>
              </p:extLst>
            </p:nvPr>
          </p:nvGraphicFramePr>
          <p:xfrm>
            <a:off x="1887344" y="1612784"/>
            <a:ext cx="774700" cy="279400"/>
          </p:xfrm>
          <a:graphic>
            <a:graphicData uri="http://schemas.openxmlformats.org/presentationml/2006/ole">
              <mc:AlternateContent xmlns:mc="http://schemas.openxmlformats.org/markup-compatibility/2006">
                <mc:Choice xmlns:v="urn:schemas-microsoft-com:vml" Requires="v">
                  <p:oleObj spid="_x0000_s156232" name="Equation" r:id="rId18" imgW="774360" imgH="279360" progId="Equation.DSMT4">
                    <p:embed/>
                  </p:oleObj>
                </mc:Choice>
                <mc:Fallback>
                  <p:oleObj name="Equation" r:id="rId18" imgW="774360" imgH="279360" progId="Equation.DSMT4">
                    <p:embed/>
                    <p:pic>
                      <p:nvPicPr>
                        <p:cNvPr id="0" name="Picture 1156"/>
                        <p:cNvPicPr>
                          <a:picLocks noChangeAspect="1" noChangeArrowheads="1"/>
                        </p:cNvPicPr>
                        <p:nvPr/>
                      </p:nvPicPr>
                      <p:blipFill>
                        <a:blip r:embed="rId19">
                          <a:grayscl/>
                          <a:biLevel thresh="50000"/>
                        </a:blip>
                        <a:srcRect/>
                        <a:stretch>
                          <a:fillRect/>
                        </a:stretch>
                      </p:blipFill>
                      <p:spPr bwMode="auto">
                        <a:xfrm>
                          <a:off x="1887344" y="1612784"/>
                          <a:ext cx="7747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13">
              <a:extLst>
                <a:ext uri="{FF2B5EF4-FFF2-40B4-BE49-F238E27FC236}">
                  <a16:creationId xmlns:a16="http://schemas.microsoft.com/office/drawing/2014/main" id="{F44E1A2D-B3A6-40E1-9052-92FCB0AC8C89}"/>
                </a:ext>
              </a:extLst>
            </p:cNvPr>
            <p:cNvSpPr txBox="1">
              <a:spLocks noChangeArrowheads="1"/>
            </p:cNvSpPr>
            <p:nvPr/>
          </p:nvSpPr>
          <p:spPr bwMode="auto">
            <a:xfrm>
              <a:off x="1453654" y="1535204"/>
              <a:ext cx="6798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latin typeface="+mn-ea"/>
                  <a:ea typeface="+mn-ea"/>
                </a:rPr>
                <a:t>当</a:t>
              </a:r>
              <a:endParaRPr kumimoji="1" lang="zh-CN" altLang="en-US" sz="2400" b="1" dirty="0">
                <a:latin typeface="Times New Roman" pitchFamily="18" charset="0"/>
                <a:ea typeface="楷体_GB2312" pitchFamily="49" charset="-122"/>
              </a:endParaRPr>
            </a:p>
          </p:txBody>
        </p:sp>
        <p:sp>
          <p:nvSpPr>
            <p:cNvPr id="19" name="Text Box 13">
              <a:extLst>
                <a:ext uri="{FF2B5EF4-FFF2-40B4-BE49-F238E27FC236}">
                  <a16:creationId xmlns:a16="http://schemas.microsoft.com/office/drawing/2014/main" id="{6BC8A932-403F-4F61-8B49-955D1BF0DB98}"/>
                </a:ext>
              </a:extLst>
            </p:cNvPr>
            <p:cNvSpPr txBox="1">
              <a:spLocks noChangeArrowheads="1"/>
            </p:cNvSpPr>
            <p:nvPr/>
          </p:nvSpPr>
          <p:spPr bwMode="auto">
            <a:xfrm>
              <a:off x="2645546" y="1525314"/>
              <a:ext cx="6798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latin typeface="+mn-ea"/>
                  <a:ea typeface="+mn-ea"/>
                </a:rPr>
                <a:t>时，</a:t>
              </a:r>
              <a:endParaRPr kumimoji="1" lang="zh-CN" altLang="en-US" sz="2400" b="1" dirty="0">
                <a:latin typeface="Times New Roman" pitchFamily="18" charset="0"/>
                <a:ea typeface="楷体_GB2312" pitchFamily="49" charset="-122"/>
              </a:endParaRPr>
            </a:p>
          </p:txBody>
        </p:sp>
      </p:grpSp>
      <p:graphicFrame>
        <p:nvGraphicFramePr>
          <p:cNvPr id="20" name="Object 2">
            <a:extLst>
              <a:ext uri="{FF2B5EF4-FFF2-40B4-BE49-F238E27FC236}">
                <a16:creationId xmlns:a16="http://schemas.microsoft.com/office/drawing/2014/main" id="{D46990C1-6C61-49B8-9E1A-CCEEE81A64E7}"/>
              </a:ext>
            </a:extLst>
          </p:cNvPr>
          <p:cNvGraphicFramePr>
            <a:graphicFrameLocks noChangeAspect="1"/>
          </p:cNvGraphicFramePr>
          <p:nvPr>
            <p:extLst>
              <p:ext uri="{D42A27DB-BD31-4B8C-83A1-F6EECF244321}">
                <p14:modId xmlns:p14="http://schemas.microsoft.com/office/powerpoint/2010/main" val="3205718644"/>
              </p:ext>
            </p:extLst>
          </p:nvPr>
        </p:nvGraphicFramePr>
        <p:xfrm>
          <a:off x="3290888" y="1706563"/>
          <a:ext cx="5054600" cy="406400"/>
        </p:xfrm>
        <a:graphic>
          <a:graphicData uri="http://schemas.openxmlformats.org/presentationml/2006/ole">
            <mc:AlternateContent xmlns:mc="http://schemas.openxmlformats.org/markup-compatibility/2006">
              <mc:Choice xmlns:v="urn:schemas-microsoft-com:vml" Requires="v">
                <p:oleObj spid="_x0000_s156233" name="Equation" r:id="rId20" imgW="5054400" imgH="406080" progId="Equation.DSMT4">
                  <p:embed/>
                </p:oleObj>
              </mc:Choice>
              <mc:Fallback>
                <p:oleObj name="Equation" r:id="rId20" imgW="5054400" imgH="406080" progId="Equation.DSMT4">
                  <p:embed/>
                  <p:pic>
                    <p:nvPicPr>
                      <p:cNvPr id="17" name="Object 2">
                        <a:extLst>
                          <a:ext uri="{FF2B5EF4-FFF2-40B4-BE49-F238E27FC236}">
                            <a16:creationId xmlns:a16="http://schemas.microsoft.com/office/drawing/2014/main" id="{514C9EA2-5373-42ED-A914-7460D1DC3593}"/>
                          </a:ext>
                        </a:extLst>
                      </p:cNvPr>
                      <p:cNvPicPr>
                        <a:picLocks noChangeAspect="1" noChangeArrowheads="1"/>
                      </p:cNvPicPr>
                      <p:nvPr/>
                    </p:nvPicPr>
                    <p:blipFill>
                      <a:blip r:embed="rId21">
                        <a:grayscl/>
                        <a:biLevel thresh="50000"/>
                      </a:blip>
                      <a:srcRect/>
                      <a:stretch>
                        <a:fillRect/>
                      </a:stretch>
                    </p:blipFill>
                    <p:spPr bwMode="auto">
                      <a:xfrm>
                        <a:off x="3290888" y="1706563"/>
                        <a:ext cx="50546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 Box 42">
            <a:extLst>
              <a:ext uri="{FF2B5EF4-FFF2-40B4-BE49-F238E27FC236}">
                <a16:creationId xmlns:a16="http://schemas.microsoft.com/office/drawing/2014/main" id="{2A30BFDC-907A-4232-8158-48F1DE7C55AB}"/>
              </a:ext>
            </a:extLst>
          </p:cNvPr>
          <p:cNvSpPr txBox="1">
            <a:spLocks noChangeArrowheads="1"/>
          </p:cNvSpPr>
          <p:nvPr/>
        </p:nvSpPr>
        <p:spPr bwMode="auto">
          <a:xfrm>
            <a:off x="5466178" y="672583"/>
            <a:ext cx="2490198" cy="59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kumimoji="1" lang="zh-CN" altLang="en-US" sz="2400" b="1" dirty="0">
                <a:solidFill>
                  <a:srgbClr val="FF0000"/>
                </a:solidFill>
                <a:latin typeface="华文楷体" panose="02010600040101010101" pitchFamily="2" charset="-122"/>
                <a:ea typeface="华文楷体" panose="02010600040101010101" pitchFamily="2" charset="-122"/>
              </a:rPr>
              <a:t>等价无穷小替换</a:t>
            </a:r>
          </a:p>
        </p:txBody>
      </p:sp>
    </p:spTree>
    <p:extLst>
      <p:ext uri="{BB962C8B-B14F-4D97-AF65-F5344CB8AC3E}">
        <p14:creationId xmlns:p14="http://schemas.microsoft.com/office/powerpoint/2010/main" val="278350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wipe(left)">
                                      <p:cBhvr>
                                        <p:cTn id="37" dur="5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left)">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wipe(left)">
                                      <p:cBhvr>
                                        <p:cTn id="47" dur="5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left)">
                                      <p:cBhvr>
                                        <p:cTn id="52" dur="50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21" presetClass="entr" presetSubtype="1"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heel(1)">
                                      <p:cBhvr>
                                        <p:cTn id="57"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4" grpId="0" autoUpdateAnimBg="0"/>
      <p:bldP spid="26" grpId="0" autoUpdateAnimBg="0"/>
      <p:bldP spid="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1463566" y="1016327"/>
            <a:ext cx="2504802"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latin typeface="+mn-ea"/>
                <a:ea typeface="+mn-ea"/>
              </a:rPr>
              <a:t>称为幂指函数</a:t>
            </a:r>
            <a:r>
              <a:rPr lang="en-US" altLang="zh-CN" sz="2400" b="1" dirty="0">
                <a:latin typeface="+mn-ea"/>
                <a:ea typeface="+mn-ea"/>
              </a:rPr>
              <a:t>.</a:t>
            </a:r>
            <a:endParaRPr kumimoji="1" lang="zh-CN" altLang="en-US" sz="2400" b="1" dirty="0">
              <a:latin typeface="+mn-ea"/>
              <a:ea typeface="+mn-ea"/>
            </a:endParaRPr>
          </a:p>
        </p:txBody>
      </p:sp>
      <p:graphicFrame>
        <p:nvGraphicFramePr>
          <p:cNvPr id="18"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2787303439"/>
              </p:ext>
            </p:extLst>
          </p:nvPr>
        </p:nvGraphicFramePr>
        <p:xfrm>
          <a:off x="1568450" y="2311400"/>
          <a:ext cx="1993900" cy="469900"/>
        </p:xfrm>
        <a:graphic>
          <a:graphicData uri="http://schemas.openxmlformats.org/presentationml/2006/ole">
            <mc:AlternateContent xmlns:mc="http://schemas.openxmlformats.org/markup-compatibility/2006">
              <mc:Choice xmlns:v="urn:schemas-microsoft-com:vml" Requires="v">
                <p:oleObj spid="_x0000_s172291" name="Equation" r:id="rId4" imgW="1993680" imgH="469800" progId="Equation.DSMT4">
                  <p:embed/>
                </p:oleObj>
              </mc:Choice>
              <mc:Fallback>
                <p:oleObj name="Equation" r:id="rId4" imgW="1993680" imgH="469800" progId="Equation.DSMT4">
                  <p:embed/>
                  <p:pic>
                    <p:nvPicPr>
                      <p:cNvPr id="0" name="Picture 1345"/>
                      <p:cNvPicPr>
                        <a:picLocks noChangeAspect="1" noChangeArrowheads="1"/>
                      </p:cNvPicPr>
                      <p:nvPr/>
                    </p:nvPicPr>
                    <p:blipFill>
                      <a:blip r:embed="rId5"/>
                      <a:srcRect/>
                      <a:stretch>
                        <a:fillRect/>
                      </a:stretch>
                    </p:blipFill>
                    <p:spPr bwMode="auto">
                      <a:xfrm>
                        <a:off x="1568450" y="2311400"/>
                        <a:ext cx="19939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2152374498"/>
              </p:ext>
            </p:extLst>
          </p:nvPr>
        </p:nvGraphicFramePr>
        <p:xfrm>
          <a:off x="3635024" y="2311687"/>
          <a:ext cx="1447800" cy="469900"/>
        </p:xfrm>
        <a:graphic>
          <a:graphicData uri="http://schemas.openxmlformats.org/presentationml/2006/ole">
            <mc:AlternateContent xmlns:mc="http://schemas.openxmlformats.org/markup-compatibility/2006">
              <mc:Choice xmlns:v="urn:schemas-microsoft-com:vml" Requires="v">
                <p:oleObj spid="_x0000_s172292" name="Equation" r:id="rId6" imgW="1447560" imgH="469800" progId="Equation.DSMT4">
                  <p:embed/>
                </p:oleObj>
              </mc:Choice>
              <mc:Fallback>
                <p:oleObj name="Equation" r:id="rId6" imgW="1447560" imgH="469800" progId="Equation.DSMT4">
                  <p:embed/>
                  <p:pic>
                    <p:nvPicPr>
                      <p:cNvPr id="0" name="Picture 13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024" y="2311687"/>
                        <a:ext cx="14478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280758438"/>
              </p:ext>
            </p:extLst>
          </p:nvPr>
        </p:nvGraphicFramePr>
        <p:xfrm>
          <a:off x="6242393" y="2269519"/>
          <a:ext cx="1943100" cy="508000"/>
        </p:xfrm>
        <a:graphic>
          <a:graphicData uri="http://schemas.openxmlformats.org/presentationml/2006/ole">
            <mc:AlternateContent xmlns:mc="http://schemas.openxmlformats.org/markup-compatibility/2006">
              <mc:Choice xmlns:v="urn:schemas-microsoft-com:vml" Requires="v">
                <p:oleObj spid="_x0000_s172293" name="Equation" r:id="rId8" imgW="1942920" imgH="507960" progId="Equation.DSMT4">
                  <p:embed/>
                </p:oleObj>
              </mc:Choice>
              <mc:Fallback>
                <p:oleObj name="Equation" r:id="rId8" imgW="1942920" imgH="507960" progId="Equation.DSMT4">
                  <p:embed/>
                  <p:pic>
                    <p:nvPicPr>
                      <p:cNvPr id="0" name="Picture 13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42393" y="2269519"/>
                        <a:ext cx="19431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右箭头 1"/>
          <p:cNvSpPr/>
          <p:nvPr/>
        </p:nvSpPr>
        <p:spPr>
          <a:xfrm>
            <a:off x="5234281" y="2413535"/>
            <a:ext cx="807566" cy="216024"/>
          </a:xfrm>
          <a:prstGeom prst="rightArrow">
            <a:avLst/>
          </a:prstGeom>
          <a:noFill/>
          <a:ln>
            <a:solidFill>
              <a:srgbClr val="0064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489865" y="2847324"/>
            <a:ext cx="6969298" cy="646331"/>
            <a:chOff x="1347118" y="3164109"/>
            <a:chExt cx="6969298" cy="646331"/>
          </a:xfrm>
        </p:grpSpPr>
        <p:graphicFrame>
          <p:nvGraphicFramePr>
            <p:cNvPr id="25"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203216635"/>
                </p:ext>
              </p:extLst>
            </p:nvPr>
          </p:nvGraphicFramePr>
          <p:xfrm>
            <a:off x="2037479" y="3340540"/>
            <a:ext cx="444500" cy="469900"/>
          </p:xfrm>
          <a:graphic>
            <a:graphicData uri="http://schemas.openxmlformats.org/presentationml/2006/ole">
              <mc:AlternateContent xmlns:mc="http://schemas.openxmlformats.org/markup-compatibility/2006">
                <mc:Choice xmlns:v="urn:schemas-microsoft-com:vml" Requires="v">
                  <p:oleObj spid="_x0000_s172294" name="Equation" r:id="rId10" imgW="444240" imgH="469800" progId="Equation.DSMT4">
                    <p:embed/>
                  </p:oleObj>
                </mc:Choice>
                <mc:Fallback>
                  <p:oleObj name="Equation" r:id="rId10" imgW="444240" imgH="469800" progId="Equation.DSMT4">
                    <p:embed/>
                    <p:pic>
                      <p:nvPicPr>
                        <p:cNvPr id="0" name="Picture 134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37479" y="3340540"/>
                          <a:ext cx="4445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1347118" y="3164109"/>
              <a:ext cx="69692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latin typeface="+mn-ea"/>
                  <a:ea typeface="+mn-ea"/>
                </a:rPr>
                <a:t>其中   表示在自变量同一变化过程中的极限</a:t>
              </a:r>
              <a:r>
                <a:rPr lang="en-US" altLang="zh-CN" sz="2400" b="1" dirty="0">
                  <a:latin typeface="+mn-ea"/>
                  <a:ea typeface="+mn-ea"/>
                </a:rPr>
                <a:t>.</a:t>
              </a:r>
              <a:endParaRPr kumimoji="1" lang="zh-CN" altLang="en-US" sz="2400" b="1" dirty="0">
                <a:latin typeface="+mn-ea"/>
                <a:ea typeface="+mn-ea"/>
              </a:endParaRPr>
            </a:p>
          </p:txBody>
        </p:sp>
      </p:grpSp>
      <p:graphicFrame>
        <p:nvGraphicFramePr>
          <p:cNvPr id="27"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189968014"/>
              </p:ext>
            </p:extLst>
          </p:nvPr>
        </p:nvGraphicFramePr>
        <p:xfrm>
          <a:off x="1547267" y="4161134"/>
          <a:ext cx="1346200" cy="406400"/>
        </p:xfrm>
        <a:graphic>
          <a:graphicData uri="http://schemas.openxmlformats.org/presentationml/2006/ole">
            <mc:AlternateContent xmlns:mc="http://schemas.openxmlformats.org/markup-compatibility/2006">
              <mc:Choice xmlns:v="urn:schemas-microsoft-com:vml" Requires="v">
                <p:oleObj spid="_x0000_s172295" name="Equation" r:id="rId12" imgW="1346040" imgH="406080" progId="Equation.DSMT4">
                  <p:embed/>
                </p:oleObj>
              </mc:Choice>
              <mc:Fallback>
                <p:oleObj name="Equation" r:id="rId12" imgW="1346040" imgH="406080" progId="Equation.DSMT4">
                  <p:embed/>
                  <p:pic>
                    <p:nvPicPr>
                      <p:cNvPr id="0" name="Picture 1349"/>
                      <p:cNvPicPr>
                        <a:picLocks noChangeAspect="1" noChangeArrowheads="1"/>
                      </p:cNvPicPr>
                      <p:nvPr/>
                    </p:nvPicPr>
                    <p:blipFill>
                      <a:blip r:embed="rId13"/>
                      <a:srcRect/>
                      <a:stretch>
                        <a:fillRect/>
                      </a:stretch>
                    </p:blipFill>
                    <p:spPr bwMode="auto">
                      <a:xfrm>
                        <a:off x="1547267" y="4161134"/>
                        <a:ext cx="13462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375905680"/>
              </p:ext>
            </p:extLst>
          </p:nvPr>
        </p:nvGraphicFramePr>
        <p:xfrm>
          <a:off x="2918102" y="4196601"/>
          <a:ext cx="1739900" cy="342900"/>
        </p:xfrm>
        <a:graphic>
          <a:graphicData uri="http://schemas.openxmlformats.org/presentationml/2006/ole">
            <mc:AlternateContent xmlns:mc="http://schemas.openxmlformats.org/markup-compatibility/2006">
              <mc:Choice xmlns:v="urn:schemas-microsoft-com:vml" Requires="v">
                <p:oleObj spid="_x0000_s172296" name="Equation" r:id="rId14" imgW="1739880" imgH="342720" progId="Equation.DSMT4">
                  <p:embed/>
                </p:oleObj>
              </mc:Choice>
              <mc:Fallback>
                <p:oleObj name="Equation" r:id="rId14" imgW="1739880" imgH="342720" progId="Equation.DSMT4">
                  <p:embed/>
                  <p:pic>
                    <p:nvPicPr>
                      <p:cNvPr id="0" name="Picture 1350"/>
                      <p:cNvPicPr>
                        <a:picLocks noChangeAspect="1" noChangeArrowheads="1"/>
                      </p:cNvPicPr>
                      <p:nvPr/>
                    </p:nvPicPr>
                    <p:blipFill>
                      <a:blip r:embed="rId15"/>
                      <a:srcRect/>
                      <a:stretch>
                        <a:fillRect/>
                      </a:stretch>
                    </p:blipFill>
                    <p:spPr bwMode="auto">
                      <a:xfrm>
                        <a:off x="2918102" y="4196601"/>
                        <a:ext cx="17399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862318527"/>
              </p:ext>
            </p:extLst>
          </p:nvPr>
        </p:nvGraphicFramePr>
        <p:xfrm>
          <a:off x="4641305" y="4202409"/>
          <a:ext cx="1638300" cy="342900"/>
        </p:xfrm>
        <a:graphic>
          <a:graphicData uri="http://schemas.openxmlformats.org/presentationml/2006/ole">
            <mc:AlternateContent xmlns:mc="http://schemas.openxmlformats.org/markup-compatibility/2006">
              <mc:Choice xmlns:v="urn:schemas-microsoft-com:vml" Requires="v">
                <p:oleObj spid="_x0000_s172297" name="Equation" r:id="rId16" imgW="1638000" imgH="342720" progId="Equation.DSMT4">
                  <p:embed/>
                </p:oleObj>
              </mc:Choice>
              <mc:Fallback>
                <p:oleObj name="Equation" r:id="rId16" imgW="1638000" imgH="342720" progId="Equation.DSMT4">
                  <p:embed/>
                  <p:pic>
                    <p:nvPicPr>
                      <p:cNvPr id="0" name="Picture 1351"/>
                      <p:cNvPicPr>
                        <a:picLocks noChangeAspect="1" noChangeArrowheads="1"/>
                      </p:cNvPicPr>
                      <p:nvPr/>
                    </p:nvPicPr>
                    <p:blipFill>
                      <a:blip r:embed="rId17"/>
                      <a:srcRect/>
                      <a:stretch>
                        <a:fillRect/>
                      </a:stretch>
                    </p:blipFill>
                    <p:spPr bwMode="auto">
                      <a:xfrm>
                        <a:off x="4641305" y="4202409"/>
                        <a:ext cx="16383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968353242"/>
              </p:ext>
            </p:extLst>
          </p:nvPr>
        </p:nvGraphicFramePr>
        <p:xfrm>
          <a:off x="6303714" y="4161134"/>
          <a:ext cx="774700" cy="342900"/>
        </p:xfrm>
        <a:graphic>
          <a:graphicData uri="http://schemas.openxmlformats.org/presentationml/2006/ole">
            <mc:AlternateContent xmlns:mc="http://schemas.openxmlformats.org/markup-compatibility/2006">
              <mc:Choice xmlns:v="urn:schemas-microsoft-com:vml" Requires="v">
                <p:oleObj spid="_x0000_s172298" name="Equation" r:id="rId18" imgW="774360" imgH="342720" progId="Equation.DSMT4">
                  <p:embed/>
                </p:oleObj>
              </mc:Choice>
              <mc:Fallback>
                <p:oleObj name="Equation" r:id="rId18" imgW="774360" imgH="342720" progId="Equation.DSMT4">
                  <p:embed/>
                  <p:pic>
                    <p:nvPicPr>
                      <p:cNvPr id="0" name="Picture 1352"/>
                      <p:cNvPicPr>
                        <a:picLocks noChangeAspect="1" noChangeArrowheads="1"/>
                      </p:cNvPicPr>
                      <p:nvPr/>
                    </p:nvPicPr>
                    <p:blipFill>
                      <a:blip r:embed="rId19"/>
                      <a:srcRect/>
                      <a:stretch>
                        <a:fillRect/>
                      </a:stretch>
                    </p:blipFill>
                    <p:spPr bwMode="auto">
                      <a:xfrm>
                        <a:off x="6303714" y="4161134"/>
                        <a:ext cx="7747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654014837"/>
              </p:ext>
            </p:extLst>
          </p:nvPr>
        </p:nvGraphicFramePr>
        <p:xfrm>
          <a:off x="7040563" y="4165600"/>
          <a:ext cx="609600" cy="342900"/>
        </p:xfrm>
        <a:graphic>
          <a:graphicData uri="http://schemas.openxmlformats.org/presentationml/2006/ole">
            <mc:AlternateContent xmlns:mc="http://schemas.openxmlformats.org/markup-compatibility/2006">
              <mc:Choice xmlns:v="urn:schemas-microsoft-com:vml" Requires="v">
                <p:oleObj spid="_x0000_s172299" name="Equation" r:id="rId20" imgW="609480" imgH="342720" progId="Equation.DSMT4">
                  <p:embed/>
                </p:oleObj>
              </mc:Choice>
              <mc:Fallback>
                <p:oleObj name="Equation" r:id="rId20" imgW="609480" imgH="342720" progId="Equation.DSMT4">
                  <p:embed/>
                  <p:pic>
                    <p:nvPicPr>
                      <p:cNvPr id="0" name="Picture 1353"/>
                      <p:cNvPicPr>
                        <a:picLocks noChangeAspect="1" noChangeArrowheads="1"/>
                      </p:cNvPicPr>
                      <p:nvPr/>
                    </p:nvPicPr>
                    <p:blipFill>
                      <a:blip r:embed="rId21"/>
                      <a:srcRect/>
                      <a:stretch>
                        <a:fillRect/>
                      </a:stretch>
                    </p:blipFill>
                    <p:spPr bwMode="auto">
                      <a:xfrm>
                        <a:off x="7040563" y="4165600"/>
                        <a:ext cx="6096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矩形 32"/>
          <p:cNvSpPr/>
          <p:nvPr/>
        </p:nvSpPr>
        <p:spPr>
          <a:xfrm>
            <a:off x="1461209" y="2189899"/>
            <a:ext cx="6797408" cy="1303756"/>
          </a:xfrm>
          <a:prstGeom prst="rect">
            <a:avLst/>
          </a:prstGeom>
          <a:noFill/>
          <a:ln w="19050">
            <a:solidFill>
              <a:srgbClr val="0064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 Box 11">
            <a:extLst>
              <a:ext uri="{FF2B5EF4-FFF2-40B4-BE49-F238E27FC236}">
                <a16:creationId xmlns:a16="http://schemas.microsoft.com/office/drawing/2014/main" id="{F3D1BDBC-050A-4BF1-BD24-06EB60B72B50}"/>
              </a:ext>
            </a:extLst>
          </p:cNvPr>
          <p:cNvSpPr txBox="1">
            <a:spLocks noChangeArrowheads="1"/>
          </p:cNvSpPr>
          <p:nvPr/>
        </p:nvSpPr>
        <p:spPr bwMode="auto">
          <a:xfrm>
            <a:off x="669121" y="2167894"/>
            <a:ext cx="1828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结论</a:t>
            </a:r>
            <a:r>
              <a:rPr lang="en-US" altLang="zh-CN" sz="2400" b="1" dirty="0">
                <a:solidFill>
                  <a:srgbClr val="0064FF"/>
                </a:solidFill>
                <a:latin typeface="+mn-ea"/>
                <a:ea typeface="+mn-ea"/>
              </a:rPr>
              <a:t> </a:t>
            </a:r>
            <a:endParaRPr lang="zh-CN" altLang="en-US" sz="2400" b="1" dirty="0">
              <a:latin typeface="+mn-ea"/>
              <a:ea typeface="+mn-ea"/>
            </a:endParaRPr>
          </a:p>
        </p:txBody>
      </p:sp>
      <p:sp>
        <p:nvSpPr>
          <p:cNvPr id="39" name="Text Box 11">
            <a:extLst>
              <a:ext uri="{FF2B5EF4-FFF2-40B4-BE49-F238E27FC236}">
                <a16:creationId xmlns:a16="http://schemas.microsoft.com/office/drawing/2014/main" id="{F3D1BDBC-050A-4BF1-BD24-06EB60B72B50}"/>
              </a:ext>
            </a:extLst>
          </p:cNvPr>
          <p:cNvSpPr txBox="1">
            <a:spLocks noChangeArrowheads="1"/>
          </p:cNvSpPr>
          <p:nvPr/>
        </p:nvSpPr>
        <p:spPr bwMode="auto">
          <a:xfrm>
            <a:off x="683568" y="4083918"/>
            <a:ext cx="1828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证</a:t>
            </a:r>
            <a:endParaRPr lang="zh-CN" altLang="en-US" sz="2400" b="1" dirty="0">
              <a:latin typeface="+mn-ea"/>
              <a:ea typeface="+mn-ea"/>
            </a:endParaRPr>
          </a:p>
        </p:txBody>
      </p:sp>
      <p:grpSp>
        <p:nvGrpSpPr>
          <p:cNvPr id="7" name="组合 6">
            <a:extLst>
              <a:ext uri="{FF2B5EF4-FFF2-40B4-BE49-F238E27FC236}">
                <a16:creationId xmlns:a16="http://schemas.microsoft.com/office/drawing/2014/main" id="{C94DA762-F084-4BDC-BCD6-1A4BCF78185C}"/>
              </a:ext>
            </a:extLst>
          </p:cNvPr>
          <p:cNvGrpSpPr/>
          <p:nvPr/>
        </p:nvGrpSpPr>
        <p:grpSpPr>
          <a:xfrm>
            <a:off x="669121" y="435247"/>
            <a:ext cx="7848872" cy="646331"/>
            <a:chOff x="669121" y="435247"/>
            <a:chExt cx="7848872" cy="646331"/>
          </a:xfrm>
        </p:grpSpPr>
        <p:grpSp>
          <p:nvGrpSpPr>
            <p:cNvPr id="4" name="组合 3"/>
            <p:cNvGrpSpPr/>
            <p:nvPr/>
          </p:nvGrpSpPr>
          <p:grpSpPr>
            <a:xfrm>
              <a:off x="669121" y="435247"/>
              <a:ext cx="7848872" cy="646331"/>
              <a:chOff x="35496" y="1203598"/>
              <a:chExt cx="7848872" cy="646331"/>
            </a:xfrm>
          </p:grpSpPr>
          <p:grpSp>
            <p:nvGrpSpPr>
              <p:cNvPr id="8" name="组合 7"/>
              <p:cNvGrpSpPr/>
              <p:nvPr/>
            </p:nvGrpSpPr>
            <p:grpSpPr>
              <a:xfrm>
                <a:off x="35496" y="1203598"/>
                <a:ext cx="7848872" cy="646331"/>
                <a:chOff x="-108520" y="1262869"/>
                <a:chExt cx="7848872" cy="646331"/>
              </a:xfrm>
            </p:grpSpPr>
            <p:graphicFrame>
              <p:nvGraphicFramePr>
                <p:cNvPr id="9"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2231130309"/>
                    </p:ext>
                  </p:extLst>
                </p:nvPr>
              </p:nvGraphicFramePr>
              <p:xfrm>
                <a:off x="2619152" y="1406885"/>
                <a:ext cx="901700" cy="406400"/>
              </p:xfrm>
              <a:graphic>
                <a:graphicData uri="http://schemas.openxmlformats.org/presentationml/2006/ole">
                  <mc:AlternateContent xmlns:mc="http://schemas.openxmlformats.org/markup-compatibility/2006">
                    <mc:Choice xmlns:v="urn:schemas-microsoft-com:vml" Requires="v">
                      <p:oleObj spid="_x0000_s172300" name="Equation" r:id="rId22" imgW="901440" imgH="406080" progId="Equation.DSMT4">
                        <p:embed/>
                      </p:oleObj>
                    </mc:Choice>
                    <mc:Fallback>
                      <p:oleObj name="Equation" r:id="rId22" imgW="901440" imgH="406080" progId="Equation.DSMT4">
                        <p:embed/>
                        <p:pic>
                          <p:nvPicPr>
                            <p:cNvPr id="0" name="Picture 134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619152" y="1406885"/>
                              <a:ext cx="9017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42">
                  <a:extLst>
                    <a:ext uri="{FF2B5EF4-FFF2-40B4-BE49-F238E27FC236}">
                      <a16:creationId xmlns:a16="http://schemas.microsoft.com/office/drawing/2014/main" id="{A6CC92EC-F2A8-4192-AD5A-6B840FD5A2FB}"/>
                    </a:ext>
                  </a:extLst>
                </p:cNvPr>
                <p:cNvSpPr txBox="1">
                  <a:spLocks noChangeArrowheads="1"/>
                </p:cNvSpPr>
                <p:nvPr/>
              </p:nvSpPr>
              <p:spPr bwMode="auto">
                <a:xfrm>
                  <a:off x="-108520" y="1262869"/>
                  <a:ext cx="78488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ea typeface="宋体" pitchFamily="2" charset="-122"/>
                    </a:defRPr>
                  </a:lvl1pPr>
                  <a:lvl2pPr>
                    <a:defRPr sz="2800">
                      <a:solidFill>
                        <a:schemeClr val="tx1"/>
                      </a:solidFill>
                      <a:latin typeface="Arial" charset="0"/>
                      <a:ea typeface="宋体" pitchFamily="2" charset="-122"/>
                    </a:defRPr>
                  </a:lvl2pPr>
                  <a:lvl3pPr>
                    <a:defRPr sz="2400">
                      <a:solidFill>
                        <a:schemeClr val="tx1"/>
                      </a:solidFill>
                      <a:latin typeface="Arial" charset="0"/>
                      <a:ea typeface="宋体" pitchFamily="2" charset="-122"/>
                    </a:defRPr>
                  </a:lvl3pPr>
                  <a:lvl4pPr>
                    <a:defRPr sz="2000">
                      <a:solidFill>
                        <a:schemeClr val="tx1"/>
                      </a:solidFill>
                      <a:latin typeface="Arial" charset="0"/>
                      <a:ea typeface="宋体" pitchFamily="2" charset="-122"/>
                    </a:defRPr>
                  </a:lvl4pPr>
                  <a:lvl5pPr>
                    <a:defRPr sz="2000">
                      <a:solidFill>
                        <a:schemeClr val="tx1"/>
                      </a:solidFill>
                      <a:latin typeface="Arial" charset="0"/>
                      <a:ea typeface="宋体" pitchFamily="2" charset="-122"/>
                    </a:defRPr>
                  </a:lvl5pPr>
                  <a:lvl6pPr eaLnBrk="0" hangingPunct="0">
                    <a:defRPr sz="2000">
                      <a:solidFill>
                        <a:schemeClr val="tx1"/>
                      </a:solidFill>
                      <a:latin typeface="Arial" charset="0"/>
                      <a:ea typeface="宋体" pitchFamily="2" charset="-122"/>
                    </a:defRPr>
                  </a:lvl6pPr>
                  <a:lvl7pPr eaLnBrk="0" hangingPunct="0">
                    <a:defRPr sz="2000">
                      <a:solidFill>
                        <a:schemeClr val="tx1"/>
                      </a:solidFill>
                      <a:latin typeface="Arial" charset="0"/>
                      <a:ea typeface="宋体" pitchFamily="2" charset="-122"/>
                    </a:defRPr>
                  </a:lvl7pPr>
                  <a:lvl8pPr eaLnBrk="0" hangingPunct="0">
                    <a:defRPr sz="2000">
                      <a:solidFill>
                        <a:schemeClr val="tx1"/>
                      </a:solidFill>
                      <a:latin typeface="Arial" charset="0"/>
                      <a:ea typeface="宋体" pitchFamily="2" charset="-122"/>
                    </a:defRPr>
                  </a:lvl8pPr>
                  <a:lvl9pPr eaLnBrk="0" hangingPunct="0">
                    <a:defRPr sz="2000">
                      <a:solidFill>
                        <a:schemeClr val="tx1"/>
                      </a:solidFill>
                      <a:latin typeface="Arial" charset="0"/>
                      <a:ea typeface="宋体" pitchFamily="2" charset="-122"/>
                    </a:defRPr>
                  </a:lvl9pPr>
                </a:lstStyle>
                <a:p>
                  <a:pPr>
                    <a:lnSpc>
                      <a:spcPct val="150000"/>
                    </a:lnSpc>
                    <a:spcBef>
                      <a:spcPct val="50000"/>
                    </a:spcBef>
                  </a:pPr>
                  <a:r>
                    <a:rPr lang="zh-CN" altLang="en-US" sz="2400" b="1" dirty="0">
                      <a:solidFill>
                        <a:srgbClr val="0064FF"/>
                      </a:solidFill>
                      <a:latin typeface="+mn-ea"/>
                      <a:ea typeface="+mn-ea"/>
                    </a:rPr>
                    <a:t>定义 </a:t>
                  </a:r>
                  <a:r>
                    <a:rPr lang="zh-CN" altLang="en-US" sz="2400" b="1" dirty="0">
                      <a:latin typeface="+mn-ea"/>
                      <a:ea typeface="+mn-ea"/>
                    </a:rPr>
                    <a:t>一般地，形如                       的函数，</a:t>
                  </a:r>
                  <a:endParaRPr kumimoji="1" lang="zh-CN" altLang="en-US" sz="2400" b="1" dirty="0">
                    <a:latin typeface="+mn-ea"/>
                    <a:ea typeface="+mn-ea"/>
                  </a:endParaRPr>
                </a:p>
              </p:txBody>
            </p:sp>
          </p:grpSp>
          <p:graphicFrame>
            <p:nvGraphicFramePr>
              <p:cNvPr id="11"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814625405"/>
                  </p:ext>
                </p:extLst>
              </p:nvPr>
            </p:nvGraphicFramePr>
            <p:xfrm>
              <a:off x="3874875" y="1411289"/>
              <a:ext cx="2260600" cy="342900"/>
            </p:xfrm>
            <a:graphic>
              <a:graphicData uri="http://schemas.openxmlformats.org/presentationml/2006/ole">
                <mc:AlternateContent xmlns:mc="http://schemas.openxmlformats.org/markup-compatibility/2006">
                  <mc:Choice xmlns:v="urn:schemas-microsoft-com:vml" Requires="v">
                    <p:oleObj spid="_x0000_s172301" name="Equation" r:id="rId24" imgW="2260440" imgH="342720" progId="Equation.DSMT4">
                      <p:embed/>
                    </p:oleObj>
                  </mc:Choice>
                  <mc:Fallback>
                    <p:oleObj name="Equation" r:id="rId24" imgW="2260440" imgH="342720" progId="Equation.DSMT4">
                      <p:embed/>
                      <p:pic>
                        <p:nvPicPr>
                          <p:cNvPr id="0" name="Picture 1344"/>
                          <p:cNvPicPr>
                            <a:picLocks noChangeAspect="1" noChangeArrowheads="1"/>
                          </p:cNvPicPr>
                          <p:nvPr/>
                        </p:nvPicPr>
                        <p:blipFill>
                          <a:blip r:embed="rId25"/>
                          <a:srcRect/>
                          <a:stretch>
                            <a:fillRect/>
                          </a:stretch>
                        </p:blipFill>
                        <p:spPr bwMode="auto">
                          <a:xfrm>
                            <a:off x="3874875" y="1411289"/>
                            <a:ext cx="22606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cxnSp>
          <p:nvCxnSpPr>
            <p:cNvPr id="6" name="直接连接符 5">
              <a:extLst>
                <a:ext uri="{FF2B5EF4-FFF2-40B4-BE49-F238E27FC236}">
                  <a16:creationId xmlns:a16="http://schemas.microsoft.com/office/drawing/2014/main" id="{52A3E1B2-0619-4FBB-9A21-5F96863B24A3}"/>
                </a:ext>
              </a:extLst>
            </p:cNvPr>
            <p:cNvCxnSpPr/>
            <p:nvPr/>
          </p:nvCxnSpPr>
          <p:spPr>
            <a:xfrm flipH="1">
              <a:off x="6372200" y="699542"/>
              <a:ext cx="72008" cy="21602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5342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left)">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1" presetClass="entr" presetSubtype="1"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heel(1)">
                                      <p:cBhvr>
                                        <p:cTn id="47" dur="2000"/>
                                        <p:tgtEl>
                                          <p:spTgt spid="3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left)">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left)">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left)">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left)">
                                      <p:cBhvr>
                                        <p:cTn id="67" dur="50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wipe(left)">
                                      <p:cBhvr>
                                        <p:cTn id="72" dur="500"/>
                                        <p:tgtEl>
                                          <p:spTgt spid="3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wipe(left)">
                                      <p:cBhvr>
                                        <p:cTn id="7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animBg="1"/>
      <p:bldP spid="33" grpId="0" animBg="1"/>
      <p:bldP spid="38" grpId="0"/>
      <p:bldP spid="3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a:extLst>
              <a:ext uri="{FF2B5EF4-FFF2-40B4-BE49-F238E27FC236}">
                <a16:creationId xmlns:a16="http://schemas.microsoft.com/office/drawing/2014/main" id="{F3D1BDBC-050A-4BF1-BD24-06EB60B72B50}"/>
              </a:ext>
            </a:extLst>
          </p:cNvPr>
          <p:cNvSpPr txBox="1">
            <a:spLocks noChangeArrowheads="1"/>
          </p:cNvSpPr>
          <p:nvPr/>
        </p:nvSpPr>
        <p:spPr bwMode="auto">
          <a:xfrm>
            <a:off x="452785" y="592207"/>
            <a:ext cx="1828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例</a:t>
            </a:r>
            <a:r>
              <a:rPr lang="en-US" altLang="zh-CN" sz="2400" b="1" dirty="0">
                <a:solidFill>
                  <a:srgbClr val="0064FF"/>
                </a:solidFill>
                <a:latin typeface="+mn-ea"/>
                <a:ea typeface="+mn-ea"/>
              </a:rPr>
              <a:t>10  </a:t>
            </a:r>
            <a:r>
              <a:rPr lang="zh-CN" altLang="en-US" sz="2400" b="1" dirty="0">
                <a:latin typeface="+mn-ea"/>
                <a:ea typeface="+mn-ea"/>
              </a:rPr>
              <a:t>求</a:t>
            </a:r>
          </a:p>
        </p:txBody>
      </p:sp>
      <p:graphicFrame>
        <p:nvGraphicFramePr>
          <p:cNvPr id="3"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731311882"/>
              </p:ext>
            </p:extLst>
          </p:nvPr>
        </p:nvGraphicFramePr>
        <p:xfrm>
          <a:off x="1979712" y="267494"/>
          <a:ext cx="1803400" cy="1054100"/>
        </p:xfrm>
        <a:graphic>
          <a:graphicData uri="http://schemas.openxmlformats.org/presentationml/2006/ole">
            <mc:AlternateContent xmlns:mc="http://schemas.openxmlformats.org/markup-compatibility/2006">
              <mc:Choice xmlns:v="urn:schemas-microsoft-com:vml" Requires="v">
                <p:oleObj spid="_x0000_s153401" name="Equation" r:id="rId4" imgW="1803240" imgH="1054080" progId="Equation.DSMT4">
                  <p:embed/>
                </p:oleObj>
              </mc:Choice>
              <mc:Fallback>
                <p:oleObj name="Equation" r:id="rId4" imgW="1803240" imgH="1054080" progId="Equation.DSMT4">
                  <p:embed/>
                  <p:pic>
                    <p:nvPicPr>
                      <p:cNvPr id="0" name="Picture 1109"/>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1979712" y="267494"/>
                        <a:ext cx="1803400"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组合 6"/>
          <p:cNvGrpSpPr/>
          <p:nvPr/>
        </p:nvGrpSpPr>
        <p:grpSpPr>
          <a:xfrm>
            <a:off x="6766669" y="629288"/>
            <a:ext cx="1842856" cy="461665"/>
            <a:chOff x="4244512" y="601523"/>
            <a:chExt cx="1842856" cy="461665"/>
          </a:xfrm>
        </p:grpSpPr>
        <p:sp>
          <p:nvSpPr>
            <p:cNvPr id="8" name="Text Box 11">
              <a:extLst>
                <a:ext uri="{FF2B5EF4-FFF2-40B4-BE49-F238E27FC236}">
                  <a16:creationId xmlns:a16="http://schemas.microsoft.com/office/drawing/2014/main" id="{F3D1BDBC-050A-4BF1-BD24-06EB60B72B50}"/>
                </a:ext>
              </a:extLst>
            </p:cNvPr>
            <p:cNvSpPr txBox="1">
              <a:spLocks noChangeArrowheads="1"/>
            </p:cNvSpPr>
            <p:nvPr/>
          </p:nvSpPr>
          <p:spPr bwMode="auto">
            <a:xfrm>
              <a:off x="4283968" y="601523"/>
              <a:ext cx="180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FF0000"/>
                  </a:solidFill>
                  <a:latin typeface="华文楷体" panose="02010600040101010101" pitchFamily="2" charset="-122"/>
                  <a:ea typeface="华文楷体" panose="02010600040101010101" pitchFamily="2" charset="-122"/>
                </a:rPr>
                <a:t>  型未定式</a:t>
              </a:r>
            </a:p>
          </p:txBody>
        </p:sp>
        <p:graphicFrame>
          <p:nvGraphicFramePr>
            <p:cNvPr id="9" name="Object 20">
              <a:extLst>
                <a:ext uri="{FF2B5EF4-FFF2-40B4-BE49-F238E27FC236}">
                  <a16:creationId xmlns:a16="http://schemas.microsoft.com/office/drawing/2014/main" id="{33B9C15A-EF68-4245-A4EA-D7009CB2B3BA}"/>
                </a:ext>
              </a:extLst>
            </p:cNvPr>
            <p:cNvGraphicFramePr>
              <a:graphicFrameLocks noChangeAspect="1"/>
            </p:cNvGraphicFramePr>
            <p:nvPr>
              <p:extLst>
                <p:ext uri="{D42A27DB-BD31-4B8C-83A1-F6EECF244321}">
                  <p14:modId xmlns:p14="http://schemas.microsoft.com/office/powerpoint/2010/main" val="1335441235"/>
                </p:ext>
              </p:extLst>
            </p:nvPr>
          </p:nvGraphicFramePr>
          <p:xfrm>
            <a:off x="4244512" y="666097"/>
            <a:ext cx="279400" cy="330200"/>
          </p:xfrm>
          <a:graphic>
            <a:graphicData uri="http://schemas.openxmlformats.org/presentationml/2006/ole">
              <mc:AlternateContent xmlns:mc="http://schemas.openxmlformats.org/markup-compatibility/2006">
                <mc:Choice xmlns:v="urn:schemas-microsoft-com:vml" Requires="v">
                  <p:oleObj spid="_x0000_s153402" name="Equation" r:id="rId6" imgW="279360" imgH="330120" progId="Equation.DSMT4">
                    <p:embed/>
                  </p:oleObj>
                </mc:Choice>
                <mc:Fallback>
                  <p:oleObj name="Equation" r:id="rId6" imgW="279360" imgH="330120" progId="Equation.DSMT4">
                    <p:embed/>
                    <p:pic>
                      <p:nvPicPr>
                        <p:cNvPr id="0" name="Picture 1110"/>
                        <p:cNvPicPr>
                          <a:picLocks noChangeAspect="1" noChangeArrowheads="1"/>
                        </p:cNvPicPr>
                        <p:nvPr/>
                      </p:nvPicPr>
                      <p:blipFill>
                        <a:blip r:embed="rId7"/>
                        <a:srcRect/>
                        <a:stretch>
                          <a:fillRect/>
                        </a:stretch>
                      </p:blipFill>
                      <p:spPr bwMode="auto">
                        <a:xfrm>
                          <a:off x="4244512" y="666097"/>
                          <a:ext cx="2794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 name="Text Box 11">
            <a:extLst>
              <a:ext uri="{FF2B5EF4-FFF2-40B4-BE49-F238E27FC236}">
                <a16:creationId xmlns:a16="http://schemas.microsoft.com/office/drawing/2014/main" id="{F3D1BDBC-050A-4BF1-BD24-06EB60B72B50}"/>
              </a:ext>
            </a:extLst>
          </p:cNvPr>
          <p:cNvSpPr txBox="1">
            <a:spLocks noChangeArrowheads="1"/>
          </p:cNvSpPr>
          <p:nvPr/>
        </p:nvSpPr>
        <p:spPr bwMode="auto">
          <a:xfrm>
            <a:off x="524793" y="1415653"/>
            <a:ext cx="1828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aphicFrame>
        <p:nvGraphicFramePr>
          <p:cNvPr id="12"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328406167"/>
              </p:ext>
            </p:extLst>
          </p:nvPr>
        </p:nvGraphicFramePr>
        <p:xfrm>
          <a:off x="3145211" y="2879616"/>
          <a:ext cx="685800" cy="482600"/>
        </p:xfrm>
        <a:graphic>
          <a:graphicData uri="http://schemas.openxmlformats.org/presentationml/2006/ole">
            <mc:AlternateContent xmlns:mc="http://schemas.openxmlformats.org/markup-compatibility/2006">
              <mc:Choice xmlns:v="urn:schemas-microsoft-com:vml" Requires="v">
                <p:oleObj spid="_x0000_s153403" name="Equation" r:id="rId8" imgW="685800" imgH="482400" progId="Equation.DSMT4">
                  <p:embed/>
                </p:oleObj>
              </mc:Choice>
              <mc:Fallback>
                <p:oleObj name="Equation" r:id="rId8" imgW="685800" imgH="482400" progId="Equation.DSMT4">
                  <p:embed/>
                  <p:pic>
                    <p:nvPicPr>
                      <p:cNvPr id="0" name="Picture 1111"/>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3145211" y="2879616"/>
                        <a:ext cx="6858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051506721"/>
              </p:ext>
            </p:extLst>
          </p:nvPr>
        </p:nvGraphicFramePr>
        <p:xfrm>
          <a:off x="3909169" y="2351757"/>
          <a:ext cx="3136900" cy="1333500"/>
        </p:xfrm>
        <a:graphic>
          <a:graphicData uri="http://schemas.openxmlformats.org/presentationml/2006/ole">
            <mc:AlternateContent xmlns:mc="http://schemas.openxmlformats.org/markup-compatibility/2006">
              <mc:Choice xmlns:v="urn:schemas-microsoft-com:vml" Requires="v">
                <p:oleObj spid="_x0000_s153404" name="Equation" r:id="rId10" imgW="3136680" imgH="1333440" progId="Equation.DSMT4">
                  <p:embed/>
                </p:oleObj>
              </mc:Choice>
              <mc:Fallback>
                <p:oleObj name="Equation" r:id="rId10" imgW="3136680" imgH="1333440" progId="Equation.DSMT4">
                  <p:embed/>
                  <p:pic>
                    <p:nvPicPr>
                      <p:cNvPr id="0" name="Picture 1112"/>
                      <p:cNvPicPr>
                        <a:picLocks noChangeAspect="1" noChangeArrowheads="1"/>
                      </p:cNvPicPr>
                      <p:nvPr/>
                    </p:nvPicPr>
                    <p:blipFill>
                      <a:blip r:embed="rId11">
                        <a:grayscl/>
                        <a:biLevel thresh="50000"/>
                        <a:extLst>
                          <a:ext uri="{28A0092B-C50C-407E-A947-70E740481C1C}">
                            <a14:useLocalDpi xmlns:a14="http://schemas.microsoft.com/office/drawing/2010/main" val="0"/>
                          </a:ext>
                        </a:extLst>
                      </a:blip>
                      <a:srcRect/>
                      <a:stretch>
                        <a:fillRect/>
                      </a:stretch>
                    </p:blipFill>
                    <p:spPr bwMode="auto">
                      <a:xfrm>
                        <a:off x="3909169" y="2351757"/>
                        <a:ext cx="3136900" cy="1333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3686106880"/>
              </p:ext>
            </p:extLst>
          </p:nvPr>
        </p:nvGraphicFramePr>
        <p:xfrm>
          <a:off x="3151287" y="3814209"/>
          <a:ext cx="1981200" cy="571500"/>
        </p:xfrm>
        <a:graphic>
          <a:graphicData uri="http://schemas.openxmlformats.org/presentationml/2006/ole">
            <mc:AlternateContent xmlns:mc="http://schemas.openxmlformats.org/markup-compatibility/2006">
              <mc:Choice xmlns:v="urn:schemas-microsoft-com:vml" Requires="v">
                <p:oleObj spid="_x0000_s153405" name="Equation" r:id="rId12" imgW="1981080" imgH="571320" progId="Equation.DSMT4">
                  <p:embed/>
                </p:oleObj>
              </mc:Choice>
              <mc:Fallback>
                <p:oleObj name="Equation" r:id="rId12" imgW="1981080" imgH="571320" progId="Equation.DSMT4">
                  <p:embed/>
                  <p:pic>
                    <p:nvPicPr>
                      <p:cNvPr id="0" name="Picture 1113"/>
                      <p:cNvPicPr>
                        <a:picLocks noChangeAspect="1" noChangeArrowheads="1"/>
                      </p:cNvPicPr>
                      <p:nvPr/>
                    </p:nvPicPr>
                    <p:blipFill>
                      <a:blip r:embed="rId13">
                        <a:grayscl/>
                        <a:biLevel thresh="50000"/>
                      </a:blip>
                      <a:srcRect/>
                      <a:stretch>
                        <a:fillRect/>
                      </a:stretch>
                    </p:blipFill>
                    <p:spPr bwMode="auto">
                      <a:xfrm>
                        <a:off x="3151287" y="3814209"/>
                        <a:ext cx="19812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962832321"/>
              </p:ext>
            </p:extLst>
          </p:nvPr>
        </p:nvGraphicFramePr>
        <p:xfrm>
          <a:off x="1397064" y="2431939"/>
          <a:ext cx="1803400" cy="1054100"/>
        </p:xfrm>
        <a:graphic>
          <a:graphicData uri="http://schemas.openxmlformats.org/presentationml/2006/ole">
            <mc:AlternateContent xmlns:mc="http://schemas.openxmlformats.org/markup-compatibility/2006">
              <mc:Choice xmlns:v="urn:schemas-microsoft-com:vml" Requires="v">
                <p:oleObj spid="_x0000_s153406" name="Equation" r:id="rId14" imgW="1803240" imgH="1054080" progId="Equation.DSMT4">
                  <p:embed/>
                </p:oleObj>
              </mc:Choice>
              <mc:Fallback>
                <p:oleObj name="Equation" r:id="rId14" imgW="1803240" imgH="1054080" progId="Equation.DSMT4">
                  <p:embed/>
                  <p:pic>
                    <p:nvPicPr>
                      <p:cNvPr id="0" name="Picture 1114"/>
                      <p:cNvPicPr>
                        <a:picLocks noChangeAspect="1" noChangeArrowheads="1"/>
                      </p:cNvPicPr>
                      <p:nvPr/>
                    </p:nvPicPr>
                    <p:blipFill>
                      <a:blip r:embed="rId15">
                        <a:grayscl/>
                        <a:biLevel thresh="50000"/>
                        <a:extLst>
                          <a:ext uri="{28A0092B-C50C-407E-A947-70E740481C1C}">
                            <a14:useLocalDpi xmlns:a14="http://schemas.microsoft.com/office/drawing/2010/main" val="0"/>
                          </a:ext>
                        </a:extLst>
                      </a:blip>
                      <a:srcRect/>
                      <a:stretch>
                        <a:fillRect/>
                      </a:stretch>
                    </p:blipFill>
                    <p:spPr bwMode="auto">
                      <a:xfrm>
                        <a:off x="1397064" y="2431939"/>
                        <a:ext cx="1803400"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158156350"/>
              </p:ext>
            </p:extLst>
          </p:nvPr>
        </p:nvGraphicFramePr>
        <p:xfrm>
          <a:off x="7005513" y="2284313"/>
          <a:ext cx="762000" cy="571500"/>
        </p:xfrm>
        <a:graphic>
          <a:graphicData uri="http://schemas.openxmlformats.org/presentationml/2006/ole">
            <mc:AlternateContent xmlns:mc="http://schemas.openxmlformats.org/markup-compatibility/2006">
              <mc:Choice xmlns:v="urn:schemas-microsoft-com:vml" Requires="v">
                <p:oleObj spid="_x0000_s153407" name="Equation" r:id="rId16" imgW="761760" imgH="571320" progId="Equation.DSMT4">
                  <p:embed/>
                </p:oleObj>
              </mc:Choice>
              <mc:Fallback>
                <p:oleObj name="Equation" r:id="rId16" imgW="761760" imgH="571320" progId="Equation.DSMT4">
                  <p:embed/>
                  <p:pic>
                    <p:nvPicPr>
                      <p:cNvPr id="0" name="Picture 1115"/>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7005513" y="2284313"/>
                        <a:ext cx="7620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714725634"/>
              </p:ext>
            </p:extLst>
          </p:nvPr>
        </p:nvGraphicFramePr>
        <p:xfrm>
          <a:off x="2757041" y="1247553"/>
          <a:ext cx="1790700" cy="774700"/>
        </p:xfrm>
        <a:graphic>
          <a:graphicData uri="http://schemas.openxmlformats.org/presentationml/2006/ole">
            <mc:AlternateContent xmlns:mc="http://schemas.openxmlformats.org/markup-compatibility/2006">
              <mc:Choice xmlns:v="urn:schemas-microsoft-com:vml" Requires="v">
                <p:oleObj spid="_x0000_s153408" name="Equation" r:id="rId18" imgW="1790640" imgH="774360" progId="Equation.DSMT4">
                  <p:embed/>
                </p:oleObj>
              </mc:Choice>
              <mc:Fallback>
                <p:oleObj name="Equation" r:id="rId18" imgW="1790640" imgH="774360" progId="Equation.DSMT4">
                  <p:embed/>
                  <p:pic>
                    <p:nvPicPr>
                      <p:cNvPr id="0" name="Picture 1116"/>
                      <p:cNvPicPr>
                        <a:picLocks noChangeAspect="1" noChangeArrowheads="1"/>
                      </p:cNvPicPr>
                      <p:nvPr/>
                    </p:nvPicPr>
                    <p:blipFill>
                      <a:blip r:embed="rId19">
                        <a:grayscl/>
                        <a:biLevel thresh="50000"/>
                        <a:extLst>
                          <a:ext uri="{28A0092B-C50C-407E-A947-70E740481C1C}">
                            <a14:useLocalDpi xmlns:a14="http://schemas.microsoft.com/office/drawing/2010/main" val="0"/>
                          </a:ext>
                        </a:extLst>
                      </a:blip>
                      <a:srcRect/>
                      <a:stretch>
                        <a:fillRect/>
                      </a:stretch>
                    </p:blipFill>
                    <p:spPr bwMode="auto">
                      <a:xfrm>
                        <a:off x="2757041" y="1247553"/>
                        <a:ext cx="179070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237888191"/>
              </p:ext>
            </p:extLst>
          </p:nvPr>
        </p:nvGraphicFramePr>
        <p:xfrm>
          <a:off x="4557241" y="1214263"/>
          <a:ext cx="2679700" cy="889000"/>
        </p:xfrm>
        <a:graphic>
          <a:graphicData uri="http://schemas.openxmlformats.org/presentationml/2006/ole">
            <mc:AlternateContent xmlns:mc="http://schemas.openxmlformats.org/markup-compatibility/2006">
              <mc:Choice xmlns:v="urn:schemas-microsoft-com:vml" Requires="v">
                <p:oleObj spid="_x0000_s153409" name="Equation" r:id="rId20" imgW="2679480" imgH="888840" progId="Equation.DSMT4">
                  <p:embed/>
                </p:oleObj>
              </mc:Choice>
              <mc:Fallback>
                <p:oleObj name="Equation" r:id="rId20" imgW="2679480" imgH="888840" progId="Equation.DSMT4">
                  <p:embed/>
                  <p:pic>
                    <p:nvPicPr>
                      <p:cNvPr id="0" name="Picture 1117"/>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4557241" y="1214263"/>
                        <a:ext cx="26797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2">
            <a:extLst>
              <a:ext uri="{FF2B5EF4-FFF2-40B4-BE49-F238E27FC236}">
                <a16:creationId xmlns:a16="http://schemas.microsoft.com/office/drawing/2014/main" id="{514C9EA2-5373-42ED-A914-7460D1DC3593}"/>
              </a:ext>
            </a:extLst>
          </p:cNvPr>
          <p:cNvGraphicFramePr>
            <a:graphicFrameLocks noChangeAspect="1"/>
          </p:cNvGraphicFramePr>
          <p:nvPr>
            <p:extLst>
              <p:ext uri="{D42A27DB-BD31-4B8C-83A1-F6EECF244321}">
                <p14:modId xmlns:p14="http://schemas.microsoft.com/office/powerpoint/2010/main" val="52622307"/>
              </p:ext>
            </p:extLst>
          </p:nvPr>
        </p:nvGraphicFramePr>
        <p:xfrm>
          <a:off x="7248624" y="1272621"/>
          <a:ext cx="1562100" cy="723900"/>
        </p:xfrm>
        <a:graphic>
          <a:graphicData uri="http://schemas.openxmlformats.org/presentationml/2006/ole">
            <mc:AlternateContent xmlns:mc="http://schemas.openxmlformats.org/markup-compatibility/2006">
              <mc:Choice xmlns:v="urn:schemas-microsoft-com:vml" Requires="v">
                <p:oleObj spid="_x0000_s153410" name="Equation" r:id="rId22" imgW="1562040" imgH="723600" progId="Equation.DSMT4">
                  <p:embed/>
                </p:oleObj>
              </mc:Choice>
              <mc:Fallback>
                <p:oleObj name="Equation" r:id="rId22" imgW="1562040" imgH="723600" progId="Equation.DSMT4">
                  <p:embed/>
                  <p:pic>
                    <p:nvPicPr>
                      <p:cNvPr id="0" name="Picture 1118"/>
                      <p:cNvPicPr>
                        <a:picLocks noChangeAspect="1" noChangeArrowheads="1"/>
                      </p:cNvPicPr>
                      <p:nvPr/>
                    </p:nvPicPr>
                    <p:blipFill>
                      <a:blip r:embed="rId23">
                        <a:grayscl/>
                        <a:biLevel thresh="50000"/>
                      </a:blip>
                      <a:srcRect/>
                      <a:stretch>
                        <a:fillRect/>
                      </a:stretch>
                    </p:blipFill>
                    <p:spPr bwMode="auto">
                      <a:xfrm>
                        <a:off x="7248624" y="1272621"/>
                        <a:ext cx="1562100"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 Box 11">
            <a:extLst>
              <a:ext uri="{FF2B5EF4-FFF2-40B4-BE49-F238E27FC236}">
                <a16:creationId xmlns:a16="http://schemas.microsoft.com/office/drawing/2014/main" id="{F3D1BDBC-050A-4BF1-BD24-06EB60B72B50}"/>
              </a:ext>
            </a:extLst>
          </p:cNvPr>
          <p:cNvSpPr txBox="1">
            <a:spLocks noChangeArrowheads="1"/>
          </p:cNvSpPr>
          <p:nvPr/>
        </p:nvSpPr>
        <p:spPr bwMode="auto">
          <a:xfrm>
            <a:off x="1337824" y="1415653"/>
            <a:ext cx="24349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latin typeface="+mn-ea"/>
                <a:ea typeface="+mn-ea"/>
              </a:rPr>
              <a:t>根据例</a:t>
            </a:r>
            <a:r>
              <a:rPr lang="en-US" altLang="zh-CN" sz="2400" b="1" dirty="0">
                <a:latin typeface="+mn-ea"/>
                <a:ea typeface="+mn-ea"/>
              </a:rPr>
              <a:t>8</a:t>
            </a:r>
            <a:r>
              <a:rPr lang="zh-CN" altLang="en-US" sz="2400" b="1" dirty="0">
                <a:latin typeface="+mn-ea"/>
                <a:ea typeface="+mn-ea"/>
              </a:rPr>
              <a:t>，</a:t>
            </a:r>
          </a:p>
        </p:txBody>
      </p:sp>
      <p:sp>
        <p:nvSpPr>
          <p:cNvPr id="22" name="矩形 21"/>
          <p:cNvSpPr/>
          <p:nvPr/>
        </p:nvSpPr>
        <p:spPr>
          <a:xfrm>
            <a:off x="4025341" y="2486948"/>
            <a:ext cx="2828032" cy="1063117"/>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6969544" y="2226573"/>
            <a:ext cx="828057" cy="56679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4" name="Object 2">
            <a:extLst>
              <a:ext uri="{FF2B5EF4-FFF2-40B4-BE49-F238E27FC236}">
                <a16:creationId xmlns:a16="http://schemas.microsoft.com/office/drawing/2014/main" id="{5A0A506D-B6EA-44D3-AF18-60CA8A15F781}"/>
              </a:ext>
            </a:extLst>
          </p:cNvPr>
          <p:cNvGraphicFramePr>
            <a:graphicFrameLocks noChangeAspect="1"/>
          </p:cNvGraphicFramePr>
          <p:nvPr>
            <p:extLst>
              <p:ext uri="{D42A27DB-BD31-4B8C-83A1-F6EECF244321}">
                <p14:modId xmlns:p14="http://schemas.microsoft.com/office/powerpoint/2010/main" val="2981948861"/>
              </p:ext>
            </p:extLst>
          </p:nvPr>
        </p:nvGraphicFramePr>
        <p:xfrm>
          <a:off x="3914874" y="659846"/>
          <a:ext cx="2095500" cy="342900"/>
        </p:xfrm>
        <a:graphic>
          <a:graphicData uri="http://schemas.openxmlformats.org/presentationml/2006/ole">
            <mc:AlternateContent xmlns:mc="http://schemas.openxmlformats.org/markup-compatibility/2006">
              <mc:Choice xmlns:v="urn:schemas-microsoft-com:vml" Requires="v">
                <p:oleObj spid="_x0000_s153411" name="Equation" r:id="rId24" imgW="2095200" imgH="342720" progId="Equation.DSMT4">
                  <p:embed/>
                </p:oleObj>
              </mc:Choice>
              <mc:Fallback>
                <p:oleObj name="Equation" r:id="rId24" imgW="2095200" imgH="342720" progId="Equation.DSMT4">
                  <p:embed/>
                  <p:pic>
                    <p:nvPicPr>
                      <p:cNvPr id="3" name="Object 2">
                        <a:extLst>
                          <a:ext uri="{FF2B5EF4-FFF2-40B4-BE49-F238E27FC236}">
                            <a16:creationId xmlns:a16="http://schemas.microsoft.com/office/drawing/2014/main" id="{514C9EA2-5373-42ED-A914-7460D1DC3593}"/>
                          </a:ext>
                        </a:extLst>
                      </p:cNvPr>
                      <p:cNvPicPr>
                        <a:picLocks noChangeAspect="1" noChangeArrowheads="1"/>
                      </p:cNvPicPr>
                      <p:nvPr/>
                    </p:nvPicPr>
                    <p:blipFill>
                      <a:blip r:embed="rId25">
                        <a:grayscl/>
                        <a:biLevel thresh="50000"/>
                      </a:blip>
                      <a:srcRect/>
                      <a:stretch>
                        <a:fillRect/>
                      </a:stretch>
                    </p:blipFill>
                    <p:spPr bwMode="auto">
                      <a:xfrm>
                        <a:off x="3914874" y="659846"/>
                        <a:ext cx="20955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11713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heel(1)">
                                      <p:cBhvr>
                                        <p:cTn id="37" dur="20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heel(1)">
                                      <p:cBhvr>
                                        <p:cTn id="42" dur="20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wipe(left)">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wipe(left)">
                                      <p:cBhvr>
                                        <p:cTn id="6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1" grpId="0"/>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9">
            <a:extLst>
              <a:ext uri="{FF2B5EF4-FFF2-40B4-BE49-F238E27FC236}">
                <a16:creationId xmlns:a16="http://schemas.microsoft.com/office/drawing/2014/main" id="{6DC4761F-4FCF-479D-90A9-BE55CA31F387}"/>
              </a:ext>
            </a:extLst>
          </p:cNvPr>
          <p:cNvSpPr txBox="1">
            <a:spLocks noChangeArrowheads="1"/>
          </p:cNvSpPr>
          <p:nvPr/>
        </p:nvSpPr>
        <p:spPr bwMode="auto">
          <a:xfrm>
            <a:off x="1639215" y="2902173"/>
            <a:ext cx="4105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hlink"/>
                </a:solidFill>
                <a:latin typeface="Arial" panose="020B0604020202020204" pitchFamily="34" charset="0"/>
                <a:ea typeface="楷体_GB2312" pitchFamily="49" charset="-122"/>
              </a:defRPr>
            </a:lvl1pPr>
            <a:lvl2pPr marL="742950" indent="-285750" eaLnBrk="0" hangingPunct="0">
              <a:defRPr sz="2800" b="1">
                <a:solidFill>
                  <a:schemeClr val="hlink"/>
                </a:solidFill>
                <a:latin typeface="Arial" panose="020B0604020202020204" pitchFamily="34" charset="0"/>
                <a:ea typeface="楷体_GB2312" pitchFamily="49" charset="-122"/>
              </a:defRPr>
            </a:lvl2pPr>
            <a:lvl3pPr marL="1143000" indent="-228600" eaLnBrk="0" hangingPunct="0">
              <a:defRPr sz="2800" b="1">
                <a:solidFill>
                  <a:schemeClr val="hlink"/>
                </a:solidFill>
                <a:latin typeface="Arial" panose="020B0604020202020204" pitchFamily="34" charset="0"/>
                <a:ea typeface="楷体_GB2312" pitchFamily="49" charset="-122"/>
              </a:defRPr>
            </a:lvl3pPr>
            <a:lvl4pPr marL="1600200" indent="-228600" eaLnBrk="0" hangingPunct="0">
              <a:defRPr sz="2800" b="1">
                <a:solidFill>
                  <a:schemeClr val="hlink"/>
                </a:solidFill>
                <a:latin typeface="Arial" panose="020B0604020202020204" pitchFamily="34" charset="0"/>
                <a:ea typeface="楷体_GB2312" pitchFamily="49" charset="-122"/>
              </a:defRPr>
            </a:lvl4pPr>
            <a:lvl5pPr marL="2057400" indent="-228600" eaLnBrk="0" hangingPunct="0">
              <a:defRPr sz="2800" b="1">
                <a:solidFill>
                  <a:schemeClr val="hlink"/>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9pPr>
          </a:lstStyle>
          <a:p>
            <a:pPr algn="l" eaLnBrk="1" hangingPunct="1">
              <a:spcBef>
                <a:spcPct val="50000"/>
              </a:spcBef>
              <a:buFontTx/>
              <a:buNone/>
            </a:pPr>
            <a:r>
              <a:rPr kumimoji="1" lang="en-US" altLang="zh-CN" sz="2400" dirty="0">
                <a:solidFill>
                  <a:schemeClr val="tx1"/>
                </a:solidFill>
                <a:latin typeface="+mn-ea"/>
                <a:ea typeface="+mn-ea"/>
              </a:rPr>
              <a:t>3. </a:t>
            </a:r>
            <a:r>
              <a:rPr kumimoji="1" lang="zh-CN" altLang="en-US" sz="2400" dirty="0">
                <a:solidFill>
                  <a:schemeClr val="tx1"/>
                </a:solidFill>
                <a:latin typeface="+mn-ea"/>
                <a:ea typeface="+mn-ea"/>
              </a:rPr>
              <a:t>复合函数的连续性</a:t>
            </a:r>
          </a:p>
        </p:txBody>
      </p:sp>
      <p:sp>
        <p:nvSpPr>
          <p:cNvPr id="29" name="Text Box 29">
            <a:extLst>
              <a:ext uri="{FF2B5EF4-FFF2-40B4-BE49-F238E27FC236}">
                <a16:creationId xmlns:a16="http://schemas.microsoft.com/office/drawing/2014/main" id="{4FB44D90-C9D5-44A8-9861-C2109B991856}"/>
              </a:ext>
            </a:extLst>
          </p:cNvPr>
          <p:cNvSpPr txBox="1">
            <a:spLocks noChangeArrowheads="1"/>
          </p:cNvSpPr>
          <p:nvPr/>
        </p:nvSpPr>
        <p:spPr bwMode="auto">
          <a:xfrm>
            <a:off x="1639215" y="2192353"/>
            <a:ext cx="51845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hlink"/>
                </a:solidFill>
                <a:latin typeface="Arial" panose="020B0604020202020204" pitchFamily="34" charset="0"/>
                <a:ea typeface="楷体_GB2312" pitchFamily="49" charset="-122"/>
              </a:defRPr>
            </a:lvl1pPr>
            <a:lvl2pPr marL="742950" indent="-285750" eaLnBrk="0" hangingPunct="0">
              <a:defRPr sz="2800" b="1">
                <a:solidFill>
                  <a:schemeClr val="hlink"/>
                </a:solidFill>
                <a:latin typeface="Arial" panose="020B0604020202020204" pitchFamily="34" charset="0"/>
                <a:ea typeface="楷体_GB2312" pitchFamily="49" charset="-122"/>
              </a:defRPr>
            </a:lvl2pPr>
            <a:lvl3pPr marL="1143000" indent="-228600" eaLnBrk="0" hangingPunct="0">
              <a:defRPr sz="2800" b="1">
                <a:solidFill>
                  <a:schemeClr val="hlink"/>
                </a:solidFill>
                <a:latin typeface="Arial" panose="020B0604020202020204" pitchFamily="34" charset="0"/>
                <a:ea typeface="楷体_GB2312" pitchFamily="49" charset="-122"/>
              </a:defRPr>
            </a:lvl3pPr>
            <a:lvl4pPr marL="1600200" indent="-228600" eaLnBrk="0" hangingPunct="0">
              <a:defRPr sz="2800" b="1">
                <a:solidFill>
                  <a:schemeClr val="hlink"/>
                </a:solidFill>
                <a:latin typeface="Arial" panose="020B0604020202020204" pitchFamily="34" charset="0"/>
                <a:ea typeface="楷体_GB2312" pitchFamily="49" charset="-122"/>
              </a:defRPr>
            </a:lvl4pPr>
            <a:lvl5pPr marL="2057400" indent="-228600" eaLnBrk="0" hangingPunct="0">
              <a:defRPr sz="2800" b="1">
                <a:solidFill>
                  <a:schemeClr val="hlink"/>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9pPr>
          </a:lstStyle>
          <a:p>
            <a:pPr algn="l" eaLnBrk="1" hangingPunct="1">
              <a:spcBef>
                <a:spcPct val="50000"/>
              </a:spcBef>
              <a:buFontTx/>
              <a:buNone/>
            </a:pPr>
            <a:r>
              <a:rPr kumimoji="1" lang="en-US" altLang="zh-CN" sz="2400" dirty="0">
                <a:solidFill>
                  <a:schemeClr val="tx1"/>
                </a:solidFill>
                <a:latin typeface="+mn-ea"/>
                <a:ea typeface="+mn-ea"/>
              </a:rPr>
              <a:t>2. </a:t>
            </a:r>
            <a:r>
              <a:rPr kumimoji="1" lang="zh-CN" altLang="en-US" sz="2400" dirty="0">
                <a:solidFill>
                  <a:schemeClr val="tx1"/>
                </a:solidFill>
                <a:latin typeface="+mn-ea"/>
                <a:ea typeface="+mn-ea"/>
              </a:rPr>
              <a:t>反函数的连续性</a:t>
            </a:r>
          </a:p>
        </p:txBody>
      </p:sp>
      <p:sp>
        <p:nvSpPr>
          <p:cNvPr id="31" name="矩形 30">
            <a:extLst>
              <a:ext uri="{FF2B5EF4-FFF2-40B4-BE49-F238E27FC236}">
                <a16:creationId xmlns:a16="http://schemas.microsoft.com/office/drawing/2014/main" id="{C52FF42A-5AE4-4BD4-95CE-EEA812B7783E}"/>
              </a:ext>
            </a:extLst>
          </p:cNvPr>
          <p:cNvSpPr/>
          <p:nvPr/>
        </p:nvSpPr>
        <p:spPr>
          <a:xfrm>
            <a:off x="3563888" y="619334"/>
            <a:ext cx="1627369" cy="523220"/>
          </a:xfrm>
          <a:prstGeom prst="rect">
            <a:avLst/>
          </a:prstGeom>
        </p:spPr>
        <p:txBody>
          <a:bodyPr wrap="none">
            <a:spAutoFit/>
          </a:bodyPr>
          <a:lstStyle/>
          <a:p>
            <a:r>
              <a:rPr lang="zh-CN" altLang="en-US" sz="2800" b="1" dirty="0">
                <a:solidFill>
                  <a:srgbClr val="0066FF"/>
                </a:solidFill>
                <a:latin typeface="楷体_GB2312" pitchFamily="49" charset="-122"/>
              </a:rPr>
              <a:t>内容小结</a:t>
            </a:r>
          </a:p>
        </p:txBody>
      </p:sp>
      <p:sp>
        <p:nvSpPr>
          <p:cNvPr id="32" name="Text Box 29">
            <a:extLst>
              <a:ext uri="{FF2B5EF4-FFF2-40B4-BE49-F238E27FC236}">
                <a16:creationId xmlns:a16="http://schemas.microsoft.com/office/drawing/2014/main" id="{24B003A2-E92C-4503-95E3-BDBF40EA2272}"/>
              </a:ext>
            </a:extLst>
          </p:cNvPr>
          <p:cNvSpPr txBox="1">
            <a:spLocks noChangeArrowheads="1"/>
          </p:cNvSpPr>
          <p:nvPr/>
        </p:nvSpPr>
        <p:spPr bwMode="auto">
          <a:xfrm>
            <a:off x="1639215" y="1442311"/>
            <a:ext cx="56886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hlink"/>
                </a:solidFill>
                <a:latin typeface="Arial" panose="020B0604020202020204" pitchFamily="34" charset="0"/>
                <a:ea typeface="楷体_GB2312" pitchFamily="49" charset="-122"/>
              </a:defRPr>
            </a:lvl1pPr>
            <a:lvl2pPr marL="742950" indent="-285750" eaLnBrk="0" hangingPunct="0">
              <a:defRPr sz="2800" b="1">
                <a:solidFill>
                  <a:schemeClr val="hlink"/>
                </a:solidFill>
                <a:latin typeface="Arial" panose="020B0604020202020204" pitchFamily="34" charset="0"/>
                <a:ea typeface="楷体_GB2312" pitchFamily="49" charset="-122"/>
              </a:defRPr>
            </a:lvl2pPr>
            <a:lvl3pPr marL="1143000" indent="-228600" eaLnBrk="0" hangingPunct="0">
              <a:defRPr sz="2800" b="1">
                <a:solidFill>
                  <a:schemeClr val="hlink"/>
                </a:solidFill>
                <a:latin typeface="Arial" panose="020B0604020202020204" pitchFamily="34" charset="0"/>
                <a:ea typeface="楷体_GB2312" pitchFamily="49" charset="-122"/>
              </a:defRPr>
            </a:lvl3pPr>
            <a:lvl4pPr marL="1600200" indent="-228600" eaLnBrk="0" hangingPunct="0">
              <a:defRPr sz="2800" b="1">
                <a:solidFill>
                  <a:schemeClr val="hlink"/>
                </a:solidFill>
                <a:latin typeface="Arial" panose="020B0604020202020204" pitchFamily="34" charset="0"/>
                <a:ea typeface="楷体_GB2312" pitchFamily="49" charset="-122"/>
              </a:defRPr>
            </a:lvl4pPr>
            <a:lvl5pPr marL="2057400" indent="-228600" eaLnBrk="0" hangingPunct="0">
              <a:defRPr sz="2800" b="1">
                <a:solidFill>
                  <a:schemeClr val="hlink"/>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9pPr>
          </a:lstStyle>
          <a:p>
            <a:pPr algn="l" eaLnBrk="1" hangingPunct="1">
              <a:spcBef>
                <a:spcPct val="50000"/>
              </a:spcBef>
              <a:buFontTx/>
              <a:buNone/>
            </a:pPr>
            <a:r>
              <a:rPr kumimoji="1" lang="en-US" altLang="zh-CN" sz="2400" dirty="0">
                <a:solidFill>
                  <a:schemeClr val="tx1"/>
                </a:solidFill>
                <a:latin typeface="+mn-ea"/>
                <a:ea typeface="+mn-ea"/>
              </a:rPr>
              <a:t>1. </a:t>
            </a:r>
            <a:r>
              <a:rPr kumimoji="1" lang="zh-CN" altLang="en-US" sz="2400" dirty="0">
                <a:solidFill>
                  <a:schemeClr val="tx1"/>
                </a:solidFill>
                <a:latin typeface="+mn-ea"/>
                <a:ea typeface="+mn-ea"/>
              </a:rPr>
              <a:t>连续函数的和、差、积、商的连续性</a:t>
            </a:r>
          </a:p>
        </p:txBody>
      </p:sp>
      <p:sp>
        <p:nvSpPr>
          <p:cNvPr id="38" name="Text Box 29">
            <a:extLst>
              <a:ext uri="{FF2B5EF4-FFF2-40B4-BE49-F238E27FC236}">
                <a16:creationId xmlns:a16="http://schemas.microsoft.com/office/drawing/2014/main" id="{24F4BD23-D0F6-4CFC-8649-116D1EF13594}"/>
              </a:ext>
            </a:extLst>
          </p:cNvPr>
          <p:cNvSpPr txBox="1">
            <a:spLocks noChangeArrowheads="1"/>
          </p:cNvSpPr>
          <p:nvPr/>
        </p:nvSpPr>
        <p:spPr bwMode="auto">
          <a:xfrm>
            <a:off x="1639215" y="3611993"/>
            <a:ext cx="6403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hlink"/>
                </a:solidFill>
                <a:latin typeface="Arial" panose="020B0604020202020204" pitchFamily="34" charset="0"/>
                <a:ea typeface="楷体_GB2312" pitchFamily="49" charset="-122"/>
              </a:defRPr>
            </a:lvl1pPr>
            <a:lvl2pPr marL="742950" indent="-285750" eaLnBrk="0" hangingPunct="0">
              <a:defRPr sz="2800" b="1">
                <a:solidFill>
                  <a:schemeClr val="hlink"/>
                </a:solidFill>
                <a:latin typeface="Arial" panose="020B0604020202020204" pitchFamily="34" charset="0"/>
                <a:ea typeface="楷体_GB2312" pitchFamily="49" charset="-122"/>
              </a:defRPr>
            </a:lvl2pPr>
            <a:lvl3pPr marL="1143000" indent="-228600" eaLnBrk="0" hangingPunct="0">
              <a:defRPr sz="2800" b="1">
                <a:solidFill>
                  <a:schemeClr val="hlink"/>
                </a:solidFill>
                <a:latin typeface="Arial" panose="020B0604020202020204" pitchFamily="34" charset="0"/>
                <a:ea typeface="楷体_GB2312" pitchFamily="49" charset="-122"/>
              </a:defRPr>
            </a:lvl3pPr>
            <a:lvl4pPr marL="1600200" indent="-228600" eaLnBrk="0" hangingPunct="0">
              <a:defRPr sz="2800" b="1">
                <a:solidFill>
                  <a:schemeClr val="hlink"/>
                </a:solidFill>
                <a:latin typeface="Arial" panose="020B0604020202020204" pitchFamily="34" charset="0"/>
                <a:ea typeface="楷体_GB2312" pitchFamily="49" charset="-122"/>
              </a:defRPr>
            </a:lvl4pPr>
            <a:lvl5pPr marL="2057400" indent="-228600" eaLnBrk="0" hangingPunct="0">
              <a:defRPr sz="2800" b="1">
                <a:solidFill>
                  <a:schemeClr val="hlink"/>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buFont typeface="Arial" panose="020B0604020202020204" pitchFamily="34" charset="0"/>
              <a:defRPr sz="2800" b="1">
                <a:solidFill>
                  <a:schemeClr val="hlink"/>
                </a:solidFill>
                <a:latin typeface="Arial" panose="020B0604020202020204" pitchFamily="34" charset="0"/>
                <a:ea typeface="楷体_GB2312" pitchFamily="49" charset="-122"/>
              </a:defRPr>
            </a:lvl9pPr>
          </a:lstStyle>
          <a:p>
            <a:pPr algn="l" eaLnBrk="1" hangingPunct="1">
              <a:spcBef>
                <a:spcPct val="50000"/>
              </a:spcBef>
              <a:buFontTx/>
              <a:buNone/>
            </a:pPr>
            <a:r>
              <a:rPr kumimoji="1" lang="en-US" altLang="zh-CN" sz="2400" dirty="0">
                <a:solidFill>
                  <a:schemeClr val="tx1"/>
                </a:solidFill>
                <a:latin typeface="+mn-ea"/>
                <a:ea typeface="+mn-ea"/>
              </a:rPr>
              <a:t>4. </a:t>
            </a:r>
            <a:r>
              <a:rPr kumimoji="1" lang="zh-CN" altLang="en-US" sz="2400" dirty="0">
                <a:solidFill>
                  <a:schemeClr val="tx1"/>
                </a:solidFill>
                <a:latin typeface="+mn-ea"/>
                <a:ea typeface="+mn-ea"/>
              </a:rPr>
              <a:t>初等函数的连续性</a:t>
            </a:r>
          </a:p>
        </p:txBody>
      </p:sp>
    </p:spTree>
    <p:extLst>
      <p:ext uri="{BB962C8B-B14F-4D97-AF65-F5344CB8AC3E}">
        <p14:creationId xmlns:p14="http://schemas.microsoft.com/office/powerpoint/2010/main" val="4201112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left)">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9" grpId="0"/>
      <p:bldP spid="32" grpId="0"/>
      <p:bldP spid="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B54A17F-802E-4020-9CD6-83C8876EFCF8}"/>
              </a:ext>
            </a:extLst>
          </p:cNvPr>
          <p:cNvSpPr/>
          <p:nvPr/>
        </p:nvSpPr>
        <p:spPr>
          <a:xfrm>
            <a:off x="699024" y="159498"/>
            <a:ext cx="1266693" cy="523220"/>
          </a:xfrm>
          <a:prstGeom prst="rect">
            <a:avLst/>
          </a:prstGeom>
        </p:spPr>
        <p:txBody>
          <a:bodyPr wrap="none">
            <a:spAutoFit/>
          </a:bodyPr>
          <a:lstStyle/>
          <a:p>
            <a:r>
              <a:rPr lang="zh-CN" altLang="en-US" sz="2800" b="1" dirty="0">
                <a:solidFill>
                  <a:srgbClr val="0066FF"/>
                </a:solidFill>
                <a:latin typeface="楷体_GB2312" pitchFamily="49" charset="-122"/>
              </a:rPr>
              <a:t>练习题</a:t>
            </a:r>
          </a:p>
        </p:txBody>
      </p:sp>
      <p:sp>
        <p:nvSpPr>
          <p:cNvPr id="3" name="Text Box 11">
            <a:extLst>
              <a:ext uri="{FF2B5EF4-FFF2-40B4-BE49-F238E27FC236}">
                <a16:creationId xmlns:a16="http://schemas.microsoft.com/office/drawing/2014/main" id="{784CAC17-78EB-4134-8998-E05A2C90CE4D}"/>
              </a:ext>
            </a:extLst>
          </p:cNvPr>
          <p:cNvSpPr txBox="1">
            <a:spLocks noChangeArrowheads="1"/>
          </p:cNvSpPr>
          <p:nvPr/>
        </p:nvSpPr>
        <p:spPr bwMode="auto">
          <a:xfrm>
            <a:off x="685737" y="1197050"/>
            <a:ext cx="17238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1. </a:t>
            </a:r>
            <a:r>
              <a:rPr lang="zh-CN" altLang="en-US" sz="2400" b="1" dirty="0">
                <a:latin typeface="+mn-ea"/>
                <a:ea typeface="+mn-ea"/>
              </a:rPr>
              <a:t>求极限</a:t>
            </a:r>
          </a:p>
        </p:txBody>
      </p:sp>
      <p:graphicFrame>
        <p:nvGraphicFramePr>
          <p:cNvPr id="4" name="对象 3">
            <a:extLst>
              <a:ext uri="{FF2B5EF4-FFF2-40B4-BE49-F238E27FC236}">
                <a16:creationId xmlns:a16="http://schemas.microsoft.com/office/drawing/2014/main" id="{F54C5A7C-BC17-441A-A92F-19CE8C718245}"/>
              </a:ext>
            </a:extLst>
          </p:cNvPr>
          <p:cNvGraphicFramePr>
            <a:graphicFrameLocks noChangeAspect="1"/>
          </p:cNvGraphicFramePr>
          <p:nvPr>
            <p:extLst>
              <p:ext uri="{D42A27DB-BD31-4B8C-83A1-F6EECF244321}">
                <p14:modId xmlns:p14="http://schemas.microsoft.com/office/powerpoint/2010/main" val="1246979638"/>
              </p:ext>
            </p:extLst>
          </p:nvPr>
        </p:nvGraphicFramePr>
        <p:xfrm>
          <a:off x="2235200" y="1059582"/>
          <a:ext cx="2336800" cy="736600"/>
        </p:xfrm>
        <a:graphic>
          <a:graphicData uri="http://schemas.openxmlformats.org/presentationml/2006/ole">
            <mc:AlternateContent xmlns:mc="http://schemas.openxmlformats.org/markup-compatibility/2006">
              <mc:Choice xmlns:v="urn:schemas-microsoft-com:vml" Requires="v">
                <p:oleObj spid="_x0000_s164046" name="Equation" r:id="rId3" imgW="2336760" imgH="736560" progId="Equation.DSMT4">
                  <p:embed/>
                </p:oleObj>
              </mc:Choice>
              <mc:Fallback>
                <p:oleObj name="Equation" r:id="rId3" imgW="2336760" imgH="736560" progId="Equation.DSMT4">
                  <p:embed/>
                  <p:pic>
                    <p:nvPicPr>
                      <p:cNvPr id="0" name=""/>
                      <p:cNvPicPr/>
                      <p:nvPr/>
                    </p:nvPicPr>
                    <p:blipFill>
                      <a:blip r:embed="rId4"/>
                      <a:stretch>
                        <a:fillRect/>
                      </a:stretch>
                    </p:blipFill>
                    <p:spPr>
                      <a:xfrm>
                        <a:off x="2235200" y="1059582"/>
                        <a:ext cx="2336800" cy="736600"/>
                      </a:xfrm>
                      <a:prstGeom prst="rect">
                        <a:avLst/>
                      </a:prstGeom>
                    </p:spPr>
                  </p:pic>
                </p:oleObj>
              </mc:Fallback>
            </mc:AlternateContent>
          </a:graphicData>
        </a:graphic>
      </p:graphicFrame>
      <p:sp>
        <p:nvSpPr>
          <p:cNvPr id="5" name="Text Box 11">
            <a:extLst>
              <a:ext uri="{FF2B5EF4-FFF2-40B4-BE49-F238E27FC236}">
                <a16:creationId xmlns:a16="http://schemas.microsoft.com/office/drawing/2014/main" id="{4ED39C71-60A8-4CBB-8EBB-E6CBBA44D5C2}"/>
              </a:ext>
            </a:extLst>
          </p:cNvPr>
          <p:cNvSpPr txBox="1">
            <a:spLocks noChangeArrowheads="1"/>
          </p:cNvSpPr>
          <p:nvPr/>
        </p:nvSpPr>
        <p:spPr bwMode="auto">
          <a:xfrm>
            <a:off x="681399" y="2198677"/>
            <a:ext cx="1828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aphicFrame>
        <p:nvGraphicFramePr>
          <p:cNvPr id="6" name="对象 5">
            <a:extLst>
              <a:ext uri="{FF2B5EF4-FFF2-40B4-BE49-F238E27FC236}">
                <a16:creationId xmlns:a16="http://schemas.microsoft.com/office/drawing/2014/main" id="{DFB33996-8A22-4836-A9C8-DDC446E6BAC7}"/>
              </a:ext>
            </a:extLst>
          </p:cNvPr>
          <p:cNvGraphicFramePr>
            <a:graphicFrameLocks noChangeAspect="1"/>
          </p:cNvGraphicFramePr>
          <p:nvPr>
            <p:extLst>
              <p:ext uri="{D42A27DB-BD31-4B8C-83A1-F6EECF244321}">
                <p14:modId xmlns:p14="http://schemas.microsoft.com/office/powerpoint/2010/main" val="4009731558"/>
              </p:ext>
            </p:extLst>
          </p:nvPr>
        </p:nvGraphicFramePr>
        <p:xfrm>
          <a:off x="1567702" y="2036806"/>
          <a:ext cx="2260600" cy="736600"/>
        </p:xfrm>
        <a:graphic>
          <a:graphicData uri="http://schemas.openxmlformats.org/presentationml/2006/ole">
            <mc:AlternateContent xmlns:mc="http://schemas.openxmlformats.org/markup-compatibility/2006">
              <mc:Choice xmlns:v="urn:schemas-microsoft-com:vml" Requires="v">
                <p:oleObj spid="_x0000_s164047" name="Equation" r:id="rId5" imgW="2260440" imgH="736560" progId="Equation.DSMT4">
                  <p:embed/>
                </p:oleObj>
              </mc:Choice>
              <mc:Fallback>
                <p:oleObj name="Equation" r:id="rId5" imgW="2260440" imgH="736560" progId="Equation.DSMT4">
                  <p:embed/>
                  <p:pic>
                    <p:nvPicPr>
                      <p:cNvPr id="4" name="对象 3">
                        <a:extLst>
                          <a:ext uri="{FF2B5EF4-FFF2-40B4-BE49-F238E27FC236}">
                            <a16:creationId xmlns:a16="http://schemas.microsoft.com/office/drawing/2014/main" id="{F54C5A7C-BC17-441A-A92F-19CE8C718245}"/>
                          </a:ext>
                        </a:extLst>
                      </p:cNvPr>
                      <p:cNvPicPr/>
                      <p:nvPr/>
                    </p:nvPicPr>
                    <p:blipFill>
                      <a:blip r:embed="rId6"/>
                      <a:stretch>
                        <a:fillRect/>
                      </a:stretch>
                    </p:blipFill>
                    <p:spPr>
                      <a:xfrm>
                        <a:off x="1567702" y="2036806"/>
                        <a:ext cx="2260600" cy="7366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6ED48CC-2144-4523-9429-E208234BF48B}"/>
              </a:ext>
            </a:extLst>
          </p:cNvPr>
          <p:cNvGraphicFramePr>
            <a:graphicFrameLocks noChangeAspect="1"/>
          </p:cNvGraphicFramePr>
          <p:nvPr>
            <p:extLst>
              <p:ext uri="{D42A27DB-BD31-4B8C-83A1-F6EECF244321}">
                <p14:modId xmlns:p14="http://schemas.microsoft.com/office/powerpoint/2010/main" val="1997875188"/>
              </p:ext>
            </p:extLst>
          </p:nvPr>
        </p:nvGraphicFramePr>
        <p:xfrm>
          <a:off x="4044917" y="1588157"/>
          <a:ext cx="1917700" cy="1168400"/>
        </p:xfrm>
        <a:graphic>
          <a:graphicData uri="http://schemas.openxmlformats.org/presentationml/2006/ole">
            <mc:AlternateContent xmlns:mc="http://schemas.openxmlformats.org/markup-compatibility/2006">
              <mc:Choice xmlns:v="urn:schemas-microsoft-com:vml" Requires="v">
                <p:oleObj spid="_x0000_s164048" name="Equation" r:id="rId7" imgW="1917360" imgH="1168200" progId="Equation.DSMT4">
                  <p:embed/>
                </p:oleObj>
              </mc:Choice>
              <mc:Fallback>
                <p:oleObj name="Equation" r:id="rId7" imgW="1917360" imgH="1168200" progId="Equation.DSMT4">
                  <p:embed/>
                  <p:pic>
                    <p:nvPicPr>
                      <p:cNvPr id="0" name=""/>
                      <p:cNvPicPr/>
                      <p:nvPr/>
                    </p:nvPicPr>
                    <p:blipFill>
                      <a:blip r:embed="rId8"/>
                      <a:stretch>
                        <a:fillRect/>
                      </a:stretch>
                    </p:blipFill>
                    <p:spPr>
                      <a:xfrm>
                        <a:off x="4044917" y="1588157"/>
                        <a:ext cx="1917700" cy="11684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5C01DBF-82C6-46D5-AE2C-F58BA3DDA7C1}"/>
              </a:ext>
            </a:extLst>
          </p:cNvPr>
          <p:cNvGraphicFramePr>
            <a:graphicFrameLocks noChangeAspect="1"/>
          </p:cNvGraphicFramePr>
          <p:nvPr>
            <p:extLst>
              <p:ext uri="{D42A27DB-BD31-4B8C-83A1-F6EECF244321}">
                <p14:modId xmlns:p14="http://schemas.microsoft.com/office/powerpoint/2010/main" val="1586904632"/>
              </p:ext>
            </p:extLst>
          </p:nvPr>
        </p:nvGraphicFramePr>
        <p:xfrm>
          <a:off x="1238239" y="3101207"/>
          <a:ext cx="1993900" cy="977900"/>
        </p:xfrm>
        <a:graphic>
          <a:graphicData uri="http://schemas.openxmlformats.org/presentationml/2006/ole">
            <mc:AlternateContent xmlns:mc="http://schemas.openxmlformats.org/markup-compatibility/2006">
              <mc:Choice xmlns:v="urn:schemas-microsoft-com:vml" Requires="v">
                <p:oleObj spid="_x0000_s164049" name="Equation" r:id="rId9" imgW="1993680" imgH="977760" progId="Equation.DSMT4">
                  <p:embed/>
                </p:oleObj>
              </mc:Choice>
              <mc:Fallback>
                <p:oleObj name="Equation" r:id="rId9" imgW="1993680" imgH="977760" progId="Equation.DSMT4">
                  <p:embed/>
                  <p:pic>
                    <p:nvPicPr>
                      <p:cNvPr id="7" name="对象 6">
                        <a:extLst>
                          <a:ext uri="{FF2B5EF4-FFF2-40B4-BE49-F238E27FC236}">
                            <a16:creationId xmlns:a16="http://schemas.microsoft.com/office/drawing/2014/main" id="{A6ED48CC-2144-4523-9429-E208234BF48B}"/>
                          </a:ext>
                        </a:extLst>
                      </p:cNvPr>
                      <p:cNvPicPr/>
                      <p:nvPr/>
                    </p:nvPicPr>
                    <p:blipFill>
                      <a:blip r:embed="rId10"/>
                      <a:stretch>
                        <a:fillRect/>
                      </a:stretch>
                    </p:blipFill>
                    <p:spPr>
                      <a:xfrm>
                        <a:off x="1238239" y="3101207"/>
                        <a:ext cx="1993900" cy="9779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2097E48-3725-47F5-A1A4-F10F60FDFD52}"/>
              </a:ext>
            </a:extLst>
          </p:cNvPr>
          <p:cNvGraphicFramePr>
            <a:graphicFrameLocks noChangeAspect="1"/>
          </p:cNvGraphicFramePr>
          <p:nvPr>
            <p:extLst>
              <p:ext uri="{D42A27DB-BD31-4B8C-83A1-F6EECF244321}">
                <p14:modId xmlns:p14="http://schemas.microsoft.com/office/powerpoint/2010/main" val="1645231558"/>
              </p:ext>
            </p:extLst>
          </p:nvPr>
        </p:nvGraphicFramePr>
        <p:xfrm>
          <a:off x="3216264" y="2904357"/>
          <a:ext cx="2438400" cy="1371600"/>
        </p:xfrm>
        <a:graphic>
          <a:graphicData uri="http://schemas.openxmlformats.org/presentationml/2006/ole">
            <mc:AlternateContent xmlns:mc="http://schemas.openxmlformats.org/markup-compatibility/2006">
              <mc:Choice xmlns:v="urn:schemas-microsoft-com:vml" Requires="v">
                <p:oleObj spid="_x0000_s164050" name="Equation" r:id="rId11" imgW="2438280" imgH="1371600" progId="Equation.DSMT4">
                  <p:embed/>
                </p:oleObj>
              </mc:Choice>
              <mc:Fallback>
                <p:oleObj name="Equation" r:id="rId11" imgW="2438280" imgH="1371600" progId="Equation.DSMT4">
                  <p:embed/>
                  <p:pic>
                    <p:nvPicPr>
                      <p:cNvPr id="0" name=""/>
                      <p:cNvPicPr/>
                      <p:nvPr/>
                    </p:nvPicPr>
                    <p:blipFill>
                      <a:blip r:embed="rId12"/>
                      <a:stretch>
                        <a:fillRect/>
                      </a:stretch>
                    </p:blipFill>
                    <p:spPr>
                      <a:xfrm>
                        <a:off x="3216264" y="2904357"/>
                        <a:ext cx="2438400" cy="13716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B2A444E1-9288-4F51-BD98-DD17F0D7EBD4}"/>
              </a:ext>
            </a:extLst>
          </p:cNvPr>
          <p:cNvGraphicFramePr>
            <a:graphicFrameLocks noChangeAspect="1"/>
          </p:cNvGraphicFramePr>
          <p:nvPr>
            <p:extLst>
              <p:ext uri="{D42A27DB-BD31-4B8C-83A1-F6EECF244321}">
                <p14:modId xmlns:p14="http://schemas.microsoft.com/office/powerpoint/2010/main" val="4219490754"/>
              </p:ext>
            </p:extLst>
          </p:nvPr>
        </p:nvGraphicFramePr>
        <p:xfrm>
          <a:off x="5654664" y="3196457"/>
          <a:ext cx="1435100" cy="787400"/>
        </p:xfrm>
        <a:graphic>
          <a:graphicData uri="http://schemas.openxmlformats.org/presentationml/2006/ole">
            <mc:AlternateContent xmlns:mc="http://schemas.openxmlformats.org/markup-compatibility/2006">
              <mc:Choice xmlns:v="urn:schemas-microsoft-com:vml" Requires="v">
                <p:oleObj spid="_x0000_s164051" name="Equation" r:id="rId13" imgW="1434960" imgH="787320" progId="Equation.DSMT4">
                  <p:embed/>
                </p:oleObj>
              </mc:Choice>
              <mc:Fallback>
                <p:oleObj name="Equation" r:id="rId13" imgW="1434960" imgH="787320" progId="Equation.DSMT4">
                  <p:embed/>
                  <p:pic>
                    <p:nvPicPr>
                      <p:cNvPr id="0" name=""/>
                      <p:cNvPicPr/>
                      <p:nvPr/>
                    </p:nvPicPr>
                    <p:blipFill>
                      <a:blip r:embed="rId14"/>
                      <a:stretch>
                        <a:fillRect/>
                      </a:stretch>
                    </p:blipFill>
                    <p:spPr>
                      <a:xfrm>
                        <a:off x="5654664" y="3196457"/>
                        <a:ext cx="1435100" cy="787400"/>
                      </a:xfrm>
                      <a:prstGeom prst="rect">
                        <a:avLst/>
                      </a:prstGeom>
                    </p:spPr>
                  </p:pic>
                </p:oleObj>
              </mc:Fallback>
            </mc:AlternateContent>
          </a:graphicData>
        </a:graphic>
      </p:graphicFrame>
    </p:spTree>
    <p:extLst>
      <p:ext uri="{BB962C8B-B14F-4D97-AF65-F5344CB8AC3E}">
        <p14:creationId xmlns:p14="http://schemas.microsoft.com/office/powerpoint/2010/main" val="215659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a:extLst>
              <a:ext uri="{FF2B5EF4-FFF2-40B4-BE49-F238E27FC236}">
                <a16:creationId xmlns:a16="http://schemas.microsoft.com/office/drawing/2014/main" id="{61BF9179-A845-46DD-80AB-E56B7AF58E95}"/>
              </a:ext>
            </a:extLst>
          </p:cNvPr>
          <p:cNvSpPr txBox="1">
            <a:spLocks noChangeArrowheads="1"/>
          </p:cNvSpPr>
          <p:nvPr/>
        </p:nvSpPr>
        <p:spPr bwMode="auto">
          <a:xfrm>
            <a:off x="593662" y="699542"/>
            <a:ext cx="77725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2. </a:t>
            </a:r>
            <a:r>
              <a:rPr lang="zh-CN" altLang="en-US" sz="2400" b="1" dirty="0">
                <a:latin typeface="+mn-ea"/>
                <a:ea typeface="+mn-ea"/>
              </a:rPr>
              <a:t>求极限</a:t>
            </a:r>
          </a:p>
        </p:txBody>
      </p:sp>
      <p:graphicFrame>
        <p:nvGraphicFramePr>
          <p:cNvPr id="3" name="对象 2">
            <a:extLst>
              <a:ext uri="{FF2B5EF4-FFF2-40B4-BE49-F238E27FC236}">
                <a16:creationId xmlns:a16="http://schemas.microsoft.com/office/drawing/2014/main" id="{F00016C5-9D35-406E-9452-1E9D4F98F04B}"/>
              </a:ext>
            </a:extLst>
          </p:cNvPr>
          <p:cNvGraphicFramePr>
            <a:graphicFrameLocks noChangeAspect="1"/>
          </p:cNvGraphicFramePr>
          <p:nvPr>
            <p:extLst>
              <p:ext uri="{D42A27DB-BD31-4B8C-83A1-F6EECF244321}">
                <p14:modId xmlns:p14="http://schemas.microsoft.com/office/powerpoint/2010/main" val="604547475"/>
              </p:ext>
            </p:extLst>
          </p:nvPr>
        </p:nvGraphicFramePr>
        <p:xfrm>
          <a:off x="2176828" y="492694"/>
          <a:ext cx="1562100" cy="723900"/>
        </p:xfrm>
        <a:graphic>
          <a:graphicData uri="http://schemas.openxmlformats.org/presentationml/2006/ole">
            <mc:AlternateContent xmlns:mc="http://schemas.openxmlformats.org/markup-compatibility/2006">
              <mc:Choice xmlns:v="urn:schemas-microsoft-com:vml" Requires="v">
                <p:oleObj spid="_x0000_s165097" name="Equation" r:id="rId3" imgW="1562040" imgH="723600" progId="Equation.DSMT4">
                  <p:embed/>
                </p:oleObj>
              </mc:Choice>
              <mc:Fallback>
                <p:oleObj name="Equation" r:id="rId3" imgW="1562040" imgH="723600" progId="Equation.DSMT4">
                  <p:embed/>
                  <p:pic>
                    <p:nvPicPr>
                      <p:cNvPr id="4" name="对象 3">
                        <a:extLst>
                          <a:ext uri="{FF2B5EF4-FFF2-40B4-BE49-F238E27FC236}">
                            <a16:creationId xmlns:a16="http://schemas.microsoft.com/office/drawing/2014/main" id="{F54C5A7C-BC17-441A-A92F-19CE8C718245}"/>
                          </a:ext>
                        </a:extLst>
                      </p:cNvPr>
                      <p:cNvPicPr/>
                      <p:nvPr/>
                    </p:nvPicPr>
                    <p:blipFill>
                      <a:blip r:embed="rId4"/>
                      <a:stretch>
                        <a:fillRect/>
                      </a:stretch>
                    </p:blipFill>
                    <p:spPr>
                      <a:xfrm>
                        <a:off x="2176828" y="492694"/>
                        <a:ext cx="1562100" cy="723900"/>
                      </a:xfrm>
                      <a:prstGeom prst="rect">
                        <a:avLst/>
                      </a:prstGeom>
                    </p:spPr>
                  </p:pic>
                </p:oleObj>
              </mc:Fallback>
            </mc:AlternateContent>
          </a:graphicData>
        </a:graphic>
      </p:graphicFrame>
      <p:sp>
        <p:nvSpPr>
          <p:cNvPr id="4" name="Text Box 11">
            <a:extLst>
              <a:ext uri="{FF2B5EF4-FFF2-40B4-BE49-F238E27FC236}">
                <a16:creationId xmlns:a16="http://schemas.microsoft.com/office/drawing/2014/main" id="{1B499885-4857-4F8D-9680-A2BF96BCA5DF}"/>
              </a:ext>
            </a:extLst>
          </p:cNvPr>
          <p:cNvSpPr txBox="1">
            <a:spLocks noChangeArrowheads="1"/>
          </p:cNvSpPr>
          <p:nvPr/>
        </p:nvSpPr>
        <p:spPr bwMode="auto">
          <a:xfrm>
            <a:off x="589324" y="1701169"/>
            <a:ext cx="1828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aphicFrame>
        <p:nvGraphicFramePr>
          <p:cNvPr id="5" name="对象 4">
            <a:extLst>
              <a:ext uri="{FF2B5EF4-FFF2-40B4-BE49-F238E27FC236}">
                <a16:creationId xmlns:a16="http://schemas.microsoft.com/office/drawing/2014/main" id="{C96E602C-0A0D-40B8-AC48-72EBFF8C0200}"/>
              </a:ext>
            </a:extLst>
          </p:cNvPr>
          <p:cNvGraphicFramePr>
            <a:graphicFrameLocks noChangeAspect="1"/>
          </p:cNvGraphicFramePr>
          <p:nvPr>
            <p:extLst>
              <p:ext uri="{D42A27DB-BD31-4B8C-83A1-F6EECF244321}">
                <p14:modId xmlns:p14="http://schemas.microsoft.com/office/powerpoint/2010/main" val="561762313"/>
              </p:ext>
            </p:extLst>
          </p:nvPr>
        </p:nvGraphicFramePr>
        <p:xfrm>
          <a:off x="1259632" y="1535149"/>
          <a:ext cx="1485900" cy="723900"/>
        </p:xfrm>
        <a:graphic>
          <a:graphicData uri="http://schemas.openxmlformats.org/presentationml/2006/ole">
            <mc:AlternateContent xmlns:mc="http://schemas.openxmlformats.org/markup-compatibility/2006">
              <mc:Choice xmlns:v="urn:schemas-microsoft-com:vml" Requires="v">
                <p:oleObj spid="_x0000_s165098" name="Equation" r:id="rId5" imgW="1485720" imgH="723600" progId="Equation.DSMT4">
                  <p:embed/>
                </p:oleObj>
              </mc:Choice>
              <mc:Fallback>
                <p:oleObj name="Equation" r:id="rId5" imgW="1485720" imgH="723600" progId="Equation.DSMT4">
                  <p:embed/>
                  <p:pic>
                    <p:nvPicPr>
                      <p:cNvPr id="6" name="对象 5">
                        <a:extLst>
                          <a:ext uri="{FF2B5EF4-FFF2-40B4-BE49-F238E27FC236}">
                            <a16:creationId xmlns:a16="http://schemas.microsoft.com/office/drawing/2014/main" id="{DFB33996-8A22-4836-A9C8-DDC446E6BAC7}"/>
                          </a:ext>
                        </a:extLst>
                      </p:cNvPr>
                      <p:cNvPicPr/>
                      <p:nvPr/>
                    </p:nvPicPr>
                    <p:blipFill>
                      <a:blip r:embed="rId6"/>
                      <a:stretch>
                        <a:fillRect/>
                      </a:stretch>
                    </p:blipFill>
                    <p:spPr>
                      <a:xfrm>
                        <a:off x="1259632" y="1535149"/>
                        <a:ext cx="1485900" cy="7239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A9C59BA6-038D-4AC0-813B-6362F6CC7A16}"/>
              </a:ext>
            </a:extLst>
          </p:cNvPr>
          <p:cNvGraphicFramePr>
            <a:graphicFrameLocks noChangeAspect="1"/>
          </p:cNvGraphicFramePr>
          <p:nvPr>
            <p:extLst>
              <p:ext uri="{D42A27DB-BD31-4B8C-83A1-F6EECF244321}">
                <p14:modId xmlns:p14="http://schemas.microsoft.com/office/powerpoint/2010/main" val="1066129508"/>
              </p:ext>
            </p:extLst>
          </p:nvPr>
        </p:nvGraphicFramePr>
        <p:xfrm>
          <a:off x="2859088" y="1331913"/>
          <a:ext cx="2400300" cy="1028700"/>
        </p:xfrm>
        <a:graphic>
          <a:graphicData uri="http://schemas.openxmlformats.org/presentationml/2006/ole">
            <mc:AlternateContent xmlns:mc="http://schemas.openxmlformats.org/markup-compatibility/2006">
              <mc:Choice xmlns:v="urn:schemas-microsoft-com:vml" Requires="v">
                <p:oleObj spid="_x0000_s165099" name="Equation" r:id="rId7" imgW="2400120" imgH="1028520" progId="Equation.DSMT4">
                  <p:embed/>
                </p:oleObj>
              </mc:Choice>
              <mc:Fallback>
                <p:oleObj name="Equation" r:id="rId7" imgW="2400120" imgH="1028520" progId="Equation.DSMT4">
                  <p:embed/>
                  <p:pic>
                    <p:nvPicPr>
                      <p:cNvPr id="5" name="对象 4">
                        <a:extLst>
                          <a:ext uri="{FF2B5EF4-FFF2-40B4-BE49-F238E27FC236}">
                            <a16:creationId xmlns:a16="http://schemas.microsoft.com/office/drawing/2014/main" id="{C96E602C-0A0D-40B8-AC48-72EBFF8C0200}"/>
                          </a:ext>
                        </a:extLst>
                      </p:cNvPr>
                      <p:cNvPicPr/>
                      <p:nvPr/>
                    </p:nvPicPr>
                    <p:blipFill>
                      <a:blip r:embed="rId8"/>
                      <a:stretch>
                        <a:fillRect/>
                      </a:stretch>
                    </p:blipFill>
                    <p:spPr>
                      <a:xfrm>
                        <a:off x="2859088" y="1331913"/>
                        <a:ext cx="2400300" cy="10287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CF1E2B90-6864-4526-A2D7-4655B6863BBE}"/>
              </a:ext>
            </a:extLst>
          </p:cNvPr>
          <p:cNvGraphicFramePr>
            <a:graphicFrameLocks noChangeAspect="1"/>
          </p:cNvGraphicFramePr>
          <p:nvPr>
            <p:extLst>
              <p:ext uri="{D42A27DB-BD31-4B8C-83A1-F6EECF244321}">
                <p14:modId xmlns:p14="http://schemas.microsoft.com/office/powerpoint/2010/main" val="669818723"/>
              </p:ext>
            </p:extLst>
          </p:nvPr>
        </p:nvGraphicFramePr>
        <p:xfrm>
          <a:off x="5270966" y="1335101"/>
          <a:ext cx="2298700" cy="1193800"/>
        </p:xfrm>
        <a:graphic>
          <a:graphicData uri="http://schemas.openxmlformats.org/presentationml/2006/ole">
            <mc:AlternateContent xmlns:mc="http://schemas.openxmlformats.org/markup-compatibility/2006">
              <mc:Choice xmlns:v="urn:schemas-microsoft-com:vml" Requires="v">
                <p:oleObj spid="_x0000_s165100" name="Equation" r:id="rId9" imgW="2298600" imgH="1193760" progId="Equation.DSMT4">
                  <p:embed/>
                </p:oleObj>
              </mc:Choice>
              <mc:Fallback>
                <p:oleObj name="Equation" r:id="rId9" imgW="2298600" imgH="1193760" progId="Equation.DSMT4">
                  <p:embed/>
                  <p:pic>
                    <p:nvPicPr>
                      <p:cNvPr id="0" name=""/>
                      <p:cNvPicPr/>
                      <p:nvPr/>
                    </p:nvPicPr>
                    <p:blipFill>
                      <a:blip r:embed="rId10"/>
                      <a:stretch>
                        <a:fillRect/>
                      </a:stretch>
                    </p:blipFill>
                    <p:spPr>
                      <a:xfrm>
                        <a:off x="5270966" y="1335101"/>
                        <a:ext cx="2298700" cy="11938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82FBEDB4-D947-4CA9-A9C2-B4E7DF2D0188}"/>
              </a:ext>
            </a:extLst>
          </p:cNvPr>
          <p:cNvGraphicFramePr>
            <a:graphicFrameLocks noChangeAspect="1"/>
          </p:cNvGraphicFramePr>
          <p:nvPr>
            <p:extLst>
              <p:ext uri="{D42A27DB-BD31-4B8C-83A1-F6EECF244321}">
                <p14:modId xmlns:p14="http://schemas.microsoft.com/office/powerpoint/2010/main" val="1435199326"/>
              </p:ext>
            </p:extLst>
          </p:nvPr>
        </p:nvGraphicFramePr>
        <p:xfrm>
          <a:off x="7156184" y="492694"/>
          <a:ext cx="1244600" cy="736600"/>
        </p:xfrm>
        <a:graphic>
          <a:graphicData uri="http://schemas.openxmlformats.org/presentationml/2006/ole">
            <mc:AlternateContent xmlns:mc="http://schemas.openxmlformats.org/markup-compatibility/2006">
              <mc:Choice xmlns:v="urn:schemas-microsoft-com:vml" Requires="v">
                <p:oleObj spid="_x0000_s165101" name="Equation" r:id="rId11" imgW="1244520" imgH="736560" progId="Equation.DSMT4">
                  <p:embed/>
                </p:oleObj>
              </mc:Choice>
              <mc:Fallback>
                <p:oleObj name="Equation" r:id="rId11" imgW="1244520" imgH="736560" progId="Equation.DSMT4">
                  <p:embed/>
                  <p:pic>
                    <p:nvPicPr>
                      <p:cNvPr id="0" name=""/>
                      <p:cNvPicPr/>
                      <p:nvPr/>
                    </p:nvPicPr>
                    <p:blipFill>
                      <a:blip r:embed="rId12"/>
                      <a:stretch>
                        <a:fillRect/>
                      </a:stretch>
                    </p:blipFill>
                    <p:spPr>
                      <a:xfrm>
                        <a:off x="7156184" y="492694"/>
                        <a:ext cx="1244600" cy="736600"/>
                      </a:xfrm>
                      <a:prstGeom prst="rect">
                        <a:avLst/>
                      </a:prstGeom>
                      <a:ln>
                        <a:solidFill>
                          <a:srgbClr val="FF0000"/>
                        </a:solidFill>
                      </a:ln>
                    </p:spPr>
                  </p:pic>
                </p:oleObj>
              </mc:Fallback>
            </mc:AlternateContent>
          </a:graphicData>
        </a:graphic>
      </p:graphicFrame>
      <p:graphicFrame>
        <p:nvGraphicFramePr>
          <p:cNvPr id="13" name="对象 12">
            <a:extLst>
              <a:ext uri="{FF2B5EF4-FFF2-40B4-BE49-F238E27FC236}">
                <a16:creationId xmlns:a16="http://schemas.microsoft.com/office/drawing/2014/main" id="{37FF96CB-23E9-438E-91A6-894E2DE1FFED}"/>
              </a:ext>
            </a:extLst>
          </p:cNvPr>
          <p:cNvGraphicFramePr>
            <a:graphicFrameLocks noChangeAspect="1"/>
          </p:cNvGraphicFramePr>
          <p:nvPr>
            <p:extLst>
              <p:ext uri="{D42A27DB-BD31-4B8C-83A1-F6EECF244321}">
                <p14:modId xmlns:p14="http://schemas.microsoft.com/office/powerpoint/2010/main" val="4262316194"/>
              </p:ext>
            </p:extLst>
          </p:nvPr>
        </p:nvGraphicFramePr>
        <p:xfrm>
          <a:off x="814388" y="2629286"/>
          <a:ext cx="2565400" cy="1460500"/>
        </p:xfrm>
        <a:graphic>
          <a:graphicData uri="http://schemas.openxmlformats.org/presentationml/2006/ole">
            <mc:AlternateContent xmlns:mc="http://schemas.openxmlformats.org/markup-compatibility/2006">
              <mc:Choice xmlns:v="urn:schemas-microsoft-com:vml" Requires="v">
                <p:oleObj spid="_x0000_s165102" name="Equation" r:id="rId13" imgW="2565360" imgH="1460160" progId="Equation.DSMT4">
                  <p:embed/>
                </p:oleObj>
              </mc:Choice>
              <mc:Fallback>
                <p:oleObj name="Equation" r:id="rId13" imgW="2565360" imgH="1460160" progId="Equation.DSMT4">
                  <p:embed/>
                  <p:pic>
                    <p:nvPicPr>
                      <p:cNvPr id="11" name="对象 10">
                        <a:extLst>
                          <a:ext uri="{FF2B5EF4-FFF2-40B4-BE49-F238E27FC236}">
                            <a16:creationId xmlns:a16="http://schemas.microsoft.com/office/drawing/2014/main" id="{CF1E2B90-6864-4526-A2D7-4655B6863BBE}"/>
                          </a:ext>
                        </a:extLst>
                      </p:cNvPr>
                      <p:cNvPicPr/>
                      <p:nvPr/>
                    </p:nvPicPr>
                    <p:blipFill>
                      <a:blip r:embed="rId14"/>
                      <a:stretch>
                        <a:fillRect/>
                      </a:stretch>
                    </p:blipFill>
                    <p:spPr>
                      <a:xfrm>
                        <a:off x="814388" y="2629286"/>
                        <a:ext cx="2565400" cy="1460500"/>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71EE0F12-B947-4691-B0BE-2EF1D893FEFD}"/>
              </a:ext>
            </a:extLst>
          </p:cNvPr>
          <p:cNvGraphicFramePr>
            <a:graphicFrameLocks noChangeAspect="1"/>
          </p:cNvGraphicFramePr>
          <p:nvPr>
            <p:extLst>
              <p:ext uri="{D42A27DB-BD31-4B8C-83A1-F6EECF244321}">
                <p14:modId xmlns:p14="http://schemas.microsoft.com/office/powerpoint/2010/main" val="2886273038"/>
              </p:ext>
            </p:extLst>
          </p:nvPr>
        </p:nvGraphicFramePr>
        <p:xfrm>
          <a:off x="3309938" y="3219450"/>
          <a:ext cx="1498600" cy="342900"/>
        </p:xfrm>
        <a:graphic>
          <a:graphicData uri="http://schemas.openxmlformats.org/presentationml/2006/ole">
            <mc:AlternateContent xmlns:mc="http://schemas.openxmlformats.org/markup-compatibility/2006">
              <mc:Choice xmlns:v="urn:schemas-microsoft-com:vml" Requires="v">
                <p:oleObj spid="_x0000_s165103" name="Equation" r:id="rId15" imgW="1498320" imgH="342720" progId="Equation.DSMT4">
                  <p:embed/>
                </p:oleObj>
              </mc:Choice>
              <mc:Fallback>
                <p:oleObj name="Equation" r:id="rId15" imgW="1498320" imgH="342720" progId="Equation.DSMT4">
                  <p:embed/>
                  <p:pic>
                    <p:nvPicPr>
                      <p:cNvPr id="0" name=""/>
                      <p:cNvPicPr/>
                      <p:nvPr/>
                    </p:nvPicPr>
                    <p:blipFill>
                      <a:blip r:embed="rId16"/>
                      <a:stretch>
                        <a:fillRect/>
                      </a:stretch>
                    </p:blipFill>
                    <p:spPr>
                      <a:xfrm>
                        <a:off x="3309938" y="3219450"/>
                        <a:ext cx="1498600" cy="342900"/>
                      </a:xfrm>
                      <a:prstGeom prst="rect">
                        <a:avLst/>
                      </a:prstGeom>
                    </p:spPr>
                  </p:pic>
                </p:oleObj>
              </mc:Fallback>
            </mc:AlternateContent>
          </a:graphicData>
        </a:graphic>
      </p:graphicFrame>
    </p:spTree>
    <p:extLst>
      <p:ext uri="{BB962C8B-B14F-4D97-AF65-F5344CB8AC3E}">
        <p14:creationId xmlns:p14="http://schemas.microsoft.com/office/powerpoint/2010/main" val="285704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0FACFAC0-47C9-48F0-BF4F-088C22E05798}"/>
              </a:ext>
            </a:extLst>
          </p:cNvPr>
          <p:cNvGrpSpPr/>
          <p:nvPr/>
        </p:nvGrpSpPr>
        <p:grpSpPr>
          <a:xfrm>
            <a:off x="685737" y="539006"/>
            <a:ext cx="3277468" cy="736600"/>
            <a:chOff x="685737" y="539006"/>
            <a:chExt cx="3277468" cy="736600"/>
          </a:xfrm>
        </p:grpSpPr>
        <p:sp>
          <p:nvSpPr>
            <p:cNvPr id="2" name="Text Box 11">
              <a:extLst>
                <a:ext uri="{FF2B5EF4-FFF2-40B4-BE49-F238E27FC236}">
                  <a16:creationId xmlns:a16="http://schemas.microsoft.com/office/drawing/2014/main" id="{746E11CD-1E94-4EBF-B55E-BB5E7C78F436}"/>
                </a:ext>
              </a:extLst>
            </p:cNvPr>
            <p:cNvSpPr txBox="1">
              <a:spLocks noChangeArrowheads="1"/>
            </p:cNvSpPr>
            <p:nvPr/>
          </p:nvSpPr>
          <p:spPr bwMode="auto">
            <a:xfrm>
              <a:off x="685737" y="699542"/>
              <a:ext cx="16891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3. </a:t>
              </a:r>
              <a:r>
                <a:rPr lang="zh-CN" altLang="en-US" sz="2400" b="1" dirty="0">
                  <a:latin typeface="+mn-ea"/>
                  <a:ea typeface="+mn-ea"/>
                </a:rPr>
                <a:t>求极限</a:t>
              </a:r>
            </a:p>
          </p:txBody>
        </p:sp>
        <p:graphicFrame>
          <p:nvGraphicFramePr>
            <p:cNvPr id="3" name="对象 2">
              <a:extLst>
                <a:ext uri="{FF2B5EF4-FFF2-40B4-BE49-F238E27FC236}">
                  <a16:creationId xmlns:a16="http://schemas.microsoft.com/office/drawing/2014/main" id="{79F421CB-2DD3-4484-A206-44F7519CE6CF}"/>
                </a:ext>
              </a:extLst>
            </p:cNvPr>
            <p:cNvGraphicFramePr>
              <a:graphicFrameLocks noChangeAspect="1"/>
            </p:cNvGraphicFramePr>
            <p:nvPr>
              <p:extLst>
                <p:ext uri="{D42A27DB-BD31-4B8C-83A1-F6EECF244321}">
                  <p14:modId xmlns:p14="http://schemas.microsoft.com/office/powerpoint/2010/main" val="3967203650"/>
                </p:ext>
              </p:extLst>
            </p:nvPr>
          </p:nvGraphicFramePr>
          <p:xfrm>
            <a:off x="2197905" y="539006"/>
            <a:ext cx="1765300" cy="736600"/>
          </p:xfrm>
          <a:graphic>
            <a:graphicData uri="http://schemas.openxmlformats.org/presentationml/2006/ole">
              <mc:AlternateContent xmlns:mc="http://schemas.openxmlformats.org/markup-compatibility/2006">
                <mc:Choice xmlns:v="urn:schemas-microsoft-com:vml" Requires="v">
                  <p:oleObj spid="_x0000_s166059" name="Equation" r:id="rId3" imgW="1765080" imgH="736560" progId="Equation.DSMT4">
                    <p:embed/>
                  </p:oleObj>
                </mc:Choice>
                <mc:Fallback>
                  <p:oleObj name="Equation" r:id="rId3" imgW="1765080" imgH="736560" progId="Equation.DSMT4">
                    <p:embed/>
                    <p:pic>
                      <p:nvPicPr>
                        <p:cNvPr id="0" name=""/>
                        <p:cNvPicPr/>
                        <p:nvPr/>
                      </p:nvPicPr>
                      <p:blipFill>
                        <a:blip r:embed="rId4"/>
                        <a:stretch>
                          <a:fillRect/>
                        </a:stretch>
                      </p:blipFill>
                      <p:spPr>
                        <a:xfrm>
                          <a:off x="2197905" y="539006"/>
                          <a:ext cx="1765300" cy="736600"/>
                        </a:xfrm>
                        <a:prstGeom prst="rect">
                          <a:avLst/>
                        </a:prstGeom>
                      </p:spPr>
                    </p:pic>
                  </p:oleObj>
                </mc:Fallback>
              </mc:AlternateContent>
            </a:graphicData>
          </a:graphic>
        </p:graphicFrame>
      </p:grpSp>
      <p:sp>
        <p:nvSpPr>
          <p:cNvPr id="5" name="Text Box 11">
            <a:extLst>
              <a:ext uri="{FF2B5EF4-FFF2-40B4-BE49-F238E27FC236}">
                <a16:creationId xmlns:a16="http://schemas.microsoft.com/office/drawing/2014/main" id="{2DDBD5AB-72A6-41EF-B80A-6AD44ABF2D73}"/>
              </a:ext>
            </a:extLst>
          </p:cNvPr>
          <p:cNvSpPr txBox="1">
            <a:spLocks noChangeArrowheads="1"/>
          </p:cNvSpPr>
          <p:nvPr/>
        </p:nvSpPr>
        <p:spPr bwMode="auto">
          <a:xfrm>
            <a:off x="685737" y="1635646"/>
            <a:ext cx="573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aphicFrame>
        <p:nvGraphicFramePr>
          <p:cNvPr id="6" name="对象 5">
            <a:extLst>
              <a:ext uri="{FF2B5EF4-FFF2-40B4-BE49-F238E27FC236}">
                <a16:creationId xmlns:a16="http://schemas.microsoft.com/office/drawing/2014/main" id="{04F7ED71-9717-4DE2-AC89-3F9974FA30E6}"/>
              </a:ext>
            </a:extLst>
          </p:cNvPr>
          <p:cNvGraphicFramePr>
            <a:graphicFrameLocks noChangeAspect="1"/>
          </p:cNvGraphicFramePr>
          <p:nvPr>
            <p:extLst>
              <p:ext uri="{D42A27DB-BD31-4B8C-83A1-F6EECF244321}">
                <p14:modId xmlns:p14="http://schemas.microsoft.com/office/powerpoint/2010/main" val="1574009625"/>
              </p:ext>
            </p:extLst>
          </p:nvPr>
        </p:nvGraphicFramePr>
        <p:xfrm>
          <a:off x="1514475" y="1498600"/>
          <a:ext cx="1689100" cy="736600"/>
        </p:xfrm>
        <a:graphic>
          <a:graphicData uri="http://schemas.openxmlformats.org/presentationml/2006/ole">
            <mc:AlternateContent xmlns:mc="http://schemas.openxmlformats.org/markup-compatibility/2006">
              <mc:Choice xmlns:v="urn:schemas-microsoft-com:vml" Requires="v">
                <p:oleObj spid="_x0000_s166060" name="Equation" r:id="rId5" imgW="1688760" imgH="736560" progId="Equation.DSMT4">
                  <p:embed/>
                </p:oleObj>
              </mc:Choice>
              <mc:Fallback>
                <p:oleObj name="Equation" r:id="rId5" imgW="1688760" imgH="736560" progId="Equation.DSMT4">
                  <p:embed/>
                  <p:pic>
                    <p:nvPicPr>
                      <p:cNvPr id="3" name="对象 2">
                        <a:extLst>
                          <a:ext uri="{FF2B5EF4-FFF2-40B4-BE49-F238E27FC236}">
                            <a16:creationId xmlns:a16="http://schemas.microsoft.com/office/drawing/2014/main" id="{79F421CB-2DD3-4484-A206-44F7519CE6CF}"/>
                          </a:ext>
                        </a:extLst>
                      </p:cNvPr>
                      <p:cNvPicPr/>
                      <p:nvPr/>
                    </p:nvPicPr>
                    <p:blipFill>
                      <a:blip r:embed="rId6"/>
                      <a:stretch>
                        <a:fillRect/>
                      </a:stretch>
                    </p:blipFill>
                    <p:spPr>
                      <a:xfrm>
                        <a:off x="1514475" y="1498600"/>
                        <a:ext cx="1689100" cy="7366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BDF72E2-8838-45BC-BD3D-6E55E4EEE581}"/>
              </a:ext>
            </a:extLst>
          </p:cNvPr>
          <p:cNvGraphicFramePr>
            <a:graphicFrameLocks noChangeAspect="1"/>
          </p:cNvGraphicFramePr>
          <p:nvPr>
            <p:extLst>
              <p:ext uri="{D42A27DB-BD31-4B8C-83A1-F6EECF244321}">
                <p14:modId xmlns:p14="http://schemas.microsoft.com/office/powerpoint/2010/main" val="4008537313"/>
              </p:ext>
            </p:extLst>
          </p:nvPr>
        </p:nvGraphicFramePr>
        <p:xfrm>
          <a:off x="3335777" y="1498600"/>
          <a:ext cx="2235200" cy="736600"/>
        </p:xfrm>
        <a:graphic>
          <a:graphicData uri="http://schemas.openxmlformats.org/presentationml/2006/ole">
            <mc:AlternateContent xmlns:mc="http://schemas.openxmlformats.org/markup-compatibility/2006">
              <mc:Choice xmlns:v="urn:schemas-microsoft-com:vml" Requires="v">
                <p:oleObj spid="_x0000_s166061" name="Equation" r:id="rId7" imgW="2234880" imgH="736560" progId="Equation.DSMT4">
                  <p:embed/>
                </p:oleObj>
              </mc:Choice>
              <mc:Fallback>
                <p:oleObj name="Equation" r:id="rId7" imgW="2234880" imgH="736560" progId="Equation.DSMT4">
                  <p:embed/>
                  <p:pic>
                    <p:nvPicPr>
                      <p:cNvPr id="0" name=""/>
                      <p:cNvPicPr/>
                      <p:nvPr/>
                    </p:nvPicPr>
                    <p:blipFill>
                      <a:blip r:embed="rId8"/>
                      <a:stretch>
                        <a:fillRect/>
                      </a:stretch>
                    </p:blipFill>
                    <p:spPr>
                      <a:xfrm>
                        <a:off x="3335777" y="1498600"/>
                        <a:ext cx="2235200" cy="7366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50177840-8DD3-45CF-B94B-86BBFDD0CE01}"/>
              </a:ext>
            </a:extLst>
          </p:cNvPr>
          <p:cNvGraphicFramePr>
            <a:graphicFrameLocks noChangeAspect="1"/>
          </p:cNvGraphicFramePr>
          <p:nvPr>
            <p:extLst>
              <p:ext uri="{D42A27DB-BD31-4B8C-83A1-F6EECF244321}">
                <p14:modId xmlns:p14="http://schemas.microsoft.com/office/powerpoint/2010/main" val="2969936977"/>
              </p:ext>
            </p:extLst>
          </p:nvPr>
        </p:nvGraphicFramePr>
        <p:xfrm>
          <a:off x="1058863" y="2709863"/>
          <a:ext cx="3060700" cy="1117600"/>
        </p:xfrm>
        <a:graphic>
          <a:graphicData uri="http://schemas.openxmlformats.org/presentationml/2006/ole">
            <mc:AlternateContent xmlns:mc="http://schemas.openxmlformats.org/markup-compatibility/2006">
              <mc:Choice xmlns:v="urn:schemas-microsoft-com:vml" Requires="v">
                <p:oleObj spid="_x0000_s166062" name="Equation" r:id="rId9" imgW="3060360" imgH="1117440" progId="Equation.DSMT4">
                  <p:embed/>
                </p:oleObj>
              </mc:Choice>
              <mc:Fallback>
                <p:oleObj name="Equation" r:id="rId9" imgW="3060360" imgH="1117440" progId="Equation.DSMT4">
                  <p:embed/>
                  <p:pic>
                    <p:nvPicPr>
                      <p:cNvPr id="7" name="对象 6">
                        <a:extLst>
                          <a:ext uri="{FF2B5EF4-FFF2-40B4-BE49-F238E27FC236}">
                            <a16:creationId xmlns:a16="http://schemas.microsoft.com/office/drawing/2014/main" id="{ABDF72E2-8838-45BC-BD3D-6E55E4EEE581}"/>
                          </a:ext>
                        </a:extLst>
                      </p:cNvPr>
                      <p:cNvPicPr/>
                      <p:nvPr/>
                    </p:nvPicPr>
                    <p:blipFill>
                      <a:blip r:embed="rId10"/>
                      <a:stretch>
                        <a:fillRect/>
                      </a:stretch>
                    </p:blipFill>
                    <p:spPr>
                      <a:xfrm>
                        <a:off x="1058863" y="2709863"/>
                        <a:ext cx="3060700" cy="11176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8B3B32E7-2794-49F9-B8B0-723259823ECA}"/>
              </a:ext>
            </a:extLst>
          </p:cNvPr>
          <p:cNvGraphicFramePr>
            <a:graphicFrameLocks noChangeAspect="1"/>
          </p:cNvGraphicFramePr>
          <p:nvPr>
            <p:extLst>
              <p:ext uri="{D42A27DB-BD31-4B8C-83A1-F6EECF244321}">
                <p14:modId xmlns:p14="http://schemas.microsoft.com/office/powerpoint/2010/main" val="3294332000"/>
              </p:ext>
            </p:extLst>
          </p:nvPr>
        </p:nvGraphicFramePr>
        <p:xfrm>
          <a:off x="3963205" y="2908301"/>
          <a:ext cx="723900" cy="546100"/>
        </p:xfrm>
        <a:graphic>
          <a:graphicData uri="http://schemas.openxmlformats.org/presentationml/2006/ole">
            <mc:AlternateContent xmlns:mc="http://schemas.openxmlformats.org/markup-compatibility/2006">
              <mc:Choice xmlns:v="urn:schemas-microsoft-com:vml" Requires="v">
                <p:oleObj spid="_x0000_s166063" name="Equation" r:id="rId11" imgW="723600" imgH="545760" progId="Equation.DSMT4">
                  <p:embed/>
                </p:oleObj>
              </mc:Choice>
              <mc:Fallback>
                <p:oleObj name="Equation" r:id="rId11" imgW="723600" imgH="545760" progId="Equation.DSMT4">
                  <p:embed/>
                  <p:pic>
                    <p:nvPicPr>
                      <p:cNvPr id="0" name=""/>
                      <p:cNvPicPr/>
                      <p:nvPr/>
                    </p:nvPicPr>
                    <p:blipFill>
                      <a:blip r:embed="rId12"/>
                      <a:stretch>
                        <a:fillRect/>
                      </a:stretch>
                    </p:blipFill>
                    <p:spPr>
                      <a:xfrm>
                        <a:off x="3963205" y="2908301"/>
                        <a:ext cx="723900" cy="546100"/>
                      </a:xfrm>
                      <a:prstGeom prst="rect">
                        <a:avLst/>
                      </a:prstGeom>
                    </p:spPr>
                  </p:pic>
                </p:oleObj>
              </mc:Fallback>
            </mc:AlternateContent>
          </a:graphicData>
        </a:graphic>
      </p:graphicFrame>
    </p:spTree>
    <p:extLst>
      <p:ext uri="{BB962C8B-B14F-4D97-AF65-F5344CB8AC3E}">
        <p14:creationId xmlns:p14="http://schemas.microsoft.com/office/powerpoint/2010/main" val="260710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CA2B9249-D99A-481E-B98C-F1667A63507D}"/>
              </a:ext>
            </a:extLst>
          </p:cNvPr>
          <p:cNvGraphicFramePr>
            <a:graphicFrameLocks noChangeAspect="1"/>
          </p:cNvGraphicFramePr>
          <p:nvPr>
            <p:extLst>
              <p:ext uri="{D42A27DB-BD31-4B8C-83A1-F6EECF244321}">
                <p14:modId xmlns:p14="http://schemas.microsoft.com/office/powerpoint/2010/main" val="431770206"/>
              </p:ext>
            </p:extLst>
          </p:nvPr>
        </p:nvGraphicFramePr>
        <p:xfrm>
          <a:off x="2411760" y="195486"/>
          <a:ext cx="1930400" cy="1168400"/>
        </p:xfrm>
        <a:graphic>
          <a:graphicData uri="http://schemas.openxmlformats.org/presentationml/2006/ole">
            <mc:AlternateContent xmlns:mc="http://schemas.openxmlformats.org/markup-compatibility/2006">
              <mc:Choice xmlns:v="urn:schemas-microsoft-com:vml" Requires="v">
                <p:oleObj spid="_x0000_s173178" name="Equation" r:id="rId3" imgW="1930320" imgH="1168200" progId="Equation.DSMT4">
                  <p:embed/>
                </p:oleObj>
              </mc:Choice>
              <mc:Fallback>
                <p:oleObj name="Equation" r:id="rId3" imgW="1930320" imgH="1168200" progId="Equation.DSMT4">
                  <p:embed/>
                  <p:pic>
                    <p:nvPicPr>
                      <p:cNvPr id="0" name=""/>
                      <p:cNvPicPr/>
                      <p:nvPr/>
                    </p:nvPicPr>
                    <p:blipFill>
                      <a:blip r:embed="rId4"/>
                      <a:stretch>
                        <a:fillRect/>
                      </a:stretch>
                    </p:blipFill>
                    <p:spPr>
                      <a:xfrm>
                        <a:off x="2411760" y="195486"/>
                        <a:ext cx="1930400" cy="1168400"/>
                      </a:xfrm>
                      <a:prstGeom prst="rect">
                        <a:avLst/>
                      </a:prstGeom>
                    </p:spPr>
                  </p:pic>
                </p:oleObj>
              </mc:Fallback>
            </mc:AlternateContent>
          </a:graphicData>
        </a:graphic>
      </p:graphicFrame>
      <p:sp>
        <p:nvSpPr>
          <p:cNvPr id="4" name="Text Box 11">
            <a:extLst>
              <a:ext uri="{FF2B5EF4-FFF2-40B4-BE49-F238E27FC236}">
                <a16:creationId xmlns:a16="http://schemas.microsoft.com/office/drawing/2014/main" id="{5266BCAB-4DD8-48A7-B15E-96604C117B3B}"/>
              </a:ext>
            </a:extLst>
          </p:cNvPr>
          <p:cNvSpPr txBox="1">
            <a:spLocks noChangeArrowheads="1"/>
          </p:cNvSpPr>
          <p:nvPr/>
        </p:nvSpPr>
        <p:spPr bwMode="auto">
          <a:xfrm>
            <a:off x="731254" y="779686"/>
            <a:ext cx="16891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4. </a:t>
            </a:r>
            <a:r>
              <a:rPr lang="zh-CN" altLang="en-US" sz="2400" b="1" dirty="0">
                <a:latin typeface="+mn-ea"/>
                <a:ea typeface="+mn-ea"/>
              </a:rPr>
              <a:t>求极限</a:t>
            </a:r>
          </a:p>
        </p:txBody>
      </p:sp>
      <p:sp>
        <p:nvSpPr>
          <p:cNvPr id="6" name="Text Box 11">
            <a:extLst>
              <a:ext uri="{FF2B5EF4-FFF2-40B4-BE49-F238E27FC236}">
                <a16:creationId xmlns:a16="http://schemas.microsoft.com/office/drawing/2014/main" id="{B6F58864-7DA6-45DA-A6CF-54885FE5EC03}"/>
              </a:ext>
            </a:extLst>
          </p:cNvPr>
          <p:cNvSpPr txBox="1">
            <a:spLocks noChangeArrowheads="1"/>
          </p:cNvSpPr>
          <p:nvPr/>
        </p:nvSpPr>
        <p:spPr bwMode="auto">
          <a:xfrm>
            <a:off x="685737" y="1635646"/>
            <a:ext cx="573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pSp>
        <p:nvGrpSpPr>
          <p:cNvPr id="12" name="组合 11">
            <a:extLst>
              <a:ext uri="{FF2B5EF4-FFF2-40B4-BE49-F238E27FC236}">
                <a16:creationId xmlns:a16="http://schemas.microsoft.com/office/drawing/2014/main" id="{AC31BFE4-A5A4-4686-9E9D-D4D931D386EB}"/>
              </a:ext>
            </a:extLst>
          </p:cNvPr>
          <p:cNvGrpSpPr/>
          <p:nvPr/>
        </p:nvGrpSpPr>
        <p:grpSpPr>
          <a:xfrm>
            <a:off x="1187624" y="1482651"/>
            <a:ext cx="2448272" cy="685800"/>
            <a:chOff x="1187624" y="1482651"/>
            <a:chExt cx="2448272" cy="685800"/>
          </a:xfrm>
        </p:grpSpPr>
        <p:sp>
          <p:nvSpPr>
            <p:cNvPr id="7" name="矩形 6">
              <a:extLst>
                <a:ext uri="{FF2B5EF4-FFF2-40B4-BE49-F238E27FC236}">
                  <a16:creationId xmlns:a16="http://schemas.microsoft.com/office/drawing/2014/main" id="{76CE978F-22C3-4D68-ACE6-D0F2B9228AAB}"/>
                </a:ext>
              </a:extLst>
            </p:cNvPr>
            <p:cNvSpPr/>
            <p:nvPr/>
          </p:nvSpPr>
          <p:spPr>
            <a:xfrm>
              <a:off x="1187624" y="1635645"/>
              <a:ext cx="2448272"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令         则</a:t>
              </a:r>
              <a:endParaRPr lang="zh-CN" altLang="en-US" dirty="0"/>
            </a:p>
          </p:txBody>
        </p:sp>
        <p:graphicFrame>
          <p:nvGraphicFramePr>
            <p:cNvPr id="8" name="对象 7">
              <a:extLst>
                <a:ext uri="{FF2B5EF4-FFF2-40B4-BE49-F238E27FC236}">
                  <a16:creationId xmlns:a16="http://schemas.microsoft.com/office/drawing/2014/main" id="{2FFC4D5F-72C9-4B80-A9B3-A70978979996}"/>
                </a:ext>
              </a:extLst>
            </p:cNvPr>
            <p:cNvGraphicFramePr>
              <a:graphicFrameLocks noChangeAspect="1"/>
            </p:cNvGraphicFramePr>
            <p:nvPr>
              <p:extLst>
                <p:ext uri="{D42A27DB-BD31-4B8C-83A1-F6EECF244321}">
                  <p14:modId xmlns:p14="http://schemas.microsoft.com/office/powerpoint/2010/main" val="1802902974"/>
                </p:ext>
              </p:extLst>
            </p:nvPr>
          </p:nvGraphicFramePr>
          <p:xfrm>
            <a:off x="1681670" y="1482651"/>
            <a:ext cx="1143000" cy="685800"/>
          </p:xfrm>
          <a:graphic>
            <a:graphicData uri="http://schemas.openxmlformats.org/presentationml/2006/ole">
              <mc:AlternateContent xmlns:mc="http://schemas.openxmlformats.org/markup-compatibility/2006">
                <mc:Choice xmlns:v="urn:schemas-microsoft-com:vml" Requires="v">
                  <p:oleObj spid="_x0000_s173179" name="Equation" r:id="rId5" imgW="1143000" imgH="685800" progId="Equation.DSMT4">
                    <p:embed/>
                  </p:oleObj>
                </mc:Choice>
                <mc:Fallback>
                  <p:oleObj name="Equation" r:id="rId5" imgW="1143000" imgH="685800" progId="Equation.DSMT4">
                    <p:embed/>
                    <p:pic>
                      <p:nvPicPr>
                        <p:cNvPr id="0" name=""/>
                        <p:cNvPicPr/>
                        <p:nvPr/>
                      </p:nvPicPr>
                      <p:blipFill>
                        <a:blip r:embed="rId6"/>
                        <a:stretch>
                          <a:fillRect/>
                        </a:stretch>
                      </p:blipFill>
                      <p:spPr>
                        <a:xfrm>
                          <a:off x="1681670" y="1482651"/>
                          <a:ext cx="1143000" cy="685800"/>
                        </a:xfrm>
                        <a:prstGeom prst="rect">
                          <a:avLst/>
                        </a:prstGeom>
                      </p:spPr>
                    </p:pic>
                  </p:oleObj>
                </mc:Fallback>
              </mc:AlternateContent>
            </a:graphicData>
          </a:graphic>
        </p:graphicFrame>
      </p:grpSp>
      <p:graphicFrame>
        <p:nvGraphicFramePr>
          <p:cNvPr id="9" name="对象 8">
            <a:extLst>
              <a:ext uri="{FF2B5EF4-FFF2-40B4-BE49-F238E27FC236}">
                <a16:creationId xmlns:a16="http://schemas.microsoft.com/office/drawing/2014/main" id="{26CF1C75-6DDE-4380-AF35-F70D5607D796}"/>
              </a:ext>
            </a:extLst>
          </p:cNvPr>
          <p:cNvGraphicFramePr>
            <a:graphicFrameLocks noChangeAspect="1"/>
          </p:cNvGraphicFramePr>
          <p:nvPr>
            <p:extLst>
              <p:ext uri="{D42A27DB-BD31-4B8C-83A1-F6EECF244321}">
                <p14:modId xmlns:p14="http://schemas.microsoft.com/office/powerpoint/2010/main" val="4080710738"/>
              </p:ext>
            </p:extLst>
          </p:nvPr>
        </p:nvGraphicFramePr>
        <p:xfrm>
          <a:off x="1043608" y="2295554"/>
          <a:ext cx="4241800" cy="812800"/>
        </p:xfrm>
        <a:graphic>
          <a:graphicData uri="http://schemas.openxmlformats.org/presentationml/2006/ole">
            <mc:AlternateContent xmlns:mc="http://schemas.openxmlformats.org/markup-compatibility/2006">
              <mc:Choice xmlns:v="urn:schemas-microsoft-com:vml" Requires="v">
                <p:oleObj spid="_x0000_s173180" name="Equation" r:id="rId7" imgW="4241520" imgH="812520" progId="Equation.DSMT4">
                  <p:embed/>
                </p:oleObj>
              </mc:Choice>
              <mc:Fallback>
                <p:oleObj name="Equation" r:id="rId7" imgW="4241520" imgH="812520" progId="Equation.DSMT4">
                  <p:embed/>
                  <p:pic>
                    <p:nvPicPr>
                      <p:cNvPr id="0" name=""/>
                      <p:cNvPicPr/>
                      <p:nvPr/>
                    </p:nvPicPr>
                    <p:blipFill>
                      <a:blip r:embed="rId8"/>
                      <a:stretch>
                        <a:fillRect/>
                      </a:stretch>
                    </p:blipFill>
                    <p:spPr>
                      <a:xfrm>
                        <a:off x="1043608" y="2295554"/>
                        <a:ext cx="4241800" cy="8128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91E2F570-F46F-434F-9E79-E30FF8275FEF}"/>
              </a:ext>
            </a:extLst>
          </p:cNvPr>
          <p:cNvGraphicFramePr>
            <a:graphicFrameLocks noChangeAspect="1"/>
          </p:cNvGraphicFramePr>
          <p:nvPr>
            <p:extLst>
              <p:ext uri="{D42A27DB-BD31-4B8C-83A1-F6EECF244321}">
                <p14:modId xmlns:p14="http://schemas.microsoft.com/office/powerpoint/2010/main" val="2497066805"/>
              </p:ext>
            </p:extLst>
          </p:nvPr>
        </p:nvGraphicFramePr>
        <p:xfrm>
          <a:off x="5285408" y="2314604"/>
          <a:ext cx="2819400" cy="774700"/>
        </p:xfrm>
        <a:graphic>
          <a:graphicData uri="http://schemas.openxmlformats.org/presentationml/2006/ole">
            <mc:AlternateContent xmlns:mc="http://schemas.openxmlformats.org/markup-compatibility/2006">
              <mc:Choice xmlns:v="urn:schemas-microsoft-com:vml" Requires="v">
                <p:oleObj spid="_x0000_s173181" name="Equation" r:id="rId9" imgW="2819160" imgH="774360" progId="Equation.DSMT4">
                  <p:embed/>
                </p:oleObj>
              </mc:Choice>
              <mc:Fallback>
                <p:oleObj name="Equation" r:id="rId9" imgW="2819160" imgH="774360" progId="Equation.DSMT4">
                  <p:embed/>
                  <p:pic>
                    <p:nvPicPr>
                      <p:cNvPr id="0" name=""/>
                      <p:cNvPicPr/>
                      <p:nvPr/>
                    </p:nvPicPr>
                    <p:blipFill>
                      <a:blip r:embed="rId10"/>
                      <a:stretch>
                        <a:fillRect/>
                      </a:stretch>
                    </p:blipFill>
                    <p:spPr>
                      <a:xfrm>
                        <a:off x="5285408" y="2314604"/>
                        <a:ext cx="2819400" cy="7747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025E06A3-D93D-4CD4-ABA9-E82C621F46DB}"/>
              </a:ext>
            </a:extLst>
          </p:cNvPr>
          <p:cNvGraphicFramePr>
            <a:graphicFrameLocks noChangeAspect="1"/>
          </p:cNvGraphicFramePr>
          <p:nvPr>
            <p:extLst>
              <p:ext uri="{D42A27DB-BD31-4B8C-83A1-F6EECF244321}">
                <p14:modId xmlns:p14="http://schemas.microsoft.com/office/powerpoint/2010/main" val="1808038581"/>
              </p:ext>
            </p:extLst>
          </p:nvPr>
        </p:nvGraphicFramePr>
        <p:xfrm>
          <a:off x="749866" y="3507854"/>
          <a:ext cx="4419600" cy="1168400"/>
        </p:xfrm>
        <a:graphic>
          <a:graphicData uri="http://schemas.openxmlformats.org/presentationml/2006/ole">
            <mc:AlternateContent xmlns:mc="http://schemas.openxmlformats.org/markup-compatibility/2006">
              <mc:Choice xmlns:v="urn:schemas-microsoft-com:vml" Requires="v">
                <p:oleObj spid="_x0000_s173182" name="Equation" r:id="rId11" imgW="4419360" imgH="1168200" progId="Equation.DSMT4">
                  <p:embed/>
                </p:oleObj>
              </mc:Choice>
              <mc:Fallback>
                <p:oleObj name="Equation" r:id="rId11" imgW="4419360" imgH="1168200" progId="Equation.DSMT4">
                  <p:embed/>
                  <p:pic>
                    <p:nvPicPr>
                      <p:cNvPr id="0" name=""/>
                      <p:cNvPicPr/>
                      <p:nvPr/>
                    </p:nvPicPr>
                    <p:blipFill>
                      <a:blip r:embed="rId12"/>
                      <a:stretch>
                        <a:fillRect/>
                      </a:stretch>
                    </p:blipFill>
                    <p:spPr>
                      <a:xfrm>
                        <a:off x="749866" y="3507854"/>
                        <a:ext cx="4419600" cy="1168400"/>
                      </a:xfrm>
                      <a:prstGeom prst="rect">
                        <a:avLst/>
                      </a:prstGeom>
                    </p:spPr>
                  </p:pic>
                </p:oleObj>
              </mc:Fallback>
            </mc:AlternateContent>
          </a:graphicData>
        </a:graphic>
      </p:graphicFrame>
    </p:spTree>
    <p:extLst>
      <p:ext uri="{BB962C8B-B14F-4D97-AF65-F5344CB8AC3E}">
        <p14:creationId xmlns:p14="http://schemas.microsoft.com/office/powerpoint/2010/main" val="168192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01B0A5F2-83C2-4037-AE3E-9E86250EC085}"/>
              </a:ext>
            </a:extLst>
          </p:cNvPr>
          <p:cNvGraphicFramePr>
            <a:graphicFrameLocks noChangeAspect="1"/>
          </p:cNvGraphicFramePr>
          <p:nvPr>
            <p:extLst>
              <p:ext uri="{D42A27DB-BD31-4B8C-83A1-F6EECF244321}">
                <p14:modId xmlns:p14="http://schemas.microsoft.com/office/powerpoint/2010/main" val="2017308217"/>
              </p:ext>
            </p:extLst>
          </p:nvPr>
        </p:nvGraphicFramePr>
        <p:xfrm>
          <a:off x="2267744" y="267494"/>
          <a:ext cx="2971800" cy="584200"/>
        </p:xfrm>
        <a:graphic>
          <a:graphicData uri="http://schemas.openxmlformats.org/presentationml/2006/ole">
            <mc:AlternateContent xmlns:mc="http://schemas.openxmlformats.org/markup-compatibility/2006">
              <mc:Choice xmlns:v="urn:schemas-microsoft-com:vml" Requires="v">
                <p:oleObj spid="_x0000_s175192" name="Equation" r:id="rId3" imgW="2971800" imgH="583920" progId="Equation.DSMT4">
                  <p:embed/>
                </p:oleObj>
              </mc:Choice>
              <mc:Fallback>
                <p:oleObj name="Equation" r:id="rId3" imgW="2971800" imgH="583920" progId="Equation.DSMT4">
                  <p:embed/>
                  <p:pic>
                    <p:nvPicPr>
                      <p:cNvPr id="0" name=""/>
                      <p:cNvPicPr/>
                      <p:nvPr/>
                    </p:nvPicPr>
                    <p:blipFill>
                      <a:blip r:embed="rId4"/>
                      <a:stretch>
                        <a:fillRect/>
                      </a:stretch>
                    </p:blipFill>
                    <p:spPr>
                      <a:xfrm>
                        <a:off x="2267744" y="267494"/>
                        <a:ext cx="2971800" cy="584200"/>
                      </a:xfrm>
                      <a:prstGeom prst="rect">
                        <a:avLst/>
                      </a:prstGeom>
                    </p:spPr>
                  </p:pic>
                </p:oleObj>
              </mc:Fallback>
            </mc:AlternateContent>
          </a:graphicData>
        </a:graphic>
      </p:graphicFrame>
      <p:sp>
        <p:nvSpPr>
          <p:cNvPr id="3" name="Text Box 11">
            <a:extLst>
              <a:ext uri="{FF2B5EF4-FFF2-40B4-BE49-F238E27FC236}">
                <a16:creationId xmlns:a16="http://schemas.microsoft.com/office/drawing/2014/main" id="{561BB076-1300-45DA-A944-1B6E1A29AFEA}"/>
              </a:ext>
            </a:extLst>
          </p:cNvPr>
          <p:cNvSpPr txBox="1">
            <a:spLocks noChangeArrowheads="1"/>
          </p:cNvSpPr>
          <p:nvPr/>
        </p:nvSpPr>
        <p:spPr bwMode="auto">
          <a:xfrm>
            <a:off x="755576" y="267494"/>
            <a:ext cx="16891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5. </a:t>
            </a:r>
            <a:r>
              <a:rPr lang="zh-CN" altLang="en-US" sz="2400" b="1" dirty="0">
                <a:latin typeface="+mn-ea"/>
                <a:ea typeface="+mn-ea"/>
              </a:rPr>
              <a:t>求极限</a:t>
            </a:r>
          </a:p>
        </p:txBody>
      </p:sp>
      <p:sp>
        <p:nvSpPr>
          <p:cNvPr id="4" name="Text Box 11">
            <a:extLst>
              <a:ext uri="{FF2B5EF4-FFF2-40B4-BE49-F238E27FC236}">
                <a16:creationId xmlns:a16="http://schemas.microsoft.com/office/drawing/2014/main" id="{14E8E2C4-DBF1-4A92-AE50-1278AB17565F}"/>
              </a:ext>
            </a:extLst>
          </p:cNvPr>
          <p:cNvSpPr txBox="1">
            <a:spLocks noChangeArrowheads="1"/>
          </p:cNvSpPr>
          <p:nvPr/>
        </p:nvSpPr>
        <p:spPr bwMode="auto">
          <a:xfrm>
            <a:off x="752810" y="1229147"/>
            <a:ext cx="573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aphicFrame>
        <p:nvGraphicFramePr>
          <p:cNvPr id="5" name="对象 4">
            <a:extLst>
              <a:ext uri="{FF2B5EF4-FFF2-40B4-BE49-F238E27FC236}">
                <a16:creationId xmlns:a16="http://schemas.microsoft.com/office/drawing/2014/main" id="{F6E3A9F4-0DD7-4ACB-A906-4083C5443FE4}"/>
              </a:ext>
            </a:extLst>
          </p:cNvPr>
          <p:cNvGraphicFramePr>
            <a:graphicFrameLocks noChangeAspect="1"/>
          </p:cNvGraphicFramePr>
          <p:nvPr>
            <p:extLst>
              <p:ext uri="{D42A27DB-BD31-4B8C-83A1-F6EECF244321}">
                <p14:modId xmlns:p14="http://schemas.microsoft.com/office/powerpoint/2010/main" val="4203587697"/>
              </p:ext>
            </p:extLst>
          </p:nvPr>
        </p:nvGraphicFramePr>
        <p:xfrm>
          <a:off x="1350523" y="1167880"/>
          <a:ext cx="2908300" cy="584200"/>
        </p:xfrm>
        <a:graphic>
          <a:graphicData uri="http://schemas.openxmlformats.org/presentationml/2006/ole">
            <mc:AlternateContent xmlns:mc="http://schemas.openxmlformats.org/markup-compatibility/2006">
              <mc:Choice xmlns:v="urn:schemas-microsoft-com:vml" Requires="v">
                <p:oleObj spid="_x0000_s175193" name="Equation" r:id="rId5" imgW="2908080" imgH="583920" progId="Equation.DSMT4">
                  <p:embed/>
                </p:oleObj>
              </mc:Choice>
              <mc:Fallback>
                <p:oleObj name="Equation" r:id="rId5" imgW="2908080" imgH="583920" progId="Equation.DSMT4">
                  <p:embed/>
                  <p:pic>
                    <p:nvPicPr>
                      <p:cNvPr id="0" name=""/>
                      <p:cNvPicPr/>
                      <p:nvPr/>
                    </p:nvPicPr>
                    <p:blipFill>
                      <a:blip r:embed="rId6"/>
                      <a:stretch>
                        <a:fillRect/>
                      </a:stretch>
                    </p:blipFill>
                    <p:spPr>
                      <a:xfrm>
                        <a:off x="1350523" y="1167880"/>
                        <a:ext cx="2908300" cy="5842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32C19B2D-EB93-4C57-A86F-694AFE65C9A1}"/>
              </a:ext>
            </a:extLst>
          </p:cNvPr>
          <p:cNvGraphicFramePr>
            <a:graphicFrameLocks noChangeAspect="1"/>
          </p:cNvGraphicFramePr>
          <p:nvPr>
            <p:extLst>
              <p:ext uri="{D42A27DB-BD31-4B8C-83A1-F6EECF244321}">
                <p14:modId xmlns:p14="http://schemas.microsoft.com/office/powerpoint/2010/main" val="2603912880"/>
              </p:ext>
            </p:extLst>
          </p:nvPr>
        </p:nvGraphicFramePr>
        <p:xfrm>
          <a:off x="1115616" y="2309813"/>
          <a:ext cx="3022600" cy="812800"/>
        </p:xfrm>
        <a:graphic>
          <a:graphicData uri="http://schemas.openxmlformats.org/presentationml/2006/ole">
            <mc:AlternateContent xmlns:mc="http://schemas.openxmlformats.org/markup-compatibility/2006">
              <mc:Choice xmlns:v="urn:schemas-microsoft-com:vml" Requires="v">
                <p:oleObj spid="_x0000_s175194" name="Equation" r:id="rId7" imgW="3022560" imgH="812520" progId="Equation.DSMT4">
                  <p:embed/>
                </p:oleObj>
              </mc:Choice>
              <mc:Fallback>
                <p:oleObj name="Equation" r:id="rId7" imgW="3022560" imgH="812520" progId="Equation.DSMT4">
                  <p:embed/>
                  <p:pic>
                    <p:nvPicPr>
                      <p:cNvPr id="0" name=""/>
                      <p:cNvPicPr/>
                      <p:nvPr/>
                    </p:nvPicPr>
                    <p:blipFill>
                      <a:blip r:embed="rId8"/>
                      <a:stretch>
                        <a:fillRect/>
                      </a:stretch>
                    </p:blipFill>
                    <p:spPr>
                      <a:xfrm>
                        <a:off x="1115616" y="2309813"/>
                        <a:ext cx="3022600" cy="8128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04A74257-1D0A-4F05-AF01-700E02D82E42}"/>
              </a:ext>
            </a:extLst>
          </p:cNvPr>
          <p:cNvGraphicFramePr>
            <a:graphicFrameLocks noChangeAspect="1"/>
          </p:cNvGraphicFramePr>
          <p:nvPr>
            <p:extLst>
              <p:ext uri="{D42A27DB-BD31-4B8C-83A1-F6EECF244321}">
                <p14:modId xmlns:p14="http://schemas.microsoft.com/office/powerpoint/2010/main" val="1439225756"/>
              </p:ext>
            </p:extLst>
          </p:nvPr>
        </p:nvGraphicFramePr>
        <p:xfrm>
          <a:off x="4258823" y="2318506"/>
          <a:ext cx="3213100" cy="1206500"/>
        </p:xfrm>
        <a:graphic>
          <a:graphicData uri="http://schemas.openxmlformats.org/presentationml/2006/ole">
            <mc:AlternateContent xmlns:mc="http://schemas.openxmlformats.org/markup-compatibility/2006">
              <mc:Choice xmlns:v="urn:schemas-microsoft-com:vml" Requires="v">
                <p:oleObj spid="_x0000_s175195" name="Equation" r:id="rId9" imgW="3213000" imgH="1206360" progId="Equation.DSMT4">
                  <p:embed/>
                </p:oleObj>
              </mc:Choice>
              <mc:Fallback>
                <p:oleObj name="Equation" r:id="rId9" imgW="3213000" imgH="1206360" progId="Equation.DSMT4">
                  <p:embed/>
                  <p:pic>
                    <p:nvPicPr>
                      <p:cNvPr id="0" name=""/>
                      <p:cNvPicPr/>
                      <p:nvPr/>
                    </p:nvPicPr>
                    <p:blipFill>
                      <a:blip r:embed="rId10"/>
                      <a:stretch>
                        <a:fillRect/>
                      </a:stretch>
                    </p:blipFill>
                    <p:spPr>
                      <a:xfrm>
                        <a:off x="4258823" y="2318506"/>
                        <a:ext cx="3213100" cy="1206500"/>
                      </a:xfrm>
                      <a:prstGeom prst="rect">
                        <a:avLst/>
                      </a:prstGeom>
                    </p:spPr>
                  </p:pic>
                </p:oleObj>
              </mc:Fallback>
            </mc:AlternateContent>
          </a:graphicData>
        </a:graphic>
      </p:graphicFrame>
    </p:spTree>
    <p:extLst>
      <p:ext uri="{BB962C8B-B14F-4D97-AF65-F5344CB8AC3E}">
        <p14:creationId xmlns:p14="http://schemas.microsoft.com/office/powerpoint/2010/main" val="23323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02D80B2A-2549-4DA4-86F9-C2B51CC460B9}"/>
              </a:ext>
            </a:extLst>
          </p:cNvPr>
          <p:cNvGraphicFramePr>
            <a:graphicFrameLocks noChangeAspect="1"/>
          </p:cNvGraphicFramePr>
          <p:nvPr>
            <p:extLst>
              <p:ext uri="{D42A27DB-BD31-4B8C-83A1-F6EECF244321}">
                <p14:modId xmlns:p14="http://schemas.microsoft.com/office/powerpoint/2010/main" val="3798306771"/>
              </p:ext>
            </p:extLst>
          </p:nvPr>
        </p:nvGraphicFramePr>
        <p:xfrm>
          <a:off x="2555776" y="339502"/>
          <a:ext cx="2209800" cy="1181100"/>
        </p:xfrm>
        <a:graphic>
          <a:graphicData uri="http://schemas.openxmlformats.org/presentationml/2006/ole">
            <mc:AlternateContent xmlns:mc="http://schemas.openxmlformats.org/markup-compatibility/2006">
              <mc:Choice xmlns:v="urn:schemas-microsoft-com:vml" Requires="v">
                <p:oleObj spid="_x0000_s176189" name="Equation" r:id="rId3" imgW="2209680" imgH="1180800" progId="Equation.DSMT4">
                  <p:embed/>
                </p:oleObj>
              </mc:Choice>
              <mc:Fallback>
                <p:oleObj name="Equation" r:id="rId3" imgW="2209680" imgH="1180800" progId="Equation.DSMT4">
                  <p:embed/>
                  <p:pic>
                    <p:nvPicPr>
                      <p:cNvPr id="0" name=""/>
                      <p:cNvPicPr/>
                      <p:nvPr/>
                    </p:nvPicPr>
                    <p:blipFill>
                      <a:blip r:embed="rId4"/>
                      <a:stretch>
                        <a:fillRect/>
                      </a:stretch>
                    </p:blipFill>
                    <p:spPr>
                      <a:xfrm>
                        <a:off x="2555776" y="339502"/>
                        <a:ext cx="2209800" cy="1181100"/>
                      </a:xfrm>
                      <a:prstGeom prst="rect">
                        <a:avLst/>
                      </a:prstGeom>
                    </p:spPr>
                  </p:pic>
                </p:oleObj>
              </mc:Fallback>
            </mc:AlternateContent>
          </a:graphicData>
        </a:graphic>
      </p:graphicFrame>
      <p:sp>
        <p:nvSpPr>
          <p:cNvPr id="3" name="Text Box 11">
            <a:extLst>
              <a:ext uri="{FF2B5EF4-FFF2-40B4-BE49-F238E27FC236}">
                <a16:creationId xmlns:a16="http://schemas.microsoft.com/office/drawing/2014/main" id="{A264AC4B-640C-4767-AA6B-E37BB50A9DED}"/>
              </a:ext>
            </a:extLst>
          </p:cNvPr>
          <p:cNvSpPr txBox="1">
            <a:spLocks noChangeArrowheads="1"/>
          </p:cNvSpPr>
          <p:nvPr/>
        </p:nvSpPr>
        <p:spPr bwMode="auto">
          <a:xfrm>
            <a:off x="866676" y="843558"/>
            <a:ext cx="16891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6. </a:t>
            </a:r>
            <a:r>
              <a:rPr lang="zh-CN" altLang="en-US" sz="2400" b="1" dirty="0">
                <a:latin typeface="+mn-ea"/>
                <a:ea typeface="+mn-ea"/>
              </a:rPr>
              <a:t>求极限</a:t>
            </a:r>
          </a:p>
        </p:txBody>
      </p:sp>
      <p:sp>
        <p:nvSpPr>
          <p:cNvPr id="4" name="Text Box 11">
            <a:extLst>
              <a:ext uri="{FF2B5EF4-FFF2-40B4-BE49-F238E27FC236}">
                <a16:creationId xmlns:a16="http://schemas.microsoft.com/office/drawing/2014/main" id="{9FC73174-F16E-4EAD-BAA1-6893B9F8B412}"/>
              </a:ext>
            </a:extLst>
          </p:cNvPr>
          <p:cNvSpPr txBox="1">
            <a:spLocks noChangeArrowheads="1"/>
          </p:cNvSpPr>
          <p:nvPr/>
        </p:nvSpPr>
        <p:spPr bwMode="auto">
          <a:xfrm>
            <a:off x="853261" y="2556941"/>
            <a:ext cx="573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aphicFrame>
        <p:nvGraphicFramePr>
          <p:cNvPr id="5" name="对象 4">
            <a:extLst>
              <a:ext uri="{FF2B5EF4-FFF2-40B4-BE49-F238E27FC236}">
                <a16:creationId xmlns:a16="http://schemas.microsoft.com/office/drawing/2014/main" id="{8C0354FF-8A25-4F6F-8F73-0470DC18B840}"/>
              </a:ext>
            </a:extLst>
          </p:cNvPr>
          <p:cNvGraphicFramePr>
            <a:graphicFrameLocks noChangeAspect="1"/>
          </p:cNvGraphicFramePr>
          <p:nvPr>
            <p:extLst>
              <p:ext uri="{D42A27DB-BD31-4B8C-83A1-F6EECF244321}">
                <p14:modId xmlns:p14="http://schemas.microsoft.com/office/powerpoint/2010/main" val="568332796"/>
              </p:ext>
            </p:extLst>
          </p:nvPr>
        </p:nvGraphicFramePr>
        <p:xfrm>
          <a:off x="1763688" y="2024658"/>
          <a:ext cx="2133600" cy="1181100"/>
        </p:xfrm>
        <a:graphic>
          <a:graphicData uri="http://schemas.openxmlformats.org/presentationml/2006/ole">
            <mc:AlternateContent xmlns:mc="http://schemas.openxmlformats.org/markup-compatibility/2006">
              <mc:Choice xmlns:v="urn:schemas-microsoft-com:vml" Requires="v">
                <p:oleObj spid="_x0000_s176190" name="Equation" r:id="rId5" imgW="2133360" imgH="1180800" progId="Equation.DSMT4">
                  <p:embed/>
                </p:oleObj>
              </mc:Choice>
              <mc:Fallback>
                <p:oleObj name="Equation" r:id="rId5" imgW="2133360" imgH="1180800" progId="Equation.DSMT4">
                  <p:embed/>
                  <p:pic>
                    <p:nvPicPr>
                      <p:cNvPr id="0" name=""/>
                      <p:cNvPicPr/>
                      <p:nvPr/>
                    </p:nvPicPr>
                    <p:blipFill>
                      <a:blip r:embed="rId6"/>
                      <a:stretch>
                        <a:fillRect/>
                      </a:stretch>
                    </p:blipFill>
                    <p:spPr>
                      <a:xfrm>
                        <a:off x="1763688" y="2024658"/>
                        <a:ext cx="2133600" cy="11811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4B7D5E59-56B7-4A0E-851A-38F9BD2CFF7F}"/>
              </a:ext>
            </a:extLst>
          </p:cNvPr>
          <p:cNvGraphicFramePr>
            <a:graphicFrameLocks noChangeAspect="1"/>
          </p:cNvGraphicFramePr>
          <p:nvPr>
            <p:extLst>
              <p:ext uri="{D42A27DB-BD31-4B8C-83A1-F6EECF244321}">
                <p14:modId xmlns:p14="http://schemas.microsoft.com/office/powerpoint/2010/main" val="4140828103"/>
              </p:ext>
            </p:extLst>
          </p:nvPr>
        </p:nvGraphicFramePr>
        <p:xfrm>
          <a:off x="4067944" y="2075458"/>
          <a:ext cx="2705100" cy="1079500"/>
        </p:xfrm>
        <a:graphic>
          <a:graphicData uri="http://schemas.openxmlformats.org/presentationml/2006/ole">
            <mc:AlternateContent xmlns:mc="http://schemas.openxmlformats.org/markup-compatibility/2006">
              <mc:Choice xmlns:v="urn:schemas-microsoft-com:vml" Requires="v">
                <p:oleObj spid="_x0000_s176191" name="Equation" r:id="rId7" imgW="2705040" imgH="1079280" progId="Equation.DSMT4">
                  <p:embed/>
                </p:oleObj>
              </mc:Choice>
              <mc:Fallback>
                <p:oleObj name="Equation" r:id="rId7" imgW="2705040" imgH="1079280" progId="Equation.DSMT4">
                  <p:embed/>
                  <p:pic>
                    <p:nvPicPr>
                      <p:cNvPr id="0" name=""/>
                      <p:cNvPicPr/>
                      <p:nvPr/>
                    </p:nvPicPr>
                    <p:blipFill>
                      <a:blip r:embed="rId8"/>
                      <a:stretch>
                        <a:fillRect/>
                      </a:stretch>
                    </p:blipFill>
                    <p:spPr>
                      <a:xfrm>
                        <a:off x="4067944" y="2075458"/>
                        <a:ext cx="2705100" cy="1079500"/>
                      </a:xfrm>
                      <a:prstGeom prst="rect">
                        <a:avLst/>
                      </a:prstGeom>
                    </p:spPr>
                  </p:pic>
                </p:oleObj>
              </mc:Fallback>
            </mc:AlternateContent>
          </a:graphicData>
        </a:graphic>
      </p:graphicFrame>
    </p:spTree>
    <p:extLst>
      <p:ext uri="{BB962C8B-B14F-4D97-AF65-F5344CB8AC3E}">
        <p14:creationId xmlns:p14="http://schemas.microsoft.com/office/powerpoint/2010/main" val="297301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9EFD3E0E-7DFE-4881-BBE0-792CEE444C38}"/>
              </a:ext>
            </a:extLst>
          </p:cNvPr>
          <p:cNvGraphicFramePr>
            <a:graphicFrameLocks noChangeAspect="1"/>
          </p:cNvGraphicFramePr>
          <p:nvPr>
            <p:extLst>
              <p:ext uri="{D42A27DB-BD31-4B8C-83A1-F6EECF244321}">
                <p14:modId xmlns:p14="http://schemas.microsoft.com/office/powerpoint/2010/main" val="3916080999"/>
              </p:ext>
            </p:extLst>
          </p:nvPr>
        </p:nvGraphicFramePr>
        <p:xfrm>
          <a:off x="2268538" y="242887"/>
          <a:ext cx="3200400" cy="876300"/>
        </p:xfrm>
        <a:graphic>
          <a:graphicData uri="http://schemas.openxmlformats.org/presentationml/2006/ole">
            <mc:AlternateContent xmlns:mc="http://schemas.openxmlformats.org/markup-compatibility/2006">
              <mc:Choice xmlns:v="urn:schemas-microsoft-com:vml" Requires="v">
                <p:oleObj spid="_x0000_s177258" name="Equation" r:id="rId3" imgW="3200400" imgH="876240" progId="Equation.DSMT4">
                  <p:embed/>
                </p:oleObj>
              </mc:Choice>
              <mc:Fallback>
                <p:oleObj name="Equation" r:id="rId3" imgW="3200400" imgH="876240" progId="Equation.DSMT4">
                  <p:embed/>
                  <p:pic>
                    <p:nvPicPr>
                      <p:cNvPr id="0" name=""/>
                      <p:cNvPicPr/>
                      <p:nvPr/>
                    </p:nvPicPr>
                    <p:blipFill>
                      <a:blip r:embed="rId4"/>
                      <a:stretch>
                        <a:fillRect/>
                      </a:stretch>
                    </p:blipFill>
                    <p:spPr>
                      <a:xfrm>
                        <a:off x="2268538" y="242887"/>
                        <a:ext cx="3200400" cy="876300"/>
                      </a:xfrm>
                      <a:prstGeom prst="rect">
                        <a:avLst/>
                      </a:prstGeom>
                    </p:spPr>
                  </p:pic>
                </p:oleObj>
              </mc:Fallback>
            </mc:AlternateContent>
          </a:graphicData>
        </a:graphic>
      </p:graphicFrame>
      <p:sp>
        <p:nvSpPr>
          <p:cNvPr id="3" name="Text Box 11">
            <a:extLst>
              <a:ext uri="{FF2B5EF4-FFF2-40B4-BE49-F238E27FC236}">
                <a16:creationId xmlns:a16="http://schemas.microsoft.com/office/drawing/2014/main" id="{84BAC078-0C0A-4241-84F8-3496FAE50E1B}"/>
              </a:ext>
            </a:extLst>
          </p:cNvPr>
          <p:cNvSpPr txBox="1">
            <a:spLocks noChangeArrowheads="1"/>
          </p:cNvSpPr>
          <p:nvPr/>
        </p:nvSpPr>
        <p:spPr bwMode="auto">
          <a:xfrm>
            <a:off x="756370" y="386903"/>
            <a:ext cx="16891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7. </a:t>
            </a:r>
            <a:r>
              <a:rPr lang="zh-CN" altLang="en-US" sz="2400" b="1" dirty="0">
                <a:latin typeface="+mn-ea"/>
                <a:ea typeface="+mn-ea"/>
              </a:rPr>
              <a:t>求极限</a:t>
            </a:r>
          </a:p>
        </p:txBody>
      </p:sp>
      <p:sp>
        <p:nvSpPr>
          <p:cNvPr id="4" name="Text Box 11">
            <a:extLst>
              <a:ext uri="{FF2B5EF4-FFF2-40B4-BE49-F238E27FC236}">
                <a16:creationId xmlns:a16="http://schemas.microsoft.com/office/drawing/2014/main" id="{C0481AC5-807F-435F-A45D-7F3E7B86F32C}"/>
              </a:ext>
            </a:extLst>
          </p:cNvPr>
          <p:cNvSpPr txBox="1">
            <a:spLocks noChangeArrowheads="1"/>
          </p:cNvSpPr>
          <p:nvPr/>
        </p:nvSpPr>
        <p:spPr bwMode="auto">
          <a:xfrm>
            <a:off x="756370" y="1611039"/>
            <a:ext cx="573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aphicFrame>
        <p:nvGraphicFramePr>
          <p:cNvPr id="5" name="对象 4">
            <a:extLst>
              <a:ext uri="{FF2B5EF4-FFF2-40B4-BE49-F238E27FC236}">
                <a16:creationId xmlns:a16="http://schemas.microsoft.com/office/drawing/2014/main" id="{CD5DBD8B-C6ED-40AE-8604-595BC73A694B}"/>
              </a:ext>
            </a:extLst>
          </p:cNvPr>
          <p:cNvGraphicFramePr>
            <a:graphicFrameLocks noChangeAspect="1"/>
          </p:cNvGraphicFramePr>
          <p:nvPr>
            <p:extLst>
              <p:ext uri="{D42A27DB-BD31-4B8C-83A1-F6EECF244321}">
                <p14:modId xmlns:p14="http://schemas.microsoft.com/office/powerpoint/2010/main" val="1545132107"/>
              </p:ext>
            </p:extLst>
          </p:nvPr>
        </p:nvGraphicFramePr>
        <p:xfrm>
          <a:off x="1692474" y="1467023"/>
          <a:ext cx="3124200" cy="876300"/>
        </p:xfrm>
        <a:graphic>
          <a:graphicData uri="http://schemas.openxmlformats.org/presentationml/2006/ole">
            <mc:AlternateContent xmlns:mc="http://schemas.openxmlformats.org/markup-compatibility/2006">
              <mc:Choice xmlns:v="urn:schemas-microsoft-com:vml" Requires="v">
                <p:oleObj spid="_x0000_s177259" name="Equation" r:id="rId5" imgW="3124080" imgH="876240" progId="Equation.DSMT4">
                  <p:embed/>
                </p:oleObj>
              </mc:Choice>
              <mc:Fallback>
                <p:oleObj name="Equation" r:id="rId5" imgW="3124080" imgH="876240" progId="Equation.DSMT4">
                  <p:embed/>
                  <p:pic>
                    <p:nvPicPr>
                      <p:cNvPr id="0" name=""/>
                      <p:cNvPicPr/>
                      <p:nvPr/>
                    </p:nvPicPr>
                    <p:blipFill>
                      <a:blip r:embed="rId6"/>
                      <a:stretch>
                        <a:fillRect/>
                      </a:stretch>
                    </p:blipFill>
                    <p:spPr>
                      <a:xfrm>
                        <a:off x="1692474" y="1467023"/>
                        <a:ext cx="3124200" cy="8763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B525AF80-D1F8-48FC-B630-DC02EE663472}"/>
              </a:ext>
            </a:extLst>
          </p:cNvPr>
          <p:cNvGraphicFramePr>
            <a:graphicFrameLocks noChangeAspect="1"/>
          </p:cNvGraphicFramePr>
          <p:nvPr>
            <p:extLst>
              <p:ext uri="{D42A27DB-BD31-4B8C-83A1-F6EECF244321}">
                <p14:modId xmlns:p14="http://schemas.microsoft.com/office/powerpoint/2010/main" val="704739016"/>
              </p:ext>
            </p:extLst>
          </p:nvPr>
        </p:nvGraphicFramePr>
        <p:xfrm>
          <a:off x="1502807" y="2536328"/>
          <a:ext cx="5588000" cy="850900"/>
        </p:xfrm>
        <a:graphic>
          <a:graphicData uri="http://schemas.openxmlformats.org/presentationml/2006/ole">
            <mc:AlternateContent xmlns:mc="http://schemas.openxmlformats.org/markup-compatibility/2006">
              <mc:Choice xmlns:v="urn:schemas-microsoft-com:vml" Requires="v">
                <p:oleObj spid="_x0000_s177260" name="Equation" r:id="rId7" imgW="5587920" imgH="850680" progId="Equation.DSMT4">
                  <p:embed/>
                </p:oleObj>
              </mc:Choice>
              <mc:Fallback>
                <p:oleObj name="Equation" r:id="rId7" imgW="5587920" imgH="850680" progId="Equation.DSMT4">
                  <p:embed/>
                  <p:pic>
                    <p:nvPicPr>
                      <p:cNvPr id="0" name=""/>
                      <p:cNvPicPr/>
                      <p:nvPr/>
                    </p:nvPicPr>
                    <p:blipFill>
                      <a:blip r:embed="rId8"/>
                      <a:stretch>
                        <a:fillRect/>
                      </a:stretch>
                    </p:blipFill>
                    <p:spPr>
                      <a:xfrm>
                        <a:off x="1502807" y="2536328"/>
                        <a:ext cx="5588000" cy="8509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DDE36E2C-25B7-463A-8E2B-1CBBF14AF2B3}"/>
              </a:ext>
            </a:extLst>
          </p:cNvPr>
          <p:cNvGraphicFramePr>
            <a:graphicFrameLocks noChangeAspect="1"/>
          </p:cNvGraphicFramePr>
          <p:nvPr>
            <p:extLst>
              <p:ext uri="{D42A27DB-BD31-4B8C-83A1-F6EECF244321}">
                <p14:modId xmlns:p14="http://schemas.microsoft.com/office/powerpoint/2010/main" val="526295377"/>
              </p:ext>
            </p:extLst>
          </p:nvPr>
        </p:nvGraphicFramePr>
        <p:xfrm>
          <a:off x="1430338" y="3757613"/>
          <a:ext cx="4876800" cy="1143000"/>
        </p:xfrm>
        <a:graphic>
          <a:graphicData uri="http://schemas.openxmlformats.org/presentationml/2006/ole">
            <mc:AlternateContent xmlns:mc="http://schemas.openxmlformats.org/markup-compatibility/2006">
              <mc:Choice xmlns:v="urn:schemas-microsoft-com:vml" Requires="v">
                <p:oleObj spid="_x0000_s177261" name="Equation" r:id="rId9" imgW="4876560" imgH="1143000" progId="Equation.DSMT4">
                  <p:embed/>
                </p:oleObj>
              </mc:Choice>
              <mc:Fallback>
                <p:oleObj name="Equation" r:id="rId9" imgW="4876560" imgH="1143000" progId="Equation.DSMT4">
                  <p:embed/>
                  <p:pic>
                    <p:nvPicPr>
                      <p:cNvPr id="0" name=""/>
                      <p:cNvPicPr/>
                      <p:nvPr/>
                    </p:nvPicPr>
                    <p:blipFill>
                      <a:blip r:embed="rId10"/>
                      <a:stretch>
                        <a:fillRect/>
                      </a:stretch>
                    </p:blipFill>
                    <p:spPr>
                      <a:xfrm>
                        <a:off x="1430338" y="3757613"/>
                        <a:ext cx="4876800" cy="11430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1EDA4F6-5C7B-4DB3-9B19-799AE0C6DE9A}"/>
              </a:ext>
            </a:extLst>
          </p:cNvPr>
          <p:cNvGraphicFramePr>
            <a:graphicFrameLocks noChangeAspect="1"/>
          </p:cNvGraphicFramePr>
          <p:nvPr>
            <p:extLst>
              <p:ext uri="{D42A27DB-BD31-4B8C-83A1-F6EECF244321}">
                <p14:modId xmlns:p14="http://schemas.microsoft.com/office/powerpoint/2010/main" val="3210131389"/>
              </p:ext>
            </p:extLst>
          </p:nvPr>
        </p:nvGraphicFramePr>
        <p:xfrm>
          <a:off x="6372994" y="3660998"/>
          <a:ext cx="317500" cy="723900"/>
        </p:xfrm>
        <a:graphic>
          <a:graphicData uri="http://schemas.openxmlformats.org/presentationml/2006/ole">
            <mc:AlternateContent xmlns:mc="http://schemas.openxmlformats.org/markup-compatibility/2006">
              <mc:Choice xmlns:v="urn:schemas-microsoft-com:vml" Requires="v">
                <p:oleObj spid="_x0000_s177262" name="Equation" r:id="rId11" imgW="317160" imgH="723600" progId="Equation.DSMT4">
                  <p:embed/>
                </p:oleObj>
              </mc:Choice>
              <mc:Fallback>
                <p:oleObj name="Equation" r:id="rId11" imgW="317160" imgH="723600" progId="Equation.DSMT4">
                  <p:embed/>
                  <p:pic>
                    <p:nvPicPr>
                      <p:cNvPr id="0" name=""/>
                      <p:cNvPicPr/>
                      <p:nvPr/>
                    </p:nvPicPr>
                    <p:blipFill>
                      <a:blip r:embed="rId12"/>
                      <a:stretch>
                        <a:fillRect/>
                      </a:stretch>
                    </p:blipFill>
                    <p:spPr>
                      <a:xfrm>
                        <a:off x="6372994" y="3660998"/>
                        <a:ext cx="317500" cy="723900"/>
                      </a:xfrm>
                      <a:prstGeom prst="rect">
                        <a:avLst/>
                      </a:prstGeom>
                    </p:spPr>
                  </p:pic>
                </p:oleObj>
              </mc:Fallback>
            </mc:AlternateContent>
          </a:graphicData>
        </a:graphic>
      </p:graphicFrame>
    </p:spTree>
    <p:extLst>
      <p:ext uri="{BB962C8B-B14F-4D97-AF65-F5344CB8AC3E}">
        <p14:creationId xmlns:p14="http://schemas.microsoft.com/office/powerpoint/2010/main" val="2449527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1">
            <a:extLst>
              <a:ext uri="{FF2B5EF4-FFF2-40B4-BE49-F238E27FC236}">
                <a16:creationId xmlns:a16="http://schemas.microsoft.com/office/drawing/2014/main" id="{E1FB7FDA-CDC9-4FE4-B17A-B8793D239997}"/>
              </a:ext>
            </a:extLst>
          </p:cNvPr>
          <p:cNvSpPr txBox="1">
            <a:spLocks noChangeArrowheads="1"/>
          </p:cNvSpPr>
          <p:nvPr/>
        </p:nvSpPr>
        <p:spPr bwMode="auto">
          <a:xfrm>
            <a:off x="756370" y="386903"/>
            <a:ext cx="16891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8. </a:t>
            </a:r>
            <a:r>
              <a:rPr lang="zh-CN" altLang="en-US" sz="2400" b="1" dirty="0">
                <a:latin typeface="+mn-ea"/>
                <a:ea typeface="+mn-ea"/>
              </a:rPr>
              <a:t>求极限</a:t>
            </a:r>
          </a:p>
        </p:txBody>
      </p:sp>
      <p:sp>
        <p:nvSpPr>
          <p:cNvPr id="5" name="Text Box 11">
            <a:extLst>
              <a:ext uri="{FF2B5EF4-FFF2-40B4-BE49-F238E27FC236}">
                <a16:creationId xmlns:a16="http://schemas.microsoft.com/office/drawing/2014/main" id="{1AA1A05E-505C-472C-9264-DB43B874AA2A}"/>
              </a:ext>
            </a:extLst>
          </p:cNvPr>
          <p:cNvSpPr txBox="1">
            <a:spLocks noChangeArrowheads="1"/>
          </p:cNvSpPr>
          <p:nvPr/>
        </p:nvSpPr>
        <p:spPr bwMode="auto">
          <a:xfrm>
            <a:off x="756370" y="1419622"/>
            <a:ext cx="573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aphicFrame>
        <p:nvGraphicFramePr>
          <p:cNvPr id="6" name="对象 5">
            <a:extLst>
              <a:ext uri="{FF2B5EF4-FFF2-40B4-BE49-F238E27FC236}">
                <a16:creationId xmlns:a16="http://schemas.microsoft.com/office/drawing/2014/main" id="{34B18982-AB35-49CD-8AB9-D2DCBCA66C87}"/>
              </a:ext>
            </a:extLst>
          </p:cNvPr>
          <p:cNvGraphicFramePr>
            <a:graphicFrameLocks noChangeAspect="1"/>
          </p:cNvGraphicFramePr>
          <p:nvPr>
            <p:extLst>
              <p:ext uri="{D42A27DB-BD31-4B8C-83A1-F6EECF244321}">
                <p14:modId xmlns:p14="http://schemas.microsoft.com/office/powerpoint/2010/main" val="1018526381"/>
              </p:ext>
            </p:extLst>
          </p:nvPr>
        </p:nvGraphicFramePr>
        <p:xfrm>
          <a:off x="2339752" y="249435"/>
          <a:ext cx="1397000" cy="736600"/>
        </p:xfrm>
        <a:graphic>
          <a:graphicData uri="http://schemas.openxmlformats.org/presentationml/2006/ole">
            <mc:AlternateContent xmlns:mc="http://schemas.openxmlformats.org/markup-compatibility/2006">
              <mc:Choice xmlns:v="urn:schemas-microsoft-com:vml" Requires="v">
                <p:oleObj spid="_x0000_s178241" name="Equation" r:id="rId3" imgW="1396800" imgH="736560" progId="Equation.DSMT4">
                  <p:embed/>
                </p:oleObj>
              </mc:Choice>
              <mc:Fallback>
                <p:oleObj name="Equation" r:id="rId3" imgW="1396800" imgH="736560" progId="Equation.DSMT4">
                  <p:embed/>
                  <p:pic>
                    <p:nvPicPr>
                      <p:cNvPr id="0" name=""/>
                      <p:cNvPicPr/>
                      <p:nvPr/>
                    </p:nvPicPr>
                    <p:blipFill>
                      <a:blip r:embed="rId4"/>
                      <a:stretch>
                        <a:fillRect/>
                      </a:stretch>
                    </p:blipFill>
                    <p:spPr>
                      <a:xfrm>
                        <a:off x="2339752" y="249435"/>
                        <a:ext cx="1397000" cy="7366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86E1EC80-0E03-41AB-9A43-63870F8C82E0}"/>
              </a:ext>
            </a:extLst>
          </p:cNvPr>
          <p:cNvGraphicFramePr>
            <a:graphicFrameLocks noChangeAspect="1"/>
          </p:cNvGraphicFramePr>
          <p:nvPr>
            <p:extLst>
              <p:ext uri="{D42A27DB-BD31-4B8C-83A1-F6EECF244321}">
                <p14:modId xmlns:p14="http://schemas.microsoft.com/office/powerpoint/2010/main" val="653600827"/>
              </p:ext>
            </p:extLst>
          </p:nvPr>
        </p:nvGraphicFramePr>
        <p:xfrm>
          <a:off x="1298575" y="1365250"/>
          <a:ext cx="3225800" cy="736600"/>
        </p:xfrm>
        <a:graphic>
          <a:graphicData uri="http://schemas.openxmlformats.org/presentationml/2006/ole">
            <mc:AlternateContent xmlns:mc="http://schemas.openxmlformats.org/markup-compatibility/2006">
              <mc:Choice xmlns:v="urn:schemas-microsoft-com:vml" Requires="v">
                <p:oleObj spid="_x0000_s178242" name="Equation" r:id="rId5" imgW="3225600" imgH="736560" progId="Equation.DSMT4">
                  <p:embed/>
                </p:oleObj>
              </mc:Choice>
              <mc:Fallback>
                <p:oleObj name="Equation" r:id="rId5" imgW="3225600" imgH="736560" progId="Equation.DSMT4">
                  <p:embed/>
                  <p:pic>
                    <p:nvPicPr>
                      <p:cNvPr id="0" name=""/>
                      <p:cNvPicPr/>
                      <p:nvPr/>
                    </p:nvPicPr>
                    <p:blipFill>
                      <a:blip r:embed="rId6"/>
                      <a:stretch>
                        <a:fillRect/>
                      </a:stretch>
                    </p:blipFill>
                    <p:spPr>
                      <a:xfrm>
                        <a:off x="1298575" y="1365250"/>
                        <a:ext cx="3225800" cy="7366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21FE8EB0-2F63-4460-855C-0C6CAD811A1C}"/>
              </a:ext>
            </a:extLst>
          </p:cNvPr>
          <p:cNvGraphicFramePr>
            <a:graphicFrameLocks noChangeAspect="1"/>
          </p:cNvGraphicFramePr>
          <p:nvPr>
            <p:extLst>
              <p:ext uri="{D42A27DB-BD31-4B8C-83A1-F6EECF244321}">
                <p14:modId xmlns:p14="http://schemas.microsoft.com/office/powerpoint/2010/main" val="2962991005"/>
              </p:ext>
            </p:extLst>
          </p:nvPr>
        </p:nvGraphicFramePr>
        <p:xfrm>
          <a:off x="1043317" y="2571750"/>
          <a:ext cx="4470400" cy="1206500"/>
        </p:xfrm>
        <a:graphic>
          <a:graphicData uri="http://schemas.openxmlformats.org/presentationml/2006/ole">
            <mc:AlternateContent xmlns:mc="http://schemas.openxmlformats.org/markup-compatibility/2006">
              <mc:Choice xmlns:v="urn:schemas-microsoft-com:vml" Requires="v">
                <p:oleObj spid="_x0000_s178243" name="Equation" r:id="rId7" imgW="4470120" imgH="1206360" progId="Equation.DSMT4">
                  <p:embed/>
                </p:oleObj>
              </mc:Choice>
              <mc:Fallback>
                <p:oleObj name="Equation" r:id="rId7" imgW="4470120" imgH="1206360" progId="Equation.DSMT4">
                  <p:embed/>
                  <p:pic>
                    <p:nvPicPr>
                      <p:cNvPr id="0" name=""/>
                      <p:cNvPicPr/>
                      <p:nvPr/>
                    </p:nvPicPr>
                    <p:blipFill>
                      <a:blip r:embed="rId8"/>
                      <a:stretch>
                        <a:fillRect/>
                      </a:stretch>
                    </p:blipFill>
                    <p:spPr>
                      <a:xfrm>
                        <a:off x="1043317" y="2571750"/>
                        <a:ext cx="4470400" cy="1206500"/>
                      </a:xfrm>
                      <a:prstGeom prst="rect">
                        <a:avLst/>
                      </a:prstGeom>
                    </p:spPr>
                  </p:pic>
                </p:oleObj>
              </mc:Fallback>
            </mc:AlternateContent>
          </a:graphicData>
        </a:graphic>
      </p:graphicFrame>
    </p:spTree>
    <p:extLst>
      <p:ext uri="{BB962C8B-B14F-4D97-AF65-F5344CB8AC3E}">
        <p14:creationId xmlns:p14="http://schemas.microsoft.com/office/powerpoint/2010/main" val="263054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1E1FD3E5-454C-4286-8950-27FD309C56EF}"/>
              </a:ext>
            </a:extLst>
          </p:cNvPr>
          <p:cNvGraphicFramePr>
            <a:graphicFrameLocks noChangeAspect="1"/>
          </p:cNvGraphicFramePr>
          <p:nvPr>
            <p:extLst>
              <p:ext uri="{D42A27DB-BD31-4B8C-83A1-F6EECF244321}">
                <p14:modId xmlns:p14="http://schemas.microsoft.com/office/powerpoint/2010/main" val="3136522792"/>
              </p:ext>
            </p:extLst>
          </p:nvPr>
        </p:nvGraphicFramePr>
        <p:xfrm>
          <a:off x="2267744" y="267494"/>
          <a:ext cx="2654300" cy="876300"/>
        </p:xfrm>
        <a:graphic>
          <a:graphicData uri="http://schemas.openxmlformats.org/presentationml/2006/ole">
            <mc:AlternateContent xmlns:mc="http://schemas.openxmlformats.org/markup-compatibility/2006">
              <mc:Choice xmlns:v="urn:schemas-microsoft-com:vml" Requires="v">
                <p:oleObj spid="_x0000_s179274" name="Equation" r:id="rId3" imgW="2654280" imgH="876240" progId="Equation.DSMT4">
                  <p:embed/>
                </p:oleObj>
              </mc:Choice>
              <mc:Fallback>
                <p:oleObj name="Equation" r:id="rId3" imgW="2654280" imgH="876240" progId="Equation.DSMT4">
                  <p:embed/>
                  <p:pic>
                    <p:nvPicPr>
                      <p:cNvPr id="0" name=""/>
                      <p:cNvPicPr/>
                      <p:nvPr/>
                    </p:nvPicPr>
                    <p:blipFill>
                      <a:blip r:embed="rId4"/>
                      <a:stretch>
                        <a:fillRect/>
                      </a:stretch>
                    </p:blipFill>
                    <p:spPr>
                      <a:xfrm>
                        <a:off x="2267744" y="267494"/>
                        <a:ext cx="2654300" cy="876300"/>
                      </a:xfrm>
                      <a:prstGeom prst="rect">
                        <a:avLst/>
                      </a:prstGeom>
                    </p:spPr>
                  </p:pic>
                </p:oleObj>
              </mc:Fallback>
            </mc:AlternateContent>
          </a:graphicData>
        </a:graphic>
      </p:graphicFrame>
      <p:sp>
        <p:nvSpPr>
          <p:cNvPr id="3" name="Text Box 11">
            <a:extLst>
              <a:ext uri="{FF2B5EF4-FFF2-40B4-BE49-F238E27FC236}">
                <a16:creationId xmlns:a16="http://schemas.microsoft.com/office/drawing/2014/main" id="{B658CB96-1D02-4013-9234-4923F05BF17E}"/>
              </a:ext>
            </a:extLst>
          </p:cNvPr>
          <p:cNvSpPr txBox="1">
            <a:spLocks noChangeArrowheads="1"/>
          </p:cNvSpPr>
          <p:nvPr/>
        </p:nvSpPr>
        <p:spPr bwMode="auto">
          <a:xfrm>
            <a:off x="756370" y="386903"/>
            <a:ext cx="16891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9. </a:t>
            </a:r>
            <a:r>
              <a:rPr lang="zh-CN" altLang="en-US" sz="2400" b="1" dirty="0">
                <a:latin typeface="+mn-ea"/>
                <a:ea typeface="+mn-ea"/>
              </a:rPr>
              <a:t>求极限</a:t>
            </a:r>
          </a:p>
        </p:txBody>
      </p:sp>
      <p:sp>
        <p:nvSpPr>
          <p:cNvPr id="4" name="Text Box 11">
            <a:extLst>
              <a:ext uri="{FF2B5EF4-FFF2-40B4-BE49-F238E27FC236}">
                <a16:creationId xmlns:a16="http://schemas.microsoft.com/office/drawing/2014/main" id="{0F3B3A84-7109-4E02-BFFB-AA0660CFBB3D}"/>
              </a:ext>
            </a:extLst>
          </p:cNvPr>
          <p:cNvSpPr txBox="1">
            <a:spLocks noChangeArrowheads="1"/>
          </p:cNvSpPr>
          <p:nvPr/>
        </p:nvSpPr>
        <p:spPr bwMode="auto">
          <a:xfrm>
            <a:off x="683568" y="1563638"/>
            <a:ext cx="573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aphicFrame>
        <p:nvGraphicFramePr>
          <p:cNvPr id="5" name="对象 4">
            <a:extLst>
              <a:ext uri="{FF2B5EF4-FFF2-40B4-BE49-F238E27FC236}">
                <a16:creationId xmlns:a16="http://schemas.microsoft.com/office/drawing/2014/main" id="{7DA5421C-ADFC-4CF3-A17C-45D7AE66B181}"/>
              </a:ext>
            </a:extLst>
          </p:cNvPr>
          <p:cNvGraphicFramePr>
            <a:graphicFrameLocks noChangeAspect="1"/>
          </p:cNvGraphicFramePr>
          <p:nvPr>
            <p:extLst>
              <p:ext uri="{D42A27DB-BD31-4B8C-83A1-F6EECF244321}">
                <p14:modId xmlns:p14="http://schemas.microsoft.com/office/powerpoint/2010/main" val="1356307490"/>
              </p:ext>
            </p:extLst>
          </p:nvPr>
        </p:nvGraphicFramePr>
        <p:xfrm>
          <a:off x="1377950" y="1431925"/>
          <a:ext cx="2578100" cy="876300"/>
        </p:xfrm>
        <a:graphic>
          <a:graphicData uri="http://schemas.openxmlformats.org/presentationml/2006/ole">
            <mc:AlternateContent xmlns:mc="http://schemas.openxmlformats.org/markup-compatibility/2006">
              <mc:Choice xmlns:v="urn:schemas-microsoft-com:vml" Requires="v">
                <p:oleObj spid="_x0000_s179275" name="Equation" r:id="rId5" imgW="2577960" imgH="876240" progId="Equation.DSMT4">
                  <p:embed/>
                </p:oleObj>
              </mc:Choice>
              <mc:Fallback>
                <p:oleObj name="Equation" r:id="rId5" imgW="2577960" imgH="876240" progId="Equation.DSMT4">
                  <p:embed/>
                  <p:pic>
                    <p:nvPicPr>
                      <p:cNvPr id="0" name=""/>
                      <p:cNvPicPr/>
                      <p:nvPr/>
                    </p:nvPicPr>
                    <p:blipFill>
                      <a:blip r:embed="rId6"/>
                      <a:stretch>
                        <a:fillRect/>
                      </a:stretch>
                    </p:blipFill>
                    <p:spPr>
                      <a:xfrm>
                        <a:off x="1377950" y="1431925"/>
                        <a:ext cx="2578100" cy="8763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39A3E242-ED5F-4664-8723-F7A621C1A790}"/>
              </a:ext>
            </a:extLst>
          </p:cNvPr>
          <p:cNvGraphicFramePr>
            <a:graphicFrameLocks noChangeAspect="1"/>
          </p:cNvGraphicFramePr>
          <p:nvPr>
            <p:extLst>
              <p:ext uri="{D42A27DB-BD31-4B8C-83A1-F6EECF244321}">
                <p14:modId xmlns:p14="http://schemas.microsoft.com/office/powerpoint/2010/main" val="3192676540"/>
              </p:ext>
            </p:extLst>
          </p:nvPr>
        </p:nvGraphicFramePr>
        <p:xfrm>
          <a:off x="1257463" y="2834910"/>
          <a:ext cx="2540000" cy="850900"/>
        </p:xfrm>
        <a:graphic>
          <a:graphicData uri="http://schemas.openxmlformats.org/presentationml/2006/ole">
            <mc:AlternateContent xmlns:mc="http://schemas.openxmlformats.org/markup-compatibility/2006">
              <mc:Choice xmlns:v="urn:schemas-microsoft-com:vml" Requires="v">
                <p:oleObj spid="_x0000_s179276" name="Equation" r:id="rId7" imgW="2539800" imgH="850680" progId="Equation.DSMT4">
                  <p:embed/>
                </p:oleObj>
              </mc:Choice>
              <mc:Fallback>
                <p:oleObj name="Equation" r:id="rId7" imgW="2539800" imgH="850680" progId="Equation.DSMT4">
                  <p:embed/>
                  <p:pic>
                    <p:nvPicPr>
                      <p:cNvPr id="0" name=""/>
                      <p:cNvPicPr/>
                      <p:nvPr/>
                    </p:nvPicPr>
                    <p:blipFill>
                      <a:blip r:embed="rId8"/>
                      <a:stretch>
                        <a:fillRect/>
                      </a:stretch>
                    </p:blipFill>
                    <p:spPr>
                      <a:xfrm>
                        <a:off x="1257463" y="2834910"/>
                        <a:ext cx="2540000" cy="8509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331C58B8-7DD5-4BF7-8C78-915BE8ED6913}"/>
              </a:ext>
            </a:extLst>
          </p:cNvPr>
          <p:cNvGraphicFramePr>
            <a:graphicFrameLocks noChangeAspect="1"/>
          </p:cNvGraphicFramePr>
          <p:nvPr>
            <p:extLst>
              <p:ext uri="{D42A27DB-BD31-4B8C-83A1-F6EECF244321}">
                <p14:modId xmlns:p14="http://schemas.microsoft.com/office/powerpoint/2010/main" val="2950510100"/>
              </p:ext>
            </p:extLst>
          </p:nvPr>
        </p:nvGraphicFramePr>
        <p:xfrm>
          <a:off x="3955585" y="2891582"/>
          <a:ext cx="2362200" cy="1104900"/>
        </p:xfrm>
        <a:graphic>
          <a:graphicData uri="http://schemas.openxmlformats.org/presentationml/2006/ole">
            <mc:AlternateContent xmlns:mc="http://schemas.openxmlformats.org/markup-compatibility/2006">
              <mc:Choice xmlns:v="urn:schemas-microsoft-com:vml" Requires="v">
                <p:oleObj spid="_x0000_s179277" name="Equation" r:id="rId9" imgW="2361960" imgH="1104840" progId="Equation.DSMT4">
                  <p:embed/>
                </p:oleObj>
              </mc:Choice>
              <mc:Fallback>
                <p:oleObj name="Equation" r:id="rId9" imgW="2361960" imgH="1104840" progId="Equation.DSMT4">
                  <p:embed/>
                  <p:pic>
                    <p:nvPicPr>
                      <p:cNvPr id="0" name=""/>
                      <p:cNvPicPr/>
                      <p:nvPr/>
                    </p:nvPicPr>
                    <p:blipFill>
                      <a:blip r:embed="rId10"/>
                      <a:stretch>
                        <a:fillRect/>
                      </a:stretch>
                    </p:blipFill>
                    <p:spPr>
                      <a:xfrm>
                        <a:off x="3955585" y="2891582"/>
                        <a:ext cx="2362200" cy="1104900"/>
                      </a:xfrm>
                      <a:prstGeom prst="rect">
                        <a:avLst/>
                      </a:prstGeom>
                    </p:spPr>
                  </p:pic>
                </p:oleObj>
              </mc:Fallback>
            </mc:AlternateContent>
          </a:graphicData>
        </a:graphic>
      </p:graphicFrame>
    </p:spTree>
    <p:extLst>
      <p:ext uri="{BB962C8B-B14F-4D97-AF65-F5344CB8AC3E}">
        <p14:creationId xmlns:p14="http://schemas.microsoft.com/office/powerpoint/2010/main" val="160744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FE239D41-1CE3-4614-8BE8-313C6FF7D8BA}"/>
              </a:ext>
            </a:extLst>
          </p:cNvPr>
          <p:cNvGrpSpPr/>
          <p:nvPr/>
        </p:nvGrpSpPr>
        <p:grpSpPr>
          <a:xfrm>
            <a:off x="608745" y="123478"/>
            <a:ext cx="8280920" cy="2184400"/>
            <a:chOff x="608745" y="123478"/>
            <a:chExt cx="8280920" cy="2184400"/>
          </a:xfrm>
        </p:grpSpPr>
        <p:sp>
          <p:nvSpPr>
            <p:cNvPr id="2" name="Text Box 11">
              <a:extLst>
                <a:ext uri="{FF2B5EF4-FFF2-40B4-BE49-F238E27FC236}">
                  <a16:creationId xmlns:a16="http://schemas.microsoft.com/office/drawing/2014/main" id="{9244736D-029D-49BD-90F2-CFD4BB10DDF3}"/>
                </a:ext>
              </a:extLst>
            </p:cNvPr>
            <p:cNvSpPr txBox="1">
              <a:spLocks noChangeArrowheads="1"/>
            </p:cNvSpPr>
            <p:nvPr/>
          </p:nvSpPr>
          <p:spPr bwMode="auto">
            <a:xfrm>
              <a:off x="608745" y="940198"/>
              <a:ext cx="115133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10. </a:t>
              </a:r>
              <a:r>
                <a:rPr lang="zh-CN" altLang="en-US" sz="2400" b="1" dirty="0">
                  <a:latin typeface="+mn-ea"/>
                  <a:ea typeface="+mn-ea"/>
                </a:rPr>
                <a:t>设</a:t>
              </a:r>
            </a:p>
          </p:txBody>
        </p:sp>
        <p:graphicFrame>
          <p:nvGraphicFramePr>
            <p:cNvPr id="3" name="对象 2">
              <a:extLst>
                <a:ext uri="{FF2B5EF4-FFF2-40B4-BE49-F238E27FC236}">
                  <a16:creationId xmlns:a16="http://schemas.microsoft.com/office/drawing/2014/main" id="{343109F1-C2A5-4ABA-BDF2-A691408B011B}"/>
                </a:ext>
              </a:extLst>
            </p:cNvPr>
            <p:cNvGraphicFramePr>
              <a:graphicFrameLocks noChangeAspect="1"/>
            </p:cNvGraphicFramePr>
            <p:nvPr>
              <p:extLst>
                <p:ext uri="{D42A27DB-BD31-4B8C-83A1-F6EECF244321}">
                  <p14:modId xmlns:p14="http://schemas.microsoft.com/office/powerpoint/2010/main" val="2410035767"/>
                </p:ext>
              </p:extLst>
            </p:nvPr>
          </p:nvGraphicFramePr>
          <p:xfrm>
            <a:off x="1619672" y="123478"/>
            <a:ext cx="3810000" cy="2184400"/>
          </p:xfrm>
          <a:graphic>
            <a:graphicData uri="http://schemas.openxmlformats.org/presentationml/2006/ole">
              <mc:AlternateContent xmlns:mc="http://schemas.openxmlformats.org/markup-compatibility/2006">
                <mc:Choice xmlns:v="urn:schemas-microsoft-com:vml" Requires="v">
                  <p:oleObj spid="_x0000_s180426" name="Equation" r:id="rId3" imgW="3809880" imgH="2184120" progId="Equation.DSMT4">
                    <p:embed/>
                  </p:oleObj>
                </mc:Choice>
                <mc:Fallback>
                  <p:oleObj name="Equation" r:id="rId3" imgW="3809880" imgH="2184120" progId="Equation.DSMT4">
                    <p:embed/>
                    <p:pic>
                      <p:nvPicPr>
                        <p:cNvPr id="0" name=""/>
                        <p:cNvPicPr/>
                        <p:nvPr/>
                      </p:nvPicPr>
                      <p:blipFill>
                        <a:blip r:embed="rId4"/>
                        <a:stretch>
                          <a:fillRect/>
                        </a:stretch>
                      </p:blipFill>
                      <p:spPr>
                        <a:xfrm>
                          <a:off x="1619672" y="123478"/>
                          <a:ext cx="3810000" cy="2184400"/>
                        </a:xfrm>
                        <a:prstGeom prst="rect">
                          <a:avLst/>
                        </a:prstGeom>
                      </p:spPr>
                    </p:pic>
                  </p:oleObj>
                </mc:Fallback>
              </mc:AlternateContent>
            </a:graphicData>
          </a:graphic>
        </p:graphicFrame>
        <p:sp>
          <p:nvSpPr>
            <p:cNvPr id="4" name="矩形 3">
              <a:extLst>
                <a:ext uri="{FF2B5EF4-FFF2-40B4-BE49-F238E27FC236}">
                  <a16:creationId xmlns:a16="http://schemas.microsoft.com/office/drawing/2014/main" id="{0C9F71CF-233B-498C-8A9B-EE28C5CB669B}"/>
                </a:ext>
              </a:extLst>
            </p:cNvPr>
            <p:cNvSpPr/>
            <p:nvPr/>
          </p:nvSpPr>
          <p:spPr>
            <a:xfrm>
              <a:off x="5289265" y="984846"/>
              <a:ext cx="3600400"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在     处连续，求  和</a:t>
              </a:r>
              <a:endParaRPr lang="zh-CN" altLang="en-US" dirty="0"/>
            </a:p>
          </p:txBody>
        </p:sp>
        <p:graphicFrame>
          <p:nvGraphicFramePr>
            <p:cNvPr id="5" name="对象 4">
              <a:extLst>
                <a:ext uri="{FF2B5EF4-FFF2-40B4-BE49-F238E27FC236}">
                  <a16:creationId xmlns:a16="http://schemas.microsoft.com/office/drawing/2014/main" id="{617C8186-E88D-4DC3-8C2E-E17E56FC7C84}"/>
                </a:ext>
              </a:extLst>
            </p:cNvPr>
            <p:cNvGraphicFramePr>
              <a:graphicFrameLocks noChangeAspect="1"/>
            </p:cNvGraphicFramePr>
            <p:nvPr>
              <p:extLst>
                <p:ext uri="{D42A27DB-BD31-4B8C-83A1-F6EECF244321}">
                  <p14:modId xmlns:p14="http://schemas.microsoft.com/office/powerpoint/2010/main" val="1791360142"/>
                </p:ext>
              </p:extLst>
            </p:nvPr>
          </p:nvGraphicFramePr>
          <p:xfrm>
            <a:off x="5721313" y="1075978"/>
            <a:ext cx="647700" cy="279400"/>
          </p:xfrm>
          <a:graphic>
            <a:graphicData uri="http://schemas.openxmlformats.org/presentationml/2006/ole">
              <mc:AlternateContent xmlns:mc="http://schemas.openxmlformats.org/markup-compatibility/2006">
                <mc:Choice xmlns:v="urn:schemas-microsoft-com:vml" Requires="v">
                  <p:oleObj spid="_x0000_s180427" name="Equation" r:id="rId5" imgW="647640" imgH="279360" progId="Equation.DSMT4">
                    <p:embed/>
                  </p:oleObj>
                </mc:Choice>
                <mc:Fallback>
                  <p:oleObj name="Equation" r:id="rId5" imgW="647640" imgH="279360" progId="Equation.DSMT4">
                    <p:embed/>
                    <p:pic>
                      <p:nvPicPr>
                        <p:cNvPr id="0" name=""/>
                        <p:cNvPicPr/>
                        <p:nvPr/>
                      </p:nvPicPr>
                      <p:blipFill>
                        <a:blip r:embed="rId6"/>
                        <a:stretch>
                          <a:fillRect/>
                        </a:stretch>
                      </p:blipFill>
                      <p:spPr>
                        <a:xfrm>
                          <a:off x="5721313" y="1075978"/>
                          <a:ext cx="647700" cy="2794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1901A4D3-AA79-4065-B316-65C500C15662}"/>
                </a:ext>
              </a:extLst>
            </p:cNvPr>
            <p:cNvGraphicFramePr>
              <a:graphicFrameLocks noChangeAspect="1"/>
            </p:cNvGraphicFramePr>
            <p:nvPr>
              <p:extLst>
                <p:ext uri="{D42A27DB-BD31-4B8C-83A1-F6EECF244321}">
                  <p14:modId xmlns:p14="http://schemas.microsoft.com/office/powerpoint/2010/main" val="1611719221"/>
                </p:ext>
              </p:extLst>
            </p:nvPr>
          </p:nvGraphicFramePr>
          <p:xfrm>
            <a:off x="8025569" y="1114078"/>
            <a:ext cx="203200" cy="203200"/>
          </p:xfrm>
          <a:graphic>
            <a:graphicData uri="http://schemas.openxmlformats.org/presentationml/2006/ole">
              <mc:AlternateContent xmlns:mc="http://schemas.openxmlformats.org/markup-compatibility/2006">
                <mc:Choice xmlns:v="urn:schemas-microsoft-com:vml" Requires="v">
                  <p:oleObj spid="_x0000_s180428" name="Equation" r:id="rId7" imgW="203040" imgH="203040" progId="Equation.DSMT4">
                    <p:embed/>
                  </p:oleObj>
                </mc:Choice>
                <mc:Fallback>
                  <p:oleObj name="Equation" r:id="rId7" imgW="203040" imgH="203040" progId="Equation.DSMT4">
                    <p:embed/>
                    <p:pic>
                      <p:nvPicPr>
                        <p:cNvPr id="0" name=""/>
                        <p:cNvPicPr/>
                        <p:nvPr/>
                      </p:nvPicPr>
                      <p:blipFill>
                        <a:blip r:embed="rId8"/>
                        <a:stretch>
                          <a:fillRect/>
                        </a:stretch>
                      </p:blipFill>
                      <p:spPr>
                        <a:xfrm>
                          <a:off x="8025569" y="1114078"/>
                          <a:ext cx="203200" cy="2032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30183EDE-5516-4083-9647-B1875E321CF8}"/>
                </a:ext>
              </a:extLst>
            </p:cNvPr>
            <p:cNvGraphicFramePr>
              <a:graphicFrameLocks noChangeAspect="1"/>
            </p:cNvGraphicFramePr>
            <p:nvPr>
              <p:extLst>
                <p:ext uri="{D42A27DB-BD31-4B8C-83A1-F6EECF244321}">
                  <p14:modId xmlns:p14="http://schemas.microsoft.com/office/powerpoint/2010/main" val="3823552409"/>
                </p:ext>
              </p:extLst>
            </p:nvPr>
          </p:nvGraphicFramePr>
          <p:xfrm>
            <a:off x="8661065" y="1066121"/>
            <a:ext cx="228600" cy="279400"/>
          </p:xfrm>
          <a:graphic>
            <a:graphicData uri="http://schemas.openxmlformats.org/presentationml/2006/ole">
              <mc:AlternateContent xmlns:mc="http://schemas.openxmlformats.org/markup-compatibility/2006">
                <mc:Choice xmlns:v="urn:schemas-microsoft-com:vml" Requires="v">
                  <p:oleObj spid="_x0000_s180429" name="Equation" r:id="rId9" imgW="228600" imgH="279360" progId="Equation.DSMT4">
                    <p:embed/>
                  </p:oleObj>
                </mc:Choice>
                <mc:Fallback>
                  <p:oleObj name="Equation" r:id="rId9" imgW="228600" imgH="279360" progId="Equation.DSMT4">
                    <p:embed/>
                    <p:pic>
                      <p:nvPicPr>
                        <p:cNvPr id="0" name=""/>
                        <p:cNvPicPr/>
                        <p:nvPr/>
                      </p:nvPicPr>
                      <p:blipFill>
                        <a:blip r:embed="rId10"/>
                        <a:stretch>
                          <a:fillRect/>
                        </a:stretch>
                      </p:blipFill>
                      <p:spPr>
                        <a:xfrm>
                          <a:off x="8661065" y="1066121"/>
                          <a:ext cx="228600" cy="279400"/>
                        </a:xfrm>
                        <a:prstGeom prst="rect">
                          <a:avLst/>
                        </a:prstGeom>
                      </p:spPr>
                    </p:pic>
                  </p:oleObj>
                </mc:Fallback>
              </mc:AlternateContent>
            </a:graphicData>
          </a:graphic>
        </p:graphicFrame>
      </p:grpSp>
      <p:sp>
        <p:nvSpPr>
          <p:cNvPr id="9" name="Text Box 11">
            <a:extLst>
              <a:ext uri="{FF2B5EF4-FFF2-40B4-BE49-F238E27FC236}">
                <a16:creationId xmlns:a16="http://schemas.microsoft.com/office/drawing/2014/main" id="{145C46A6-E3FC-4958-BC84-A6BEEEDFF9E4}"/>
              </a:ext>
            </a:extLst>
          </p:cNvPr>
          <p:cNvSpPr txBox="1">
            <a:spLocks noChangeArrowheads="1"/>
          </p:cNvSpPr>
          <p:nvPr/>
        </p:nvSpPr>
        <p:spPr bwMode="auto">
          <a:xfrm>
            <a:off x="672897" y="2324202"/>
            <a:ext cx="573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pSp>
        <p:nvGrpSpPr>
          <p:cNvPr id="19" name="组合 18">
            <a:extLst>
              <a:ext uri="{FF2B5EF4-FFF2-40B4-BE49-F238E27FC236}">
                <a16:creationId xmlns:a16="http://schemas.microsoft.com/office/drawing/2014/main" id="{D3CFDAB2-7B90-4F19-9523-44A14A4F6722}"/>
              </a:ext>
            </a:extLst>
          </p:cNvPr>
          <p:cNvGrpSpPr/>
          <p:nvPr/>
        </p:nvGrpSpPr>
        <p:grpSpPr>
          <a:xfrm>
            <a:off x="1189778" y="2373958"/>
            <a:ext cx="3878422" cy="461665"/>
            <a:chOff x="1189778" y="2373958"/>
            <a:chExt cx="3878422" cy="461665"/>
          </a:xfrm>
        </p:grpSpPr>
        <p:sp>
          <p:nvSpPr>
            <p:cNvPr id="10" name="矩形 9">
              <a:extLst>
                <a:ext uri="{FF2B5EF4-FFF2-40B4-BE49-F238E27FC236}">
                  <a16:creationId xmlns:a16="http://schemas.microsoft.com/office/drawing/2014/main" id="{2FE40960-3E99-4543-9A55-935202CC233E}"/>
                </a:ext>
              </a:extLst>
            </p:cNvPr>
            <p:cNvSpPr/>
            <p:nvPr/>
          </p:nvSpPr>
          <p:spPr>
            <a:xfrm>
              <a:off x="1189778" y="2373958"/>
              <a:ext cx="2870310"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由     在</a:t>
              </a:r>
              <a:endParaRPr lang="zh-CN" altLang="en-US" dirty="0"/>
            </a:p>
          </p:txBody>
        </p:sp>
        <p:graphicFrame>
          <p:nvGraphicFramePr>
            <p:cNvPr id="11" name="对象 10">
              <a:extLst>
                <a:ext uri="{FF2B5EF4-FFF2-40B4-BE49-F238E27FC236}">
                  <a16:creationId xmlns:a16="http://schemas.microsoft.com/office/drawing/2014/main" id="{1D01CBDD-A0D5-4FE6-8EDB-926A73FF9ABC}"/>
                </a:ext>
              </a:extLst>
            </p:cNvPr>
            <p:cNvGraphicFramePr>
              <a:graphicFrameLocks noChangeAspect="1"/>
            </p:cNvGraphicFramePr>
            <p:nvPr>
              <p:extLst>
                <p:ext uri="{D42A27DB-BD31-4B8C-83A1-F6EECF244321}">
                  <p14:modId xmlns:p14="http://schemas.microsoft.com/office/powerpoint/2010/main" val="3992369323"/>
                </p:ext>
              </p:extLst>
            </p:nvPr>
          </p:nvGraphicFramePr>
          <p:xfrm>
            <a:off x="1611816" y="2460883"/>
            <a:ext cx="622300" cy="342900"/>
          </p:xfrm>
          <a:graphic>
            <a:graphicData uri="http://schemas.openxmlformats.org/presentationml/2006/ole">
              <mc:AlternateContent xmlns:mc="http://schemas.openxmlformats.org/markup-compatibility/2006">
                <mc:Choice xmlns:v="urn:schemas-microsoft-com:vml" Requires="v">
                  <p:oleObj spid="_x0000_s180430" name="Equation" r:id="rId11" imgW="622080" imgH="342720" progId="Equation.DSMT4">
                    <p:embed/>
                  </p:oleObj>
                </mc:Choice>
                <mc:Fallback>
                  <p:oleObj name="Equation" r:id="rId11" imgW="622080" imgH="342720" progId="Equation.DSMT4">
                    <p:embed/>
                    <p:pic>
                      <p:nvPicPr>
                        <p:cNvPr id="0" name=""/>
                        <p:cNvPicPr/>
                        <p:nvPr/>
                      </p:nvPicPr>
                      <p:blipFill>
                        <a:blip r:embed="rId12"/>
                        <a:stretch>
                          <a:fillRect/>
                        </a:stretch>
                      </p:blipFill>
                      <p:spPr>
                        <a:xfrm>
                          <a:off x="1611816" y="2460883"/>
                          <a:ext cx="622300" cy="3429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4EA68019-4178-420D-B5B4-076709B0BB00}"/>
                </a:ext>
              </a:extLst>
            </p:cNvPr>
            <p:cNvGraphicFramePr>
              <a:graphicFrameLocks noChangeAspect="1"/>
            </p:cNvGraphicFramePr>
            <p:nvPr>
              <p:extLst>
                <p:ext uri="{D42A27DB-BD31-4B8C-83A1-F6EECF244321}">
                  <p14:modId xmlns:p14="http://schemas.microsoft.com/office/powerpoint/2010/main" val="3578976434"/>
                </p:ext>
              </p:extLst>
            </p:nvPr>
          </p:nvGraphicFramePr>
          <p:xfrm>
            <a:off x="2724067" y="2460883"/>
            <a:ext cx="647700" cy="279400"/>
          </p:xfrm>
          <a:graphic>
            <a:graphicData uri="http://schemas.openxmlformats.org/presentationml/2006/ole">
              <mc:AlternateContent xmlns:mc="http://schemas.openxmlformats.org/markup-compatibility/2006">
                <mc:Choice xmlns:v="urn:schemas-microsoft-com:vml" Requires="v">
                  <p:oleObj spid="_x0000_s180431" name="Equation" r:id="rId13" imgW="647640" imgH="279360" progId="Equation.DSMT4">
                    <p:embed/>
                  </p:oleObj>
                </mc:Choice>
                <mc:Fallback>
                  <p:oleObj name="Equation" r:id="rId13" imgW="647640" imgH="279360" progId="Equation.DSMT4">
                    <p:embed/>
                    <p:pic>
                      <p:nvPicPr>
                        <p:cNvPr id="0" name=""/>
                        <p:cNvPicPr/>
                        <p:nvPr/>
                      </p:nvPicPr>
                      <p:blipFill>
                        <a:blip r:embed="rId14"/>
                        <a:stretch>
                          <a:fillRect/>
                        </a:stretch>
                      </p:blipFill>
                      <p:spPr>
                        <a:xfrm>
                          <a:off x="2724067" y="2460883"/>
                          <a:ext cx="647700" cy="279400"/>
                        </a:xfrm>
                        <a:prstGeom prst="rect">
                          <a:avLst/>
                        </a:prstGeom>
                      </p:spPr>
                    </p:pic>
                  </p:oleObj>
                </mc:Fallback>
              </mc:AlternateContent>
            </a:graphicData>
          </a:graphic>
        </p:graphicFrame>
        <p:sp>
          <p:nvSpPr>
            <p:cNvPr id="13" name="矩形 12">
              <a:extLst>
                <a:ext uri="{FF2B5EF4-FFF2-40B4-BE49-F238E27FC236}">
                  <a16:creationId xmlns:a16="http://schemas.microsoft.com/office/drawing/2014/main" id="{69227EE1-85BF-4108-AE2D-FBDE55B54F7B}"/>
                </a:ext>
              </a:extLst>
            </p:cNvPr>
            <p:cNvSpPr/>
            <p:nvPr/>
          </p:nvSpPr>
          <p:spPr>
            <a:xfrm>
              <a:off x="3347864" y="2373958"/>
              <a:ext cx="1720336"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处连续得，</a:t>
              </a:r>
              <a:endParaRPr lang="zh-CN" altLang="en-US" dirty="0"/>
            </a:p>
          </p:txBody>
        </p:sp>
      </p:grpSp>
      <p:graphicFrame>
        <p:nvGraphicFramePr>
          <p:cNvPr id="14" name="对象 13">
            <a:extLst>
              <a:ext uri="{FF2B5EF4-FFF2-40B4-BE49-F238E27FC236}">
                <a16:creationId xmlns:a16="http://schemas.microsoft.com/office/drawing/2014/main" id="{605C0D9D-2B75-476A-8D31-39C0F6A691F3}"/>
              </a:ext>
            </a:extLst>
          </p:cNvPr>
          <p:cNvGraphicFramePr>
            <a:graphicFrameLocks noChangeAspect="1"/>
          </p:cNvGraphicFramePr>
          <p:nvPr>
            <p:extLst>
              <p:ext uri="{D42A27DB-BD31-4B8C-83A1-F6EECF244321}">
                <p14:modId xmlns:p14="http://schemas.microsoft.com/office/powerpoint/2010/main" val="1937760110"/>
              </p:ext>
            </p:extLst>
          </p:nvPr>
        </p:nvGraphicFramePr>
        <p:xfrm>
          <a:off x="539552" y="2957397"/>
          <a:ext cx="7645400" cy="736600"/>
        </p:xfrm>
        <a:graphic>
          <a:graphicData uri="http://schemas.openxmlformats.org/presentationml/2006/ole">
            <mc:AlternateContent xmlns:mc="http://schemas.openxmlformats.org/markup-compatibility/2006">
              <mc:Choice xmlns:v="urn:schemas-microsoft-com:vml" Requires="v">
                <p:oleObj spid="_x0000_s180432" name="Equation" r:id="rId15" imgW="7645320" imgH="736560" progId="Equation.DSMT4">
                  <p:embed/>
                </p:oleObj>
              </mc:Choice>
              <mc:Fallback>
                <p:oleObj name="Equation" r:id="rId15" imgW="7645320" imgH="736560" progId="Equation.DSMT4">
                  <p:embed/>
                  <p:pic>
                    <p:nvPicPr>
                      <p:cNvPr id="0" name=""/>
                      <p:cNvPicPr/>
                      <p:nvPr/>
                    </p:nvPicPr>
                    <p:blipFill>
                      <a:blip r:embed="rId16"/>
                      <a:stretch>
                        <a:fillRect/>
                      </a:stretch>
                    </p:blipFill>
                    <p:spPr>
                      <a:xfrm>
                        <a:off x="539552" y="2957397"/>
                        <a:ext cx="7645400" cy="7366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685B3032-277B-496F-BDA3-A80E73125619}"/>
              </a:ext>
            </a:extLst>
          </p:cNvPr>
          <p:cNvGraphicFramePr>
            <a:graphicFrameLocks noChangeAspect="1"/>
          </p:cNvGraphicFramePr>
          <p:nvPr>
            <p:extLst>
              <p:ext uri="{D42A27DB-BD31-4B8C-83A1-F6EECF244321}">
                <p14:modId xmlns:p14="http://schemas.microsoft.com/office/powerpoint/2010/main" val="1779837368"/>
              </p:ext>
            </p:extLst>
          </p:nvPr>
        </p:nvGraphicFramePr>
        <p:xfrm>
          <a:off x="586583" y="3720528"/>
          <a:ext cx="4076700" cy="787400"/>
        </p:xfrm>
        <a:graphic>
          <a:graphicData uri="http://schemas.openxmlformats.org/presentationml/2006/ole">
            <mc:AlternateContent xmlns:mc="http://schemas.openxmlformats.org/markup-compatibility/2006">
              <mc:Choice xmlns:v="urn:schemas-microsoft-com:vml" Requires="v">
                <p:oleObj spid="_x0000_s180433" name="Equation" r:id="rId17" imgW="4076640" imgH="787320" progId="Equation.DSMT4">
                  <p:embed/>
                </p:oleObj>
              </mc:Choice>
              <mc:Fallback>
                <p:oleObj name="Equation" r:id="rId17" imgW="4076640" imgH="787320" progId="Equation.DSMT4">
                  <p:embed/>
                  <p:pic>
                    <p:nvPicPr>
                      <p:cNvPr id="0" name=""/>
                      <p:cNvPicPr/>
                      <p:nvPr/>
                    </p:nvPicPr>
                    <p:blipFill>
                      <a:blip r:embed="rId18"/>
                      <a:stretch>
                        <a:fillRect/>
                      </a:stretch>
                    </p:blipFill>
                    <p:spPr>
                      <a:xfrm>
                        <a:off x="586583" y="3720528"/>
                        <a:ext cx="4076700" cy="78740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BF627B4E-48F4-4BD6-9C55-E2CE76FCC0F3}"/>
              </a:ext>
            </a:extLst>
          </p:cNvPr>
          <p:cNvGraphicFramePr>
            <a:graphicFrameLocks noChangeAspect="1"/>
          </p:cNvGraphicFramePr>
          <p:nvPr>
            <p:extLst>
              <p:ext uri="{D42A27DB-BD31-4B8C-83A1-F6EECF244321}">
                <p14:modId xmlns:p14="http://schemas.microsoft.com/office/powerpoint/2010/main" val="4251906387"/>
              </p:ext>
            </p:extLst>
          </p:nvPr>
        </p:nvGraphicFramePr>
        <p:xfrm>
          <a:off x="4690266" y="3693997"/>
          <a:ext cx="3098800" cy="774700"/>
        </p:xfrm>
        <a:graphic>
          <a:graphicData uri="http://schemas.openxmlformats.org/presentationml/2006/ole">
            <mc:AlternateContent xmlns:mc="http://schemas.openxmlformats.org/markup-compatibility/2006">
              <mc:Choice xmlns:v="urn:schemas-microsoft-com:vml" Requires="v">
                <p:oleObj spid="_x0000_s180434" name="Equation" r:id="rId19" imgW="3098520" imgH="774360" progId="Equation.DSMT4">
                  <p:embed/>
                </p:oleObj>
              </mc:Choice>
              <mc:Fallback>
                <p:oleObj name="Equation" r:id="rId19" imgW="3098520" imgH="774360" progId="Equation.DSMT4">
                  <p:embed/>
                  <p:pic>
                    <p:nvPicPr>
                      <p:cNvPr id="0" name=""/>
                      <p:cNvPicPr/>
                      <p:nvPr/>
                    </p:nvPicPr>
                    <p:blipFill>
                      <a:blip r:embed="rId20"/>
                      <a:stretch>
                        <a:fillRect/>
                      </a:stretch>
                    </p:blipFill>
                    <p:spPr>
                      <a:xfrm>
                        <a:off x="4690266" y="3693997"/>
                        <a:ext cx="3098800" cy="774700"/>
                      </a:xfrm>
                      <a:prstGeom prst="rect">
                        <a:avLst/>
                      </a:prstGeom>
                    </p:spPr>
                  </p:pic>
                </p:oleObj>
              </mc:Fallback>
            </mc:AlternateContent>
          </a:graphicData>
        </a:graphic>
      </p:graphicFrame>
      <p:sp>
        <p:nvSpPr>
          <p:cNvPr id="17" name="矩形 16">
            <a:extLst>
              <a:ext uri="{FF2B5EF4-FFF2-40B4-BE49-F238E27FC236}">
                <a16:creationId xmlns:a16="http://schemas.microsoft.com/office/drawing/2014/main" id="{85647E5B-E378-4359-8F70-667CAC961221}"/>
              </a:ext>
            </a:extLst>
          </p:cNvPr>
          <p:cNvSpPr/>
          <p:nvPr/>
        </p:nvSpPr>
        <p:spPr>
          <a:xfrm>
            <a:off x="646792" y="4469873"/>
            <a:ext cx="494046" cy="461665"/>
          </a:xfrm>
          <a:prstGeom prst="rect">
            <a:avLst/>
          </a:prstGeom>
        </p:spPr>
        <p:txBody>
          <a:bodyPr wrap="none">
            <a:spAutoFit/>
          </a:bodyPr>
          <a:lstStyle/>
          <a:p>
            <a:r>
              <a:rPr lang="zh-CN" altLang="en-US" sz="2400" b="1" dirty="0">
                <a:solidFill>
                  <a:prstClr val="black"/>
                </a:solidFill>
                <a:latin typeface="宋体" panose="02010600030101010101" pitchFamily="2" charset="-122"/>
              </a:rPr>
              <a:t>故</a:t>
            </a:r>
            <a:endParaRPr lang="zh-CN" altLang="en-US" dirty="0"/>
          </a:p>
        </p:txBody>
      </p:sp>
      <p:graphicFrame>
        <p:nvGraphicFramePr>
          <p:cNvPr id="18" name="对象 17">
            <a:extLst>
              <a:ext uri="{FF2B5EF4-FFF2-40B4-BE49-F238E27FC236}">
                <a16:creationId xmlns:a16="http://schemas.microsoft.com/office/drawing/2014/main" id="{A3A423BB-8EFA-4637-8638-BFAC1CF781E0}"/>
              </a:ext>
            </a:extLst>
          </p:cNvPr>
          <p:cNvGraphicFramePr>
            <a:graphicFrameLocks noChangeAspect="1"/>
          </p:cNvGraphicFramePr>
          <p:nvPr>
            <p:extLst>
              <p:ext uri="{D42A27DB-BD31-4B8C-83A1-F6EECF244321}">
                <p14:modId xmlns:p14="http://schemas.microsoft.com/office/powerpoint/2010/main" val="1776341314"/>
              </p:ext>
            </p:extLst>
          </p:nvPr>
        </p:nvGraphicFramePr>
        <p:xfrm>
          <a:off x="1225660" y="4553430"/>
          <a:ext cx="1117600" cy="342900"/>
        </p:xfrm>
        <a:graphic>
          <a:graphicData uri="http://schemas.openxmlformats.org/presentationml/2006/ole">
            <mc:AlternateContent xmlns:mc="http://schemas.openxmlformats.org/markup-compatibility/2006">
              <mc:Choice xmlns:v="urn:schemas-microsoft-com:vml" Requires="v">
                <p:oleObj spid="_x0000_s180435" name="Equation" r:id="rId21" imgW="1117440" imgH="342720" progId="Equation.DSMT4">
                  <p:embed/>
                </p:oleObj>
              </mc:Choice>
              <mc:Fallback>
                <p:oleObj name="Equation" r:id="rId21" imgW="1117440" imgH="342720" progId="Equation.DSMT4">
                  <p:embed/>
                  <p:pic>
                    <p:nvPicPr>
                      <p:cNvPr id="0" name=""/>
                      <p:cNvPicPr/>
                      <p:nvPr/>
                    </p:nvPicPr>
                    <p:blipFill>
                      <a:blip r:embed="rId22"/>
                      <a:stretch>
                        <a:fillRect/>
                      </a:stretch>
                    </p:blipFill>
                    <p:spPr>
                      <a:xfrm>
                        <a:off x="1225660" y="4553430"/>
                        <a:ext cx="1117600" cy="342900"/>
                      </a:xfrm>
                      <a:prstGeom prst="rect">
                        <a:avLst/>
                      </a:prstGeom>
                    </p:spPr>
                  </p:pic>
                </p:oleObj>
              </mc:Fallback>
            </mc:AlternateContent>
          </a:graphicData>
        </a:graphic>
      </p:graphicFrame>
    </p:spTree>
    <p:extLst>
      <p:ext uri="{BB962C8B-B14F-4D97-AF65-F5344CB8AC3E}">
        <p14:creationId xmlns:p14="http://schemas.microsoft.com/office/powerpoint/2010/main" val="109810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a:extLst>
              <a:ext uri="{FF2B5EF4-FFF2-40B4-BE49-F238E27FC236}">
                <a16:creationId xmlns:a16="http://schemas.microsoft.com/office/drawing/2014/main" id="{DEEEBEAA-EC08-477D-9A0C-13D707CA9539}"/>
              </a:ext>
            </a:extLst>
          </p:cNvPr>
          <p:cNvSpPr txBox="1">
            <a:spLocks noChangeArrowheads="1"/>
          </p:cNvSpPr>
          <p:nvPr/>
        </p:nvSpPr>
        <p:spPr bwMode="auto">
          <a:xfrm>
            <a:off x="611560" y="843558"/>
            <a:ext cx="115133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11. </a:t>
            </a:r>
            <a:r>
              <a:rPr lang="zh-CN" altLang="en-US" sz="2400" b="1" dirty="0">
                <a:latin typeface="+mn-ea"/>
                <a:ea typeface="+mn-ea"/>
              </a:rPr>
              <a:t>设</a:t>
            </a:r>
          </a:p>
        </p:txBody>
      </p:sp>
      <p:graphicFrame>
        <p:nvGraphicFramePr>
          <p:cNvPr id="3" name="对象 2">
            <a:extLst>
              <a:ext uri="{FF2B5EF4-FFF2-40B4-BE49-F238E27FC236}">
                <a16:creationId xmlns:a16="http://schemas.microsoft.com/office/drawing/2014/main" id="{0C307AFA-EF6D-48F3-A342-82C6C04572F4}"/>
              </a:ext>
            </a:extLst>
          </p:cNvPr>
          <p:cNvGraphicFramePr>
            <a:graphicFrameLocks noChangeAspect="1"/>
          </p:cNvGraphicFramePr>
          <p:nvPr>
            <p:extLst>
              <p:ext uri="{D42A27DB-BD31-4B8C-83A1-F6EECF244321}">
                <p14:modId xmlns:p14="http://schemas.microsoft.com/office/powerpoint/2010/main" val="4261363008"/>
              </p:ext>
            </p:extLst>
          </p:nvPr>
        </p:nvGraphicFramePr>
        <p:xfrm>
          <a:off x="1619672" y="32996"/>
          <a:ext cx="3810000" cy="2133600"/>
        </p:xfrm>
        <a:graphic>
          <a:graphicData uri="http://schemas.openxmlformats.org/presentationml/2006/ole">
            <mc:AlternateContent xmlns:mc="http://schemas.openxmlformats.org/markup-compatibility/2006">
              <mc:Choice xmlns:v="urn:schemas-microsoft-com:vml" Requires="v">
                <p:oleObj spid="_x0000_s181349" name="Equation" r:id="rId3" imgW="3809880" imgH="2133360" progId="Equation.DSMT4">
                  <p:embed/>
                </p:oleObj>
              </mc:Choice>
              <mc:Fallback>
                <p:oleObj name="Equation" r:id="rId3" imgW="3809880" imgH="2133360" progId="Equation.DSMT4">
                  <p:embed/>
                  <p:pic>
                    <p:nvPicPr>
                      <p:cNvPr id="0" name=""/>
                      <p:cNvPicPr/>
                      <p:nvPr/>
                    </p:nvPicPr>
                    <p:blipFill>
                      <a:blip r:embed="rId4"/>
                      <a:stretch>
                        <a:fillRect/>
                      </a:stretch>
                    </p:blipFill>
                    <p:spPr>
                      <a:xfrm>
                        <a:off x="1619672" y="32996"/>
                        <a:ext cx="3810000" cy="2133600"/>
                      </a:xfrm>
                      <a:prstGeom prst="rect">
                        <a:avLst/>
                      </a:prstGeom>
                    </p:spPr>
                  </p:pic>
                </p:oleObj>
              </mc:Fallback>
            </mc:AlternateContent>
          </a:graphicData>
        </a:graphic>
      </p:graphicFrame>
      <p:sp>
        <p:nvSpPr>
          <p:cNvPr id="4" name="矩形 3">
            <a:extLst>
              <a:ext uri="{FF2B5EF4-FFF2-40B4-BE49-F238E27FC236}">
                <a16:creationId xmlns:a16="http://schemas.microsoft.com/office/drawing/2014/main" id="{9C984BFE-DE98-4956-B8A7-D9BF3CE33EB4}"/>
              </a:ext>
            </a:extLst>
          </p:cNvPr>
          <p:cNvSpPr/>
          <p:nvPr/>
        </p:nvSpPr>
        <p:spPr>
          <a:xfrm>
            <a:off x="5292080" y="868963"/>
            <a:ext cx="3528392"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是        上连续函数，</a:t>
            </a:r>
            <a:endParaRPr lang="zh-CN" altLang="en-US" dirty="0"/>
          </a:p>
        </p:txBody>
      </p:sp>
      <p:graphicFrame>
        <p:nvGraphicFramePr>
          <p:cNvPr id="5" name="对象 4">
            <a:extLst>
              <a:ext uri="{FF2B5EF4-FFF2-40B4-BE49-F238E27FC236}">
                <a16:creationId xmlns:a16="http://schemas.microsoft.com/office/drawing/2014/main" id="{30DFEEFF-AC98-4CE9-8AF8-443D5CB9F900}"/>
              </a:ext>
            </a:extLst>
          </p:cNvPr>
          <p:cNvGraphicFramePr>
            <a:graphicFrameLocks noChangeAspect="1"/>
          </p:cNvGraphicFramePr>
          <p:nvPr>
            <p:extLst>
              <p:ext uri="{D42A27DB-BD31-4B8C-83A1-F6EECF244321}">
                <p14:modId xmlns:p14="http://schemas.microsoft.com/office/powerpoint/2010/main" val="376086522"/>
              </p:ext>
            </p:extLst>
          </p:nvPr>
        </p:nvGraphicFramePr>
        <p:xfrm>
          <a:off x="5724128" y="928345"/>
          <a:ext cx="1130300" cy="342900"/>
        </p:xfrm>
        <a:graphic>
          <a:graphicData uri="http://schemas.openxmlformats.org/presentationml/2006/ole">
            <mc:AlternateContent xmlns:mc="http://schemas.openxmlformats.org/markup-compatibility/2006">
              <mc:Choice xmlns:v="urn:schemas-microsoft-com:vml" Requires="v">
                <p:oleObj spid="_x0000_s181350" name="Equation" r:id="rId5" imgW="1130040" imgH="342720" progId="Equation.DSMT4">
                  <p:embed/>
                </p:oleObj>
              </mc:Choice>
              <mc:Fallback>
                <p:oleObj name="Equation" r:id="rId5" imgW="1130040" imgH="342720" progId="Equation.DSMT4">
                  <p:embed/>
                  <p:pic>
                    <p:nvPicPr>
                      <p:cNvPr id="0" name=""/>
                      <p:cNvPicPr/>
                      <p:nvPr/>
                    </p:nvPicPr>
                    <p:blipFill>
                      <a:blip r:embed="rId6"/>
                      <a:stretch>
                        <a:fillRect/>
                      </a:stretch>
                    </p:blipFill>
                    <p:spPr>
                      <a:xfrm>
                        <a:off x="5724128" y="928345"/>
                        <a:ext cx="1130300" cy="342900"/>
                      </a:xfrm>
                      <a:prstGeom prst="rect">
                        <a:avLst/>
                      </a:prstGeom>
                    </p:spPr>
                  </p:pic>
                </p:oleObj>
              </mc:Fallback>
            </mc:AlternateContent>
          </a:graphicData>
        </a:graphic>
      </p:graphicFrame>
      <p:sp>
        <p:nvSpPr>
          <p:cNvPr id="6" name="矩形 5">
            <a:extLst>
              <a:ext uri="{FF2B5EF4-FFF2-40B4-BE49-F238E27FC236}">
                <a16:creationId xmlns:a16="http://schemas.microsoft.com/office/drawing/2014/main" id="{6626B8CF-0DB4-447A-A5E3-B9B6A134B17B}"/>
              </a:ext>
            </a:extLst>
          </p:cNvPr>
          <p:cNvSpPr/>
          <p:nvPr/>
        </p:nvSpPr>
        <p:spPr>
          <a:xfrm>
            <a:off x="611560" y="2115785"/>
            <a:ext cx="1872208"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求  和</a:t>
            </a:r>
            <a:endParaRPr lang="zh-CN" altLang="en-US" dirty="0"/>
          </a:p>
        </p:txBody>
      </p:sp>
      <p:graphicFrame>
        <p:nvGraphicFramePr>
          <p:cNvPr id="7" name="对象 6">
            <a:extLst>
              <a:ext uri="{FF2B5EF4-FFF2-40B4-BE49-F238E27FC236}">
                <a16:creationId xmlns:a16="http://schemas.microsoft.com/office/drawing/2014/main" id="{A17EB40A-BDAE-48B4-9EA6-E413D8101726}"/>
              </a:ext>
            </a:extLst>
          </p:cNvPr>
          <p:cNvGraphicFramePr>
            <a:graphicFrameLocks noChangeAspect="1"/>
          </p:cNvGraphicFramePr>
          <p:nvPr>
            <p:extLst>
              <p:ext uri="{D42A27DB-BD31-4B8C-83A1-F6EECF244321}">
                <p14:modId xmlns:p14="http://schemas.microsoft.com/office/powerpoint/2010/main" val="2447694451"/>
              </p:ext>
            </p:extLst>
          </p:nvPr>
        </p:nvGraphicFramePr>
        <p:xfrm>
          <a:off x="1085627" y="2245017"/>
          <a:ext cx="203200" cy="203200"/>
        </p:xfrm>
        <a:graphic>
          <a:graphicData uri="http://schemas.openxmlformats.org/presentationml/2006/ole">
            <mc:AlternateContent xmlns:mc="http://schemas.openxmlformats.org/markup-compatibility/2006">
              <mc:Choice xmlns:v="urn:schemas-microsoft-com:vml" Requires="v">
                <p:oleObj spid="_x0000_s181351" name="Equation" r:id="rId7" imgW="203040" imgH="203040" progId="Equation.DSMT4">
                  <p:embed/>
                </p:oleObj>
              </mc:Choice>
              <mc:Fallback>
                <p:oleObj name="Equation" r:id="rId7" imgW="203040" imgH="203040" progId="Equation.DSMT4">
                  <p:embed/>
                  <p:pic>
                    <p:nvPicPr>
                      <p:cNvPr id="0" name=""/>
                      <p:cNvPicPr/>
                      <p:nvPr/>
                    </p:nvPicPr>
                    <p:blipFill>
                      <a:blip r:embed="rId8"/>
                      <a:stretch>
                        <a:fillRect/>
                      </a:stretch>
                    </p:blipFill>
                    <p:spPr>
                      <a:xfrm>
                        <a:off x="1085627" y="2245017"/>
                        <a:ext cx="203200" cy="2032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34973F53-492A-4FE6-9CA9-1523EB95E337}"/>
              </a:ext>
            </a:extLst>
          </p:cNvPr>
          <p:cNvGraphicFramePr>
            <a:graphicFrameLocks noChangeAspect="1"/>
          </p:cNvGraphicFramePr>
          <p:nvPr>
            <p:extLst>
              <p:ext uri="{D42A27DB-BD31-4B8C-83A1-F6EECF244321}">
                <p14:modId xmlns:p14="http://schemas.microsoft.com/office/powerpoint/2010/main" val="768972739"/>
              </p:ext>
            </p:extLst>
          </p:nvPr>
        </p:nvGraphicFramePr>
        <p:xfrm>
          <a:off x="1657697" y="2175485"/>
          <a:ext cx="228600" cy="279400"/>
        </p:xfrm>
        <a:graphic>
          <a:graphicData uri="http://schemas.openxmlformats.org/presentationml/2006/ole">
            <mc:AlternateContent xmlns:mc="http://schemas.openxmlformats.org/markup-compatibility/2006">
              <mc:Choice xmlns:v="urn:schemas-microsoft-com:vml" Requires="v">
                <p:oleObj spid="_x0000_s181352" name="Equation" r:id="rId9" imgW="228600" imgH="279360" progId="Equation.DSMT4">
                  <p:embed/>
                </p:oleObj>
              </mc:Choice>
              <mc:Fallback>
                <p:oleObj name="Equation" r:id="rId9" imgW="228600" imgH="279360" progId="Equation.DSMT4">
                  <p:embed/>
                  <p:pic>
                    <p:nvPicPr>
                      <p:cNvPr id="0" name=""/>
                      <p:cNvPicPr/>
                      <p:nvPr/>
                    </p:nvPicPr>
                    <p:blipFill>
                      <a:blip r:embed="rId10"/>
                      <a:stretch>
                        <a:fillRect/>
                      </a:stretch>
                    </p:blipFill>
                    <p:spPr>
                      <a:xfrm>
                        <a:off x="1657697" y="2175485"/>
                        <a:ext cx="228600" cy="279400"/>
                      </a:xfrm>
                      <a:prstGeom prst="rect">
                        <a:avLst/>
                      </a:prstGeom>
                    </p:spPr>
                  </p:pic>
                </p:oleObj>
              </mc:Fallback>
            </mc:AlternateContent>
          </a:graphicData>
        </a:graphic>
      </p:graphicFrame>
      <p:sp>
        <p:nvSpPr>
          <p:cNvPr id="9" name="Text Box 11">
            <a:extLst>
              <a:ext uri="{FF2B5EF4-FFF2-40B4-BE49-F238E27FC236}">
                <a16:creationId xmlns:a16="http://schemas.microsoft.com/office/drawing/2014/main" id="{172FF5C3-CD0F-48C3-88CC-B689A1C805C8}"/>
              </a:ext>
            </a:extLst>
          </p:cNvPr>
          <p:cNvSpPr txBox="1">
            <a:spLocks noChangeArrowheads="1"/>
          </p:cNvSpPr>
          <p:nvPr/>
        </p:nvSpPr>
        <p:spPr bwMode="auto">
          <a:xfrm>
            <a:off x="613332" y="2736702"/>
            <a:ext cx="573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0064FF"/>
                </a:solidFill>
                <a:latin typeface="+mn-ea"/>
                <a:ea typeface="+mn-ea"/>
              </a:rPr>
              <a:t>解</a:t>
            </a:r>
            <a:endParaRPr lang="zh-CN" altLang="en-US" sz="2400" b="1" dirty="0">
              <a:latin typeface="+mn-ea"/>
              <a:ea typeface="+mn-ea"/>
            </a:endParaRPr>
          </a:p>
        </p:txBody>
      </p:sp>
      <p:graphicFrame>
        <p:nvGraphicFramePr>
          <p:cNvPr id="10" name="对象 9">
            <a:extLst>
              <a:ext uri="{FF2B5EF4-FFF2-40B4-BE49-F238E27FC236}">
                <a16:creationId xmlns:a16="http://schemas.microsoft.com/office/drawing/2014/main" id="{836CC0E0-DAB3-48B1-B773-AC981D44A055}"/>
              </a:ext>
            </a:extLst>
          </p:cNvPr>
          <p:cNvGraphicFramePr>
            <a:graphicFrameLocks noChangeAspect="1"/>
          </p:cNvGraphicFramePr>
          <p:nvPr>
            <p:extLst>
              <p:ext uri="{D42A27DB-BD31-4B8C-83A1-F6EECF244321}">
                <p14:modId xmlns:p14="http://schemas.microsoft.com/office/powerpoint/2010/main" val="3650020551"/>
              </p:ext>
            </p:extLst>
          </p:nvPr>
        </p:nvGraphicFramePr>
        <p:xfrm>
          <a:off x="1306589" y="2716213"/>
          <a:ext cx="3784600" cy="571500"/>
        </p:xfrm>
        <a:graphic>
          <a:graphicData uri="http://schemas.openxmlformats.org/presentationml/2006/ole">
            <mc:AlternateContent xmlns:mc="http://schemas.openxmlformats.org/markup-compatibility/2006">
              <mc:Choice xmlns:v="urn:schemas-microsoft-com:vml" Requires="v">
                <p:oleObj spid="_x0000_s181353" name="Equation" r:id="rId11" imgW="3784320" imgH="571320" progId="Equation.DSMT4">
                  <p:embed/>
                </p:oleObj>
              </mc:Choice>
              <mc:Fallback>
                <p:oleObj name="Equation" r:id="rId11" imgW="3784320" imgH="571320" progId="Equation.DSMT4">
                  <p:embed/>
                  <p:pic>
                    <p:nvPicPr>
                      <p:cNvPr id="0" name=""/>
                      <p:cNvPicPr/>
                      <p:nvPr/>
                    </p:nvPicPr>
                    <p:blipFill>
                      <a:blip r:embed="rId12"/>
                      <a:stretch>
                        <a:fillRect/>
                      </a:stretch>
                    </p:blipFill>
                    <p:spPr>
                      <a:xfrm>
                        <a:off x="1306589" y="2716213"/>
                        <a:ext cx="3784600" cy="5715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DCB4F18B-A0D3-4B38-AE5B-34E039A52358}"/>
              </a:ext>
            </a:extLst>
          </p:cNvPr>
          <p:cNvGraphicFramePr>
            <a:graphicFrameLocks noChangeAspect="1"/>
          </p:cNvGraphicFramePr>
          <p:nvPr>
            <p:extLst>
              <p:ext uri="{D42A27DB-BD31-4B8C-83A1-F6EECF244321}">
                <p14:modId xmlns:p14="http://schemas.microsoft.com/office/powerpoint/2010/main" val="951275652"/>
              </p:ext>
            </p:extLst>
          </p:nvPr>
        </p:nvGraphicFramePr>
        <p:xfrm>
          <a:off x="5004048" y="2736702"/>
          <a:ext cx="3136900" cy="571500"/>
        </p:xfrm>
        <a:graphic>
          <a:graphicData uri="http://schemas.openxmlformats.org/presentationml/2006/ole">
            <mc:AlternateContent xmlns:mc="http://schemas.openxmlformats.org/markup-compatibility/2006">
              <mc:Choice xmlns:v="urn:schemas-microsoft-com:vml" Requires="v">
                <p:oleObj spid="_x0000_s181354" name="Equation" r:id="rId13" imgW="3136680" imgH="571320" progId="Equation.DSMT4">
                  <p:embed/>
                </p:oleObj>
              </mc:Choice>
              <mc:Fallback>
                <p:oleObj name="Equation" r:id="rId13" imgW="3136680" imgH="571320" progId="Equation.DSMT4">
                  <p:embed/>
                  <p:pic>
                    <p:nvPicPr>
                      <p:cNvPr id="0" name=""/>
                      <p:cNvPicPr/>
                      <p:nvPr/>
                    </p:nvPicPr>
                    <p:blipFill>
                      <a:blip r:embed="rId14"/>
                      <a:stretch>
                        <a:fillRect/>
                      </a:stretch>
                    </p:blipFill>
                    <p:spPr>
                      <a:xfrm>
                        <a:off x="5004048" y="2736702"/>
                        <a:ext cx="3136900" cy="5715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823D4140-47C5-4307-99FC-2EB960D0DC62}"/>
              </a:ext>
            </a:extLst>
          </p:cNvPr>
          <p:cNvGraphicFramePr>
            <a:graphicFrameLocks noChangeAspect="1"/>
          </p:cNvGraphicFramePr>
          <p:nvPr>
            <p:extLst>
              <p:ext uri="{D42A27DB-BD31-4B8C-83A1-F6EECF244321}">
                <p14:modId xmlns:p14="http://schemas.microsoft.com/office/powerpoint/2010/main" val="2496885289"/>
              </p:ext>
            </p:extLst>
          </p:nvPr>
        </p:nvGraphicFramePr>
        <p:xfrm>
          <a:off x="2483768" y="3484741"/>
          <a:ext cx="4851400" cy="1155700"/>
        </p:xfrm>
        <a:graphic>
          <a:graphicData uri="http://schemas.openxmlformats.org/presentationml/2006/ole">
            <mc:AlternateContent xmlns:mc="http://schemas.openxmlformats.org/markup-compatibility/2006">
              <mc:Choice xmlns:v="urn:schemas-microsoft-com:vml" Requires="v">
                <p:oleObj spid="_x0000_s181355" name="Equation" r:id="rId15" imgW="4851360" imgH="1155600" progId="Equation.DSMT4">
                  <p:embed/>
                </p:oleObj>
              </mc:Choice>
              <mc:Fallback>
                <p:oleObj name="Equation" r:id="rId15" imgW="4851360" imgH="1155600" progId="Equation.DSMT4">
                  <p:embed/>
                  <p:pic>
                    <p:nvPicPr>
                      <p:cNvPr id="0" name=""/>
                      <p:cNvPicPr/>
                      <p:nvPr/>
                    </p:nvPicPr>
                    <p:blipFill>
                      <a:blip r:embed="rId16"/>
                      <a:stretch>
                        <a:fillRect/>
                      </a:stretch>
                    </p:blipFill>
                    <p:spPr>
                      <a:xfrm>
                        <a:off x="2483768" y="3484741"/>
                        <a:ext cx="4851400" cy="1155700"/>
                      </a:xfrm>
                      <a:prstGeom prst="rect">
                        <a:avLst/>
                      </a:prstGeom>
                    </p:spPr>
                  </p:pic>
                </p:oleObj>
              </mc:Fallback>
            </mc:AlternateContent>
          </a:graphicData>
        </a:graphic>
      </p:graphicFrame>
    </p:spTree>
    <p:extLst>
      <p:ext uri="{BB962C8B-B14F-4D97-AF65-F5344CB8AC3E}">
        <p14:creationId xmlns:p14="http://schemas.microsoft.com/office/powerpoint/2010/main" val="1582976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353B2A93-EF7F-469B-AEED-0CE984234456}"/>
              </a:ext>
            </a:extLst>
          </p:cNvPr>
          <p:cNvGraphicFramePr>
            <a:graphicFrameLocks noChangeAspect="1"/>
          </p:cNvGraphicFramePr>
          <p:nvPr>
            <p:extLst>
              <p:ext uri="{D42A27DB-BD31-4B8C-83A1-F6EECF244321}">
                <p14:modId xmlns:p14="http://schemas.microsoft.com/office/powerpoint/2010/main" val="2653782824"/>
              </p:ext>
            </p:extLst>
          </p:nvPr>
        </p:nvGraphicFramePr>
        <p:xfrm>
          <a:off x="931069" y="267816"/>
          <a:ext cx="4851400" cy="1155700"/>
        </p:xfrm>
        <a:graphic>
          <a:graphicData uri="http://schemas.openxmlformats.org/presentationml/2006/ole">
            <mc:AlternateContent xmlns:mc="http://schemas.openxmlformats.org/markup-compatibility/2006">
              <mc:Choice xmlns:v="urn:schemas-microsoft-com:vml" Requires="v">
                <p:oleObj spid="_x0000_s182334" name="Equation" r:id="rId3" imgW="4851360" imgH="1155600" progId="Equation.DSMT4">
                  <p:embed/>
                </p:oleObj>
              </mc:Choice>
              <mc:Fallback>
                <p:oleObj name="Equation" r:id="rId3" imgW="4851360" imgH="1155600" progId="Equation.DSMT4">
                  <p:embed/>
                  <p:pic>
                    <p:nvPicPr>
                      <p:cNvPr id="12" name="对象 11">
                        <a:extLst>
                          <a:ext uri="{FF2B5EF4-FFF2-40B4-BE49-F238E27FC236}">
                            <a16:creationId xmlns:a16="http://schemas.microsoft.com/office/drawing/2014/main" id="{823D4140-47C5-4307-99FC-2EB960D0DC62}"/>
                          </a:ext>
                        </a:extLst>
                      </p:cNvPr>
                      <p:cNvPicPr/>
                      <p:nvPr/>
                    </p:nvPicPr>
                    <p:blipFill>
                      <a:blip r:embed="rId4"/>
                      <a:stretch>
                        <a:fillRect/>
                      </a:stretch>
                    </p:blipFill>
                    <p:spPr>
                      <a:xfrm>
                        <a:off x="931069" y="267816"/>
                        <a:ext cx="4851400" cy="115570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66E0A3B2-561D-42C0-B03B-9124745F05AE}"/>
              </a:ext>
            </a:extLst>
          </p:cNvPr>
          <p:cNvGraphicFramePr>
            <a:graphicFrameLocks noChangeAspect="1"/>
          </p:cNvGraphicFramePr>
          <p:nvPr>
            <p:extLst>
              <p:ext uri="{D42A27DB-BD31-4B8C-83A1-F6EECF244321}">
                <p14:modId xmlns:p14="http://schemas.microsoft.com/office/powerpoint/2010/main" val="2036897669"/>
              </p:ext>
            </p:extLst>
          </p:nvPr>
        </p:nvGraphicFramePr>
        <p:xfrm>
          <a:off x="5436096" y="411510"/>
          <a:ext cx="3479800" cy="685800"/>
        </p:xfrm>
        <a:graphic>
          <a:graphicData uri="http://schemas.openxmlformats.org/presentationml/2006/ole">
            <mc:AlternateContent xmlns:mc="http://schemas.openxmlformats.org/markup-compatibility/2006">
              <mc:Choice xmlns:v="urn:schemas-microsoft-com:vml" Requires="v">
                <p:oleObj spid="_x0000_s182335" name="Equation" r:id="rId5" imgW="3479760" imgH="685800" progId="Equation.DSMT4">
                  <p:embed/>
                </p:oleObj>
              </mc:Choice>
              <mc:Fallback>
                <p:oleObj name="Equation" r:id="rId5" imgW="3479760" imgH="685800" progId="Equation.DSMT4">
                  <p:embed/>
                  <p:pic>
                    <p:nvPicPr>
                      <p:cNvPr id="0" name=""/>
                      <p:cNvPicPr/>
                      <p:nvPr/>
                    </p:nvPicPr>
                    <p:blipFill>
                      <a:blip r:embed="rId6"/>
                      <a:stretch>
                        <a:fillRect/>
                      </a:stretch>
                    </p:blipFill>
                    <p:spPr>
                      <a:xfrm>
                        <a:off x="5436096" y="411510"/>
                        <a:ext cx="3479800" cy="6858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26B51F85-6620-4F79-BE96-A1A25F271B5F}"/>
              </a:ext>
            </a:extLst>
          </p:cNvPr>
          <p:cNvGraphicFramePr>
            <a:graphicFrameLocks noChangeAspect="1"/>
          </p:cNvGraphicFramePr>
          <p:nvPr>
            <p:extLst>
              <p:ext uri="{D42A27DB-BD31-4B8C-83A1-F6EECF244321}">
                <p14:modId xmlns:p14="http://schemas.microsoft.com/office/powerpoint/2010/main" val="1835930718"/>
              </p:ext>
            </p:extLst>
          </p:nvPr>
        </p:nvGraphicFramePr>
        <p:xfrm>
          <a:off x="965696" y="1824573"/>
          <a:ext cx="6210300" cy="774700"/>
        </p:xfrm>
        <a:graphic>
          <a:graphicData uri="http://schemas.openxmlformats.org/presentationml/2006/ole">
            <mc:AlternateContent xmlns:mc="http://schemas.openxmlformats.org/markup-compatibility/2006">
              <mc:Choice xmlns:v="urn:schemas-microsoft-com:vml" Requires="v">
                <p:oleObj spid="_x0000_s182336" name="Equation" r:id="rId7" imgW="6210000" imgH="774360" progId="Equation.DSMT4">
                  <p:embed/>
                </p:oleObj>
              </mc:Choice>
              <mc:Fallback>
                <p:oleObj name="Equation" r:id="rId7" imgW="6210000" imgH="774360" progId="Equation.DSMT4">
                  <p:embed/>
                  <p:pic>
                    <p:nvPicPr>
                      <p:cNvPr id="0" name=""/>
                      <p:cNvPicPr/>
                      <p:nvPr/>
                    </p:nvPicPr>
                    <p:blipFill>
                      <a:blip r:embed="rId8"/>
                      <a:stretch>
                        <a:fillRect/>
                      </a:stretch>
                    </p:blipFill>
                    <p:spPr>
                      <a:xfrm>
                        <a:off x="965696" y="1824573"/>
                        <a:ext cx="6210300" cy="774700"/>
                      </a:xfrm>
                      <a:prstGeom prst="rect">
                        <a:avLst/>
                      </a:prstGeom>
                    </p:spPr>
                  </p:pic>
                </p:oleObj>
              </mc:Fallback>
            </mc:AlternateContent>
          </a:graphicData>
        </a:graphic>
      </p:graphicFrame>
      <p:grpSp>
        <p:nvGrpSpPr>
          <p:cNvPr id="10" name="组合 9">
            <a:extLst>
              <a:ext uri="{FF2B5EF4-FFF2-40B4-BE49-F238E27FC236}">
                <a16:creationId xmlns:a16="http://schemas.microsoft.com/office/drawing/2014/main" id="{73582DD8-2A4A-4E5C-B0AC-D2E4806D0C38}"/>
              </a:ext>
            </a:extLst>
          </p:cNvPr>
          <p:cNvGrpSpPr/>
          <p:nvPr/>
        </p:nvGrpSpPr>
        <p:grpSpPr>
          <a:xfrm>
            <a:off x="965696" y="3326536"/>
            <a:ext cx="2493132" cy="461665"/>
            <a:chOff x="965696" y="3326536"/>
            <a:chExt cx="2493132" cy="461665"/>
          </a:xfrm>
        </p:grpSpPr>
        <p:graphicFrame>
          <p:nvGraphicFramePr>
            <p:cNvPr id="6" name="对象 5">
              <a:extLst>
                <a:ext uri="{FF2B5EF4-FFF2-40B4-BE49-F238E27FC236}">
                  <a16:creationId xmlns:a16="http://schemas.microsoft.com/office/drawing/2014/main" id="{0BA5B81C-839E-4B08-BDA1-A87442B3C025}"/>
                </a:ext>
              </a:extLst>
            </p:cNvPr>
            <p:cNvGraphicFramePr>
              <a:graphicFrameLocks noChangeAspect="1"/>
            </p:cNvGraphicFramePr>
            <p:nvPr>
              <p:extLst>
                <p:ext uri="{D42A27DB-BD31-4B8C-83A1-F6EECF244321}">
                  <p14:modId xmlns:p14="http://schemas.microsoft.com/office/powerpoint/2010/main" val="4177014962"/>
                </p:ext>
              </p:extLst>
            </p:nvPr>
          </p:nvGraphicFramePr>
          <p:xfrm>
            <a:off x="1796740" y="3424018"/>
            <a:ext cx="711200" cy="266700"/>
          </p:xfrm>
          <a:graphic>
            <a:graphicData uri="http://schemas.openxmlformats.org/presentationml/2006/ole">
              <mc:AlternateContent xmlns:mc="http://schemas.openxmlformats.org/markup-compatibility/2006">
                <mc:Choice xmlns:v="urn:schemas-microsoft-com:vml" Requires="v">
                  <p:oleObj spid="_x0000_s182337" name="Equation" r:id="rId9" imgW="711000" imgH="266400" progId="Equation.DSMT4">
                    <p:embed/>
                  </p:oleObj>
                </mc:Choice>
                <mc:Fallback>
                  <p:oleObj name="Equation" r:id="rId9" imgW="711000" imgH="266400" progId="Equation.DSMT4">
                    <p:embed/>
                    <p:pic>
                      <p:nvPicPr>
                        <p:cNvPr id="0" name=""/>
                        <p:cNvPicPr/>
                        <p:nvPr/>
                      </p:nvPicPr>
                      <p:blipFill>
                        <a:blip r:embed="rId10"/>
                        <a:stretch>
                          <a:fillRect/>
                        </a:stretch>
                      </p:blipFill>
                      <p:spPr>
                        <a:xfrm>
                          <a:off x="1796740" y="3424018"/>
                          <a:ext cx="711200" cy="266700"/>
                        </a:xfrm>
                        <a:prstGeom prst="rect">
                          <a:avLst/>
                        </a:prstGeom>
                      </p:spPr>
                    </p:pic>
                  </p:oleObj>
                </mc:Fallback>
              </mc:AlternateContent>
            </a:graphicData>
          </a:graphic>
        </p:graphicFrame>
        <p:grpSp>
          <p:nvGrpSpPr>
            <p:cNvPr id="8" name="组合 7">
              <a:extLst>
                <a:ext uri="{FF2B5EF4-FFF2-40B4-BE49-F238E27FC236}">
                  <a16:creationId xmlns:a16="http://schemas.microsoft.com/office/drawing/2014/main" id="{3B235A8E-90D2-4ECA-8CDE-6740385D941D}"/>
                </a:ext>
              </a:extLst>
            </p:cNvPr>
            <p:cNvGrpSpPr/>
            <p:nvPr/>
          </p:nvGrpSpPr>
          <p:grpSpPr>
            <a:xfrm>
              <a:off x="965696" y="3326536"/>
              <a:ext cx="2493132" cy="461665"/>
              <a:chOff x="965696" y="3326536"/>
              <a:chExt cx="2493132" cy="461665"/>
            </a:xfrm>
          </p:grpSpPr>
          <p:sp>
            <p:nvSpPr>
              <p:cNvPr id="5" name="矩形 4">
                <a:extLst>
                  <a:ext uri="{FF2B5EF4-FFF2-40B4-BE49-F238E27FC236}">
                    <a16:creationId xmlns:a16="http://schemas.microsoft.com/office/drawing/2014/main" id="{59B2D057-51E7-486E-9916-2AD8C1396B7E}"/>
                  </a:ext>
                </a:extLst>
              </p:cNvPr>
              <p:cNvSpPr/>
              <p:nvPr/>
            </p:nvSpPr>
            <p:spPr>
              <a:xfrm>
                <a:off x="965696" y="3326536"/>
                <a:ext cx="1662088"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从而</a:t>
                </a:r>
                <a:endParaRPr lang="zh-CN" altLang="en-US" dirty="0"/>
              </a:p>
            </p:txBody>
          </p:sp>
          <p:graphicFrame>
            <p:nvGraphicFramePr>
              <p:cNvPr id="7" name="对象 6">
                <a:extLst>
                  <a:ext uri="{FF2B5EF4-FFF2-40B4-BE49-F238E27FC236}">
                    <a16:creationId xmlns:a16="http://schemas.microsoft.com/office/drawing/2014/main" id="{DBA9326F-77BA-4B32-9461-E691EF8B164C}"/>
                  </a:ext>
                </a:extLst>
              </p:cNvPr>
              <p:cNvGraphicFramePr>
                <a:graphicFrameLocks noChangeAspect="1"/>
              </p:cNvGraphicFramePr>
              <p:nvPr>
                <p:extLst>
                  <p:ext uri="{D42A27DB-BD31-4B8C-83A1-F6EECF244321}">
                    <p14:modId xmlns:p14="http://schemas.microsoft.com/office/powerpoint/2010/main" val="4194677974"/>
                  </p:ext>
                </p:extLst>
              </p:nvPr>
            </p:nvGraphicFramePr>
            <p:xfrm>
              <a:off x="2671428" y="3326536"/>
              <a:ext cx="787400" cy="342900"/>
            </p:xfrm>
            <a:graphic>
              <a:graphicData uri="http://schemas.openxmlformats.org/presentationml/2006/ole">
                <mc:AlternateContent xmlns:mc="http://schemas.openxmlformats.org/markup-compatibility/2006">
                  <mc:Choice xmlns:v="urn:schemas-microsoft-com:vml" Requires="v">
                    <p:oleObj spid="_x0000_s182338" name="Equation" r:id="rId11" imgW="787320" imgH="342720" progId="Equation.DSMT4">
                      <p:embed/>
                    </p:oleObj>
                  </mc:Choice>
                  <mc:Fallback>
                    <p:oleObj name="Equation" r:id="rId11" imgW="787320" imgH="342720" progId="Equation.DSMT4">
                      <p:embed/>
                      <p:pic>
                        <p:nvPicPr>
                          <p:cNvPr id="0" name=""/>
                          <p:cNvPicPr/>
                          <p:nvPr/>
                        </p:nvPicPr>
                        <p:blipFill>
                          <a:blip r:embed="rId12"/>
                          <a:stretch>
                            <a:fillRect/>
                          </a:stretch>
                        </p:blipFill>
                        <p:spPr>
                          <a:xfrm>
                            <a:off x="2671428" y="3326536"/>
                            <a:ext cx="787400" cy="342900"/>
                          </a:xfrm>
                          <a:prstGeom prst="rect">
                            <a:avLst/>
                          </a:prstGeom>
                        </p:spPr>
                      </p:pic>
                    </p:oleObj>
                  </mc:Fallback>
                </mc:AlternateContent>
              </a:graphicData>
            </a:graphic>
          </p:graphicFrame>
        </p:grpSp>
      </p:grpSp>
    </p:spTree>
    <p:extLst>
      <p:ext uri="{BB962C8B-B14F-4D97-AF65-F5344CB8AC3E}">
        <p14:creationId xmlns:p14="http://schemas.microsoft.com/office/powerpoint/2010/main" val="322986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a:extLst>
              <a:ext uri="{FF2B5EF4-FFF2-40B4-BE49-F238E27FC236}">
                <a16:creationId xmlns:a16="http://schemas.microsoft.com/office/drawing/2014/main" id="{8C6BBBF4-4692-4978-A17B-92B4D5A47111}"/>
              </a:ext>
            </a:extLst>
          </p:cNvPr>
          <p:cNvSpPr txBox="1">
            <a:spLocks noChangeArrowheads="1"/>
          </p:cNvSpPr>
          <p:nvPr/>
        </p:nvSpPr>
        <p:spPr bwMode="auto">
          <a:xfrm>
            <a:off x="755576" y="267494"/>
            <a:ext cx="61926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12. </a:t>
            </a:r>
            <a:r>
              <a:rPr lang="zh-CN" altLang="en-US" sz="2400" b="1" dirty="0">
                <a:latin typeface="+mn-ea"/>
                <a:ea typeface="+mn-ea"/>
              </a:rPr>
              <a:t>设函数    在        处连续，且满足</a:t>
            </a:r>
          </a:p>
        </p:txBody>
      </p:sp>
      <p:graphicFrame>
        <p:nvGraphicFramePr>
          <p:cNvPr id="3" name="对象 2">
            <a:extLst>
              <a:ext uri="{FF2B5EF4-FFF2-40B4-BE49-F238E27FC236}">
                <a16:creationId xmlns:a16="http://schemas.microsoft.com/office/drawing/2014/main" id="{3E5B801C-47F7-414A-9F98-FCF0ABAC617F}"/>
              </a:ext>
            </a:extLst>
          </p:cNvPr>
          <p:cNvGraphicFramePr>
            <a:graphicFrameLocks noChangeAspect="1"/>
          </p:cNvGraphicFramePr>
          <p:nvPr>
            <p:extLst>
              <p:ext uri="{D42A27DB-BD31-4B8C-83A1-F6EECF244321}">
                <p14:modId xmlns:p14="http://schemas.microsoft.com/office/powerpoint/2010/main" val="2902169991"/>
              </p:ext>
            </p:extLst>
          </p:nvPr>
        </p:nvGraphicFramePr>
        <p:xfrm>
          <a:off x="2339752" y="378859"/>
          <a:ext cx="622300" cy="342900"/>
        </p:xfrm>
        <a:graphic>
          <a:graphicData uri="http://schemas.openxmlformats.org/presentationml/2006/ole">
            <mc:AlternateContent xmlns:mc="http://schemas.openxmlformats.org/markup-compatibility/2006">
              <mc:Choice xmlns:v="urn:schemas-microsoft-com:vml" Requires="v">
                <p:oleObj spid="_x0000_s184459" name="Equation" r:id="rId3" imgW="622080" imgH="342720" progId="Equation.DSMT4">
                  <p:embed/>
                </p:oleObj>
              </mc:Choice>
              <mc:Fallback>
                <p:oleObj name="Equation" r:id="rId3" imgW="622080" imgH="342720" progId="Equation.DSMT4">
                  <p:embed/>
                  <p:pic>
                    <p:nvPicPr>
                      <p:cNvPr id="0" name=""/>
                      <p:cNvPicPr/>
                      <p:nvPr/>
                    </p:nvPicPr>
                    <p:blipFill>
                      <a:blip r:embed="rId4"/>
                      <a:stretch>
                        <a:fillRect/>
                      </a:stretch>
                    </p:blipFill>
                    <p:spPr>
                      <a:xfrm>
                        <a:off x="2339752" y="378859"/>
                        <a:ext cx="622300" cy="3429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7D3D2579-66A1-4D45-A3EC-0745EA4B0FC8}"/>
              </a:ext>
            </a:extLst>
          </p:cNvPr>
          <p:cNvGraphicFramePr>
            <a:graphicFrameLocks noChangeAspect="1"/>
          </p:cNvGraphicFramePr>
          <p:nvPr>
            <p:extLst>
              <p:ext uri="{D42A27DB-BD31-4B8C-83A1-F6EECF244321}">
                <p14:modId xmlns:p14="http://schemas.microsoft.com/office/powerpoint/2010/main" val="475107069"/>
              </p:ext>
            </p:extLst>
          </p:nvPr>
        </p:nvGraphicFramePr>
        <p:xfrm>
          <a:off x="3349625" y="368487"/>
          <a:ext cx="1130300" cy="342900"/>
        </p:xfrm>
        <a:graphic>
          <a:graphicData uri="http://schemas.openxmlformats.org/presentationml/2006/ole">
            <mc:AlternateContent xmlns:mc="http://schemas.openxmlformats.org/markup-compatibility/2006">
              <mc:Choice xmlns:v="urn:schemas-microsoft-com:vml" Requires="v">
                <p:oleObj spid="_x0000_s184460" name="Equation" r:id="rId5" imgW="1130040" imgH="342720" progId="Equation.DSMT4">
                  <p:embed/>
                </p:oleObj>
              </mc:Choice>
              <mc:Fallback>
                <p:oleObj name="Equation" r:id="rId5" imgW="1130040" imgH="342720" progId="Equation.DSMT4">
                  <p:embed/>
                  <p:pic>
                    <p:nvPicPr>
                      <p:cNvPr id="0" name=""/>
                      <p:cNvPicPr/>
                      <p:nvPr/>
                    </p:nvPicPr>
                    <p:blipFill>
                      <a:blip r:embed="rId6"/>
                      <a:stretch>
                        <a:fillRect/>
                      </a:stretch>
                    </p:blipFill>
                    <p:spPr>
                      <a:xfrm>
                        <a:off x="3349625" y="368487"/>
                        <a:ext cx="1130300" cy="34290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59F2A70F-4838-45F2-BD4B-BA2E2380B737}"/>
              </a:ext>
            </a:extLst>
          </p:cNvPr>
          <p:cNvGraphicFramePr>
            <a:graphicFrameLocks noChangeAspect="1"/>
          </p:cNvGraphicFramePr>
          <p:nvPr>
            <p:extLst>
              <p:ext uri="{D42A27DB-BD31-4B8C-83A1-F6EECF244321}">
                <p14:modId xmlns:p14="http://schemas.microsoft.com/office/powerpoint/2010/main" val="3094953879"/>
              </p:ext>
            </p:extLst>
          </p:nvPr>
        </p:nvGraphicFramePr>
        <p:xfrm>
          <a:off x="2411760" y="840524"/>
          <a:ext cx="3390900" cy="342900"/>
        </p:xfrm>
        <a:graphic>
          <a:graphicData uri="http://schemas.openxmlformats.org/presentationml/2006/ole">
            <mc:AlternateContent xmlns:mc="http://schemas.openxmlformats.org/markup-compatibility/2006">
              <mc:Choice xmlns:v="urn:schemas-microsoft-com:vml" Requires="v">
                <p:oleObj spid="_x0000_s184461" name="Equation" r:id="rId7" imgW="3390840" imgH="342720" progId="Equation.DSMT4">
                  <p:embed/>
                </p:oleObj>
              </mc:Choice>
              <mc:Fallback>
                <p:oleObj name="Equation" r:id="rId7" imgW="3390840" imgH="342720" progId="Equation.DSMT4">
                  <p:embed/>
                  <p:pic>
                    <p:nvPicPr>
                      <p:cNvPr id="0" name=""/>
                      <p:cNvPicPr/>
                      <p:nvPr/>
                    </p:nvPicPr>
                    <p:blipFill>
                      <a:blip r:embed="rId8"/>
                      <a:stretch>
                        <a:fillRect/>
                      </a:stretch>
                    </p:blipFill>
                    <p:spPr>
                      <a:xfrm>
                        <a:off x="2411760" y="840524"/>
                        <a:ext cx="3390900" cy="342900"/>
                      </a:xfrm>
                      <a:prstGeom prst="rect">
                        <a:avLst/>
                      </a:prstGeom>
                    </p:spPr>
                  </p:pic>
                </p:oleObj>
              </mc:Fallback>
            </mc:AlternateContent>
          </a:graphicData>
        </a:graphic>
      </p:graphicFrame>
      <p:sp>
        <p:nvSpPr>
          <p:cNvPr id="6" name="矩形 5">
            <a:extLst>
              <a:ext uri="{FF2B5EF4-FFF2-40B4-BE49-F238E27FC236}">
                <a16:creationId xmlns:a16="http://schemas.microsoft.com/office/drawing/2014/main" id="{855A8B24-6C17-49B3-A1B4-E98B9CE9A549}"/>
              </a:ext>
            </a:extLst>
          </p:cNvPr>
          <p:cNvSpPr/>
          <p:nvPr/>
        </p:nvSpPr>
        <p:spPr>
          <a:xfrm>
            <a:off x="285971" y="1285989"/>
            <a:ext cx="4718078"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证明    为        上常值函数</a:t>
            </a:r>
            <a:r>
              <a:rPr lang="en-US" altLang="zh-CN" sz="2400" b="1" dirty="0">
                <a:solidFill>
                  <a:prstClr val="black"/>
                </a:solidFill>
                <a:latin typeface="宋体" panose="02010600030101010101" pitchFamily="2" charset="-122"/>
              </a:rPr>
              <a:t>.</a:t>
            </a:r>
            <a:endParaRPr lang="zh-CN" altLang="en-US" dirty="0"/>
          </a:p>
        </p:txBody>
      </p:sp>
      <p:graphicFrame>
        <p:nvGraphicFramePr>
          <p:cNvPr id="7" name="对象 6">
            <a:extLst>
              <a:ext uri="{FF2B5EF4-FFF2-40B4-BE49-F238E27FC236}">
                <a16:creationId xmlns:a16="http://schemas.microsoft.com/office/drawing/2014/main" id="{0625C84E-82E8-47C9-9C83-558BAC076E12}"/>
              </a:ext>
            </a:extLst>
          </p:cNvPr>
          <p:cNvGraphicFramePr>
            <a:graphicFrameLocks noChangeAspect="1"/>
          </p:cNvGraphicFramePr>
          <p:nvPr>
            <p:extLst>
              <p:ext uri="{D42A27DB-BD31-4B8C-83A1-F6EECF244321}">
                <p14:modId xmlns:p14="http://schemas.microsoft.com/office/powerpoint/2010/main" val="1646626707"/>
              </p:ext>
            </p:extLst>
          </p:nvPr>
        </p:nvGraphicFramePr>
        <p:xfrm>
          <a:off x="971600" y="1345371"/>
          <a:ext cx="622300" cy="342900"/>
        </p:xfrm>
        <a:graphic>
          <a:graphicData uri="http://schemas.openxmlformats.org/presentationml/2006/ole">
            <mc:AlternateContent xmlns:mc="http://schemas.openxmlformats.org/markup-compatibility/2006">
              <mc:Choice xmlns:v="urn:schemas-microsoft-com:vml" Requires="v">
                <p:oleObj spid="_x0000_s184462" name="Equation" r:id="rId9" imgW="622080" imgH="342720" progId="Equation.DSMT4">
                  <p:embed/>
                </p:oleObj>
              </mc:Choice>
              <mc:Fallback>
                <p:oleObj name="Equation" r:id="rId9" imgW="622080" imgH="342720" progId="Equation.DSMT4">
                  <p:embed/>
                  <p:pic>
                    <p:nvPicPr>
                      <p:cNvPr id="0" name=""/>
                      <p:cNvPicPr/>
                      <p:nvPr/>
                    </p:nvPicPr>
                    <p:blipFill>
                      <a:blip r:embed="rId10"/>
                      <a:stretch>
                        <a:fillRect/>
                      </a:stretch>
                    </p:blipFill>
                    <p:spPr>
                      <a:xfrm>
                        <a:off x="971600" y="1345371"/>
                        <a:ext cx="622300" cy="3429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4595FA28-D1D9-4662-A460-08BDB3D82C3C}"/>
              </a:ext>
            </a:extLst>
          </p:cNvPr>
          <p:cNvGraphicFramePr>
            <a:graphicFrameLocks noChangeAspect="1"/>
          </p:cNvGraphicFramePr>
          <p:nvPr>
            <p:extLst>
              <p:ext uri="{D42A27DB-BD31-4B8C-83A1-F6EECF244321}">
                <p14:modId xmlns:p14="http://schemas.microsoft.com/office/powerpoint/2010/main" val="585460017"/>
              </p:ext>
            </p:extLst>
          </p:nvPr>
        </p:nvGraphicFramePr>
        <p:xfrm>
          <a:off x="1979712" y="1380175"/>
          <a:ext cx="1130300" cy="342900"/>
        </p:xfrm>
        <a:graphic>
          <a:graphicData uri="http://schemas.openxmlformats.org/presentationml/2006/ole">
            <mc:AlternateContent xmlns:mc="http://schemas.openxmlformats.org/markup-compatibility/2006">
              <mc:Choice xmlns:v="urn:schemas-microsoft-com:vml" Requires="v">
                <p:oleObj spid="_x0000_s184463" name="Equation" r:id="rId11" imgW="1130040" imgH="342720" progId="Equation.DSMT4">
                  <p:embed/>
                </p:oleObj>
              </mc:Choice>
              <mc:Fallback>
                <p:oleObj name="Equation" r:id="rId11" imgW="1130040" imgH="342720" progId="Equation.DSMT4">
                  <p:embed/>
                  <p:pic>
                    <p:nvPicPr>
                      <p:cNvPr id="0" name=""/>
                      <p:cNvPicPr/>
                      <p:nvPr/>
                    </p:nvPicPr>
                    <p:blipFill>
                      <a:blip r:embed="rId12"/>
                      <a:stretch>
                        <a:fillRect/>
                      </a:stretch>
                    </p:blipFill>
                    <p:spPr>
                      <a:xfrm>
                        <a:off x="1979712" y="1380175"/>
                        <a:ext cx="1130300" cy="342900"/>
                      </a:xfrm>
                      <a:prstGeom prst="rect">
                        <a:avLst/>
                      </a:prstGeom>
                    </p:spPr>
                  </p:pic>
                </p:oleObj>
              </mc:Fallback>
            </mc:AlternateContent>
          </a:graphicData>
        </a:graphic>
      </p:graphicFrame>
      <p:sp>
        <p:nvSpPr>
          <p:cNvPr id="9" name="矩形 8">
            <a:extLst>
              <a:ext uri="{FF2B5EF4-FFF2-40B4-BE49-F238E27FC236}">
                <a16:creationId xmlns:a16="http://schemas.microsoft.com/office/drawing/2014/main" id="{D6D8D72C-C174-4977-AFAF-7CE6EFE7303B}"/>
              </a:ext>
            </a:extLst>
          </p:cNvPr>
          <p:cNvSpPr/>
          <p:nvPr/>
        </p:nvSpPr>
        <p:spPr>
          <a:xfrm>
            <a:off x="788704" y="1850219"/>
            <a:ext cx="494046" cy="461665"/>
          </a:xfrm>
          <a:prstGeom prst="rect">
            <a:avLst/>
          </a:prstGeom>
        </p:spPr>
        <p:txBody>
          <a:bodyPr wrap="none">
            <a:spAutoFit/>
          </a:bodyPr>
          <a:lstStyle/>
          <a:p>
            <a:r>
              <a:rPr lang="zh-CN" altLang="en-US" sz="2400" b="1" dirty="0">
                <a:solidFill>
                  <a:srgbClr val="0064FF"/>
                </a:solidFill>
                <a:latin typeface="宋体" panose="02010600030101010101" pitchFamily="2" charset="-122"/>
              </a:rPr>
              <a:t>证</a:t>
            </a:r>
            <a:endParaRPr lang="zh-CN" altLang="en-US" dirty="0">
              <a:solidFill>
                <a:srgbClr val="0064FF"/>
              </a:solidFill>
            </a:endParaRPr>
          </a:p>
        </p:txBody>
      </p:sp>
      <p:graphicFrame>
        <p:nvGraphicFramePr>
          <p:cNvPr id="14" name="对象 13">
            <a:extLst>
              <a:ext uri="{FF2B5EF4-FFF2-40B4-BE49-F238E27FC236}">
                <a16:creationId xmlns:a16="http://schemas.microsoft.com/office/drawing/2014/main" id="{8C9001A0-BDBD-4DE8-A0D2-5A55CDB1F7D6}"/>
              </a:ext>
            </a:extLst>
          </p:cNvPr>
          <p:cNvGraphicFramePr>
            <a:graphicFrameLocks noChangeAspect="1"/>
          </p:cNvGraphicFramePr>
          <p:nvPr>
            <p:extLst>
              <p:ext uri="{D42A27DB-BD31-4B8C-83A1-F6EECF244321}">
                <p14:modId xmlns:p14="http://schemas.microsoft.com/office/powerpoint/2010/main" val="184964615"/>
              </p:ext>
            </p:extLst>
          </p:nvPr>
        </p:nvGraphicFramePr>
        <p:xfrm>
          <a:off x="1559936" y="1884017"/>
          <a:ext cx="3492500" cy="406400"/>
        </p:xfrm>
        <a:graphic>
          <a:graphicData uri="http://schemas.openxmlformats.org/presentationml/2006/ole">
            <mc:AlternateContent xmlns:mc="http://schemas.openxmlformats.org/markup-compatibility/2006">
              <mc:Choice xmlns:v="urn:schemas-microsoft-com:vml" Requires="v">
                <p:oleObj spid="_x0000_s184464" name="Equation" r:id="rId13" imgW="3492360" imgH="406080" progId="Equation.DSMT4">
                  <p:embed/>
                </p:oleObj>
              </mc:Choice>
              <mc:Fallback>
                <p:oleObj name="Equation" r:id="rId13" imgW="3492360" imgH="406080" progId="Equation.DSMT4">
                  <p:embed/>
                  <p:pic>
                    <p:nvPicPr>
                      <p:cNvPr id="0" name=""/>
                      <p:cNvPicPr/>
                      <p:nvPr/>
                    </p:nvPicPr>
                    <p:blipFill>
                      <a:blip r:embed="rId14"/>
                      <a:stretch>
                        <a:fillRect/>
                      </a:stretch>
                    </p:blipFill>
                    <p:spPr>
                      <a:xfrm>
                        <a:off x="1559936" y="1884017"/>
                        <a:ext cx="3492500" cy="40640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73BA2750-EDFB-4F41-BC36-2AC06816E845}"/>
              </a:ext>
            </a:extLst>
          </p:cNvPr>
          <p:cNvGraphicFramePr>
            <a:graphicFrameLocks noChangeAspect="1"/>
          </p:cNvGraphicFramePr>
          <p:nvPr>
            <p:extLst>
              <p:ext uri="{D42A27DB-BD31-4B8C-83A1-F6EECF244321}">
                <p14:modId xmlns:p14="http://schemas.microsoft.com/office/powerpoint/2010/main" val="1851391392"/>
              </p:ext>
            </p:extLst>
          </p:nvPr>
        </p:nvGraphicFramePr>
        <p:xfrm>
          <a:off x="1232149" y="2571750"/>
          <a:ext cx="1955800" cy="381000"/>
        </p:xfrm>
        <a:graphic>
          <a:graphicData uri="http://schemas.openxmlformats.org/presentationml/2006/ole">
            <mc:AlternateContent xmlns:mc="http://schemas.openxmlformats.org/markup-compatibility/2006">
              <mc:Choice xmlns:v="urn:schemas-microsoft-com:vml" Requires="v">
                <p:oleObj spid="_x0000_s184465" name="Equation" r:id="rId15" imgW="1955520" imgH="380880" progId="Equation.DSMT4">
                  <p:embed/>
                </p:oleObj>
              </mc:Choice>
              <mc:Fallback>
                <p:oleObj name="Equation" r:id="rId15" imgW="1955520" imgH="380880" progId="Equation.DSMT4">
                  <p:embed/>
                  <p:pic>
                    <p:nvPicPr>
                      <p:cNvPr id="0" name=""/>
                      <p:cNvPicPr/>
                      <p:nvPr/>
                    </p:nvPicPr>
                    <p:blipFill>
                      <a:blip r:embed="rId16"/>
                      <a:stretch>
                        <a:fillRect/>
                      </a:stretch>
                    </p:blipFill>
                    <p:spPr>
                      <a:xfrm>
                        <a:off x="1232149" y="2571750"/>
                        <a:ext cx="1955800" cy="381000"/>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01397EE6-0F79-407A-823D-A7441C112998}"/>
              </a:ext>
            </a:extLst>
          </p:cNvPr>
          <p:cNvGraphicFramePr>
            <a:graphicFrameLocks noChangeAspect="1"/>
          </p:cNvGraphicFramePr>
          <p:nvPr>
            <p:extLst>
              <p:ext uri="{D42A27DB-BD31-4B8C-83A1-F6EECF244321}">
                <p14:modId xmlns:p14="http://schemas.microsoft.com/office/powerpoint/2010/main" val="13728369"/>
              </p:ext>
            </p:extLst>
          </p:nvPr>
        </p:nvGraphicFramePr>
        <p:xfrm>
          <a:off x="3491880" y="2354263"/>
          <a:ext cx="1879600" cy="723900"/>
        </p:xfrm>
        <a:graphic>
          <a:graphicData uri="http://schemas.openxmlformats.org/presentationml/2006/ole">
            <mc:AlternateContent xmlns:mc="http://schemas.openxmlformats.org/markup-compatibility/2006">
              <mc:Choice xmlns:v="urn:schemas-microsoft-com:vml" Requires="v">
                <p:oleObj spid="_x0000_s184466" name="Equation" r:id="rId17" imgW="1879560" imgH="723600" progId="Equation.DSMT4">
                  <p:embed/>
                </p:oleObj>
              </mc:Choice>
              <mc:Fallback>
                <p:oleObj name="Equation" r:id="rId17" imgW="1879560" imgH="723600" progId="Equation.DSMT4">
                  <p:embed/>
                  <p:pic>
                    <p:nvPicPr>
                      <p:cNvPr id="0" name=""/>
                      <p:cNvPicPr/>
                      <p:nvPr/>
                    </p:nvPicPr>
                    <p:blipFill>
                      <a:blip r:embed="rId18"/>
                      <a:stretch>
                        <a:fillRect/>
                      </a:stretch>
                    </p:blipFill>
                    <p:spPr>
                      <a:xfrm>
                        <a:off x="3491880" y="2354263"/>
                        <a:ext cx="1879600" cy="723900"/>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D08A47BA-7807-4E0F-A00C-C987CB217873}"/>
              </a:ext>
            </a:extLst>
          </p:cNvPr>
          <p:cNvGraphicFramePr>
            <a:graphicFrameLocks noChangeAspect="1"/>
          </p:cNvGraphicFramePr>
          <p:nvPr>
            <p:extLst>
              <p:ext uri="{D42A27DB-BD31-4B8C-83A1-F6EECF244321}">
                <p14:modId xmlns:p14="http://schemas.microsoft.com/office/powerpoint/2010/main" val="554736231"/>
              </p:ext>
            </p:extLst>
          </p:nvPr>
        </p:nvGraphicFramePr>
        <p:xfrm>
          <a:off x="1282750" y="3053550"/>
          <a:ext cx="3632200" cy="723900"/>
        </p:xfrm>
        <a:graphic>
          <a:graphicData uri="http://schemas.openxmlformats.org/presentationml/2006/ole">
            <mc:AlternateContent xmlns:mc="http://schemas.openxmlformats.org/markup-compatibility/2006">
              <mc:Choice xmlns:v="urn:schemas-microsoft-com:vml" Requires="v">
                <p:oleObj spid="_x0000_s184467" name="Equation" r:id="rId19" imgW="3632040" imgH="723600" progId="Equation.DSMT4">
                  <p:embed/>
                </p:oleObj>
              </mc:Choice>
              <mc:Fallback>
                <p:oleObj name="Equation" r:id="rId19" imgW="3632040" imgH="723600" progId="Equation.DSMT4">
                  <p:embed/>
                  <p:pic>
                    <p:nvPicPr>
                      <p:cNvPr id="0" name=""/>
                      <p:cNvPicPr/>
                      <p:nvPr/>
                    </p:nvPicPr>
                    <p:blipFill>
                      <a:blip r:embed="rId20"/>
                      <a:stretch>
                        <a:fillRect/>
                      </a:stretch>
                    </p:blipFill>
                    <p:spPr>
                      <a:xfrm>
                        <a:off x="1282750" y="3053550"/>
                        <a:ext cx="3632200" cy="723900"/>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981C0C44-FAB3-4273-9CA7-5815937BA10B}"/>
              </a:ext>
            </a:extLst>
          </p:cNvPr>
          <p:cNvGraphicFramePr>
            <a:graphicFrameLocks noChangeAspect="1"/>
          </p:cNvGraphicFramePr>
          <p:nvPr>
            <p:extLst>
              <p:ext uri="{D42A27DB-BD31-4B8C-83A1-F6EECF244321}">
                <p14:modId xmlns:p14="http://schemas.microsoft.com/office/powerpoint/2010/main" val="2040506204"/>
              </p:ext>
            </p:extLst>
          </p:nvPr>
        </p:nvGraphicFramePr>
        <p:xfrm>
          <a:off x="1279525" y="4095750"/>
          <a:ext cx="1676400" cy="381000"/>
        </p:xfrm>
        <a:graphic>
          <a:graphicData uri="http://schemas.openxmlformats.org/presentationml/2006/ole">
            <mc:AlternateContent xmlns:mc="http://schemas.openxmlformats.org/markup-compatibility/2006">
              <mc:Choice xmlns:v="urn:schemas-microsoft-com:vml" Requires="v">
                <p:oleObj spid="_x0000_s184468" name="Equation" r:id="rId21" imgW="1676160" imgH="380880" progId="Equation.DSMT4">
                  <p:embed/>
                </p:oleObj>
              </mc:Choice>
              <mc:Fallback>
                <p:oleObj name="Equation" r:id="rId21" imgW="1676160" imgH="380880" progId="Equation.DSMT4">
                  <p:embed/>
                  <p:pic>
                    <p:nvPicPr>
                      <p:cNvPr id="0" name=""/>
                      <p:cNvPicPr/>
                      <p:nvPr/>
                    </p:nvPicPr>
                    <p:blipFill>
                      <a:blip r:embed="rId22"/>
                      <a:stretch>
                        <a:fillRect/>
                      </a:stretch>
                    </p:blipFill>
                    <p:spPr>
                      <a:xfrm>
                        <a:off x="1279525" y="4095750"/>
                        <a:ext cx="1676400" cy="381000"/>
                      </a:xfrm>
                      <a:prstGeom prst="rect">
                        <a:avLst/>
                      </a:prstGeom>
                    </p:spPr>
                  </p:pic>
                </p:oleObj>
              </mc:Fallback>
            </mc:AlternateContent>
          </a:graphicData>
        </a:graphic>
      </p:graphicFrame>
      <p:sp>
        <p:nvSpPr>
          <p:cNvPr id="20" name="矩形 19">
            <a:extLst>
              <a:ext uri="{FF2B5EF4-FFF2-40B4-BE49-F238E27FC236}">
                <a16:creationId xmlns:a16="http://schemas.microsoft.com/office/drawing/2014/main" id="{A5EF9E22-1585-415E-8410-120212556548}"/>
              </a:ext>
            </a:extLst>
          </p:cNvPr>
          <p:cNvSpPr/>
          <p:nvPr/>
        </p:nvSpPr>
        <p:spPr>
          <a:xfrm>
            <a:off x="788704" y="4055404"/>
            <a:ext cx="494046" cy="461665"/>
          </a:xfrm>
          <a:prstGeom prst="rect">
            <a:avLst/>
          </a:prstGeom>
        </p:spPr>
        <p:txBody>
          <a:bodyPr wrap="none">
            <a:spAutoFit/>
          </a:bodyPr>
          <a:lstStyle/>
          <a:p>
            <a:r>
              <a:rPr lang="zh-CN" altLang="en-US" sz="2400" b="1" dirty="0">
                <a:solidFill>
                  <a:prstClr val="black"/>
                </a:solidFill>
                <a:latin typeface="宋体" panose="02010600030101010101" pitchFamily="2" charset="-122"/>
              </a:rPr>
              <a:t>故</a:t>
            </a:r>
            <a:endParaRPr lang="zh-CN" altLang="en-US" dirty="0"/>
          </a:p>
        </p:txBody>
      </p:sp>
    </p:spTree>
    <p:extLst>
      <p:ext uri="{BB962C8B-B14F-4D97-AF65-F5344CB8AC3E}">
        <p14:creationId xmlns:p14="http://schemas.microsoft.com/office/powerpoint/2010/main" val="3613376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a:extLst>
              <a:ext uri="{FF2B5EF4-FFF2-40B4-BE49-F238E27FC236}">
                <a16:creationId xmlns:a16="http://schemas.microsoft.com/office/drawing/2014/main" id="{EF80C418-1247-4001-AC35-757D2D95D686}"/>
              </a:ext>
            </a:extLst>
          </p:cNvPr>
          <p:cNvSpPr txBox="1">
            <a:spLocks noChangeArrowheads="1"/>
          </p:cNvSpPr>
          <p:nvPr/>
        </p:nvSpPr>
        <p:spPr bwMode="auto">
          <a:xfrm>
            <a:off x="755576" y="267494"/>
            <a:ext cx="80648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2400" b="1" dirty="0">
                <a:solidFill>
                  <a:srgbClr val="0064FF"/>
                </a:solidFill>
                <a:latin typeface="+mn-ea"/>
                <a:ea typeface="+mn-ea"/>
              </a:rPr>
              <a:t>13. </a:t>
            </a:r>
            <a:r>
              <a:rPr lang="zh-CN" altLang="en-US" sz="2400" b="1" dirty="0">
                <a:latin typeface="+mn-ea"/>
                <a:ea typeface="+mn-ea"/>
              </a:rPr>
              <a:t>设函数    在        上连续，函数     在</a:t>
            </a:r>
          </a:p>
        </p:txBody>
      </p:sp>
      <p:graphicFrame>
        <p:nvGraphicFramePr>
          <p:cNvPr id="3" name="对象 2">
            <a:extLst>
              <a:ext uri="{FF2B5EF4-FFF2-40B4-BE49-F238E27FC236}">
                <a16:creationId xmlns:a16="http://schemas.microsoft.com/office/drawing/2014/main" id="{F6D1D2C2-95D0-4E63-9040-60B6CA724FC7}"/>
              </a:ext>
            </a:extLst>
          </p:cNvPr>
          <p:cNvGraphicFramePr>
            <a:graphicFrameLocks noChangeAspect="1"/>
          </p:cNvGraphicFramePr>
          <p:nvPr>
            <p:extLst>
              <p:ext uri="{D42A27DB-BD31-4B8C-83A1-F6EECF244321}">
                <p14:modId xmlns:p14="http://schemas.microsoft.com/office/powerpoint/2010/main" val="2808640021"/>
              </p:ext>
            </p:extLst>
          </p:nvPr>
        </p:nvGraphicFramePr>
        <p:xfrm>
          <a:off x="3286770" y="386259"/>
          <a:ext cx="1130300" cy="342900"/>
        </p:xfrm>
        <a:graphic>
          <a:graphicData uri="http://schemas.openxmlformats.org/presentationml/2006/ole">
            <mc:AlternateContent xmlns:mc="http://schemas.openxmlformats.org/markup-compatibility/2006">
              <mc:Choice xmlns:v="urn:schemas-microsoft-com:vml" Requires="v">
                <p:oleObj spid="_x0000_s185474" name="Equation" r:id="rId3" imgW="1130040" imgH="342720" progId="Equation.DSMT4">
                  <p:embed/>
                </p:oleObj>
              </mc:Choice>
              <mc:Fallback>
                <p:oleObj name="Equation" r:id="rId3" imgW="1130040" imgH="342720" progId="Equation.DSMT4">
                  <p:embed/>
                  <p:pic>
                    <p:nvPicPr>
                      <p:cNvPr id="0" name=""/>
                      <p:cNvPicPr/>
                      <p:nvPr/>
                    </p:nvPicPr>
                    <p:blipFill>
                      <a:blip r:embed="rId4"/>
                      <a:stretch>
                        <a:fillRect/>
                      </a:stretch>
                    </p:blipFill>
                    <p:spPr>
                      <a:xfrm>
                        <a:off x="3286770" y="386259"/>
                        <a:ext cx="1130300" cy="3429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171CA9CD-6701-4DE2-BBEF-5FCBBDF4B687}"/>
              </a:ext>
            </a:extLst>
          </p:cNvPr>
          <p:cNvGraphicFramePr>
            <a:graphicFrameLocks noChangeAspect="1"/>
          </p:cNvGraphicFramePr>
          <p:nvPr>
            <p:extLst>
              <p:ext uri="{D42A27DB-BD31-4B8C-83A1-F6EECF244321}">
                <p14:modId xmlns:p14="http://schemas.microsoft.com/office/powerpoint/2010/main" val="2209413580"/>
              </p:ext>
            </p:extLst>
          </p:nvPr>
        </p:nvGraphicFramePr>
        <p:xfrm>
          <a:off x="2339752" y="386259"/>
          <a:ext cx="622300" cy="342900"/>
        </p:xfrm>
        <a:graphic>
          <a:graphicData uri="http://schemas.openxmlformats.org/presentationml/2006/ole">
            <mc:AlternateContent xmlns:mc="http://schemas.openxmlformats.org/markup-compatibility/2006">
              <mc:Choice xmlns:v="urn:schemas-microsoft-com:vml" Requires="v">
                <p:oleObj spid="_x0000_s185475" name="Equation" r:id="rId5" imgW="622080" imgH="342720" progId="Equation.DSMT4">
                  <p:embed/>
                </p:oleObj>
              </mc:Choice>
              <mc:Fallback>
                <p:oleObj name="Equation" r:id="rId5" imgW="622080" imgH="342720" progId="Equation.DSMT4">
                  <p:embed/>
                  <p:pic>
                    <p:nvPicPr>
                      <p:cNvPr id="0" name=""/>
                      <p:cNvPicPr/>
                      <p:nvPr/>
                    </p:nvPicPr>
                    <p:blipFill>
                      <a:blip r:embed="rId6"/>
                      <a:stretch>
                        <a:fillRect/>
                      </a:stretch>
                    </p:blipFill>
                    <p:spPr>
                      <a:xfrm>
                        <a:off x="2339752" y="386259"/>
                        <a:ext cx="622300" cy="34290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86034318-89C9-40BC-B43F-34CE2DD7899C}"/>
              </a:ext>
            </a:extLst>
          </p:cNvPr>
          <p:cNvGraphicFramePr>
            <a:graphicFrameLocks noChangeAspect="1"/>
          </p:cNvGraphicFramePr>
          <p:nvPr>
            <p:extLst>
              <p:ext uri="{D42A27DB-BD31-4B8C-83A1-F6EECF244321}">
                <p14:modId xmlns:p14="http://schemas.microsoft.com/office/powerpoint/2010/main" val="3773392670"/>
              </p:ext>
            </p:extLst>
          </p:nvPr>
        </p:nvGraphicFramePr>
        <p:xfrm>
          <a:off x="6444208" y="356088"/>
          <a:ext cx="596900" cy="342900"/>
        </p:xfrm>
        <a:graphic>
          <a:graphicData uri="http://schemas.openxmlformats.org/presentationml/2006/ole">
            <mc:AlternateContent xmlns:mc="http://schemas.openxmlformats.org/markup-compatibility/2006">
              <mc:Choice xmlns:v="urn:schemas-microsoft-com:vml" Requires="v">
                <p:oleObj spid="_x0000_s185476" name="Equation" r:id="rId7" imgW="596880" imgH="342720" progId="Equation.DSMT4">
                  <p:embed/>
                </p:oleObj>
              </mc:Choice>
              <mc:Fallback>
                <p:oleObj name="Equation" r:id="rId7" imgW="596880" imgH="342720" progId="Equation.DSMT4">
                  <p:embed/>
                  <p:pic>
                    <p:nvPicPr>
                      <p:cNvPr id="0" name=""/>
                      <p:cNvPicPr/>
                      <p:nvPr/>
                    </p:nvPicPr>
                    <p:blipFill>
                      <a:blip r:embed="rId8"/>
                      <a:stretch>
                        <a:fillRect/>
                      </a:stretch>
                    </p:blipFill>
                    <p:spPr>
                      <a:xfrm>
                        <a:off x="6444208" y="356088"/>
                        <a:ext cx="596900" cy="3429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6D6512F8-D402-4195-9E8E-0A24EAF12E22}"/>
              </a:ext>
            </a:extLst>
          </p:cNvPr>
          <p:cNvGraphicFramePr>
            <a:graphicFrameLocks noChangeAspect="1"/>
          </p:cNvGraphicFramePr>
          <p:nvPr>
            <p:extLst>
              <p:ext uri="{D42A27DB-BD31-4B8C-83A1-F6EECF244321}">
                <p14:modId xmlns:p14="http://schemas.microsoft.com/office/powerpoint/2010/main" val="4188909585"/>
              </p:ext>
            </p:extLst>
          </p:nvPr>
        </p:nvGraphicFramePr>
        <p:xfrm>
          <a:off x="7492604" y="348729"/>
          <a:ext cx="1130300" cy="342900"/>
        </p:xfrm>
        <a:graphic>
          <a:graphicData uri="http://schemas.openxmlformats.org/presentationml/2006/ole">
            <mc:AlternateContent xmlns:mc="http://schemas.openxmlformats.org/markup-compatibility/2006">
              <mc:Choice xmlns:v="urn:schemas-microsoft-com:vml" Requires="v">
                <p:oleObj spid="_x0000_s185477" name="Equation" r:id="rId9" imgW="1130040" imgH="342720" progId="Equation.DSMT4">
                  <p:embed/>
                </p:oleObj>
              </mc:Choice>
              <mc:Fallback>
                <p:oleObj name="Equation" r:id="rId9" imgW="1130040" imgH="342720" progId="Equation.DSMT4">
                  <p:embed/>
                  <p:pic>
                    <p:nvPicPr>
                      <p:cNvPr id="3" name="对象 2">
                        <a:extLst>
                          <a:ext uri="{FF2B5EF4-FFF2-40B4-BE49-F238E27FC236}">
                            <a16:creationId xmlns:a16="http://schemas.microsoft.com/office/drawing/2014/main" id="{F6D1D2C2-95D0-4E63-9040-60B6CA724FC7}"/>
                          </a:ext>
                        </a:extLst>
                      </p:cNvPr>
                      <p:cNvPicPr/>
                      <p:nvPr/>
                    </p:nvPicPr>
                    <p:blipFill>
                      <a:blip r:embed="rId10"/>
                      <a:stretch>
                        <a:fillRect/>
                      </a:stretch>
                    </p:blipFill>
                    <p:spPr>
                      <a:xfrm>
                        <a:off x="7492604" y="348729"/>
                        <a:ext cx="1130300" cy="342900"/>
                      </a:xfrm>
                      <a:prstGeom prst="rect">
                        <a:avLst/>
                      </a:prstGeom>
                    </p:spPr>
                  </p:pic>
                </p:oleObj>
              </mc:Fallback>
            </mc:AlternateContent>
          </a:graphicData>
        </a:graphic>
      </p:graphicFrame>
      <p:sp>
        <p:nvSpPr>
          <p:cNvPr id="7" name="矩形 6">
            <a:extLst>
              <a:ext uri="{FF2B5EF4-FFF2-40B4-BE49-F238E27FC236}">
                <a16:creationId xmlns:a16="http://schemas.microsoft.com/office/drawing/2014/main" id="{F1EE9EF9-46BF-4A3B-BE62-94F31050CEBA}"/>
              </a:ext>
            </a:extLst>
          </p:cNvPr>
          <p:cNvSpPr/>
          <p:nvPr/>
        </p:nvSpPr>
        <p:spPr>
          <a:xfrm>
            <a:off x="179512" y="915566"/>
            <a:ext cx="6480720"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上有定义且有间断点，判断下列结论的对错</a:t>
            </a:r>
            <a:r>
              <a:rPr lang="en-US" altLang="zh-CN" sz="2400" b="1" dirty="0">
                <a:solidFill>
                  <a:prstClr val="black"/>
                </a:solidFill>
                <a:latin typeface="宋体" panose="02010600030101010101" pitchFamily="2" charset="-122"/>
              </a:rPr>
              <a:t>.</a:t>
            </a:r>
            <a:endParaRPr lang="zh-CN" altLang="en-US" dirty="0"/>
          </a:p>
        </p:txBody>
      </p:sp>
      <p:sp>
        <p:nvSpPr>
          <p:cNvPr id="8" name="矩形 7">
            <a:extLst>
              <a:ext uri="{FF2B5EF4-FFF2-40B4-BE49-F238E27FC236}">
                <a16:creationId xmlns:a16="http://schemas.microsoft.com/office/drawing/2014/main" id="{D31BD7D3-2968-4319-B8F2-5586717B9CF7}"/>
              </a:ext>
            </a:extLst>
          </p:cNvPr>
          <p:cNvSpPr/>
          <p:nvPr/>
        </p:nvSpPr>
        <p:spPr>
          <a:xfrm>
            <a:off x="683568" y="1563638"/>
            <a:ext cx="3390900" cy="461665"/>
          </a:xfrm>
          <a:prstGeom prst="rect">
            <a:avLst/>
          </a:prstGeom>
        </p:spPr>
        <p:txBody>
          <a:bodyPr wrap="square">
            <a:spAutoFit/>
          </a:bodyPr>
          <a:lstStyle/>
          <a:p>
            <a:r>
              <a:rPr lang="en-US" altLang="zh-CN" sz="2400" b="1" dirty="0">
                <a:solidFill>
                  <a:prstClr val="black"/>
                </a:solidFill>
                <a:latin typeface="宋体" panose="02010600030101010101" pitchFamily="2" charset="-122"/>
              </a:rPr>
              <a:t>(1)</a:t>
            </a:r>
            <a:r>
              <a:rPr lang="zh-CN" altLang="en-US" sz="2400" b="1" dirty="0">
                <a:solidFill>
                  <a:prstClr val="black"/>
                </a:solidFill>
                <a:latin typeface="宋体" panose="02010600030101010101" pitchFamily="2" charset="-122"/>
              </a:rPr>
              <a:t> </a:t>
            </a:r>
            <a:endParaRPr lang="zh-CN" altLang="en-US" dirty="0"/>
          </a:p>
        </p:txBody>
      </p:sp>
      <p:graphicFrame>
        <p:nvGraphicFramePr>
          <p:cNvPr id="9" name="对象 8">
            <a:extLst>
              <a:ext uri="{FF2B5EF4-FFF2-40B4-BE49-F238E27FC236}">
                <a16:creationId xmlns:a16="http://schemas.microsoft.com/office/drawing/2014/main" id="{02825E3D-DD51-4BAB-B8DC-8581D5517E75}"/>
              </a:ext>
            </a:extLst>
          </p:cNvPr>
          <p:cNvGraphicFramePr>
            <a:graphicFrameLocks noChangeAspect="1"/>
          </p:cNvGraphicFramePr>
          <p:nvPr>
            <p:extLst>
              <p:ext uri="{D42A27DB-BD31-4B8C-83A1-F6EECF244321}">
                <p14:modId xmlns:p14="http://schemas.microsoft.com/office/powerpoint/2010/main" val="2825238037"/>
              </p:ext>
            </p:extLst>
          </p:nvPr>
        </p:nvGraphicFramePr>
        <p:xfrm>
          <a:off x="1187624" y="1623020"/>
          <a:ext cx="990600" cy="342900"/>
        </p:xfrm>
        <a:graphic>
          <a:graphicData uri="http://schemas.openxmlformats.org/presentationml/2006/ole">
            <mc:AlternateContent xmlns:mc="http://schemas.openxmlformats.org/markup-compatibility/2006">
              <mc:Choice xmlns:v="urn:schemas-microsoft-com:vml" Requires="v">
                <p:oleObj spid="_x0000_s185478" name="Equation" r:id="rId11" imgW="990360" imgH="342720" progId="Equation.DSMT4">
                  <p:embed/>
                </p:oleObj>
              </mc:Choice>
              <mc:Fallback>
                <p:oleObj name="Equation" r:id="rId11" imgW="990360" imgH="342720" progId="Equation.DSMT4">
                  <p:embed/>
                  <p:pic>
                    <p:nvPicPr>
                      <p:cNvPr id="0" name=""/>
                      <p:cNvPicPr/>
                      <p:nvPr/>
                    </p:nvPicPr>
                    <p:blipFill>
                      <a:blip r:embed="rId12"/>
                      <a:stretch>
                        <a:fillRect/>
                      </a:stretch>
                    </p:blipFill>
                    <p:spPr>
                      <a:xfrm>
                        <a:off x="1187624" y="1623020"/>
                        <a:ext cx="990600" cy="342900"/>
                      </a:xfrm>
                      <a:prstGeom prst="rect">
                        <a:avLst/>
                      </a:prstGeom>
                    </p:spPr>
                  </p:pic>
                </p:oleObj>
              </mc:Fallback>
            </mc:AlternateContent>
          </a:graphicData>
        </a:graphic>
      </p:graphicFrame>
      <p:sp>
        <p:nvSpPr>
          <p:cNvPr id="10" name="矩形 9">
            <a:extLst>
              <a:ext uri="{FF2B5EF4-FFF2-40B4-BE49-F238E27FC236}">
                <a16:creationId xmlns:a16="http://schemas.microsoft.com/office/drawing/2014/main" id="{3E5CFF7D-414E-4563-986E-653D4B004DE7}"/>
              </a:ext>
            </a:extLst>
          </p:cNvPr>
          <p:cNvSpPr/>
          <p:nvPr/>
        </p:nvSpPr>
        <p:spPr>
          <a:xfrm>
            <a:off x="2178224" y="1563638"/>
            <a:ext cx="2040943" cy="461665"/>
          </a:xfrm>
          <a:prstGeom prst="rect">
            <a:avLst/>
          </a:prstGeom>
        </p:spPr>
        <p:txBody>
          <a:bodyPr wrap="none">
            <a:spAutoFit/>
          </a:bodyPr>
          <a:lstStyle/>
          <a:p>
            <a:r>
              <a:rPr lang="zh-CN" altLang="en-US" sz="2400" b="1" dirty="0">
                <a:solidFill>
                  <a:prstClr val="black"/>
                </a:solidFill>
                <a:latin typeface="宋体" panose="02010600030101010101" pitchFamily="2" charset="-122"/>
              </a:rPr>
              <a:t>必有间断点；</a:t>
            </a:r>
            <a:endParaRPr lang="zh-CN" altLang="en-US" dirty="0"/>
          </a:p>
        </p:txBody>
      </p:sp>
      <p:sp>
        <p:nvSpPr>
          <p:cNvPr id="11" name="矩形 10">
            <a:extLst>
              <a:ext uri="{FF2B5EF4-FFF2-40B4-BE49-F238E27FC236}">
                <a16:creationId xmlns:a16="http://schemas.microsoft.com/office/drawing/2014/main" id="{40DF33B9-7809-4742-B749-D180164B440B}"/>
              </a:ext>
            </a:extLst>
          </p:cNvPr>
          <p:cNvSpPr/>
          <p:nvPr/>
        </p:nvSpPr>
        <p:spPr>
          <a:xfrm>
            <a:off x="3995936" y="1548958"/>
            <a:ext cx="679071" cy="646331"/>
          </a:xfrm>
          <a:prstGeom prst="rect">
            <a:avLst/>
          </a:prstGeom>
        </p:spPr>
        <p:txBody>
          <a:bodyPr wrap="square">
            <a:spAutoFit/>
          </a:bodyPr>
          <a:lstStyle/>
          <a:p>
            <a:r>
              <a:rPr lang="en-US" altLang="zh-CN" sz="3600" b="1" dirty="0">
                <a:solidFill>
                  <a:srgbClr val="FF0000"/>
                </a:solidFill>
                <a:latin typeface="宋体" panose="02010600030101010101" pitchFamily="2" charset="-122"/>
              </a:rPr>
              <a:t>×</a:t>
            </a:r>
            <a:endParaRPr lang="zh-CN" altLang="en-US" sz="3600" dirty="0">
              <a:solidFill>
                <a:srgbClr val="FF0000"/>
              </a:solidFill>
            </a:endParaRPr>
          </a:p>
        </p:txBody>
      </p:sp>
      <p:sp>
        <p:nvSpPr>
          <p:cNvPr id="12" name="矩形 11">
            <a:extLst>
              <a:ext uri="{FF2B5EF4-FFF2-40B4-BE49-F238E27FC236}">
                <a16:creationId xmlns:a16="http://schemas.microsoft.com/office/drawing/2014/main" id="{BFC949F4-C5FA-4FF9-9FD9-B65ACCE55015}"/>
              </a:ext>
            </a:extLst>
          </p:cNvPr>
          <p:cNvSpPr/>
          <p:nvPr/>
        </p:nvSpPr>
        <p:spPr>
          <a:xfrm>
            <a:off x="755576" y="2254548"/>
            <a:ext cx="494046" cy="461665"/>
          </a:xfrm>
          <a:prstGeom prst="rect">
            <a:avLst/>
          </a:prstGeom>
        </p:spPr>
        <p:txBody>
          <a:bodyPr wrap="none">
            <a:spAutoFit/>
          </a:bodyPr>
          <a:lstStyle/>
          <a:p>
            <a:r>
              <a:rPr lang="zh-CN" altLang="en-US" sz="2400" b="1" dirty="0">
                <a:solidFill>
                  <a:srgbClr val="0064FF"/>
                </a:solidFill>
                <a:latin typeface="宋体" panose="02010600030101010101" pitchFamily="2" charset="-122"/>
              </a:rPr>
              <a:t>例</a:t>
            </a:r>
            <a:endParaRPr lang="zh-CN" altLang="en-US" dirty="0">
              <a:solidFill>
                <a:srgbClr val="0064FF"/>
              </a:solidFill>
            </a:endParaRPr>
          </a:p>
        </p:txBody>
      </p:sp>
      <p:graphicFrame>
        <p:nvGraphicFramePr>
          <p:cNvPr id="13" name="对象 12">
            <a:extLst>
              <a:ext uri="{FF2B5EF4-FFF2-40B4-BE49-F238E27FC236}">
                <a16:creationId xmlns:a16="http://schemas.microsoft.com/office/drawing/2014/main" id="{042C3E26-712C-4EA1-9230-9DC30D856F3C}"/>
              </a:ext>
            </a:extLst>
          </p:cNvPr>
          <p:cNvGraphicFramePr>
            <a:graphicFrameLocks noChangeAspect="1"/>
          </p:cNvGraphicFramePr>
          <p:nvPr>
            <p:extLst>
              <p:ext uri="{D42A27DB-BD31-4B8C-83A1-F6EECF244321}">
                <p14:modId xmlns:p14="http://schemas.microsoft.com/office/powerpoint/2010/main" val="1946332681"/>
              </p:ext>
            </p:extLst>
          </p:nvPr>
        </p:nvGraphicFramePr>
        <p:xfrm>
          <a:off x="1361120" y="2282180"/>
          <a:ext cx="3390900" cy="406400"/>
        </p:xfrm>
        <a:graphic>
          <a:graphicData uri="http://schemas.openxmlformats.org/presentationml/2006/ole">
            <mc:AlternateContent xmlns:mc="http://schemas.openxmlformats.org/markup-compatibility/2006">
              <mc:Choice xmlns:v="urn:schemas-microsoft-com:vml" Requires="v">
                <p:oleObj spid="_x0000_s185479" name="Equation" r:id="rId13" imgW="3390840" imgH="406080" progId="Equation.DSMT4">
                  <p:embed/>
                </p:oleObj>
              </mc:Choice>
              <mc:Fallback>
                <p:oleObj name="Equation" r:id="rId13" imgW="3390840" imgH="406080" progId="Equation.DSMT4">
                  <p:embed/>
                  <p:pic>
                    <p:nvPicPr>
                      <p:cNvPr id="0" name=""/>
                      <p:cNvPicPr/>
                      <p:nvPr/>
                    </p:nvPicPr>
                    <p:blipFill>
                      <a:blip r:embed="rId14"/>
                      <a:stretch>
                        <a:fillRect/>
                      </a:stretch>
                    </p:blipFill>
                    <p:spPr>
                      <a:xfrm>
                        <a:off x="1361120" y="2282180"/>
                        <a:ext cx="3390900" cy="406400"/>
                      </a:xfrm>
                      <a:prstGeom prst="rect">
                        <a:avLst/>
                      </a:prstGeom>
                    </p:spPr>
                  </p:pic>
                </p:oleObj>
              </mc:Fallback>
            </mc:AlternateContent>
          </a:graphicData>
        </a:graphic>
      </p:graphicFrame>
      <p:grpSp>
        <p:nvGrpSpPr>
          <p:cNvPr id="18" name="组合 17">
            <a:extLst>
              <a:ext uri="{FF2B5EF4-FFF2-40B4-BE49-F238E27FC236}">
                <a16:creationId xmlns:a16="http://schemas.microsoft.com/office/drawing/2014/main" id="{A4DA0CDA-62F1-44E0-B93B-8B2FC6E379E8}"/>
              </a:ext>
            </a:extLst>
          </p:cNvPr>
          <p:cNvGrpSpPr/>
          <p:nvPr/>
        </p:nvGrpSpPr>
        <p:grpSpPr>
          <a:xfrm>
            <a:off x="4479925" y="2242913"/>
            <a:ext cx="3440496" cy="461665"/>
            <a:chOff x="4660228" y="2262074"/>
            <a:chExt cx="3440496" cy="461665"/>
          </a:xfrm>
        </p:grpSpPr>
        <p:graphicFrame>
          <p:nvGraphicFramePr>
            <p:cNvPr id="14" name="对象 13">
              <a:extLst>
                <a:ext uri="{FF2B5EF4-FFF2-40B4-BE49-F238E27FC236}">
                  <a16:creationId xmlns:a16="http://schemas.microsoft.com/office/drawing/2014/main" id="{5C1F649F-E726-490E-92A3-445CA1C6B3E3}"/>
                </a:ext>
              </a:extLst>
            </p:cNvPr>
            <p:cNvGraphicFramePr>
              <a:graphicFrameLocks noChangeAspect="1"/>
            </p:cNvGraphicFramePr>
            <p:nvPr>
              <p:extLst>
                <p:ext uri="{D42A27DB-BD31-4B8C-83A1-F6EECF244321}">
                  <p14:modId xmlns:p14="http://schemas.microsoft.com/office/powerpoint/2010/main" val="552801144"/>
                </p:ext>
              </p:extLst>
            </p:nvPr>
          </p:nvGraphicFramePr>
          <p:xfrm>
            <a:off x="4660228" y="2345680"/>
            <a:ext cx="1384300" cy="342900"/>
          </p:xfrm>
          <a:graphic>
            <a:graphicData uri="http://schemas.openxmlformats.org/presentationml/2006/ole">
              <mc:AlternateContent xmlns:mc="http://schemas.openxmlformats.org/markup-compatibility/2006">
                <mc:Choice xmlns:v="urn:schemas-microsoft-com:vml" Requires="v">
                  <p:oleObj spid="_x0000_s185480" name="Equation" r:id="rId15" imgW="1384200" imgH="342720" progId="Equation.DSMT4">
                    <p:embed/>
                  </p:oleObj>
                </mc:Choice>
                <mc:Fallback>
                  <p:oleObj name="Equation" r:id="rId15" imgW="1384200" imgH="342720" progId="Equation.DSMT4">
                    <p:embed/>
                    <p:pic>
                      <p:nvPicPr>
                        <p:cNvPr id="0" name=""/>
                        <p:cNvPicPr/>
                        <p:nvPr/>
                      </p:nvPicPr>
                      <p:blipFill>
                        <a:blip r:embed="rId16"/>
                        <a:stretch>
                          <a:fillRect/>
                        </a:stretch>
                      </p:blipFill>
                      <p:spPr>
                        <a:xfrm>
                          <a:off x="4660228" y="2345680"/>
                          <a:ext cx="1384300" cy="342900"/>
                        </a:xfrm>
                        <a:prstGeom prst="rect">
                          <a:avLst/>
                        </a:prstGeom>
                      </p:spPr>
                    </p:pic>
                  </p:oleObj>
                </mc:Fallback>
              </mc:AlternateContent>
            </a:graphicData>
          </a:graphic>
        </p:graphicFrame>
        <p:grpSp>
          <p:nvGrpSpPr>
            <p:cNvPr id="17" name="组合 16">
              <a:extLst>
                <a:ext uri="{FF2B5EF4-FFF2-40B4-BE49-F238E27FC236}">
                  <a16:creationId xmlns:a16="http://schemas.microsoft.com/office/drawing/2014/main" id="{54D07547-C18E-4164-AE6B-03B8DCB019B0}"/>
                </a:ext>
              </a:extLst>
            </p:cNvPr>
            <p:cNvGrpSpPr/>
            <p:nvPr/>
          </p:nvGrpSpPr>
          <p:grpSpPr>
            <a:xfrm>
              <a:off x="5981492" y="2262074"/>
              <a:ext cx="2119232" cy="461665"/>
              <a:chOff x="3748912" y="3291830"/>
              <a:chExt cx="2119232" cy="461665"/>
            </a:xfrm>
          </p:grpSpPr>
          <p:sp>
            <p:nvSpPr>
              <p:cNvPr id="15" name="矩形 14">
                <a:extLst>
                  <a:ext uri="{FF2B5EF4-FFF2-40B4-BE49-F238E27FC236}">
                    <a16:creationId xmlns:a16="http://schemas.microsoft.com/office/drawing/2014/main" id="{D0315E9B-D7DD-4555-83EE-C138D133921F}"/>
                  </a:ext>
                </a:extLst>
              </p:cNvPr>
              <p:cNvSpPr/>
              <p:nvPr/>
            </p:nvSpPr>
            <p:spPr>
              <a:xfrm>
                <a:off x="3748912" y="3291830"/>
                <a:ext cx="2119232"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在   上连续</a:t>
                </a:r>
                <a:r>
                  <a:rPr lang="en-US" altLang="zh-CN" sz="2400" b="1" dirty="0">
                    <a:solidFill>
                      <a:prstClr val="black"/>
                    </a:solidFill>
                    <a:latin typeface="宋体" panose="02010600030101010101" pitchFamily="2" charset="-122"/>
                  </a:rPr>
                  <a:t>.</a:t>
                </a:r>
                <a:endParaRPr lang="zh-CN" altLang="en-US" dirty="0"/>
              </a:p>
            </p:txBody>
          </p:sp>
          <p:graphicFrame>
            <p:nvGraphicFramePr>
              <p:cNvPr id="16" name="对象 15">
                <a:extLst>
                  <a:ext uri="{FF2B5EF4-FFF2-40B4-BE49-F238E27FC236}">
                    <a16:creationId xmlns:a16="http://schemas.microsoft.com/office/drawing/2014/main" id="{FB2929C2-EC96-48EA-BDBE-E88FFA971393}"/>
                  </a:ext>
                </a:extLst>
              </p:cNvPr>
              <p:cNvGraphicFramePr>
                <a:graphicFrameLocks noChangeAspect="1"/>
              </p:cNvGraphicFramePr>
              <p:nvPr>
                <p:extLst>
                  <p:ext uri="{D42A27DB-BD31-4B8C-83A1-F6EECF244321}">
                    <p14:modId xmlns:p14="http://schemas.microsoft.com/office/powerpoint/2010/main" val="3207061473"/>
                  </p:ext>
                </p:extLst>
              </p:nvPr>
            </p:nvGraphicFramePr>
            <p:xfrm>
              <a:off x="4283720" y="3389312"/>
              <a:ext cx="266700" cy="266700"/>
            </p:xfrm>
            <a:graphic>
              <a:graphicData uri="http://schemas.openxmlformats.org/presentationml/2006/ole">
                <mc:AlternateContent xmlns:mc="http://schemas.openxmlformats.org/markup-compatibility/2006">
                  <mc:Choice xmlns:v="urn:schemas-microsoft-com:vml" Requires="v">
                    <p:oleObj spid="_x0000_s185481" name="Equation" r:id="rId17" imgW="266400" imgH="266400" progId="Equation.DSMT4">
                      <p:embed/>
                    </p:oleObj>
                  </mc:Choice>
                  <mc:Fallback>
                    <p:oleObj name="Equation" r:id="rId17" imgW="266400" imgH="266400" progId="Equation.DSMT4">
                      <p:embed/>
                      <p:pic>
                        <p:nvPicPr>
                          <p:cNvPr id="0" name=""/>
                          <p:cNvPicPr/>
                          <p:nvPr/>
                        </p:nvPicPr>
                        <p:blipFill>
                          <a:blip r:embed="rId18"/>
                          <a:stretch>
                            <a:fillRect/>
                          </a:stretch>
                        </p:blipFill>
                        <p:spPr>
                          <a:xfrm>
                            <a:off x="4283720" y="3389312"/>
                            <a:ext cx="266700" cy="266700"/>
                          </a:xfrm>
                          <a:prstGeom prst="rect">
                            <a:avLst/>
                          </a:prstGeom>
                        </p:spPr>
                      </p:pic>
                    </p:oleObj>
                  </mc:Fallback>
                </mc:AlternateContent>
              </a:graphicData>
            </a:graphic>
          </p:graphicFrame>
        </p:grpSp>
      </p:grpSp>
      <p:sp>
        <p:nvSpPr>
          <p:cNvPr id="19" name="矩形 18">
            <a:extLst>
              <a:ext uri="{FF2B5EF4-FFF2-40B4-BE49-F238E27FC236}">
                <a16:creationId xmlns:a16="http://schemas.microsoft.com/office/drawing/2014/main" id="{C7D78DCF-ED55-4567-BE58-02FC9C96EE6A}"/>
              </a:ext>
            </a:extLst>
          </p:cNvPr>
          <p:cNvSpPr/>
          <p:nvPr/>
        </p:nvSpPr>
        <p:spPr>
          <a:xfrm>
            <a:off x="691323" y="3081914"/>
            <a:ext cx="3390900" cy="461665"/>
          </a:xfrm>
          <a:prstGeom prst="rect">
            <a:avLst/>
          </a:prstGeom>
        </p:spPr>
        <p:txBody>
          <a:bodyPr wrap="square">
            <a:spAutoFit/>
          </a:bodyPr>
          <a:lstStyle/>
          <a:p>
            <a:r>
              <a:rPr lang="en-US" altLang="zh-CN" sz="2400" b="1" dirty="0">
                <a:solidFill>
                  <a:prstClr val="black"/>
                </a:solidFill>
                <a:latin typeface="宋体" panose="02010600030101010101" pitchFamily="2" charset="-122"/>
              </a:rPr>
              <a:t>(2)</a:t>
            </a:r>
            <a:r>
              <a:rPr lang="zh-CN" altLang="en-US" sz="2400" b="1" dirty="0">
                <a:solidFill>
                  <a:prstClr val="black"/>
                </a:solidFill>
                <a:latin typeface="宋体" panose="02010600030101010101" pitchFamily="2" charset="-122"/>
              </a:rPr>
              <a:t> </a:t>
            </a:r>
            <a:endParaRPr lang="zh-CN" altLang="en-US" dirty="0"/>
          </a:p>
        </p:txBody>
      </p:sp>
      <p:graphicFrame>
        <p:nvGraphicFramePr>
          <p:cNvPr id="20" name="对象 19">
            <a:extLst>
              <a:ext uri="{FF2B5EF4-FFF2-40B4-BE49-F238E27FC236}">
                <a16:creationId xmlns:a16="http://schemas.microsoft.com/office/drawing/2014/main" id="{3E289645-2C23-4007-8C8F-0E578132EEA4}"/>
              </a:ext>
            </a:extLst>
          </p:cNvPr>
          <p:cNvGraphicFramePr>
            <a:graphicFrameLocks noChangeAspect="1"/>
          </p:cNvGraphicFramePr>
          <p:nvPr>
            <p:extLst>
              <p:ext uri="{D42A27DB-BD31-4B8C-83A1-F6EECF244321}">
                <p14:modId xmlns:p14="http://schemas.microsoft.com/office/powerpoint/2010/main" val="4129516314"/>
              </p:ext>
            </p:extLst>
          </p:nvPr>
        </p:nvGraphicFramePr>
        <p:xfrm>
          <a:off x="1284107" y="3054281"/>
          <a:ext cx="863600" cy="406400"/>
        </p:xfrm>
        <a:graphic>
          <a:graphicData uri="http://schemas.openxmlformats.org/presentationml/2006/ole">
            <mc:AlternateContent xmlns:mc="http://schemas.openxmlformats.org/markup-compatibility/2006">
              <mc:Choice xmlns:v="urn:schemas-microsoft-com:vml" Requires="v">
                <p:oleObj spid="_x0000_s185482" name="Equation" r:id="rId19" imgW="863280" imgH="406080" progId="Equation.DSMT4">
                  <p:embed/>
                </p:oleObj>
              </mc:Choice>
              <mc:Fallback>
                <p:oleObj name="Equation" r:id="rId19" imgW="863280" imgH="406080" progId="Equation.DSMT4">
                  <p:embed/>
                  <p:pic>
                    <p:nvPicPr>
                      <p:cNvPr id="9" name="对象 8">
                        <a:extLst>
                          <a:ext uri="{FF2B5EF4-FFF2-40B4-BE49-F238E27FC236}">
                            <a16:creationId xmlns:a16="http://schemas.microsoft.com/office/drawing/2014/main" id="{02825E3D-DD51-4BAB-B8DC-8581D5517E75}"/>
                          </a:ext>
                        </a:extLst>
                      </p:cNvPr>
                      <p:cNvPicPr/>
                      <p:nvPr/>
                    </p:nvPicPr>
                    <p:blipFill>
                      <a:blip r:embed="rId20"/>
                      <a:stretch>
                        <a:fillRect/>
                      </a:stretch>
                    </p:blipFill>
                    <p:spPr>
                      <a:xfrm>
                        <a:off x="1284107" y="3054281"/>
                        <a:ext cx="863600" cy="406400"/>
                      </a:xfrm>
                      <a:prstGeom prst="rect">
                        <a:avLst/>
                      </a:prstGeom>
                    </p:spPr>
                  </p:pic>
                </p:oleObj>
              </mc:Fallback>
            </mc:AlternateContent>
          </a:graphicData>
        </a:graphic>
      </p:graphicFrame>
      <p:sp>
        <p:nvSpPr>
          <p:cNvPr id="21" name="矩形 20">
            <a:extLst>
              <a:ext uri="{FF2B5EF4-FFF2-40B4-BE49-F238E27FC236}">
                <a16:creationId xmlns:a16="http://schemas.microsoft.com/office/drawing/2014/main" id="{94F3BF52-E09C-415F-94ED-62C62602534A}"/>
              </a:ext>
            </a:extLst>
          </p:cNvPr>
          <p:cNvSpPr/>
          <p:nvPr/>
        </p:nvSpPr>
        <p:spPr>
          <a:xfrm>
            <a:off x="3995936" y="2989580"/>
            <a:ext cx="679071" cy="646331"/>
          </a:xfrm>
          <a:prstGeom prst="rect">
            <a:avLst/>
          </a:prstGeom>
        </p:spPr>
        <p:txBody>
          <a:bodyPr wrap="square">
            <a:spAutoFit/>
          </a:bodyPr>
          <a:lstStyle/>
          <a:p>
            <a:r>
              <a:rPr lang="en-US" altLang="zh-CN" sz="3600" b="1" dirty="0">
                <a:solidFill>
                  <a:srgbClr val="FF0000"/>
                </a:solidFill>
                <a:latin typeface="宋体" panose="02010600030101010101" pitchFamily="2" charset="-122"/>
              </a:rPr>
              <a:t>×</a:t>
            </a:r>
            <a:endParaRPr lang="zh-CN" altLang="en-US" sz="3600" dirty="0">
              <a:solidFill>
                <a:srgbClr val="FF0000"/>
              </a:solidFill>
            </a:endParaRPr>
          </a:p>
        </p:txBody>
      </p:sp>
      <p:sp>
        <p:nvSpPr>
          <p:cNvPr id="22" name="矩形 21">
            <a:extLst>
              <a:ext uri="{FF2B5EF4-FFF2-40B4-BE49-F238E27FC236}">
                <a16:creationId xmlns:a16="http://schemas.microsoft.com/office/drawing/2014/main" id="{213E1C78-6891-407E-9E3D-1426419EFCB9}"/>
              </a:ext>
            </a:extLst>
          </p:cNvPr>
          <p:cNvSpPr/>
          <p:nvPr/>
        </p:nvSpPr>
        <p:spPr>
          <a:xfrm>
            <a:off x="2147707" y="3052313"/>
            <a:ext cx="2040943" cy="461665"/>
          </a:xfrm>
          <a:prstGeom prst="rect">
            <a:avLst/>
          </a:prstGeom>
        </p:spPr>
        <p:txBody>
          <a:bodyPr wrap="none">
            <a:spAutoFit/>
          </a:bodyPr>
          <a:lstStyle/>
          <a:p>
            <a:r>
              <a:rPr lang="zh-CN" altLang="en-US" sz="2400" b="1" dirty="0">
                <a:solidFill>
                  <a:prstClr val="black"/>
                </a:solidFill>
                <a:latin typeface="宋体" panose="02010600030101010101" pitchFamily="2" charset="-122"/>
              </a:rPr>
              <a:t>必有间断点；</a:t>
            </a:r>
            <a:endParaRPr lang="zh-CN" altLang="en-US" dirty="0"/>
          </a:p>
        </p:txBody>
      </p:sp>
      <p:graphicFrame>
        <p:nvGraphicFramePr>
          <p:cNvPr id="23" name="对象 22">
            <a:extLst>
              <a:ext uri="{FF2B5EF4-FFF2-40B4-BE49-F238E27FC236}">
                <a16:creationId xmlns:a16="http://schemas.microsoft.com/office/drawing/2014/main" id="{FE97E79C-162F-47D9-96C2-648A817EEC57}"/>
              </a:ext>
            </a:extLst>
          </p:cNvPr>
          <p:cNvGraphicFramePr>
            <a:graphicFrameLocks noChangeAspect="1"/>
          </p:cNvGraphicFramePr>
          <p:nvPr>
            <p:extLst>
              <p:ext uri="{D42A27DB-BD31-4B8C-83A1-F6EECF244321}">
                <p14:modId xmlns:p14="http://schemas.microsoft.com/office/powerpoint/2010/main" val="1154032873"/>
              </p:ext>
            </p:extLst>
          </p:nvPr>
        </p:nvGraphicFramePr>
        <p:xfrm>
          <a:off x="1418621" y="3726068"/>
          <a:ext cx="3949700" cy="863600"/>
        </p:xfrm>
        <a:graphic>
          <a:graphicData uri="http://schemas.openxmlformats.org/presentationml/2006/ole">
            <mc:AlternateContent xmlns:mc="http://schemas.openxmlformats.org/markup-compatibility/2006">
              <mc:Choice xmlns:v="urn:schemas-microsoft-com:vml" Requires="v">
                <p:oleObj spid="_x0000_s185483" name="Equation" r:id="rId21" imgW="3949560" imgH="863280" progId="Equation.DSMT4">
                  <p:embed/>
                </p:oleObj>
              </mc:Choice>
              <mc:Fallback>
                <p:oleObj name="Equation" r:id="rId21" imgW="3949560" imgH="863280" progId="Equation.DSMT4">
                  <p:embed/>
                  <p:pic>
                    <p:nvPicPr>
                      <p:cNvPr id="0" name=""/>
                      <p:cNvPicPr/>
                      <p:nvPr/>
                    </p:nvPicPr>
                    <p:blipFill>
                      <a:blip r:embed="rId22"/>
                      <a:stretch>
                        <a:fillRect/>
                      </a:stretch>
                    </p:blipFill>
                    <p:spPr>
                      <a:xfrm>
                        <a:off x="1418621" y="3726068"/>
                        <a:ext cx="3949700" cy="863600"/>
                      </a:xfrm>
                      <a:prstGeom prst="rect">
                        <a:avLst/>
                      </a:prstGeom>
                    </p:spPr>
                  </p:pic>
                </p:oleObj>
              </mc:Fallback>
            </mc:AlternateContent>
          </a:graphicData>
        </a:graphic>
      </p:graphicFrame>
      <p:sp>
        <p:nvSpPr>
          <p:cNvPr id="24" name="矩形 23">
            <a:extLst>
              <a:ext uri="{FF2B5EF4-FFF2-40B4-BE49-F238E27FC236}">
                <a16:creationId xmlns:a16="http://schemas.microsoft.com/office/drawing/2014/main" id="{391E6E8D-487C-4360-BC79-E23DDCA4A2D2}"/>
              </a:ext>
            </a:extLst>
          </p:cNvPr>
          <p:cNvSpPr/>
          <p:nvPr/>
        </p:nvSpPr>
        <p:spPr>
          <a:xfrm>
            <a:off x="760830" y="3927660"/>
            <a:ext cx="494046" cy="461665"/>
          </a:xfrm>
          <a:prstGeom prst="rect">
            <a:avLst/>
          </a:prstGeom>
        </p:spPr>
        <p:txBody>
          <a:bodyPr wrap="none">
            <a:spAutoFit/>
          </a:bodyPr>
          <a:lstStyle/>
          <a:p>
            <a:r>
              <a:rPr lang="zh-CN" altLang="en-US" sz="2400" b="1" dirty="0">
                <a:solidFill>
                  <a:srgbClr val="0064FF"/>
                </a:solidFill>
                <a:latin typeface="宋体" panose="02010600030101010101" pitchFamily="2" charset="-122"/>
              </a:rPr>
              <a:t>例</a:t>
            </a:r>
            <a:endParaRPr lang="zh-CN" altLang="en-US" dirty="0">
              <a:solidFill>
                <a:srgbClr val="0064FF"/>
              </a:solidFill>
            </a:endParaRPr>
          </a:p>
        </p:txBody>
      </p:sp>
      <p:grpSp>
        <p:nvGrpSpPr>
          <p:cNvPr id="27" name="组合 26">
            <a:extLst>
              <a:ext uri="{FF2B5EF4-FFF2-40B4-BE49-F238E27FC236}">
                <a16:creationId xmlns:a16="http://schemas.microsoft.com/office/drawing/2014/main" id="{0B1F92FE-7A0A-4B61-A112-08D617E8867A}"/>
              </a:ext>
            </a:extLst>
          </p:cNvPr>
          <p:cNvGrpSpPr/>
          <p:nvPr/>
        </p:nvGrpSpPr>
        <p:grpSpPr>
          <a:xfrm>
            <a:off x="5368321" y="3888674"/>
            <a:ext cx="2119232" cy="461665"/>
            <a:chOff x="5321300" y="4169456"/>
            <a:chExt cx="2119232" cy="461665"/>
          </a:xfrm>
        </p:grpSpPr>
        <p:sp>
          <p:nvSpPr>
            <p:cNvPr id="25" name="矩形 24">
              <a:extLst>
                <a:ext uri="{FF2B5EF4-FFF2-40B4-BE49-F238E27FC236}">
                  <a16:creationId xmlns:a16="http://schemas.microsoft.com/office/drawing/2014/main" id="{E479FED3-12F4-4D89-A6F6-2AC798839B7B}"/>
                </a:ext>
              </a:extLst>
            </p:cNvPr>
            <p:cNvSpPr/>
            <p:nvPr/>
          </p:nvSpPr>
          <p:spPr>
            <a:xfrm>
              <a:off x="5321300" y="4169456"/>
              <a:ext cx="2119232"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在   上连续</a:t>
              </a:r>
              <a:r>
                <a:rPr lang="en-US" altLang="zh-CN" sz="2400" b="1" dirty="0">
                  <a:solidFill>
                    <a:prstClr val="black"/>
                  </a:solidFill>
                  <a:latin typeface="宋体" panose="02010600030101010101" pitchFamily="2" charset="-122"/>
                </a:rPr>
                <a:t>.</a:t>
              </a:r>
              <a:endParaRPr lang="zh-CN" altLang="en-US" dirty="0"/>
            </a:p>
          </p:txBody>
        </p:sp>
        <p:graphicFrame>
          <p:nvGraphicFramePr>
            <p:cNvPr id="26" name="对象 25">
              <a:extLst>
                <a:ext uri="{FF2B5EF4-FFF2-40B4-BE49-F238E27FC236}">
                  <a16:creationId xmlns:a16="http://schemas.microsoft.com/office/drawing/2014/main" id="{8784E79E-3666-4663-845F-AD0DA46C1DB0}"/>
                </a:ext>
              </a:extLst>
            </p:cNvPr>
            <p:cNvGraphicFramePr>
              <a:graphicFrameLocks noChangeAspect="1"/>
            </p:cNvGraphicFramePr>
            <p:nvPr>
              <p:extLst>
                <p:ext uri="{D42A27DB-BD31-4B8C-83A1-F6EECF244321}">
                  <p14:modId xmlns:p14="http://schemas.microsoft.com/office/powerpoint/2010/main" val="4105265303"/>
                </p:ext>
              </p:extLst>
            </p:nvPr>
          </p:nvGraphicFramePr>
          <p:xfrm>
            <a:off x="5801189" y="4266938"/>
            <a:ext cx="266700" cy="266700"/>
          </p:xfrm>
          <a:graphic>
            <a:graphicData uri="http://schemas.openxmlformats.org/presentationml/2006/ole">
              <mc:AlternateContent xmlns:mc="http://schemas.openxmlformats.org/markup-compatibility/2006">
                <mc:Choice xmlns:v="urn:schemas-microsoft-com:vml" Requires="v">
                  <p:oleObj spid="_x0000_s185484" name="Equation" r:id="rId23" imgW="266400" imgH="266400" progId="Equation.DSMT4">
                    <p:embed/>
                  </p:oleObj>
                </mc:Choice>
                <mc:Fallback>
                  <p:oleObj name="Equation" r:id="rId23" imgW="266400" imgH="266400" progId="Equation.DSMT4">
                    <p:embed/>
                    <p:pic>
                      <p:nvPicPr>
                        <p:cNvPr id="16" name="对象 15">
                          <a:extLst>
                            <a:ext uri="{FF2B5EF4-FFF2-40B4-BE49-F238E27FC236}">
                              <a16:creationId xmlns:a16="http://schemas.microsoft.com/office/drawing/2014/main" id="{FB2929C2-EC96-48EA-BDBE-E88FFA971393}"/>
                            </a:ext>
                          </a:extLst>
                        </p:cNvPr>
                        <p:cNvPicPr/>
                        <p:nvPr/>
                      </p:nvPicPr>
                      <p:blipFill>
                        <a:blip r:embed="rId18"/>
                        <a:stretch>
                          <a:fillRect/>
                        </a:stretch>
                      </p:blipFill>
                      <p:spPr>
                        <a:xfrm>
                          <a:off x="5801189" y="4266938"/>
                          <a:ext cx="266700" cy="266700"/>
                        </a:xfrm>
                        <a:prstGeom prst="rect">
                          <a:avLst/>
                        </a:prstGeom>
                      </p:spPr>
                    </p:pic>
                  </p:oleObj>
                </mc:Fallback>
              </mc:AlternateContent>
            </a:graphicData>
          </a:graphic>
        </p:graphicFrame>
      </p:grpSp>
    </p:spTree>
    <p:extLst>
      <p:ext uri="{BB962C8B-B14F-4D97-AF65-F5344CB8AC3E}">
        <p14:creationId xmlns:p14="http://schemas.microsoft.com/office/powerpoint/2010/main" val="58028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1" grpId="0"/>
      <p:bldP spid="2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424E2C6-2D09-4C3F-BC38-765B9570A302}"/>
              </a:ext>
            </a:extLst>
          </p:cNvPr>
          <p:cNvSpPr/>
          <p:nvPr/>
        </p:nvSpPr>
        <p:spPr>
          <a:xfrm>
            <a:off x="629473" y="229458"/>
            <a:ext cx="3390900" cy="461665"/>
          </a:xfrm>
          <a:prstGeom prst="rect">
            <a:avLst/>
          </a:prstGeom>
        </p:spPr>
        <p:txBody>
          <a:bodyPr wrap="square">
            <a:spAutoFit/>
          </a:bodyPr>
          <a:lstStyle/>
          <a:p>
            <a:r>
              <a:rPr lang="en-US" altLang="zh-CN" sz="2400" b="1" dirty="0">
                <a:solidFill>
                  <a:prstClr val="black"/>
                </a:solidFill>
                <a:latin typeface="宋体" panose="02010600030101010101" pitchFamily="2" charset="-122"/>
              </a:rPr>
              <a:t>(3)</a:t>
            </a:r>
            <a:r>
              <a:rPr lang="zh-CN" altLang="en-US" sz="2400" b="1" dirty="0">
                <a:solidFill>
                  <a:prstClr val="black"/>
                </a:solidFill>
                <a:latin typeface="宋体" panose="02010600030101010101" pitchFamily="2" charset="-122"/>
              </a:rPr>
              <a:t> </a:t>
            </a:r>
            <a:endParaRPr lang="zh-CN" altLang="en-US" dirty="0"/>
          </a:p>
        </p:txBody>
      </p:sp>
      <p:graphicFrame>
        <p:nvGraphicFramePr>
          <p:cNvPr id="3" name="对象 2">
            <a:extLst>
              <a:ext uri="{FF2B5EF4-FFF2-40B4-BE49-F238E27FC236}">
                <a16:creationId xmlns:a16="http://schemas.microsoft.com/office/drawing/2014/main" id="{7C669F9F-2C19-44F5-9A7F-693EDAEAB91A}"/>
              </a:ext>
            </a:extLst>
          </p:cNvPr>
          <p:cNvGraphicFramePr>
            <a:graphicFrameLocks noChangeAspect="1"/>
          </p:cNvGraphicFramePr>
          <p:nvPr>
            <p:extLst>
              <p:ext uri="{D42A27DB-BD31-4B8C-83A1-F6EECF244321}">
                <p14:modId xmlns:p14="http://schemas.microsoft.com/office/powerpoint/2010/main" val="1489625375"/>
              </p:ext>
            </p:extLst>
          </p:nvPr>
        </p:nvGraphicFramePr>
        <p:xfrm>
          <a:off x="1133529" y="301466"/>
          <a:ext cx="990600" cy="342900"/>
        </p:xfrm>
        <a:graphic>
          <a:graphicData uri="http://schemas.openxmlformats.org/presentationml/2006/ole">
            <mc:AlternateContent xmlns:mc="http://schemas.openxmlformats.org/markup-compatibility/2006">
              <mc:Choice xmlns:v="urn:schemas-microsoft-com:vml" Requires="v">
                <p:oleObj spid="_x0000_s187442" name="Equation" r:id="rId3" imgW="990360" imgH="342720" progId="Equation.DSMT4">
                  <p:embed/>
                </p:oleObj>
              </mc:Choice>
              <mc:Fallback>
                <p:oleObj name="Equation" r:id="rId3" imgW="990360" imgH="342720" progId="Equation.DSMT4">
                  <p:embed/>
                  <p:pic>
                    <p:nvPicPr>
                      <p:cNvPr id="20" name="对象 19">
                        <a:extLst>
                          <a:ext uri="{FF2B5EF4-FFF2-40B4-BE49-F238E27FC236}">
                            <a16:creationId xmlns:a16="http://schemas.microsoft.com/office/drawing/2014/main" id="{3E289645-2C23-4007-8C8F-0E578132EEA4}"/>
                          </a:ext>
                        </a:extLst>
                      </p:cNvPr>
                      <p:cNvPicPr/>
                      <p:nvPr/>
                    </p:nvPicPr>
                    <p:blipFill>
                      <a:blip r:embed="rId4"/>
                      <a:stretch>
                        <a:fillRect/>
                      </a:stretch>
                    </p:blipFill>
                    <p:spPr>
                      <a:xfrm>
                        <a:off x="1133529" y="301466"/>
                        <a:ext cx="990600" cy="342900"/>
                      </a:xfrm>
                      <a:prstGeom prst="rect">
                        <a:avLst/>
                      </a:prstGeom>
                    </p:spPr>
                  </p:pic>
                </p:oleObj>
              </mc:Fallback>
            </mc:AlternateContent>
          </a:graphicData>
        </a:graphic>
      </p:graphicFrame>
      <p:sp>
        <p:nvSpPr>
          <p:cNvPr id="4" name="矩形 3">
            <a:extLst>
              <a:ext uri="{FF2B5EF4-FFF2-40B4-BE49-F238E27FC236}">
                <a16:creationId xmlns:a16="http://schemas.microsoft.com/office/drawing/2014/main" id="{0E01FACF-639B-4FBB-AEE1-29CB9662F3E5}"/>
              </a:ext>
            </a:extLst>
          </p:cNvPr>
          <p:cNvSpPr/>
          <p:nvPr/>
        </p:nvSpPr>
        <p:spPr>
          <a:xfrm>
            <a:off x="4140389" y="160350"/>
            <a:ext cx="679071" cy="646331"/>
          </a:xfrm>
          <a:prstGeom prst="rect">
            <a:avLst/>
          </a:prstGeom>
        </p:spPr>
        <p:txBody>
          <a:bodyPr wrap="square">
            <a:spAutoFit/>
          </a:bodyPr>
          <a:lstStyle/>
          <a:p>
            <a:r>
              <a:rPr lang="zh-CN" altLang="en-US" sz="3600" b="1" dirty="0">
                <a:solidFill>
                  <a:srgbClr val="FF0000"/>
                </a:solidFill>
                <a:latin typeface="宋体" panose="02010600030101010101" pitchFamily="2" charset="-122"/>
              </a:rPr>
              <a:t>√</a:t>
            </a:r>
            <a:endParaRPr lang="zh-CN" altLang="en-US" sz="3600" dirty="0">
              <a:solidFill>
                <a:srgbClr val="FF0000"/>
              </a:solidFill>
            </a:endParaRPr>
          </a:p>
        </p:txBody>
      </p:sp>
      <p:sp>
        <p:nvSpPr>
          <p:cNvPr id="5" name="矩形 4">
            <a:extLst>
              <a:ext uri="{FF2B5EF4-FFF2-40B4-BE49-F238E27FC236}">
                <a16:creationId xmlns:a16="http://schemas.microsoft.com/office/drawing/2014/main" id="{11FA3D1A-EDB7-4A36-87DC-250D8E9E2F2B}"/>
              </a:ext>
            </a:extLst>
          </p:cNvPr>
          <p:cNvSpPr/>
          <p:nvPr/>
        </p:nvSpPr>
        <p:spPr>
          <a:xfrm>
            <a:off x="2129602" y="252684"/>
            <a:ext cx="2350323" cy="461665"/>
          </a:xfrm>
          <a:prstGeom prst="rect">
            <a:avLst/>
          </a:prstGeom>
        </p:spPr>
        <p:txBody>
          <a:bodyPr wrap="none">
            <a:spAutoFit/>
          </a:bodyPr>
          <a:lstStyle/>
          <a:p>
            <a:r>
              <a:rPr lang="zh-CN" altLang="en-US" sz="2400" b="1" dirty="0">
                <a:solidFill>
                  <a:srgbClr val="0064FF"/>
                </a:solidFill>
                <a:latin typeface="宋体" panose="02010600030101010101" pitchFamily="2" charset="-122"/>
              </a:rPr>
              <a:t>未必</a:t>
            </a:r>
            <a:r>
              <a:rPr lang="zh-CN" altLang="en-US" sz="2400" b="1" dirty="0">
                <a:solidFill>
                  <a:prstClr val="black"/>
                </a:solidFill>
                <a:latin typeface="宋体" panose="02010600030101010101" pitchFamily="2" charset="-122"/>
              </a:rPr>
              <a:t>有间断点；</a:t>
            </a:r>
            <a:endParaRPr lang="zh-CN" altLang="en-US" dirty="0"/>
          </a:p>
        </p:txBody>
      </p:sp>
      <p:sp>
        <p:nvSpPr>
          <p:cNvPr id="6" name="矩形 5">
            <a:extLst>
              <a:ext uri="{FF2B5EF4-FFF2-40B4-BE49-F238E27FC236}">
                <a16:creationId xmlns:a16="http://schemas.microsoft.com/office/drawing/2014/main" id="{92452717-4D37-4C23-A6C0-0608602865F1}"/>
              </a:ext>
            </a:extLst>
          </p:cNvPr>
          <p:cNvSpPr/>
          <p:nvPr/>
        </p:nvSpPr>
        <p:spPr>
          <a:xfrm>
            <a:off x="640563" y="1059582"/>
            <a:ext cx="494046" cy="461665"/>
          </a:xfrm>
          <a:prstGeom prst="rect">
            <a:avLst/>
          </a:prstGeom>
        </p:spPr>
        <p:txBody>
          <a:bodyPr wrap="none">
            <a:spAutoFit/>
          </a:bodyPr>
          <a:lstStyle/>
          <a:p>
            <a:r>
              <a:rPr lang="zh-CN" altLang="en-US" sz="2400" b="1" dirty="0">
                <a:solidFill>
                  <a:srgbClr val="0064FF"/>
                </a:solidFill>
                <a:latin typeface="宋体" panose="02010600030101010101" pitchFamily="2" charset="-122"/>
              </a:rPr>
              <a:t>例</a:t>
            </a:r>
            <a:endParaRPr lang="zh-CN" altLang="en-US" dirty="0">
              <a:solidFill>
                <a:srgbClr val="0064FF"/>
              </a:solidFill>
            </a:endParaRPr>
          </a:p>
        </p:txBody>
      </p:sp>
      <p:graphicFrame>
        <p:nvGraphicFramePr>
          <p:cNvPr id="7" name="对象 6">
            <a:extLst>
              <a:ext uri="{FF2B5EF4-FFF2-40B4-BE49-F238E27FC236}">
                <a16:creationId xmlns:a16="http://schemas.microsoft.com/office/drawing/2014/main" id="{BB09D038-4202-4918-8B0D-C09521FFF606}"/>
              </a:ext>
            </a:extLst>
          </p:cNvPr>
          <p:cNvGraphicFramePr>
            <a:graphicFrameLocks noChangeAspect="1"/>
          </p:cNvGraphicFramePr>
          <p:nvPr>
            <p:extLst>
              <p:ext uri="{D42A27DB-BD31-4B8C-83A1-F6EECF244321}">
                <p14:modId xmlns:p14="http://schemas.microsoft.com/office/powerpoint/2010/main" val="432756971"/>
              </p:ext>
            </p:extLst>
          </p:nvPr>
        </p:nvGraphicFramePr>
        <p:xfrm>
          <a:off x="1259632" y="899015"/>
          <a:ext cx="4267200" cy="863600"/>
        </p:xfrm>
        <a:graphic>
          <a:graphicData uri="http://schemas.openxmlformats.org/presentationml/2006/ole">
            <mc:AlternateContent xmlns:mc="http://schemas.openxmlformats.org/markup-compatibility/2006">
              <mc:Choice xmlns:v="urn:schemas-microsoft-com:vml" Requires="v">
                <p:oleObj spid="_x0000_s187443" name="Equation" r:id="rId5" imgW="4267080" imgH="863280" progId="Equation.DSMT4">
                  <p:embed/>
                </p:oleObj>
              </mc:Choice>
              <mc:Fallback>
                <p:oleObj name="Equation" r:id="rId5" imgW="4267080" imgH="863280" progId="Equation.DSMT4">
                  <p:embed/>
                  <p:pic>
                    <p:nvPicPr>
                      <p:cNvPr id="0" name=""/>
                      <p:cNvPicPr/>
                      <p:nvPr/>
                    </p:nvPicPr>
                    <p:blipFill>
                      <a:blip r:embed="rId6"/>
                      <a:stretch>
                        <a:fillRect/>
                      </a:stretch>
                    </p:blipFill>
                    <p:spPr>
                      <a:xfrm>
                        <a:off x="1259632" y="899015"/>
                        <a:ext cx="4267200" cy="8636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E003737-BAAA-4B28-9219-2AD9D5E9A1A1}"/>
              </a:ext>
            </a:extLst>
          </p:cNvPr>
          <p:cNvGraphicFramePr>
            <a:graphicFrameLocks noChangeAspect="1"/>
          </p:cNvGraphicFramePr>
          <p:nvPr>
            <p:extLst>
              <p:ext uri="{D42A27DB-BD31-4B8C-83A1-F6EECF244321}">
                <p14:modId xmlns:p14="http://schemas.microsoft.com/office/powerpoint/2010/main" val="2747613023"/>
              </p:ext>
            </p:extLst>
          </p:nvPr>
        </p:nvGraphicFramePr>
        <p:xfrm>
          <a:off x="5651855" y="1178347"/>
          <a:ext cx="1447800" cy="342900"/>
        </p:xfrm>
        <a:graphic>
          <a:graphicData uri="http://schemas.openxmlformats.org/presentationml/2006/ole">
            <mc:AlternateContent xmlns:mc="http://schemas.openxmlformats.org/markup-compatibility/2006">
              <mc:Choice xmlns:v="urn:schemas-microsoft-com:vml" Requires="v">
                <p:oleObj spid="_x0000_s187444" name="Equation" r:id="rId7" imgW="1447560" imgH="342720" progId="Equation.DSMT4">
                  <p:embed/>
                </p:oleObj>
              </mc:Choice>
              <mc:Fallback>
                <p:oleObj name="Equation" r:id="rId7" imgW="1447560" imgH="342720" progId="Equation.DSMT4">
                  <p:embed/>
                  <p:pic>
                    <p:nvPicPr>
                      <p:cNvPr id="0" name=""/>
                      <p:cNvPicPr/>
                      <p:nvPr/>
                    </p:nvPicPr>
                    <p:blipFill>
                      <a:blip r:embed="rId8"/>
                      <a:stretch>
                        <a:fillRect/>
                      </a:stretch>
                    </p:blipFill>
                    <p:spPr>
                      <a:xfrm>
                        <a:off x="5651855" y="1178347"/>
                        <a:ext cx="1447800" cy="342900"/>
                      </a:xfrm>
                      <a:prstGeom prst="rect">
                        <a:avLst/>
                      </a:prstGeom>
                    </p:spPr>
                  </p:pic>
                </p:oleObj>
              </mc:Fallback>
            </mc:AlternateContent>
          </a:graphicData>
        </a:graphic>
      </p:graphicFrame>
      <p:grpSp>
        <p:nvGrpSpPr>
          <p:cNvPr id="9" name="组合 8">
            <a:extLst>
              <a:ext uri="{FF2B5EF4-FFF2-40B4-BE49-F238E27FC236}">
                <a16:creationId xmlns:a16="http://schemas.microsoft.com/office/drawing/2014/main" id="{00E19A04-CFDB-4353-98FA-0F781CAE0573}"/>
              </a:ext>
            </a:extLst>
          </p:cNvPr>
          <p:cNvGrpSpPr/>
          <p:nvPr/>
        </p:nvGrpSpPr>
        <p:grpSpPr>
          <a:xfrm>
            <a:off x="7099655" y="1062997"/>
            <a:ext cx="1720817" cy="461665"/>
            <a:chOff x="5321300" y="4169456"/>
            <a:chExt cx="1720817" cy="461665"/>
          </a:xfrm>
        </p:grpSpPr>
        <p:sp>
          <p:nvSpPr>
            <p:cNvPr id="10" name="矩形 9">
              <a:extLst>
                <a:ext uri="{FF2B5EF4-FFF2-40B4-BE49-F238E27FC236}">
                  <a16:creationId xmlns:a16="http://schemas.microsoft.com/office/drawing/2014/main" id="{0F16F0B1-4690-4CD4-A037-53566D7A7D68}"/>
                </a:ext>
              </a:extLst>
            </p:cNvPr>
            <p:cNvSpPr/>
            <p:nvPr/>
          </p:nvSpPr>
          <p:spPr>
            <a:xfrm>
              <a:off x="5321300" y="4169456"/>
              <a:ext cx="1720817"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在  上连续</a:t>
              </a:r>
              <a:r>
                <a:rPr lang="en-US" altLang="zh-CN" sz="2400" b="1" dirty="0">
                  <a:solidFill>
                    <a:prstClr val="black"/>
                  </a:solidFill>
                  <a:latin typeface="宋体" panose="02010600030101010101" pitchFamily="2" charset="-122"/>
                </a:rPr>
                <a:t>.</a:t>
              </a:r>
              <a:endParaRPr lang="zh-CN" altLang="en-US" dirty="0"/>
            </a:p>
          </p:txBody>
        </p:sp>
        <p:graphicFrame>
          <p:nvGraphicFramePr>
            <p:cNvPr id="11" name="对象 10">
              <a:extLst>
                <a:ext uri="{FF2B5EF4-FFF2-40B4-BE49-F238E27FC236}">
                  <a16:creationId xmlns:a16="http://schemas.microsoft.com/office/drawing/2014/main" id="{B8AD673E-04CB-462B-A411-D5EC4341AA8F}"/>
                </a:ext>
              </a:extLst>
            </p:cNvPr>
            <p:cNvGraphicFramePr>
              <a:graphicFrameLocks noChangeAspect="1"/>
            </p:cNvGraphicFramePr>
            <p:nvPr>
              <p:extLst>
                <p:ext uri="{D42A27DB-BD31-4B8C-83A1-F6EECF244321}">
                  <p14:modId xmlns:p14="http://schemas.microsoft.com/office/powerpoint/2010/main" val="849932882"/>
                </p:ext>
              </p:extLst>
            </p:nvPr>
          </p:nvGraphicFramePr>
          <p:xfrm>
            <a:off x="5765082" y="4263523"/>
            <a:ext cx="266700" cy="266700"/>
          </p:xfrm>
          <a:graphic>
            <a:graphicData uri="http://schemas.openxmlformats.org/presentationml/2006/ole">
              <mc:AlternateContent xmlns:mc="http://schemas.openxmlformats.org/markup-compatibility/2006">
                <mc:Choice xmlns:v="urn:schemas-microsoft-com:vml" Requires="v">
                  <p:oleObj spid="_x0000_s187445" name="Equation" r:id="rId9" imgW="266400" imgH="266400" progId="Equation.DSMT4">
                    <p:embed/>
                  </p:oleObj>
                </mc:Choice>
                <mc:Fallback>
                  <p:oleObj name="Equation" r:id="rId9" imgW="266400" imgH="266400" progId="Equation.DSMT4">
                    <p:embed/>
                    <p:pic>
                      <p:nvPicPr>
                        <p:cNvPr id="26" name="对象 25">
                          <a:extLst>
                            <a:ext uri="{FF2B5EF4-FFF2-40B4-BE49-F238E27FC236}">
                              <a16:creationId xmlns:a16="http://schemas.microsoft.com/office/drawing/2014/main" id="{8784E79E-3666-4663-845F-AD0DA46C1DB0}"/>
                            </a:ext>
                          </a:extLst>
                        </p:cNvPr>
                        <p:cNvPicPr/>
                        <p:nvPr/>
                      </p:nvPicPr>
                      <p:blipFill>
                        <a:blip r:embed="rId10"/>
                        <a:stretch>
                          <a:fillRect/>
                        </a:stretch>
                      </p:blipFill>
                      <p:spPr>
                        <a:xfrm>
                          <a:off x="5765082" y="4263523"/>
                          <a:ext cx="266700" cy="266700"/>
                        </a:xfrm>
                        <a:prstGeom prst="rect">
                          <a:avLst/>
                        </a:prstGeom>
                      </p:spPr>
                    </p:pic>
                  </p:oleObj>
                </mc:Fallback>
              </mc:AlternateContent>
            </a:graphicData>
          </a:graphic>
        </p:graphicFrame>
      </p:grpSp>
      <p:sp>
        <p:nvSpPr>
          <p:cNvPr id="12" name="矩形 11">
            <a:extLst>
              <a:ext uri="{FF2B5EF4-FFF2-40B4-BE49-F238E27FC236}">
                <a16:creationId xmlns:a16="http://schemas.microsoft.com/office/drawing/2014/main" id="{291C6364-9AF8-40DE-92E0-739F8060888A}"/>
              </a:ext>
            </a:extLst>
          </p:cNvPr>
          <p:cNvSpPr/>
          <p:nvPr/>
        </p:nvSpPr>
        <p:spPr>
          <a:xfrm>
            <a:off x="611560" y="2340917"/>
            <a:ext cx="3390900" cy="461665"/>
          </a:xfrm>
          <a:prstGeom prst="rect">
            <a:avLst/>
          </a:prstGeom>
        </p:spPr>
        <p:txBody>
          <a:bodyPr wrap="square">
            <a:spAutoFit/>
          </a:bodyPr>
          <a:lstStyle/>
          <a:p>
            <a:r>
              <a:rPr lang="en-US" altLang="zh-CN" sz="2400" b="1" dirty="0">
                <a:solidFill>
                  <a:prstClr val="black"/>
                </a:solidFill>
                <a:latin typeface="宋体" panose="02010600030101010101" pitchFamily="2" charset="-122"/>
              </a:rPr>
              <a:t>(4)</a:t>
            </a:r>
            <a:r>
              <a:rPr lang="zh-CN" altLang="en-US" sz="2400" b="1" dirty="0">
                <a:solidFill>
                  <a:prstClr val="black"/>
                </a:solidFill>
                <a:latin typeface="宋体" panose="02010600030101010101" pitchFamily="2" charset="-122"/>
              </a:rPr>
              <a:t> </a:t>
            </a:r>
            <a:endParaRPr lang="zh-CN" altLang="en-US" dirty="0"/>
          </a:p>
        </p:txBody>
      </p:sp>
      <p:graphicFrame>
        <p:nvGraphicFramePr>
          <p:cNvPr id="13" name="对象 12">
            <a:extLst>
              <a:ext uri="{FF2B5EF4-FFF2-40B4-BE49-F238E27FC236}">
                <a16:creationId xmlns:a16="http://schemas.microsoft.com/office/drawing/2014/main" id="{BD3DE163-FA42-413B-8012-B96BEE28E195}"/>
              </a:ext>
            </a:extLst>
          </p:cNvPr>
          <p:cNvGraphicFramePr>
            <a:graphicFrameLocks noChangeAspect="1"/>
          </p:cNvGraphicFramePr>
          <p:nvPr>
            <p:extLst>
              <p:ext uri="{D42A27DB-BD31-4B8C-83A1-F6EECF244321}">
                <p14:modId xmlns:p14="http://schemas.microsoft.com/office/powerpoint/2010/main" val="1957291329"/>
              </p:ext>
            </p:extLst>
          </p:nvPr>
        </p:nvGraphicFramePr>
        <p:xfrm>
          <a:off x="1274763" y="2190750"/>
          <a:ext cx="673100" cy="787400"/>
        </p:xfrm>
        <a:graphic>
          <a:graphicData uri="http://schemas.openxmlformats.org/presentationml/2006/ole">
            <mc:AlternateContent xmlns:mc="http://schemas.openxmlformats.org/markup-compatibility/2006">
              <mc:Choice xmlns:v="urn:schemas-microsoft-com:vml" Requires="v">
                <p:oleObj spid="_x0000_s187446" name="Equation" r:id="rId11" imgW="672840" imgH="787320" progId="Equation.DSMT4">
                  <p:embed/>
                </p:oleObj>
              </mc:Choice>
              <mc:Fallback>
                <p:oleObj name="Equation" r:id="rId11" imgW="672840" imgH="787320" progId="Equation.DSMT4">
                  <p:embed/>
                  <p:pic>
                    <p:nvPicPr>
                      <p:cNvPr id="3" name="对象 2">
                        <a:extLst>
                          <a:ext uri="{FF2B5EF4-FFF2-40B4-BE49-F238E27FC236}">
                            <a16:creationId xmlns:a16="http://schemas.microsoft.com/office/drawing/2014/main" id="{7C669F9F-2C19-44F5-9A7F-693EDAEAB91A}"/>
                          </a:ext>
                        </a:extLst>
                      </p:cNvPr>
                      <p:cNvPicPr/>
                      <p:nvPr/>
                    </p:nvPicPr>
                    <p:blipFill>
                      <a:blip r:embed="rId12"/>
                      <a:stretch>
                        <a:fillRect/>
                      </a:stretch>
                    </p:blipFill>
                    <p:spPr>
                      <a:xfrm>
                        <a:off x="1274763" y="2190750"/>
                        <a:ext cx="673100" cy="787400"/>
                      </a:xfrm>
                      <a:prstGeom prst="rect">
                        <a:avLst/>
                      </a:prstGeom>
                    </p:spPr>
                  </p:pic>
                </p:oleObj>
              </mc:Fallback>
            </mc:AlternateContent>
          </a:graphicData>
        </a:graphic>
      </p:graphicFrame>
      <p:sp>
        <p:nvSpPr>
          <p:cNvPr id="14" name="矩形 13">
            <a:extLst>
              <a:ext uri="{FF2B5EF4-FFF2-40B4-BE49-F238E27FC236}">
                <a16:creationId xmlns:a16="http://schemas.microsoft.com/office/drawing/2014/main" id="{E48BCE22-5C56-4520-9DCC-1FB2BE496F45}"/>
              </a:ext>
            </a:extLst>
          </p:cNvPr>
          <p:cNvSpPr/>
          <p:nvPr/>
        </p:nvSpPr>
        <p:spPr>
          <a:xfrm>
            <a:off x="1835696" y="2323848"/>
            <a:ext cx="1887055" cy="461665"/>
          </a:xfrm>
          <a:prstGeom prst="rect">
            <a:avLst/>
          </a:prstGeom>
        </p:spPr>
        <p:txBody>
          <a:bodyPr wrap="none">
            <a:spAutoFit/>
          </a:bodyPr>
          <a:lstStyle/>
          <a:p>
            <a:r>
              <a:rPr lang="zh-CN" altLang="en-US" sz="2400" b="1" dirty="0">
                <a:solidFill>
                  <a:prstClr val="black"/>
                </a:solidFill>
                <a:latin typeface="宋体" panose="02010600030101010101" pitchFamily="2" charset="-122"/>
              </a:rPr>
              <a:t>必有间断点</a:t>
            </a:r>
            <a:r>
              <a:rPr lang="en-US" altLang="zh-CN" sz="2400" b="1" dirty="0">
                <a:solidFill>
                  <a:prstClr val="black"/>
                </a:solidFill>
                <a:latin typeface="宋体" panose="02010600030101010101" pitchFamily="2" charset="-122"/>
              </a:rPr>
              <a:t>.</a:t>
            </a:r>
            <a:endParaRPr lang="zh-CN" altLang="en-US" dirty="0"/>
          </a:p>
        </p:txBody>
      </p:sp>
      <p:sp>
        <p:nvSpPr>
          <p:cNvPr id="15" name="矩形 14">
            <a:extLst>
              <a:ext uri="{FF2B5EF4-FFF2-40B4-BE49-F238E27FC236}">
                <a16:creationId xmlns:a16="http://schemas.microsoft.com/office/drawing/2014/main" id="{D1F9E9DD-10ED-47AA-8BFC-DAC300EC61BE}"/>
              </a:ext>
            </a:extLst>
          </p:cNvPr>
          <p:cNvSpPr/>
          <p:nvPr/>
        </p:nvSpPr>
        <p:spPr>
          <a:xfrm>
            <a:off x="3513390" y="2199575"/>
            <a:ext cx="679071" cy="646331"/>
          </a:xfrm>
          <a:prstGeom prst="rect">
            <a:avLst/>
          </a:prstGeom>
        </p:spPr>
        <p:txBody>
          <a:bodyPr wrap="square">
            <a:spAutoFit/>
          </a:bodyPr>
          <a:lstStyle/>
          <a:p>
            <a:r>
              <a:rPr lang="zh-CN" altLang="en-US" sz="3600" b="1" dirty="0">
                <a:solidFill>
                  <a:srgbClr val="FF0000"/>
                </a:solidFill>
                <a:latin typeface="宋体" panose="02010600030101010101" pitchFamily="2" charset="-122"/>
              </a:rPr>
              <a:t>√</a:t>
            </a:r>
            <a:endParaRPr lang="zh-CN" altLang="en-US" sz="3600" dirty="0">
              <a:solidFill>
                <a:srgbClr val="FF0000"/>
              </a:solidFill>
            </a:endParaRPr>
          </a:p>
        </p:txBody>
      </p:sp>
      <p:sp>
        <p:nvSpPr>
          <p:cNvPr id="16" name="矩形 15">
            <a:extLst>
              <a:ext uri="{FF2B5EF4-FFF2-40B4-BE49-F238E27FC236}">
                <a16:creationId xmlns:a16="http://schemas.microsoft.com/office/drawing/2014/main" id="{6E32FE30-C422-465A-92C4-72D096B0E567}"/>
              </a:ext>
            </a:extLst>
          </p:cNvPr>
          <p:cNvSpPr/>
          <p:nvPr/>
        </p:nvSpPr>
        <p:spPr>
          <a:xfrm>
            <a:off x="640562" y="3325619"/>
            <a:ext cx="1051117" cy="461665"/>
          </a:xfrm>
          <a:prstGeom prst="rect">
            <a:avLst/>
          </a:prstGeom>
        </p:spPr>
        <p:txBody>
          <a:bodyPr wrap="square">
            <a:spAutoFit/>
          </a:bodyPr>
          <a:lstStyle/>
          <a:p>
            <a:r>
              <a:rPr lang="zh-CN" altLang="en-US" sz="2400" b="1" dirty="0">
                <a:solidFill>
                  <a:srgbClr val="0064FF"/>
                </a:solidFill>
                <a:latin typeface="宋体" panose="02010600030101010101" pitchFamily="2" charset="-122"/>
              </a:rPr>
              <a:t>解析</a:t>
            </a:r>
            <a:endParaRPr lang="zh-CN" altLang="en-US" dirty="0">
              <a:solidFill>
                <a:srgbClr val="0064FF"/>
              </a:solidFill>
            </a:endParaRPr>
          </a:p>
        </p:txBody>
      </p:sp>
      <p:grpSp>
        <p:nvGrpSpPr>
          <p:cNvPr id="22" name="组合 21">
            <a:extLst>
              <a:ext uri="{FF2B5EF4-FFF2-40B4-BE49-F238E27FC236}">
                <a16:creationId xmlns:a16="http://schemas.microsoft.com/office/drawing/2014/main" id="{C967774F-F8A2-4BF9-9123-3EC3F390A4BA}"/>
              </a:ext>
            </a:extLst>
          </p:cNvPr>
          <p:cNvGrpSpPr/>
          <p:nvPr/>
        </p:nvGrpSpPr>
        <p:grpSpPr>
          <a:xfrm>
            <a:off x="1453816" y="3145683"/>
            <a:ext cx="7366656" cy="787400"/>
            <a:chOff x="1453816" y="3145683"/>
            <a:chExt cx="7366656" cy="787400"/>
          </a:xfrm>
        </p:grpSpPr>
        <p:sp>
          <p:nvSpPr>
            <p:cNvPr id="17" name="矩形 16">
              <a:extLst>
                <a:ext uri="{FF2B5EF4-FFF2-40B4-BE49-F238E27FC236}">
                  <a16:creationId xmlns:a16="http://schemas.microsoft.com/office/drawing/2014/main" id="{E605462E-96BA-4DBC-8427-97A3A0568582}"/>
                </a:ext>
              </a:extLst>
            </p:cNvPr>
            <p:cNvSpPr/>
            <p:nvPr/>
          </p:nvSpPr>
          <p:spPr>
            <a:xfrm>
              <a:off x="1453816" y="3324481"/>
              <a:ext cx="7366656"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若      在  上连续，则                必连续，</a:t>
              </a:r>
              <a:endParaRPr lang="zh-CN" altLang="en-US" dirty="0"/>
            </a:p>
          </p:txBody>
        </p:sp>
        <p:graphicFrame>
          <p:nvGraphicFramePr>
            <p:cNvPr id="18" name="对象 17">
              <a:extLst>
                <a:ext uri="{FF2B5EF4-FFF2-40B4-BE49-F238E27FC236}">
                  <a16:creationId xmlns:a16="http://schemas.microsoft.com/office/drawing/2014/main" id="{A6C05D38-8D0B-49A1-9772-7D710376D66E}"/>
                </a:ext>
              </a:extLst>
            </p:cNvPr>
            <p:cNvGraphicFramePr>
              <a:graphicFrameLocks noChangeAspect="1"/>
            </p:cNvGraphicFramePr>
            <p:nvPr>
              <p:extLst>
                <p:ext uri="{D42A27DB-BD31-4B8C-83A1-F6EECF244321}">
                  <p14:modId xmlns:p14="http://schemas.microsoft.com/office/powerpoint/2010/main" val="1947720270"/>
                </p:ext>
              </p:extLst>
            </p:nvPr>
          </p:nvGraphicFramePr>
          <p:xfrm>
            <a:off x="1947863" y="3145683"/>
            <a:ext cx="673100" cy="787400"/>
          </p:xfrm>
          <a:graphic>
            <a:graphicData uri="http://schemas.openxmlformats.org/presentationml/2006/ole">
              <mc:AlternateContent xmlns:mc="http://schemas.openxmlformats.org/markup-compatibility/2006">
                <mc:Choice xmlns:v="urn:schemas-microsoft-com:vml" Requires="v">
                  <p:oleObj spid="_x0000_s187447" name="Equation" r:id="rId13" imgW="672840" imgH="787320" progId="Equation.DSMT4">
                    <p:embed/>
                  </p:oleObj>
                </mc:Choice>
                <mc:Fallback>
                  <p:oleObj name="Equation" r:id="rId13" imgW="672840" imgH="787320" progId="Equation.DSMT4">
                    <p:embed/>
                    <p:pic>
                      <p:nvPicPr>
                        <p:cNvPr id="13" name="对象 12">
                          <a:extLst>
                            <a:ext uri="{FF2B5EF4-FFF2-40B4-BE49-F238E27FC236}">
                              <a16:creationId xmlns:a16="http://schemas.microsoft.com/office/drawing/2014/main" id="{BD3DE163-FA42-413B-8012-B96BEE28E195}"/>
                            </a:ext>
                          </a:extLst>
                        </p:cNvPr>
                        <p:cNvPicPr/>
                        <p:nvPr/>
                      </p:nvPicPr>
                      <p:blipFill>
                        <a:blip r:embed="rId12"/>
                        <a:stretch>
                          <a:fillRect/>
                        </a:stretch>
                      </p:blipFill>
                      <p:spPr>
                        <a:xfrm>
                          <a:off x="1947863" y="3145683"/>
                          <a:ext cx="673100" cy="787400"/>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53E0BE02-9E11-45BF-93D0-F90294298507}"/>
                </a:ext>
              </a:extLst>
            </p:cNvPr>
            <p:cNvGraphicFramePr>
              <a:graphicFrameLocks noChangeAspect="1"/>
            </p:cNvGraphicFramePr>
            <p:nvPr>
              <p:extLst>
                <p:ext uri="{D42A27DB-BD31-4B8C-83A1-F6EECF244321}">
                  <p14:modId xmlns:p14="http://schemas.microsoft.com/office/powerpoint/2010/main" val="2413439665"/>
                </p:ext>
              </p:extLst>
            </p:nvPr>
          </p:nvGraphicFramePr>
          <p:xfrm>
            <a:off x="3115010" y="3421963"/>
            <a:ext cx="266700" cy="266700"/>
          </p:xfrm>
          <a:graphic>
            <a:graphicData uri="http://schemas.openxmlformats.org/presentationml/2006/ole">
              <mc:AlternateContent xmlns:mc="http://schemas.openxmlformats.org/markup-compatibility/2006">
                <mc:Choice xmlns:v="urn:schemas-microsoft-com:vml" Requires="v">
                  <p:oleObj spid="_x0000_s187448" name="Equation" r:id="rId14" imgW="266400" imgH="266400" progId="Equation.DSMT4">
                    <p:embed/>
                  </p:oleObj>
                </mc:Choice>
                <mc:Fallback>
                  <p:oleObj name="Equation" r:id="rId14" imgW="266400" imgH="266400" progId="Equation.DSMT4">
                    <p:embed/>
                    <p:pic>
                      <p:nvPicPr>
                        <p:cNvPr id="11" name="对象 10">
                          <a:extLst>
                            <a:ext uri="{FF2B5EF4-FFF2-40B4-BE49-F238E27FC236}">
                              <a16:creationId xmlns:a16="http://schemas.microsoft.com/office/drawing/2014/main" id="{B8AD673E-04CB-462B-A411-D5EC4341AA8F}"/>
                            </a:ext>
                          </a:extLst>
                        </p:cNvPr>
                        <p:cNvPicPr/>
                        <p:nvPr/>
                      </p:nvPicPr>
                      <p:blipFill>
                        <a:blip r:embed="rId10"/>
                        <a:stretch>
                          <a:fillRect/>
                        </a:stretch>
                      </p:blipFill>
                      <p:spPr>
                        <a:xfrm>
                          <a:off x="3115010" y="3421963"/>
                          <a:ext cx="266700" cy="266700"/>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357ED608-98F5-4060-BA0F-0409C4601F3E}"/>
                </a:ext>
              </a:extLst>
            </p:cNvPr>
            <p:cNvGraphicFramePr>
              <a:graphicFrameLocks noChangeAspect="1"/>
            </p:cNvGraphicFramePr>
            <p:nvPr>
              <p:extLst>
                <p:ext uri="{D42A27DB-BD31-4B8C-83A1-F6EECF244321}">
                  <p14:modId xmlns:p14="http://schemas.microsoft.com/office/powerpoint/2010/main" val="1310287146"/>
                </p:ext>
              </p:extLst>
            </p:nvPr>
          </p:nvGraphicFramePr>
          <p:xfrm>
            <a:off x="4970940" y="3145683"/>
            <a:ext cx="2273300" cy="787400"/>
          </p:xfrm>
          <a:graphic>
            <a:graphicData uri="http://schemas.openxmlformats.org/presentationml/2006/ole">
              <mc:AlternateContent xmlns:mc="http://schemas.openxmlformats.org/markup-compatibility/2006">
                <mc:Choice xmlns:v="urn:schemas-microsoft-com:vml" Requires="v">
                  <p:oleObj spid="_x0000_s187449" name="Equation" r:id="rId15" imgW="2273040" imgH="787320" progId="Equation.DSMT4">
                    <p:embed/>
                  </p:oleObj>
                </mc:Choice>
                <mc:Fallback>
                  <p:oleObj name="Equation" r:id="rId15" imgW="2273040" imgH="787320" progId="Equation.DSMT4">
                    <p:embed/>
                    <p:pic>
                      <p:nvPicPr>
                        <p:cNvPr id="0" name=""/>
                        <p:cNvPicPr/>
                        <p:nvPr/>
                      </p:nvPicPr>
                      <p:blipFill>
                        <a:blip r:embed="rId16"/>
                        <a:stretch>
                          <a:fillRect/>
                        </a:stretch>
                      </p:blipFill>
                      <p:spPr>
                        <a:xfrm>
                          <a:off x="4970940" y="3145683"/>
                          <a:ext cx="2273300" cy="787400"/>
                        </a:xfrm>
                        <a:prstGeom prst="rect">
                          <a:avLst/>
                        </a:prstGeom>
                      </p:spPr>
                    </p:pic>
                  </p:oleObj>
                </mc:Fallback>
              </mc:AlternateContent>
            </a:graphicData>
          </a:graphic>
        </p:graphicFrame>
      </p:grpSp>
      <p:sp>
        <p:nvSpPr>
          <p:cNvPr id="21" name="矩形 20">
            <a:extLst>
              <a:ext uri="{FF2B5EF4-FFF2-40B4-BE49-F238E27FC236}">
                <a16:creationId xmlns:a16="http://schemas.microsoft.com/office/drawing/2014/main" id="{9A244532-78E9-4ADA-BC38-C76D4C901C31}"/>
              </a:ext>
            </a:extLst>
          </p:cNvPr>
          <p:cNvSpPr/>
          <p:nvPr/>
        </p:nvSpPr>
        <p:spPr>
          <a:xfrm>
            <a:off x="1448976" y="4124251"/>
            <a:ext cx="2834992" cy="461665"/>
          </a:xfrm>
          <a:prstGeom prst="rect">
            <a:avLst/>
          </a:prstGeom>
        </p:spPr>
        <p:txBody>
          <a:bodyPr wrap="square">
            <a:spAutoFit/>
          </a:bodyPr>
          <a:lstStyle/>
          <a:p>
            <a:r>
              <a:rPr lang="zh-CN" altLang="en-US" sz="2400" b="1" dirty="0">
                <a:solidFill>
                  <a:prstClr val="black"/>
                </a:solidFill>
                <a:latin typeface="宋体" panose="02010600030101010101" pitchFamily="2" charset="-122"/>
              </a:rPr>
              <a:t>与已知条件矛盾</a:t>
            </a:r>
            <a:r>
              <a:rPr lang="en-US" altLang="zh-CN" sz="2400" b="1" dirty="0">
                <a:solidFill>
                  <a:prstClr val="black"/>
                </a:solidFill>
                <a:latin typeface="宋体" panose="02010600030101010101" pitchFamily="2" charset="-122"/>
              </a:rPr>
              <a:t>.</a:t>
            </a:r>
            <a:endParaRPr lang="zh-CN" altLang="en-US" dirty="0"/>
          </a:p>
        </p:txBody>
      </p:sp>
    </p:spTree>
    <p:extLst>
      <p:ext uri="{BB962C8B-B14F-4D97-AF65-F5344CB8AC3E}">
        <p14:creationId xmlns:p14="http://schemas.microsoft.com/office/powerpoint/2010/main" val="148738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5" grpId="0"/>
      <p:bldP spid="16" grpId="0"/>
      <p:bldP spid="2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CB9165A-BD7F-4B91-AEF3-A633F28DD8B3}"/>
              </a:ext>
            </a:extLst>
          </p:cNvPr>
          <p:cNvSpPr txBox="1">
            <a:spLocks noChangeArrowheads="1"/>
          </p:cNvSpPr>
          <p:nvPr/>
        </p:nvSpPr>
        <p:spPr>
          <a:xfrm>
            <a:off x="899592" y="1851670"/>
            <a:ext cx="3780420" cy="464128"/>
          </a:xfrm>
          <a:prstGeom prst="rect">
            <a:avLst/>
          </a:prstGeom>
          <a:ln>
            <a:noFill/>
            <a:miter lim="800000"/>
            <a:headEnd/>
            <a:tailEnd/>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400" b="1" dirty="0">
                <a:solidFill>
                  <a:srgbClr val="0064FF"/>
                </a:solidFill>
                <a:latin typeface="Times New Roman" panose="02020603050405020304" pitchFamily="18" charset="0"/>
                <a:ea typeface="华文楷体" panose="02010600040101010101" pitchFamily="2" charset="-122"/>
                <a:cs typeface="Times New Roman" panose="02020603050405020304" pitchFamily="18" charset="0"/>
              </a:rPr>
              <a:t>2. </a:t>
            </a:r>
            <a:r>
              <a:rPr lang="zh-CN" altLang="en-US" sz="2400" b="1" dirty="0">
                <a:solidFill>
                  <a:srgbClr val="0064FF"/>
                </a:solidFill>
                <a:latin typeface="Times New Roman" panose="02020603050405020304" pitchFamily="18" charset="0"/>
                <a:ea typeface="华文楷体" panose="02010600040101010101" pitchFamily="2" charset="-122"/>
                <a:cs typeface="Times New Roman" panose="02020603050405020304" pitchFamily="18" charset="0"/>
              </a:rPr>
              <a:t>习题册 第一章 第九节；</a:t>
            </a:r>
          </a:p>
        </p:txBody>
      </p:sp>
      <p:sp>
        <p:nvSpPr>
          <p:cNvPr id="3" name="矩形 2">
            <a:extLst>
              <a:ext uri="{FF2B5EF4-FFF2-40B4-BE49-F238E27FC236}">
                <a16:creationId xmlns:a16="http://schemas.microsoft.com/office/drawing/2014/main" id="{BA6CA107-1FE4-4D5D-A905-CD43CF892856}"/>
              </a:ext>
            </a:extLst>
          </p:cNvPr>
          <p:cNvSpPr/>
          <p:nvPr/>
        </p:nvSpPr>
        <p:spPr>
          <a:xfrm>
            <a:off x="827584" y="2485380"/>
            <a:ext cx="3024336" cy="461665"/>
          </a:xfrm>
          <a:prstGeom prst="rect">
            <a:avLst/>
          </a:prstGeom>
        </p:spPr>
        <p:txBody>
          <a:bodyPr wrap="square">
            <a:spAutoFit/>
          </a:bodyPr>
          <a:lstStyle/>
          <a:p>
            <a:r>
              <a:rPr lang="en-US" altLang="zh-CN" sz="2400" b="1" dirty="0">
                <a:solidFill>
                  <a:srgbClr val="0064FF"/>
                </a:solidFill>
                <a:latin typeface="Times New Roman" panose="02020603050405020304" pitchFamily="18" charset="0"/>
                <a:ea typeface="华文楷体" panose="02010600040101010101" pitchFamily="2" charset="-122"/>
                <a:cs typeface="Times New Roman" panose="02020603050405020304" pitchFamily="18" charset="0"/>
              </a:rPr>
              <a:t> 3. </a:t>
            </a:r>
            <a:r>
              <a:rPr lang="zh-CN" altLang="en-US" sz="2400" b="1" dirty="0">
                <a:solidFill>
                  <a:srgbClr val="0064FF"/>
                </a:solidFill>
                <a:latin typeface="Times New Roman" panose="02020603050405020304" pitchFamily="18" charset="0"/>
                <a:ea typeface="华文楷体" panose="02010600040101010101" pitchFamily="2" charset="-122"/>
                <a:cs typeface="Times New Roman" panose="02020603050405020304" pitchFamily="18" charset="0"/>
              </a:rPr>
              <a:t>课本习题</a:t>
            </a:r>
            <a:r>
              <a:rPr lang="en-US" altLang="zh-CN" sz="2400" b="1" dirty="0">
                <a:solidFill>
                  <a:srgbClr val="0064FF"/>
                </a:solidFill>
                <a:latin typeface="Times New Roman" panose="02020603050405020304" pitchFamily="18" charset="0"/>
                <a:ea typeface="华文楷体" panose="02010600040101010101" pitchFamily="2" charset="-122"/>
                <a:cs typeface="Times New Roman" panose="02020603050405020304" pitchFamily="18" charset="0"/>
              </a:rPr>
              <a:t>1-8.</a:t>
            </a:r>
            <a:endParaRPr lang="zh-CN" altLang="en-US" sz="2400" dirty="0">
              <a:solidFill>
                <a:srgbClr val="0064FF"/>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Rectangle 2">
            <a:extLst>
              <a:ext uri="{FF2B5EF4-FFF2-40B4-BE49-F238E27FC236}">
                <a16:creationId xmlns:a16="http://schemas.microsoft.com/office/drawing/2014/main" id="{46351208-0F30-43C6-8CA8-0452CC23B516}"/>
              </a:ext>
            </a:extLst>
          </p:cNvPr>
          <p:cNvSpPr txBox="1">
            <a:spLocks noChangeArrowheads="1"/>
          </p:cNvSpPr>
          <p:nvPr/>
        </p:nvSpPr>
        <p:spPr>
          <a:xfrm>
            <a:off x="467544" y="339502"/>
            <a:ext cx="2057400" cy="685800"/>
          </a:xfrm>
          <a:prstGeom prst="rect">
            <a:avLst/>
          </a:prstGeom>
          <a:ln>
            <a:noFill/>
            <a:miter lim="800000"/>
            <a:headEnd/>
            <a:tailEnd/>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800" b="1" dirty="0">
                <a:solidFill>
                  <a:srgbClr val="0064FF"/>
                </a:solidFill>
                <a:latin typeface="宋体" panose="02010600030101010101" pitchFamily="2" charset="-122"/>
                <a:ea typeface="宋体" panose="02010600030101010101" pitchFamily="2" charset="-122"/>
                <a:cs typeface="Times New Roman" panose="02020603050405020304" pitchFamily="18" charset="0"/>
              </a:rPr>
              <a:t>作业</a:t>
            </a:r>
          </a:p>
        </p:txBody>
      </p:sp>
      <p:sp>
        <p:nvSpPr>
          <p:cNvPr id="5" name="矩形 4">
            <a:extLst>
              <a:ext uri="{FF2B5EF4-FFF2-40B4-BE49-F238E27FC236}">
                <a16:creationId xmlns:a16="http://schemas.microsoft.com/office/drawing/2014/main" id="{5C001C69-E412-40CD-94CD-57C14191383C}"/>
              </a:ext>
            </a:extLst>
          </p:cNvPr>
          <p:cNvSpPr/>
          <p:nvPr/>
        </p:nvSpPr>
        <p:spPr>
          <a:xfrm>
            <a:off x="888028" y="1276225"/>
            <a:ext cx="5052124" cy="461665"/>
          </a:xfrm>
          <a:prstGeom prst="rect">
            <a:avLst/>
          </a:prstGeom>
        </p:spPr>
        <p:txBody>
          <a:bodyPr wrap="square">
            <a:spAutoFit/>
          </a:bodyPr>
          <a:lstStyle/>
          <a:p>
            <a:r>
              <a:rPr lang="en-US" altLang="zh-CN" sz="2400" b="1" dirty="0">
                <a:solidFill>
                  <a:srgbClr val="0064FF"/>
                </a:solidFill>
                <a:latin typeface="Times New Roman" panose="02020603050405020304" pitchFamily="18" charset="0"/>
                <a:ea typeface="华文楷体" panose="02010600040101010101" pitchFamily="2" charset="-122"/>
                <a:cs typeface="Times New Roman" panose="02020603050405020304" pitchFamily="18" charset="0"/>
              </a:rPr>
              <a:t>1.   </a:t>
            </a:r>
            <a:r>
              <a:rPr lang="zh-CN" altLang="en-US" sz="2400" b="1" dirty="0">
                <a:solidFill>
                  <a:srgbClr val="0064FF"/>
                </a:solidFill>
                <a:latin typeface="Times New Roman" panose="02020603050405020304" pitchFamily="18" charset="0"/>
                <a:ea typeface="华文楷体" panose="02010600040101010101" pitchFamily="2" charset="-122"/>
                <a:cs typeface="Times New Roman" panose="02020603050405020304" pitchFamily="18" charset="0"/>
              </a:rPr>
              <a:t>研读课本，并掌握第八节例题</a:t>
            </a:r>
            <a:r>
              <a:rPr lang="en-US" altLang="zh-CN" sz="2400" b="1" dirty="0">
                <a:solidFill>
                  <a:srgbClr val="0064FF"/>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17753829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6975CBED-E5BB-4C11-9A0D-DBD4695FCB36}"/>
              </a:ext>
            </a:extLst>
          </p:cNvPr>
          <p:cNvSpPr txBox="1">
            <a:spLocks/>
          </p:cNvSpPr>
          <p:nvPr/>
        </p:nvSpPr>
        <p:spPr>
          <a:xfrm>
            <a:off x="4882000" y="3147814"/>
            <a:ext cx="3933258" cy="1135443"/>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4800" b="1" i="0" u="none" strike="noStrike" kern="1200" cap="none" spc="0" normalizeH="0" baseline="0" noProof="0" dirty="0">
                <a:ln w="9525">
                  <a:noFill/>
                  <a:round/>
                  <a:headEnd/>
                  <a:tailEnd/>
                </a:ln>
                <a:gradFill rotWithShape="0">
                  <a:gsLst>
                    <a:gs pos="0">
                      <a:srgbClr val="CC0099">
                        <a:gamma/>
                        <a:shade val="46275"/>
                        <a:invGamma/>
                      </a:srgbClr>
                    </a:gs>
                    <a:gs pos="50000">
                      <a:srgbClr val="CC0099"/>
                    </a:gs>
                    <a:gs pos="100000">
                      <a:srgbClr val="CC0099">
                        <a:gamma/>
                        <a:shade val="46275"/>
                        <a:invGamma/>
                      </a:srgbClr>
                    </a:gs>
                  </a:gsLst>
                  <a:lin ang="0" scaled="1"/>
                </a:gradFill>
                <a:effectLst>
                  <a:outerShdw dist="53882" dir="2700000" algn="ctr" rotWithShape="0">
                    <a:srgbClr val="C0C0C0"/>
                  </a:outerShdw>
                </a:effectLst>
                <a:uLnTx/>
                <a:uFillTx/>
                <a:latin typeface="隶书"/>
                <a:ea typeface="隶书"/>
                <a:cs typeface="+mn-cs"/>
              </a:rPr>
              <a:t>谢  谢 ！</a:t>
            </a:r>
          </a:p>
        </p:txBody>
      </p:sp>
      <p:pic>
        <p:nvPicPr>
          <p:cNvPr id="6" name="图片 5">
            <a:extLst>
              <a:ext uri="{FF2B5EF4-FFF2-40B4-BE49-F238E27FC236}">
                <a16:creationId xmlns:a16="http://schemas.microsoft.com/office/drawing/2014/main" id="{9B08E0EA-A416-41C8-B5E1-100BD1589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143" y="627534"/>
            <a:ext cx="3742857" cy="3752381"/>
          </a:xfrm>
          <a:prstGeom prst="rect">
            <a:avLst/>
          </a:prstGeom>
        </p:spPr>
      </p:pic>
    </p:spTree>
    <p:extLst>
      <p:ext uri="{BB962C8B-B14F-4D97-AF65-F5344CB8AC3E}">
        <p14:creationId xmlns:p14="http://schemas.microsoft.com/office/powerpoint/2010/main" val="293885963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6874</TotalTime>
  <Words>1289</Words>
  <Application>Microsoft Office PowerPoint</Application>
  <PresentationFormat>全屏显示(16:9)</PresentationFormat>
  <Paragraphs>326</Paragraphs>
  <Slides>47</Slides>
  <Notes>24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47</vt:i4>
      </vt:variant>
    </vt:vector>
  </HeadingPairs>
  <TitlesOfParts>
    <vt:vector size="60" baseType="lpstr">
      <vt:lpstr>等线</vt:lpstr>
      <vt:lpstr>华文楷体</vt:lpstr>
      <vt:lpstr>楷体</vt:lpstr>
      <vt:lpstr>楷体_GB2312</vt:lpstr>
      <vt:lpstr>隶书</vt:lpstr>
      <vt:lpstr>宋体</vt:lpstr>
      <vt:lpstr>微软雅黑</vt:lpstr>
      <vt:lpstr>Arial</vt:lpstr>
      <vt:lpstr>Calibri</vt:lpstr>
      <vt:lpstr>Times New Roman</vt:lpstr>
      <vt:lpstr>Office 主题</vt:lpstr>
      <vt:lpstr>Equation</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郭 晓峰</cp:lastModifiedBy>
  <cp:revision>602</cp:revision>
  <cp:lastPrinted>2019-07-11T03:28:58Z</cp:lastPrinted>
  <dcterms:created xsi:type="dcterms:W3CDTF">2018-09-27T06:48:00Z</dcterms:created>
  <dcterms:modified xsi:type="dcterms:W3CDTF">2023-09-26T17:56:48Z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2052-11.1.0.8597</vt:lpwstr>
  </property>
</Properties>
</file>